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89" r:id="rId4"/>
    <p:sldId id="290" r:id="rId5"/>
    <p:sldId id="291" r:id="rId6"/>
    <p:sldId id="293" r:id="rId7"/>
    <p:sldId id="292" r:id="rId8"/>
    <p:sldId id="294" r:id="rId9"/>
    <p:sldId id="295" r:id="rId10"/>
    <p:sldId id="296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i3todGFUTESKM1YNfdDKJfW0eg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4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10</a:t>
            </a: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how gradients are calculated through the chain rule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backpropagation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7310F-3BA5-0727-CD19-9A72BDD67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functions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EA858-89CE-FF67-685D-FBAD26424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075AAF-36CF-8A35-32C4-6BD9ABDCC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411" y="1993691"/>
            <a:ext cx="1605178" cy="3237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6A71C8-76A0-9D66-C161-0C69620C8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087" y="5201665"/>
            <a:ext cx="292417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5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CC5B-D680-26C1-1298-03976EAA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BB2D1-2C24-A7AC-43FC-E311D24A5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the hinge loss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compute the gradient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180AB-174F-B12A-A045-1BE33D3F4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12" y="2334823"/>
            <a:ext cx="5419725" cy="476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6FC7CC-08AE-585D-01DF-6C5FAE7D4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817" y="3114051"/>
            <a:ext cx="1790700" cy="704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1AEF97-335F-83F6-02DC-C54D8AE84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408" y="2958145"/>
            <a:ext cx="2680769" cy="307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72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A4BE-CB1A-9B1C-B6A0-6D639A37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C160D-19C7-A154-343E-E67D0327C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B80E6-A494-29BF-ACE7-7F8530410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9" y="1752601"/>
            <a:ext cx="4060172" cy="975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CC5DB7-C2C9-ECB3-A012-10660D81F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091" y="1662112"/>
            <a:ext cx="4162425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66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6D465-22D1-839F-4794-7F4FFB60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3BE5F-B815-BDBB-B4FA-483610913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FED3D-E569-B80A-DF4E-22B15DBCB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2" y="2424112"/>
            <a:ext cx="73818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5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C1BB-8865-B488-6BB5-3A08E4E2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F5FF-AE7C-FF49-95E1-D6670A579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5FD1C-A528-1886-6742-507A6B476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2" y="1723350"/>
            <a:ext cx="4188111" cy="415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60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4DC8-EBF8-4CD5-410F-9E680322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propagation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F3C4B-7C7B-D9B0-01EC-B5B2EDAA4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F8F1D-EF8A-11D1-54C1-8353639B5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850" y="1752600"/>
            <a:ext cx="59626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2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79A2-BED8-B63D-B278-F97286AA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5CF53-7E50-86A1-E70E-398DE23D4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3F980-3BB1-F4AB-B189-EE4AF1028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2447925"/>
            <a:ext cx="802957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7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14597-82E9-A64B-5A7B-27A20D1B6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in Neural Networks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88E01-602A-4B32-C1EA-BF6E78F56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Optimization of neural networks is generally hard 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BD15E4-90F1-5FC4-D12D-389B34E7B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450" y="2195669"/>
            <a:ext cx="5616630" cy="311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39222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141eb740bd562c224194a820cd93de89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9008c3073cad716f14d8acfe17a7b91b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616AC5D-D6C5-431A-BE68-D5B4187D98AC}"/>
</file>

<file path=customXml/itemProps2.xml><?xml version="1.0" encoding="utf-8"?>
<ds:datastoreItem xmlns:ds="http://schemas.openxmlformats.org/officeDocument/2006/customXml" ds:itemID="{EBC0710A-6262-4844-82F3-96DE4DEB595B}"/>
</file>

<file path=customXml/itemProps3.xml><?xml version="1.0" encoding="utf-8"?>
<ds:datastoreItem xmlns:ds="http://schemas.openxmlformats.org/officeDocument/2006/customXml" ds:itemID="{A09282B3-94CA-4E49-8C0C-AE5FB03547C6}"/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48</Words>
  <Application>Microsoft Office PowerPoint</Application>
  <PresentationFormat>On-screen Show (4:3)</PresentationFormat>
  <Paragraphs>29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Composing functions</vt:lpstr>
      <vt:lpstr>PowerPoint Presentation</vt:lpstr>
      <vt:lpstr>Neural networks</vt:lpstr>
      <vt:lpstr>PowerPoint Presentation</vt:lpstr>
      <vt:lpstr>Backpropagation</vt:lpstr>
      <vt:lpstr>Back propagation</vt:lpstr>
      <vt:lpstr>PowerPoint Presentation</vt:lpstr>
      <vt:lpstr>Optimization in Neural Networks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22</cp:revision>
  <cp:lastPrinted>2025-10-02T08:35:56Z</cp:lastPrinted>
  <dcterms:created xsi:type="dcterms:W3CDTF">1601-01-01T00:00:00Z</dcterms:created>
  <dcterms:modified xsi:type="dcterms:W3CDTF">2025-10-10T07:36:39Z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