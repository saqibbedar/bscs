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theme/theme1.xml" ContentType="application/vnd.openxmlformats-officedocument.theme+xml"/>
  <Override PartName="/ppt/theme/theme2.xml" ContentType="application/vnd.openxmlformats-officedocument.theme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docProps/core.xml" ContentType="application/vnd.openxmlformats-package.core-properties+xml"/>
  <Override PartName="/ppt/presentation.xml" ContentType="application/vnd.openxmlformats-officedocument.presentationml.presentation.main+xml"/>
  <Override PartName="/ppt/metadata" ContentType="application/binary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custom-properties" Target="docProps/custom.xml"/><Relationship Id="rId2" Type="http://schemas.openxmlformats.org/officeDocument/2006/relationships/officeDocument" Target="ppt/presentation.xml"/><Relationship Id="rId1" Type="http://schemas.openxmlformats.org/package/2006/relationships/metadata/core-properties" Target="docProps/core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8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</p:sldIdLst>
  <p:sldSz cy="68580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notesGuideLst>
    </p:ext>
    <p:ext uri="GoogleSlidesCustomDataVersion2">
      <go:slidesCustomData xmlns:go="http://customooxmlschemas.google.com/" r:id="rId22" roundtripDataSignature="AMtx7mjazqAB+v/OPpwXcfdF8lY6XnA4c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  <p:notesViewPr>
    <p:cSldViewPr snapToGrid="0">
      <p:cViewPr varScale="1">
        <p:scale>
          <a:sx n="100" d="100"/>
          <a:sy n="100" d="100"/>
        </p:scale>
        <p:origin x="0" y="0"/>
      </p:cViewPr>
      <p:guideLst>
        <p:guide pos="2880" orient="horz"/>
        <p:guide pos="2160"/>
      </p:guideLst>
    </p:cSldViewPr>
  </p:notesViewPr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8.xml"/><Relationship Id="rId18" Type="http://schemas.openxmlformats.org/officeDocument/2006/relationships/slide" Target="slides/slide13.xml"/><Relationship Id="rId8" Type="http://schemas.openxmlformats.org/officeDocument/2006/relationships/slide" Target="slides/slide3.xml"/><Relationship Id="rId21" Type="http://schemas.openxmlformats.org/officeDocument/2006/relationships/slide" Target="slides/slide16.xml"/><Relationship Id="rId3" Type="http://schemas.openxmlformats.org/officeDocument/2006/relationships/presProps" Target="presProps.xml"/><Relationship Id="rId12" Type="http://schemas.openxmlformats.org/officeDocument/2006/relationships/slide" Target="slides/slide7.xml"/><Relationship Id="rId17" Type="http://schemas.openxmlformats.org/officeDocument/2006/relationships/slide" Target="slides/slide12.xml"/><Relationship Id="rId7" Type="http://schemas.openxmlformats.org/officeDocument/2006/relationships/slide" Target="slides/slide2.xml"/><Relationship Id="rId25" Type="http://schemas.openxmlformats.org/officeDocument/2006/relationships/customXml" Target="../customXml/item3.xml"/><Relationship Id="rId20" Type="http://schemas.openxmlformats.org/officeDocument/2006/relationships/slide" Target="slides/slide15.xml"/><Relationship Id="rId2" Type="http://schemas.openxmlformats.org/officeDocument/2006/relationships/viewProps" Target="viewProps.xml"/><Relationship Id="rId16" Type="http://schemas.openxmlformats.org/officeDocument/2006/relationships/slide" Target="slides/slide11.xml"/><Relationship Id="rId11" Type="http://schemas.openxmlformats.org/officeDocument/2006/relationships/slide" Target="slides/slide6.xml"/><Relationship Id="rId1" Type="http://schemas.openxmlformats.org/officeDocument/2006/relationships/theme" Target="theme/theme2.xml"/><Relationship Id="rId6" Type="http://schemas.openxmlformats.org/officeDocument/2006/relationships/slide" Target="slides/slide1.xml"/><Relationship Id="rId24" Type="http://schemas.openxmlformats.org/officeDocument/2006/relationships/customXml" Target="../customXml/item2.xml"/><Relationship Id="rId15" Type="http://schemas.openxmlformats.org/officeDocument/2006/relationships/slide" Target="slides/slide10.xml"/><Relationship Id="rId5" Type="http://schemas.openxmlformats.org/officeDocument/2006/relationships/notesMaster" Target="notesMasters/notesMaster1.xml"/><Relationship Id="rId23" Type="http://schemas.openxmlformats.org/officeDocument/2006/relationships/customXml" Target="../customXml/item1.xml"/><Relationship Id="rId10" Type="http://schemas.openxmlformats.org/officeDocument/2006/relationships/slide" Target="slides/slide5.xml"/><Relationship Id="rId19" Type="http://schemas.openxmlformats.org/officeDocument/2006/relationships/slide" Target="slides/slide14.xml"/><Relationship Id="rId22" Type="http://customschemas.google.com/relationships/presentationmetadata" Target="metadata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4" Type="http://schemas.openxmlformats.org/officeDocument/2006/relationships/slide" Target="slides/slide9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indent="-228600" lvl="1" marL="914400" marR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81" name="Google Shape;81;p1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87" name="Google Shape;87;p2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93" name="Google Shape;93;p10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00" name="Google Shape;100;p11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08" name="Google Shape;108;p12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16" name="Google Shape;116;p13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p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23" name="Google Shape;123;p14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30" name="Google Shape;130;p15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p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37" name="Google Shape;137;p16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p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45" name="Google Shape;145;p17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p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53" name="Google Shape;153;p18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8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p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60" name="Google Shape;160;p20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5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p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67" name="Google Shape;167;p21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2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Google Shape;173;p2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74" name="Google Shape;174;p22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0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Google Shape;181;p2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82" name="Google Shape;182;p23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8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Google Shape;189;p2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0" name="Google Shape;190;p25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showMasterSp="0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29"/>
          <p:cNvSpPr txBox="1"/>
          <p:nvPr>
            <p:ph type="ctrTitle"/>
          </p:nvPr>
        </p:nvSpPr>
        <p:spPr>
          <a:xfrm>
            <a:off x="685800" y="990600"/>
            <a:ext cx="7772400" cy="1371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3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29"/>
          <p:cNvSpPr txBox="1"/>
          <p:nvPr>
            <p:ph idx="1" type="subTitle"/>
          </p:nvPr>
        </p:nvSpPr>
        <p:spPr>
          <a:xfrm>
            <a:off x="1447800" y="3429000"/>
            <a:ext cx="7010400" cy="16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420"/>
              </a:spcBef>
              <a:spcAft>
                <a:spcPts val="0"/>
              </a:spcAft>
              <a:buSzPts val="2100"/>
              <a:buFont typeface="Noto Sans Symbols"/>
              <a:buNone/>
              <a:defRPr sz="2100"/>
            </a:lvl1pPr>
            <a:lvl2pPr lvl="1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■"/>
              <a:defRPr/>
            </a:lvl2pPr>
            <a:lvl3pPr lvl="2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□"/>
              <a:defRPr/>
            </a:lvl3pPr>
            <a:lvl4pPr lvl="3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■"/>
              <a:defRPr/>
            </a:lvl4pPr>
            <a:lvl5pPr lvl="4" algn="l">
              <a:lnSpc>
                <a:spcPct val="100000"/>
              </a:lnSpc>
              <a:spcBef>
                <a:spcPts val="450"/>
              </a:spcBef>
              <a:spcAft>
                <a:spcPts val="0"/>
              </a:spcAft>
              <a:buSzPts val="1800"/>
              <a:buChar char="▪"/>
              <a:defRPr/>
            </a:lvl5pPr>
            <a:lvl6pPr lvl="5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lvl="6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lvl="7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lvl="8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8" name="Google Shape;18;p29"/>
          <p:cNvSpPr txBox="1"/>
          <p:nvPr>
            <p:ph idx="10" type="dt"/>
          </p:nvPr>
        </p:nvSpPr>
        <p:spPr>
          <a:xfrm>
            <a:off x="685800" y="62484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29"/>
          <p:cNvSpPr txBox="1"/>
          <p:nvPr>
            <p:ph idx="11" type="ftr"/>
          </p:nvPr>
        </p:nvSpPr>
        <p:spPr>
          <a:xfrm>
            <a:off x="3124200" y="6248400"/>
            <a:ext cx="2895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9pPr>
          </a:lstStyle>
          <a:p/>
        </p:txBody>
      </p:sp>
      <p:sp>
        <p:nvSpPr>
          <p:cNvPr id="20" name="Google Shape;20;p29"/>
          <p:cNvSpPr txBox="1"/>
          <p:nvPr>
            <p:ph idx="12" type="sldNum"/>
          </p:nvPr>
        </p:nvSpPr>
        <p:spPr>
          <a:xfrm>
            <a:off x="6553200" y="62484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" name="Google Shape;21;p29"/>
          <p:cNvSpPr/>
          <p:nvPr/>
        </p:nvSpPr>
        <p:spPr>
          <a:xfrm>
            <a:off x="685800" y="2393950"/>
            <a:ext cx="7772400" cy="109538"/>
          </a:xfrm>
          <a:custGeom>
            <a:rect b="b" l="l" r="r" t="t"/>
            <a:pathLst>
              <a:path extrusionOk="0" h="1000" w="1000">
                <a:moveTo>
                  <a:pt x="0" y="0"/>
                </a:moveTo>
                <a:lnTo>
                  <a:pt x="618" y="0"/>
                </a:lnTo>
                <a:lnTo>
                  <a:pt x="618" y="1000"/>
                </a:lnTo>
                <a:lnTo>
                  <a:pt x="0" y="1000"/>
                </a:lnTo>
                <a:close/>
              </a:path>
              <a:path extrusionOk="0" h="1000" w="1000">
                <a:moveTo>
                  <a:pt x="0" y="0"/>
                </a:moveTo>
                <a:lnTo>
                  <a:pt x="1000" y="0"/>
                </a:lnTo>
              </a:path>
            </a:pathLst>
          </a:custGeom>
          <a:solidFill>
            <a:schemeClr val="accent2"/>
          </a:solidFill>
          <a:ln cap="flat" cmpd="sng" w="9525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2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Google Shape;23;p30"/>
          <p:cNvSpPr txBox="1"/>
          <p:nvPr>
            <p:ph type="title"/>
          </p:nvPr>
        </p:nvSpPr>
        <p:spPr>
          <a:xfrm>
            <a:off x="574675" y="304800"/>
            <a:ext cx="8001000" cy="121602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4" name="Google Shape;24;p30"/>
          <p:cNvSpPr txBox="1"/>
          <p:nvPr>
            <p:ph idx="1" type="body"/>
          </p:nvPr>
        </p:nvSpPr>
        <p:spPr>
          <a:xfrm>
            <a:off x="566738" y="1752600"/>
            <a:ext cx="8001000" cy="426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42900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□"/>
              <a:defRPr/>
            </a:lvl1pPr>
            <a:lvl2pPr indent="-3429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■"/>
              <a:defRPr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□"/>
              <a:defRPr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■"/>
              <a:defRPr/>
            </a:lvl4pPr>
            <a:lvl5pPr indent="-342900" lvl="4" marL="2286000" algn="l">
              <a:lnSpc>
                <a:spcPct val="100000"/>
              </a:lnSpc>
              <a:spcBef>
                <a:spcPts val="450"/>
              </a:spcBef>
              <a:spcAft>
                <a:spcPts val="0"/>
              </a:spcAft>
              <a:buSzPts val="1800"/>
              <a:buChar char="▪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5" name="Google Shape;25;p30"/>
          <p:cNvSpPr txBox="1"/>
          <p:nvPr>
            <p:ph idx="10" type="dt"/>
          </p:nvPr>
        </p:nvSpPr>
        <p:spPr>
          <a:xfrm>
            <a:off x="609600" y="6245225"/>
            <a:ext cx="19812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Text, and Content" type="txAndObj">
  <p:cSld name="TEXT_AND_OBJECT">
    <p:spTree>
      <p:nvGrpSpPr>
        <p:cNvPr id="26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Google Shape;27;p47"/>
          <p:cNvSpPr txBox="1"/>
          <p:nvPr>
            <p:ph type="title"/>
          </p:nvPr>
        </p:nvSpPr>
        <p:spPr>
          <a:xfrm>
            <a:off x="574675" y="304800"/>
            <a:ext cx="8001000" cy="121602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8" name="Google Shape;28;p47"/>
          <p:cNvSpPr txBox="1"/>
          <p:nvPr>
            <p:ph idx="1" type="body"/>
          </p:nvPr>
        </p:nvSpPr>
        <p:spPr>
          <a:xfrm>
            <a:off x="566738" y="1752600"/>
            <a:ext cx="3924300" cy="426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42900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□"/>
              <a:defRPr/>
            </a:lvl1pPr>
            <a:lvl2pPr indent="-3429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■"/>
              <a:defRPr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□"/>
              <a:defRPr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■"/>
              <a:defRPr/>
            </a:lvl4pPr>
            <a:lvl5pPr indent="-342900" lvl="4" marL="2286000" algn="l">
              <a:lnSpc>
                <a:spcPct val="100000"/>
              </a:lnSpc>
              <a:spcBef>
                <a:spcPts val="450"/>
              </a:spcBef>
              <a:spcAft>
                <a:spcPts val="0"/>
              </a:spcAft>
              <a:buSzPts val="1800"/>
              <a:buChar char="▪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9" name="Google Shape;29;p47"/>
          <p:cNvSpPr txBox="1"/>
          <p:nvPr>
            <p:ph idx="2" type="body"/>
          </p:nvPr>
        </p:nvSpPr>
        <p:spPr>
          <a:xfrm>
            <a:off x="4643438" y="1752600"/>
            <a:ext cx="3924300" cy="426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42900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□"/>
              <a:defRPr/>
            </a:lvl1pPr>
            <a:lvl2pPr indent="-3429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■"/>
              <a:defRPr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□"/>
              <a:defRPr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■"/>
              <a:defRPr/>
            </a:lvl4pPr>
            <a:lvl5pPr indent="-342900" lvl="4" marL="2286000" algn="l">
              <a:lnSpc>
                <a:spcPct val="100000"/>
              </a:lnSpc>
              <a:spcBef>
                <a:spcPts val="450"/>
              </a:spcBef>
              <a:spcAft>
                <a:spcPts val="0"/>
              </a:spcAft>
              <a:buSzPts val="1800"/>
              <a:buChar char="▪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0" name="Google Shape;30;p47"/>
          <p:cNvSpPr txBox="1"/>
          <p:nvPr>
            <p:ph idx="10" type="dt"/>
          </p:nvPr>
        </p:nvSpPr>
        <p:spPr>
          <a:xfrm>
            <a:off x="609600" y="6245225"/>
            <a:ext cx="19812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47"/>
          <p:cNvSpPr txBox="1"/>
          <p:nvPr>
            <p:ph idx="11" type="ftr"/>
          </p:nvPr>
        </p:nvSpPr>
        <p:spPr>
          <a:xfrm>
            <a:off x="2590800" y="6172200"/>
            <a:ext cx="3886200" cy="381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34"/>
          <p:cNvSpPr txBox="1"/>
          <p:nvPr>
            <p:ph type="title"/>
          </p:nvPr>
        </p:nvSpPr>
        <p:spPr>
          <a:xfrm>
            <a:off x="623888" y="1709738"/>
            <a:ext cx="7886700" cy="285273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6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4" name="Google Shape;34;p34"/>
          <p:cNvSpPr txBox="1"/>
          <p:nvPr>
            <p:ph idx="1" type="body"/>
          </p:nvPr>
        </p:nvSpPr>
        <p:spPr>
          <a:xfrm>
            <a:off x="623888" y="4589463"/>
            <a:ext cx="78867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SzPts val="2400"/>
              <a:buNone/>
              <a:defRPr sz="2400"/>
            </a:lvl1pPr>
            <a:lvl2pPr indent="-2286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000"/>
              <a:buNone/>
              <a:defRPr sz="2000"/>
            </a:lvl2pPr>
            <a:lvl3pPr indent="-2286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None/>
              <a:defRPr sz="1800"/>
            </a:lvl3pPr>
            <a:lvl4pPr indent="-228600" lvl="3" marL="1828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SzPts val="1600"/>
              <a:buNone/>
              <a:defRPr sz="1600"/>
            </a:lvl4pPr>
            <a:lvl5pPr indent="-228600" lvl="4" marL="22860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600"/>
              <a:buNone/>
              <a:defRPr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/>
        </p:txBody>
      </p:sp>
      <p:sp>
        <p:nvSpPr>
          <p:cNvPr id="35" name="Google Shape;35;p34"/>
          <p:cNvSpPr txBox="1"/>
          <p:nvPr>
            <p:ph idx="10" type="dt"/>
          </p:nvPr>
        </p:nvSpPr>
        <p:spPr>
          <a:xfrm>
            <a:off x="609600" y="6245225"/>
            <a:ext cx="19812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6" name="Google Shape;36;p34"/>
          <p:cNvSpPr txBox="1"/>
          <p:nvPr>
            <p:ph idx="11" type="ftr"/>
          </p:nvPr>
        </p:nvSpPr>
        <p:spPr>
          <a:xfrm>
            <a:off x="2590800" y="6172200"/>
            <a:ext cx="3886200" cy="381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7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p35"/>
          <p:cNvSpPr txBox="1"/>
          <p:nvPr>
            <p:ph type="title"/>
          </p:nvPr>
        </p:nvSpPr>
        <p:spPr>
          <a:xfrm>
            <a:off x="574675" y="304800"/>
            <a:ext cx="8001000" cy="121602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35"/>
          <p:cNvSpPr txBox="1"/>
          <p:nvPr>
            <p:ph idx="1" type="body"/>
          </p:nvPr>
        </p:nvSpPr>
        <p:spPr>
          <a:xfrm>
            <a:off x="566738" y="1752600"/>
            <a:ext cx="3924300" cy="426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42900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□"/>
              <a:defRPr/>
            </a:lvl1pPr>
            <a:lvl2pPr indent="-3429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■"/>
              <a:defRPr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□"/>
              <a:defRPr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■"/>
              <a:defRPr/>
            </a:lvl4pPr>
            <a:lvl5pPr indent="-342900" lvl="4" marL="2286000" algn="l">
              <a:lnSpc>
                <a:spcPct val="100000"/>
              </a:lnSpc>
              <a:spcBef>
                <a:spcPts val="450"/>
              </a:spcBef>
              <a:spcAft>
                <a:spcPts val="0"/>
              </a:spcAft>
              <a:buSzPts val="1800"/>
              <a:buChar char="▪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0" name="Google Shape;40;p35"/>
          <p:cNvSpPr txBox="1"/>
          <p:nvPr>
            <p:ph idx="2" type="body"/>
          </p:nvPr>
        </p:nvSpPr>
        <p:spPr>
          <a:xfrm>
            <a:off x="4643438" y="1752600"/>
            <a:ext cx="3924300" cy="426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42900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□"/>
              <a:defRPr/>
            </a:lvl1pPr>
            <a:lvl2pPr indent="-3429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■"/>
              <a:defRPr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□"/>
              <a:defRPr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■"/>
              <a:defRPr/>
            </a:lvl4pPr>
            <a:lvl5pPr indent="-342900" lvl="4" marL="2286000" algn="l">
              <a:lnSpc>
                <a:spcPct val="100000"/>
              </a:lnSpc>
              <a:spcBef>
                <a:spcPts val="450"/>
              </a:spcBef>
              <a:spcAft>
                <a:spcPts val="0"/>
              </a:spcAft>
              <a:buSzPts val="1800"/>
              <a:buChar char="▪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1" name="Google Shape;41;p35"/>
          <p:cNvSpPr txBox="1"/>
          <p:nvPr>
            <p:ph idx="10" type="dt"/>
          </p:nvPr>
        </p:nvSpPr>
        <p:spPr>
          <a:xfrm>
            <a:off x="609600" y="6245225"/>
            <a:ext cx="19812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2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p36"/>
          <p:cNvSpPr txBox="1"/>
          <p:nvPr>
            <p:ph type="title"/>
          </p:nvPr>
        </p:nvSpPr>
        <p:spPr>
          <a:xfrm>
            <a:off x="630238" y="365125"/>
            <a:ext cx="78867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4" name="Google Shape;44;p36"/>
          <p:cNvSpPr txBox="1"/>
          <p:nvPr>
            <p:ph idx="1" type="body"/>
          </p:nvPr>
        </p:nvSpPr>
        <p:spPr>
          <a:xfrm>
            <a:off x="630238" y="1681163"/>
            <a:ext cx="3868737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SzPts val="2400"/>
              <a:buNone/>
              <a:defRPr b="1" sz="2400"/>
            </a:lvl1pPr>
            <a:lvl2pPr indent="-2286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000"/>
              <a:buNone/>
              <a:defRPr b="1" sz="2000"/>
            </a:lvl2pPr>
            <a:lvl3pPr indent="-2286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None/>
              <a:defRPr b="1" sz="1800"/>
            </a:lvl3pPr>
            <a:lvl4pPr indent="-228600" lvl="3" marL="1828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SzPts val="1600"/>
              <a:buNone/>
              <a:defRPr b="1" sz="1600"/>
            </a:lvl4pPr>
            <a:lvl5pPr indent="-228600" lvl="4" marL="22860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5" name="Google Shape;45;p36"/>
          <p:cNvSpPr txBox="1"/>
          <p:nvPr>
            <p:ph idx="2" type="body"/>
          </p:nvPr>
        </p:nvSpPr>
        <p:spPr>
          <a:xfrm>
            <a:off x="630238" y="2505075"/>
            <a:ext cx="3868737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42900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□"/>
              <a:defRPr/>
            </a:lvl1pPr>
            <a:lvl2pPr indent="-3429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■"/>
              <a:defRPr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□"/>
              <a:defRPr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■"/>
              <a:defRPr/>
            </a:lvl4pPr>
            <a:lvl5pPr indent="-342900" lvl="4" marL="2286000" algn="l">
              <a:lnSpc>
                <a:spcPct val="100000"/>
              </a:lnSpc>
              <a:spcBef>
                <a:spcPts val="450"/>
              </a:spcBef>
              <a:spcAft>
                <a:spcPts val="0"/>
              </a:spcAft>
              <a:buSzPts val="1800"/>
              <a:buChar char="▪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6" name="Google Shape;46;p36"/>
          <p:cNvSpPr txBox="1"/>
          <p:nvPr>
            <p:ph idx="3" type="body"/>
          </p:nvPr>
        </p:nvSpPr>
        <p:spPr>
          <a:xfrm>
            <a:off x="4629150" y="1681163"/>
            <a:ext cx="3887788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SzPts val="2400"/>
              <a:buNone/>
              <a:defRPr b="1" sz="2400"/>
            </a:lvl1pPr>
            <a:lvl2pPr indent="-2286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000"/>
              <a:buNone/>
              <a:defRPr b="1" sz="2000"/>
            </a:lvl2pPr>
            <a:lvl3pPr indent="-2286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None/>
              <a:defRPr b="1" sz="1800"/>
            </a:lvl3pPr>
            <a:lvl4pPr indent="-228600" lvl="3" marL="1828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SzPts val="1600"/>
              <a:buNone/>
              <a:defRPr b="1" sz="1600"/>
            </a:lvl4pPr>
            <a:lvl5pPr indent="-228600" lvl="4" marL="22860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7" name="Google Shape;47;p36"/>
          <p:cNvSpPr txBox="1"/>
          <p:nvPr>
            <p:ph idx="4" type="body"/>
          </p:nvPr>
        </p:nvSpPr>
        <p:spPr>
          <a:xfrm>
            <a:off x="4629150" y="2505075"/>
            <a:ext cx="3887788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42900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□"/>
              <a:defRPr/>
            </a:lvl1pPr>
            <a:lvl2pPr indent="-3429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■"/>
              <a:defRPr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□"/>
              <a:defRPr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■"/>
              <a:defRPr/>
            </a:lvl4pPr>
            <a:lvl5pPr indent="-342900" lvl="4" marL="2286000" algn="l">
              <a:lnSpc>
                <a:spcPct val="100000"/>
              </a:lnSpc>
              <a:spcBef>
                <a:spcPts val="450"/>
              </a:spcBef>
              <a:spcAft>
                <a:spcPts val="0"/>
              </a:spcAft>
              <a:buSzPts val="1800"/>
              <a:buChar char="▪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8" name="Google Shape;48;p36"/>
          <p:cNvSpPr txBox="1"/>
          <p:nvPr>
            <p:ph idx="10" type="dt"/>
          </p:nvPr>
        </p:nvSpPr>
        <p:spPr>
          <a:xfrm>
            <a:off x="609600" y="6245225"/>
            <a:ext cx="19812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9" name="Google Shape;49;p36"/>
          <p:cNvSpPr txBox="1"/>
          <p:nvPr>
            <p:ph idx="11" type="ftr"/>
          </p:nvPr>
        </p:nvSpPr>
        <p:spPr>
          <a:xfrm>
            <a:off x="2590800" y="6172200"/>
            <a:ext cx="3886200" cy="381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37"/>
          <p:cNvSpPr txBox="1"/>
          <p:nvPr>
            <p:ph type="title"/>
          </p:nvPr>
        </p:nvSpPr>
        <p:spPr>
          <a:xfrm>
            <a:off x="574675" y="304800"/>
            <a:ext cx="8001000" cy="121602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37"/>
          <p:cNvSpPr txBox="1"/>
          <p:nvPr>
            <p:ph idx="10" type="dt"/>
          </p:nvPr>
        </p:nvSpPr>
        <p:spPr>
          <a:xfrm>
            <a:off x="609600" y="6245225"/>
            <a:ext cx="19812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37"/>
          <p:cNvSpPr txBox="1"/>
          <p:nvPr>
            <p:ph idx="11" type="ftr"/>
          </p:nvPr>
        </p:nvSpPr>
        <p:spPr>
          <a:xfrm>
            <a:off x="2590800" y="6172200"/>
            <a:ext cx="3886200" cy="381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38"/>
          <p:cNvSpPr txBox="1"/>
          <p:nvPr>
            <p:ph idx="10" type="dt"/>
          </p:nvPr>
        </p:nvSpPr>
        <p:spPr>
          <a:xfrm>
            <a:off x="609600" y="6245225"/>
            <a:ext cx="19812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38"/>
          <p:cNvSpPr txBox="1"/>
          <p:nvPr>
            <p:ph idx="11" type="ftr"/>
          </p:nvPr>
        </p:nvSpPr>
        <p:spPr>
          <a:xfrm>
            <a:off x="2590800" y="6172200"/>
            <a:ext cx="3886200" cy="381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7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p39"/>
          <p:cNvSpPr txBox="1"/>
          <p:nvPr>
            <p:ph type="title"/>
          </p:nvPr>
        </p:nvSpPr>
        <p:spPr>
          <a:xfrm>
            <a:off x="630238" y="457200"/>
            <a:ext cx="2949575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3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39"/>
          <p:cNvSpPr txBox="1"/>
          <p:nvPr>
            <p:ph idx="1" type="body"/>
          </p:nvPr>
        </p:nvSpPr>
        <p:spPr>
          <a:xfrm>
            <a:off x="3887788" y="987425"/>
            <a:ext cx="4629150" cy="48736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431800" lvl="0" marL="45720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SzPts val="3200"/>
              <a:buChar char="□"/>
              <a:defRPr sz="3200"/>
            </a:lvl1pPr>
            <a:lvl2pPr indent="-406400" lvl="1" marL="91440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SzPts val="2800"/>
              <a:buChar char="■"/>
              <a:defRPr sz="2800"/>
            </a:lvl2pPr>
            <a:lvl3pPr indent="-381000" lvl="2" marL="13716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SzPts val="2400"/>
              <a:buChar char="□"/>
              <a:defRPr sz="2400"/>
            </a:lvl3pPr>
            <a:lvl4pPr indent="-355600" lvl="3" marL="18288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000"/>
              <a:buChar char="■"/>
              <a:defRPr sz="2000"/>
            </a:lvl4pPr>
            <a:lvl5pPr indent="-355600" lvl="4" marL="22860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2000"/>
              <a:buChar char="▪"/>
              <a:defRPr sz="2000"/>
            </a:lvl5pPr>
            <a:lvl6pPr indent="-355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60" name="Google Shape;60;p39"/>
          <p:cNvSpPr txBox="1"/>
          <p:nvPr>
            <p:ph idx="2" type="body"/>
          </p:nvPr>
        </p:nvSpPr>
        <p:spPr>
          <a:xfrm>
            <a:off x="630238" y="2057400"/>
            <a:ext cx="2949575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SzPts val="1600"/>
              <a:buNone/>
              <a:defRPr sz="1600"/>
            </a:lvl1pPr>
            <a:lvl2pPr indent="-228600" lvl="1" marL="9144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SzPts val="1400"/>
              <a:buNone/>
              <a:defRPr sz="1400"/>
            </a:lvl2pPr>
            <a:lvl3pPr indent="-228600" lvl="2" marL="13716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SzPts val="1200"/>
              <a:buNone/>
              <a:defRPr sz="1200"/>
            </a:lvl3pPr>
            <a:lvl4pPr indent="-228600" lvl="3" marL="18288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1000"/>
              <a:buNone/>
              <a:defRPr sz="1000"/>
            </a:lvl4pPr>
            <a:lvl5pPr indent="-228600" lvl="4" marL="2286000" algn="l">
              <a:lnSpc>
                <a:spcPct val="100000"/>
              </a:lnSpc>
              <a:spcBef>
                <a:spcPts val="250"/>
              </a:spcBef>
              <a:spcAft>
                <a:spcPts val="0"/>
              </a:spcAft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61" name="Google Shape;61;p39"/>
          <p:cNvSpPr txBox="1"/>
          <p:nvPr>
            <p:ph idx="10" type="dt"/>
          </p:nvPr>
        </p:nvSpPr>
        <p:spPr>
          <a:xfrm>
            <a:off x="609600" y="6245225"/>
            <a:ext cx="19812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2" name="Google Shape;62;p39"/>
          <p:cNvSpPr txBox="1"/>
          <p:nvPr>
            <p:ph idx="11" type="ftr"/>
          </p:nvPr>
        </p:nvSpPr>
        <p:spPr>
          <a:xfrm>
            <a:off x="2590800" y="6172200"/>
            <a:ext cx="3886200" cy="381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3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p40"/>
          <p:cNvSpPr txBox="1"/>
          <p:nvPr>
            <p:ph type="title"/>
          </p:nvPr>
        </p:nvSpPr>
        <p:spPr>
          <a:xfrm>
            <a:off x="630238" y="457200"/>
            <a:ext cx="2949575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3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5" name="Google Shape;65;p40"/>
          <p:cNvSpPr/>
          <p:nvPr>
            <p:ph idx="2" type="pic"/>
          </p:nvPr>
        </p:nvSpPr>
        <p:spPr>
          <a:xfrm>
            <a:off x="3887788" y="987425"/>
            <a:ext cx="462915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66" name="Google Shape;66;p40"/>
          <p:cNvSpPr txBox="1"/>
          <p:nvPr>
            <p:ph idx="1" type="body"/>
          </p:nvPr>
        </p:nvSpPr>
        <p:spPr>
          <a:xfrm>
            <a:off x="630238" y="2057400"/>
            <a:ext cx="2949575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SzPts val="1600"/>
              <a:buNone/>
              <a:defRPr sz="1600"/>
            </a:lvl1pPr>
            <a:lvl2pPr indent="-228600" lvl="1" marL="9144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SzPts val="1400"/>
              <a:buNone/>
              <a:defRPr sz="1400"/>
            </a:lvl2pPr>
            <a:lvl3pPr indent="-228600" lvl="2" marL="13716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SzPts val="1200"/>
              <a:buNone/>
              <a:defRPr sz="1200"/>
            </a:lvl3pPr>
            <a:lvl4pPr indent="-228600" lvl="3" marL="18288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1000"/>
              <a:buNone/>
              <a:defRPr sz="1000"/>
            </a:lvl4pPr>
            <a:lvl5pPr indent="-228600" lvl="4" marL="2286000" algn="l">
              <a:lnSpc>
                <a:spcPct val="100000"/>
              </a:lnSpc>
              <a:spcBef>
                <a:spcPts val="250"/>
              </a:spcBef>
              <a:spcAft>
                <a:spcPts val="0"/>
              </a:spcAft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67" name="Google Shape;67;p40"/>
          <p:cNvSpPr txBox="1"/>
          <p:nvPr>
            <p:ph idx="10" type="dt"/>
          </p:nvPr>
        </p:nvSpPr>
        <p:spPr>
          <a:xfrm>
            <a:off x="609600" y="6245225"/>
            <a:ext cx="19812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8" name="Google Shape;68;p40"/>
          <p:cNvSpPr txBox="1"/>
          <p:nvPr>
            <p:ph idx="11" type="ftr"/>
          </p:nvPr>
        </p:nvSpPr>
        <p:spPr>
          <a:xfrm>
            <a:off x="2590800" y="6172200"/>
            <a:ext cx="3886200" cy="381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p41"/>
          <p:cNvSpPr txBox="1"/>
          <p:nvPr>
            <p:ph type="title"/>
          </p:nvPr>
        </p:nvSpPr>
        <p:spPr>
          <a:xfrm>
            <a:off x="574675" y="304800"/>
            <a:ext cx="8001000" cy="121602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1" name="Google Shape;71;p41"/>
          <p:cNvSpPr txBox="1"/>
          <p:nvPr>
            <p:ph idx="1" type="body"/>
          </p:nvPr>
        </p:nvSpPr>
        <p:spPr>
          <a:xfrm rot="5400000">
            <a:off x="2433638" y="-114300"/>
            <a:ext cx="4267200" cy="8001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42900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□"/>
              <a:defRPr/>
            </a:lvl1pPr>
            <a:lvl2pPr indent="-3429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■"/>
              <a:defRPr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□"/>
              <a:defRPr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■"/>
              <a:defRPr/>
            </a:lvl4pPr>
            <a:lvl5pPr indent="-342900" lvl="4" marL="2286000" algn="l">
              <a:lnSpc>
                <a:spcPct val="100000"/>
              </a:lnSpc>
              <a:spcBef>
                <a:spcPts val="450"/>
              </a:spcBef>
              <a:spcAft>
                <a:spcPts val="0"/>
              </a:spcAft>
              <a:buSzPts val="1800"/>
              <a:buChar char="▪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2" name="Google Shape;72;p41"/>
          <p:cNvSpPr txBox="1"/>
          <p:nvPr>
            <p:ph idx="10" type="dt"/>
          </p:nvPr>
        </p:nvSpPr>
        <p:spPr>
          <a:xfrm>
            <a:off x="609600" y="6245225"/>
            <a:ext cx="19812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41"/>
          <p:cNvSpPr txBox="1"/>
          <p:nvPr>
            <p:ph idx="11" type="ftr"/>
          </p:nvPr>
        </p:nvSpPr>
        <p:spPr>
          <a:xfrm>
            <a:off x="2590800" y="6172200"/>
            <a:ext cx="3886200" cy="381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42"/>
          <p:cNvSpPr txBox="1"/>
          <p:nvPr>
            <p:ph type="title"/>
          </p:nvPr>
        </p:nvSpPr>
        <p:spPr>
          <a:xfrm rot="5400000">
            <a:off x="4717257" y="2161382"/>
            <a:ext cx="5715000" cy="200183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42"/>
          <p:cNvSpPr txBox="1"/>
          <p:nvPr>
            <p:ph idx="1" type="body"/>
          </p:nvPr>
        </p:nvSpPr>
        <p:spPr>
          <a:xfrm rot="5400000">
            <a:off x="636588" y="234950"/>
            <a:ext cx="5715000" cy="5854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42900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□"/>
              <a:defRPr/>
            </a:lvl1pPr>
            <a:lvl2pPr indent="-3429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■"/>
              <a:defRPr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□"/>
              <a:defRPr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■"/>
              <a:defRPr/>
            </a:lvl4pPr>
            <a:lvl5pPr indent="-342900" lvl="4" marL="2286000" algn="l">
              <a:lnSpc>
                <a:spcPct val="100000"/>
              </a:lnSpc>
              <a:spcBef>
                <a:spcPts val="450"/>
              </a:spcBef>
              <a:spcAft>
                <a:spcPts val="0"/>
              </a:spcAft>
              <a:buSzPts val="1800"/>
              <a:buChar char="▪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42"/>
          <p:cNvSpPr txBox="1"/>
          <p:nvPr>
            <p:ph idx="10" type="dt"/>
          </p:nvPr>
        </p:nvSpPr>
        <p:spPr>
          <a:xfrm>
            <a:off x="609600" y="6245225"/>
            <a:ext cx="19812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42"/>
          <p:cNvSpPr txBox="1"/>
          <p:nvPr>
            <p:ph idx="11" type="ftr"/>
          </p:nvPr>
        </p:nvSpPr>
        <p:spPr>
          <a:xfrm>
            <a:off x="2590800" y="6172200"/>
            <a:ext cx="3886200" cy="381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9pPr>
          </a:lstStyle>
          <a:p/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3" Type="http://schemas.openxmlformats.org/officeDocument/2006/relationships/theme" Target="../theme/theme2.xml"/><Relationship Id="rId12" Type="http://schemas.openxmlformats.org/officeDocument/2006/relationships/slideLayout" Target="../slideLayouts/slideLayout12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8"/>
          <p:cNvSpPr txBox="1"/>
          <p:nvPr>
            <p:ph type="title"/>
          </p:nvPr>
        </p:nvSpPr>
        <p:spPr>
          <a:xfrm>
            <a:off x="574675" y="304800"/>
            <a:ext cx="8001000" cy="121602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600" u="none" cap="none" strike="noStrik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600" u="none" cap="none" strike="noStrik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600" u="none" cap="none" strike="noStrik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600" u="none" cap="none" strike="noStrik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600" u="none" cap="none" strike="noStrik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600" u="none" cap="none" strike="noStrik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600" u="none" cap="none" strike="noStrik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600" u="none" cap="none" strike="noStrik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600" u="none" cap="none" strike="noStrik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/>
        </p:txBody>
      </p:sp>
      <p:sp>
        <p:nvSpPr>
          <p:cNvPr id="11" name="Google Shape;11;p28"/>
          <p:cNvSpPr txBox="1"/>
          <p:nvPr>
            <p:ph idx="1" type="body"/>
          </p:nvPr>
        </p:nvSpPr>
        <p:spPr>
          <a:xfrm>
            <a:off x="566738" y="1752600"/>
            <a:ext cx="8001000" cy="426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68300" lvl="0" marL="457200" marR="0" rtl="0" algn="l">
              <a:lnSpc>
                <a:spcPct val="100000"/>
              </a:lnSpc>
              <a:spcBef>
                <a:spcPts val="440"/>
              </a:spcBef>
              <a:spcAft>
                <a:spcPts val="0"/>
              </a:spcAft>
              <a:buClr>
                <a:schemeClr val="accent2"/>
              </a:buClr>
              <a:buSzPts val="2200"/>
              <a:buFont typeface="Noto Sans Symbols"/>
              <a:buChar char="□"/>
              <a:defRPr b="0" i="0" sz="22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indent="-355600" lvl="1" marL="9144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accent2"/>
              </a:buClr>
              <a:buSzPts val="2000"/>
              <a:buFont typeface="Noto Sans Symbols"/>
              <a:buChar char="■"/>
              <a:defRPr b="0" i="0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indent="-349250" lvl="2" marL="1371600" marR="0" rtl="0" algn="l">
              <a:lnSpc>
                <a:spcPct val="100000"/>
              </a:lnSpc>
              <a:spcBef>
                <a:spcPts val="380"/>
              </a:spcBef>
              <a:spcAft>
                <a:spcPts val="0"/>
              </a:spcAft>
              <a:buClr>
                <a:schemeClr val="accent2"/>
              </a:buClr>
              <a:buSzPts val="1900"/>
              <a:buFont typeface="Noto Sans Symbols"/>
              <a:buChar char="□"/>
              <a:defRPr b="0" i="0" sz="19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indent="-330200" lvl="3" marL="1828800" marR="0" rtl="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accent2"/>
              </a:buClr>
              <a:buSzPts val="1600"/>
              <a:buFont typeface="Noto Sans Symbols"/>
              <a:buChar char="■"/>
              <a:defRPr b="0" i="0" sz="16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indent="-330200" lvl="4" marL="22860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accent2"/>
              </a:buClr>
              <a:buSzPts val="1600"/>
              <a:buFont typeface="Noto Sans Symbols"/>
              <a:buChar char="▪"/>
              <a:defRPr b="0" i="0" sz="16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/>
        </p:txBody>
      </p:sp>
      <p:sp>
        <p:nvSpPr>
          <p:cNvPr id="12" name="Google Shape;12;p28"/>
          <p:cNvSpPr/>
          <p:nvPr/>
        </p:nvSpPr>
        <p:spPr>
          <a:xfrm>
            <a:off x="609600" y="1566863"/>
            <a:ext cx="7958138" cy="109537"/>
          </a:xfrm>
          <a:custGeom>
            <a:rect b="b" l="l" r="r" t="t"/>
            <a:pathLst>
              <a:path extrusionOk="0" h="1000" w="1000">
                <a:moveTo>
                  <a:pt x="0" y="0"/>
                </a:moveTo>
                <a:lnTo>
                  <a:pt x="585" y="0"/>
                </a:lnTo>
                <a:lnTo>
                  <a:pt x="585" y="1000"/>
                </a:lnTo>
                <a:lnTo>
                  <a:pt x="0" y="1000"/>
                </a:lnTo>
                <a:close/>
              </a:path>
              <a:path extrusionOk="0" h="1000" w="1000">
                <a:moveTo>
                  <a:pt x="0" y="0"/>
                </a:moveTo>
                <a:lnTo>
                  <a:pt x="1000" y="0"/>
                </a:lnTo>
              </a:path>
            </a:pathLst>
          </a:custGeom>
          <a:solidFill>
            <a:schemeClr val="accent2"/>
          </a:solidFill>
          <a:ln cap="flat" cmpd="sng" w="9525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cxnSp>
        <p:nvCxnSpPr>
          <p:cNvPr id="13" name="Google Shape;13;p28"/>
          <p:cNvCxnSpPr/>
          <p:nvPr/>
        </p:nvCxnSpPr>
        <p:spPr>
          <a:xfrm>
            <a:off x="609600" y="6172200"/>
            <a:ext cx="7924800" cy="0"/>
          </a:xfrm>
          <a:prstGeom prst="straightConnector1">
            <a:avLst/>
          </a:prstGeom>
          <a:noFill/>
          <a:ln cap="flat" cmpd="sng" w="9525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4" name="Google Shape;14;p28"/>
          <p:cNvSpPr txBox="1"/>
          <p:nvPr>
            <p:ph idx="10" type="dt"/>
          </p:nvPr>
        </p:nvSpPr>
        <p:spPr>
          <a:xfrm>
            <a:off x="609600" y="6245225"/>
            <a:ext cx="19812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9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.png"/><Relationship Id="rId4" Type="http://schemas.openxmlformats.org/officeDocument/2006/relationships/image" Target="../media/image6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3.png"/><Relationship Id="rId4" Type="http://schemas.openxmlformats.org/officeDocument/2006/relationships/image" Target="../media/image7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4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3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7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5.png"/><Relationship Id="rId4" Type="http://schemas.openxmlformats.org/officeDocument/2006/relationships/image" Target="../media/image2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4.png"/><Relationship Id="rId4" Type="http://schemas.openxmlformats.org/officeDocument/2006/relationships/image" Target="../media/image20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0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1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8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12.png"/><Relationship Id="rId4" Type="http://schemas.openxmlformats.org/officeDocument/2006/relationships/image" Target="../media/image15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16.png"/><Relationship Id="rId4" Type="http://schemas.openxmlformats.org/officeDocument/2006/relationships/image" Target="../media/image18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19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1"/>
          <p:cNvSpPr txBox="1"/>
          <p:nvPr>
            <p:ph type="ctrTitle"/>
          </p:nvPr>
        </p:nvSpPr>
        <p:spPr>
          <a:xfrm>
            <a:off x="685800" y="990600"/>
            <a:ext cx="7772400" cy="1371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Artificial Intelligence</a:t>
            </a:r>
            <a:endParaRPr/>
          </a:p>
        </p:txBody>
      </p:sp>
      <p:sp>
        <p:nvSpPr>
          <p:cNvPr id="84" name="Google Shape;84;p1"/>
          <p:cNvSpPr txBox="1"/>
          <p:nvPr>
            <p:ph idx="1" type="subTitle"/>
          </p:nvPr>
        </p:nvSpPr>
        <p:spPr>
          <a:xfrm>
            <a:off x="1447800" y="3429000"/>
            <a:ext cx="7086600" cy="220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</a:pPr>
            <a:r>
              <a:rPr lang="en-US" sz="1700"/>
              <a:t>Lecture # 6</a:t>
            </a:r>
            <a:endParaRPr sz="1700"/>
          </a:p>
          <a:p>
            <a:pPr indent="0" lvl="0" marL="0" rt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</a:pPr>
            <a:r>
              <a:t/>
            </a:r>
            <a:endParaRPr sz="1700"/>
          </a:p>
          <a:p>
            <a:pPr indent="0" lvl="0" marL="0" rt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</a:pPr>
            <a:r>
              <a:t/>
            </a:r>
            <a:endParaRPr sz="1700"/>
          </a:p>
          <a:p>
            <a:pPr indent="0" lvl="0" marL="0" rt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</a:pPr>
            <a:r>
              <a:t/>
            </a:r>
            <a:endParaRPr/>
          </a:p>
          <a:p>
            <a:pPr indent="0" lvl="0" marL="0" rtl="0" algn="ctr">
              <a:lnSpc>
                <a:spcPct val="80000"/>
              </a:lnSpc>
              <a:spcBef>
                <a:spcPts val="340"/>
              </a:spcBef>
              <a:spcAft>
                <a:spcPts val="0"/>
              </a:spcAft>
              <a:buSzPts val="1700"/>
              <a:buNone/>
            </a:pPr>
            <a:r>
              <a:t/>
            </a:r>
            <a:endParaRPr sz="1700"/>
          </a:p>
          <a:p>
            <a:pPr indent="0" lvl="0" marL="0" rtl="0" algn="ctr">
              <a:lnSpc>
                <a:spcPct val="80000"/>
              </a:lnSpc>
              <a:spcBef>
                <a:spcPts val="340"/>
              </a:spcBef>
              <a:spcAft>
                <a:spcPts val="0"/>
              </a:spcAft>
              <a:buSzPts val="1700"/>
              <a:buNone/>
            </a:pPr>
            <a:r>
              <a:t/>
            </a:r>
            <a:endParaRPr sz="170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2"/>
          <p:cNvSpPr txBox="1"/>
          <p:nvPr>
            <p:ph type="title"/>
          </p:nvPr>
        </p:nvSpPr>
        <p:spPr>
          <a:xfrm>
            <a:off x="574675" y="304800"/>
            <a:ext cx="8001000" cy="121602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Learning objectives</a:t>
            </a:r>
            <a:endParaRPr/>
          </a:p>
        </p:txBody>
      </p:sp>
      <p:sp>
        <p:nvSpPr>
          <p:cNvPr id="90" name="Google Shape;90;p2"/>
          <p:cNvSpPr txBox="1"/>
          <p:nvPr>
            <p:ph idx="1" type="body"/>
          </p:nvPr>
        </p:nvSpPr>
        <p:spPr>
          <a:xfrm>
            <a:off x="566738" y="1752600"/>
            <a:ext cx="8001000" cy="426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45720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□"/>
            </a:pPr>
            <a:r>
              <a:rPr lang="en-US"/>
              <a:t>To enable students to </a:t>
            </a:r>
            <a:endParaRPr/>
          </a:p>
          <a:p>
            <a:pPr indent="-342900" lvl="1" marL="91440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■"/>
            </a:pPr>
            <a:r>
              <a:rPr lang="en-US"/>
              <a:t>Understand loss minimization and various kinds of losses</a:t>
            </a:r>
            <a:endParaRPr/>
          </a:p>
          <a:p>
            <a:pPr indent="-228600" lvl="0" marL="45720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10"/>
          <p:cNvSpPr txBox="1"/>
          <p:nvPr>
            <p:ph type="title"/>
          </p:nvPr>
        </p:nvSpPr>
        <p:spPr>
          <a:xfrm>
            <a:off x="574675" y="304800"/>
            <a:ext cx="8001000" cy="121602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Linear Regression</a:t>
            </a:r>
            <a:endParaRPr/>
          </a:p>
        </p:txBody>
      </p:sp>
      <p:sp>
        <p:nvSpPr>
          <p:cNvPr id="96" name="Google Shape;96;p10"/>
          <p:cNvSpPr txBox="1"/>
          <p:nvPr>
            <p:ph idx="1" type="body"/>
          </p:nvPr>
        </p:nvSpPr>
        <p:spPr>
          <a:xfrm>
            <a:off x="566738" y="1752600"/>
            <a:ext cx="8001000" cy="426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45720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□"/>
            </a:pPr>
            <a:r>
              <a:rPr lang="en-US"/>
              <a:t>Discovered in the early 1800s</a:t>
            </a:r>
            <a:endParaRPr/>
          </a:p>
          <a:p>
            <a:pPr indent="-342900" lvl="0" marL="45720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□"/>
            </a:pPr>
            <a:r>
              <a:rPr lang="en-US"/>
              <a:t>Design decisions</a:t>
            </a:r>
            <a:endParaRPr/>
          </a:p>
          <a:p>
            <a:pPr indent="-342900" lvl="1" marL="91440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■"/>
            </a:pPr>
            <a:r>
              <a:rPr lang="en-US"/>
              <a:t>What is the predictor? (hypothesis class)</a:t>
            </a:r>
            <a:endParaRPr/>
          </a:p>
          <a:p>
            <a:pPr indent="-342900" lvl="1" marL="91440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■"/>
            </a:pPr>
            <a:r>
              <a:rPr lang="en-US"/>
              <a:t>How good is the predictor? (Loss)</a:t>
            </a:r>
            <a:endParaRPr/>
          </a:p>
          <a:p>
            <a:pPr indent="-342900" lvl="1" marL="91440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■"/>
            </a:pPr>
            <a:r>
              <a:rPr lang="en-US"/>
              <a:t>How do we find/compute the best predictor (optimization)</a:t>
            </a:r>
            <a:endParaRPr/>
          </a:p>
          <a:p>
            <a:pPr indent="-228600" lvl="0" marL="45720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/>
          </a:p>
          <a:p>
            <a:pPr indent="-228600" lvl="0" marL="45720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/>
          </a:p>
        </p:txBody>
      </p:sp>
      <p:pic>
        <p:nvPicPr>
          <p:cNvPr id="97" name="Google Shape;97;p1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305597" y="3837303"/>
            <a:ext cx="7032491" cy="218249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11"/>
          <p:cNvSpPr txBox="1"/>
          <p:nvPr>
            <p:ph type="title"/>
          </p:nvPr>
        </p:nvSpPr>
        <p:spPr>
          <a:xfrm>
            <a:off x="574675" y="304800"/>
            <a:ext cx="8001000" cy="121602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03" name="Google Shape;103;p11"/>
          <p:cNvSpPr txBox="1"/>
          <p:nvPr>
            <p:ph idx="1" type="body"/>
          </p:nvPr>
        </p:nvSpPr>
        <p:spPr>
          <a:xfrm>
            <a:off x="566738" y="1752600"/>
            <a:ext cx="8001000" cy="426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11430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None/>
            </a:pPr>
            <a:r>
              <a:rPr lang="en-US"/>
              <a:t>	x	y</a:t>
            </a:r>
            <a:endParaRPr/>
          </a:p>
          <a:p>
            <a:pPr indent="0" lvl="0" marL="11430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None/>
            </a:pPr>
            <a:r>
              <a:rPr lang="en-US"/>
              <a:t>	1	1</a:t>
            </a:r>
            <a:endParaRPr/>
          </a:p>
          <a:p>
            <a:pPr indent="0" lvl="0" marL="11430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None/>
            </a:pPr>
            <a:r>
              <a:rPr lang="en-US"/>
              <a:t>	2	3</a:t>
            </a:r>
            <a:endParaRPr/>
          </a:p>
          <a:p>
            <a:pPr indent="0" lvl="0" marL="11430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None/>
            </a:pPr>
            <a:r>
              <a:rPr lang="en-US"/>
              <a:t>	4	3</a:t>
            </a:r>
            <a:endParaRPr/>
          </a:p>
          <a:p>
            <a:pPr indent="-228600" lvl="0" marL="45720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/>
          </a:p>
          <a:p>
            <a:pPr indent="-342900" lvl="0" marL="45720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□"/>
            </a:pPr>
            <a:r>
              <a:rPr lang="en-US"/>
              <a:t>Recall that y here is a real number</a:t>
            </a:r>
            <a:endParaRPr/>
          </a:p>
          <a:p>
            <a:pPr indent="-228600" lvl="0" marL="45720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/>
          </a:p>
          <a:p>
            <a:pPr indent="-342900" lvl="0" marL="45720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□"/>
            </a:pPr>
            <a:r>
              <a:rPr lang="en-US"/>
              <a:t>So			  represents the answer or prediction</a:t>
            </a:r>
            <a:endParaRPr/>
          </a:p>
        </p:txBody>
      </p:sp>
      <p:pic>
        <p:nvPicPr>
          <p:cNvPr id="104" name="Google Shape;104;p1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878641" y="1752600"/>
            <a:ext cx="3393067" cy="2040642"/>
          </a:xfrm>
          <a:prstGeom prst="rect">
            <a:avLst/>
          </a:prstGeom>
          <a:noFill/>
          <a:ln>
            <a:noFill/>
          </a:ln>
        </p:spPr>
      </p:pic>
      <p:pic>
        <p:nvPicPr>
          <p:cNvPr id="105" name="Google Shape;105;p1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548581" y="4526274"/>
            <a:ext cx="1970887" cy="44987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12"/>
          <p:cNvSpPr txBox="1"/>
          <p:nvPr>
            <p:ph type="title"/>
          </p:nvPr>
        </p:nvSpPr>
        <p:spPr>
          <a:xfrm>
            <a:off x="574675" y="304800"/>
            <a:ext cx="8001000" cy="121602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Residual</a:t>
            </a:r>
            <a:endParaRPr/>
          </a:p>
        </p:txBody>
      </p:sp>
      <p:sp>
        <p:nvSpPr>
          <p:cNvPr id="111" name="Google Shape;111;p12"/>
          <p:cNvSpPr txBox="1"/>
          <p:nvPr>
            <p:ph idx="1" type="body"/>
          </p:nvPr>
        </p:nvSpPr>
        <p:spPr>
          <a:xfrm>
            <a:off x="566738" y="1752600"/>
            <a:ext cx="8001000" cy="426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28600" lvl="0" marL="45720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/>
          </a:p>
        </p:txBody>
      </p:sp>
      <p:pic>
        <p:nvPicPr>
          <p:cNvPr id="112" name="Google Shape;112;p1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863877" y="1798051"/>
            <a:ext cx="5422596" cy="2556071"/>
          </a:xfrm>
          <a:prstGeom prst="rect">
            <a:avLst/>
          </a:prstGeom>
          <a:noFill/>
          <a:ln>
            <a:noFill/>
          </a:ln>
        </p:spPr>
      </p:pic>
      <p:pic>
        <p:nvPicPr>
          <p:cNvPr id="113" name="Google Shape;113;p1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01779" y="4354122"/>
            <a:ext cx="7740442" cy="150255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13"/>
          <p:cNvSpPr txBox="1"/>
          <p:nvPr>
            <p:ph type="title"/>
          </p:nvPr>
        </p:nvSpPr>
        <p:spPr>
          <a:xfrm>
            <a:off x="574675" y="304800"/>
            <a:ext cx="8001000" cy="121602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Squared Loss</a:t>
            </a:r>
            <a:endParaRPr/>
          </a:p>
        </p:txBody>
      </p:sp>
      <p:sp>
        <p:nvSpPr>
          <p:cNvPr id="119" name="Google Shape;119;p13"/>
          <p:cNvSpPr txBox="1"/>
          <p:nvPr>
            <p:ph idx="1" type="body"/>
          </p:nvPr>
        </p:nvSpPr>
        <p:spPr>
          <a:xfrm>
            <a:off x="566738" y="1752600"/>
            <a:ext cx="8001000" cy="426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28600" lvl="0" marL="45720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/>
          </a:p>
        </p:txBody>
      </p:sp>
      <p:pic>
        <p:nvPicPr>
          <p:cNvPr id="120" name="Google Shape;120;p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014504" y="2076774"/>
            <a:ext cx="5114992" cy="185239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p14"/>
          <p:cNvSpPr txBox="1"/>
          <p:nvPr>
            <p:ph type="title"/>
          </p:nvPr>
        </p:nvSpPr>
        <p:spPr>
          <a:xfrm>
            <a:off x="574675" y="304800"/>
            <a:ext cx="8001000" cy="121602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Regression Loss functions</a:t>
            </a:r>
            <a:endParaRPr/>
          </a:p>
        </p:txBody>
      </p:sp>
      <p:sp>
        <p:nvSpPr>
          <p:cNvPr id="126" name="Google Shape;126;p14"/>
          <p:cNvSpPr txBox="1"/>
          <p:nvPr>
            <p:ph idx="1" type="body"/>
          </p:nvPr>
        </p:nvSpPr>
        <p:spPr>
          <a:xfrm>
            <a:off x="566738" y="1752600"/>
            <a:ext cx="8001000" cy="426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28600" lvl="0" marL="45720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/>
          </a:p>
        </p:txBody>
      </p:sp>
      <p:pic>
        <p:nvPicPr>
          <p:cNvPr id="127" name="Google Shape;127;p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084169" y="1752600"/>
            <a:ext cx="4829715" cy="413675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p15"/>
          <p:cNvSpPr txBox="1"/>
          <p:nvPr>
            <p:ph type="title"/>
          </p:nvPr>
        </p:nvSpPr>
        <p:spPr>
          <a:xfrm>
            <a:off x="574675" y="304800"/>
            <a:ext cx="8001000" cy="121602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Loss minimization framework</a:t>
            </a:r>
            <a:endParaRPr/>
          </a:p>
        </p:txBody>
      </p:sp>
      <p:sp>
        <p:nvSpPr>
          <p:cNvPr id="133" name="Google Shape;133;p15"/>
          <p:cNvSpPr txBox="1"/>
          <p:nvPr>
            <p:ph idx="1" type="body"/>
          </p:nvPr>
        </p:nvSpPr>
        <p:spPr>
          <a:xfrm>
            <a:off x="566738" y="1752600"/>
            <a:ext cx="8001000" cy="426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45720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□"/>
            </a:pPr>
            <a:r>
              <a:rPr lang="en-US"/>
              <a:t>For one example, loss may be easy to minimize</a:t>
            </a:r>
            <a:endParaRPr/>
          </a:p>
          <a:p>
            <a:pPr indent="-342900" lvl="0" marL="45720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□"/>
            </a:pPr>
            <a:r>
              <a:rPr lang="en-US"/>
              <a:t>But we want an overall good solution – In general loss will not be zero.</a:t>
            </a:r>
            <a:endParaRPr/>
          </a:p>
          <a:p>
            <a:pPr indent="-342900" lvl="0" marL="45720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□"/>
            </a:pPr>
            <a:r>
              <a:rPr lang="en-US"/>
              <a:t>Not every example can be happy…. Global tradeoffs</a:t>
            </a:r>
            <a:endParaRPr/>
          </a:p>
          <a:p>
            <a:pPr indent="-342900" lvl="0" marL="45720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□"/>
            </a:pPr>
            <a:r>
              <a:rPr lang="en-US"/>
              <a:t>We try to minimize the average loss</a:t>
            </a:r>
            <a:endParaRPr/>
          </a:p>
          <a:p>
            <a:pPr indent="-228600" lvl="0" marL="45720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/>
          </a:p>
          <a:p>
            <a:pPr indent="-228600" lvl="0" marL="45720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/>
          </a:p>
          <a:p>
            <a:pPr indent="-228600" lvl="0" marL="45720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/>
          </a:p>
          <a:p>
            <a:pPr indent="-228600" lvl="0" marL="45720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/>
          </a:p>
          <a:p>
            <a:pPr indent="-228600" lvl="0" marL="45720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/>
          </a:p>
        </p:txBody>
      </p:sp>
      <p:pic>
        <p:nvPicPr>
          <p:cNvPr id="134" name="Google Shape;134;p1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148338" y="3697508"/>
            <a:ext cx="5606974" cy="232229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8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p16"/>
          <p:cNvSpPr txBox="1"/>
          <p:nvPr>
            <p:ph type="title"/>
          </p:nvPr>
        </p:nvSpPr>
        <p:spPr>
          <a:xfrm>
            <a:off x="574675" y="304800"/>
            <a:ext cx="8001000" cy="121602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Optimization problem</a:t>
            </a:r>
            <a:endParaRPr/>
          </a:p>
        </p:txBody>
      </p:sp>
      <p:sp>
        <p:nvSpPr>
          <p:cNvPr id="140" name="Google Shape;140;p16"/>
          <p:cNvSpPr txBox="1"/>
          <p:nvPr>
            <p:ph idx="1" type="body"/>
          </p:nvPr>
        </p:nvSpPr>
        <p:spPr>
          <a:xfrm>
            <a:off x="566738" y="1752600"/>
            <a:ext cx="8001000" cy="426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28600" lvl="0" marL="45720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/>
          </a:p>
        </p:txBody>
      </p:sp>
      <p:pic>
        <p:nvPicPr>
          <p:cNvPr id="141" name="Google Shape;141;p1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74672" y="1685514"/>
            <a:ext cx="5892157" cy="3936569"/>
          </a:xfrm>
          <a:prstGeom prst="rect">
            <a:avLst/>
          </a:prstGeom>
          <a:noFill/>
          <a:ln>
            <a:noFill/>
          </a:ln>
        </p:spPr>
      </p:pic>
      <p:pic>
        <p:nvPicPr>
          <p:cNvPr id="142" name="Google Shape;142;p1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978375" y="3429000"/>
            <a:ext cx="3436375" cy="18630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6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p17"/>
          <p:cNvSpPr txBox="1"/>
          <p:nvPr>
            <p:ph type="title"/>
          </p:nvPr>
        </p:nvSpPr>
        <p:spPr>
          <a:xfrm>
            <a:off x="574675" y="304800"/>
            <a:ext cx="8001000" cy="121602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How to optimize?</a:t>
            </a:r>
            <a:endParaRPr/>
          </a:p>
        </p:txBody>
      </p:sp>
      <p:sp>
        <p:nvSpPr>
          <p:cNvPr id="148" name="Google Shape;148;p17"/>
          <p:cNvSpPr txBox="1"/>
          <p:nvPr>
            <p:ph idx="1" type="body"/>
          </p:nvPr>
        </p:nvSpPr>
        <p:spPr>
          <a:xfrm>
            <a:off x="566738" y="1752600"/>
            <a:ext cx="8001000" cy="426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45720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□"/>
            </a:pPr>
            <a:r>
              <a:rPr lang="en-US"/>
              <a:t>Use gradient descent </a:t>
            </a:r>
            <a:endParaRPr/>
          </a:p>
        </p:txBody>
      </p:sp>
      <p:pic>
        <p:nvPicPr>
          <p:cNvPr id="149" name="Google Shape;149;p1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249151" y="2210427"/>
            <a:ext cx="7491692" cy="1675773"/>
          </a:xfrm>
          <a:prstGeom prst="rect">
            <a:avLst/>
          </a:prstGeom>
          <a:noFill/>
          <a:ln>
            <a:noFill/>
          </a:ln>
        </p:spPr>
      </p:pic>
      <p:pic>
        <p:nvPicPr>
          <p:cNvPr id="150" name="Google Shape;150;p1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648301" y="3818395"/>
            <a:ext cx="4693391" cy="226921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4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p18"/>
          <p:cNvSpPr txBox="1"/>
          <p:nvPr>
            <p:ph type="title"/>
          </p:nvPr>
        </p:nvSpPr>
        <p:spPr>
          <a:xfrm>
            <a:off x="574675" y="304800"/>
            <a:ext cx="8001000" cy="121602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Least squares regression – Gradient descent </a:t>
            </a:r>
            <a:endParaRPr/>
          </a:p>
        </p:txBody>
      </p:sp>
      <p:sp>
        <p:nvSpPr>
          <p:cNvPr id="156" name="Google Shape;156;p18"/>
          <p:cNvSpPr txBox="1"/>
          <p:nvPr>
            <p:ph idx="1" type="body"/>
          </p:nvPr>
        </p:nvSpPr>
        <p:spPr>
          <a:xfrm>
            <a:off x="566738" y="1752600"/>
            <a:ext cx="8001000" cy="426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28600" lvl="0" marL="45720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/>
          </a:p>
        </p:txBody>
      </p:sp>
      <p:pic>
        <p:nvPicPr>
          <p:cNvPr id="157" name="Google Shape;157;p18"/>
          <p:cNvPicPr preferRelativeResize="0"/>
          <p:nvPr/>
        </p:nvPicPr>
        <p:blipFill rotWithShape="1">
          <a:blip r:embed="rId3">
            <a:alphaModFix/>
          </a:blip>
          <a:srcRect b="27736" l="-48" r="48" t="-6346"/>
          <a:stretch/>
        </p:blipFill>
        <p:spPr>
          <a:xfrm>
            <a:off x="1098385" y="1977010"/>
            <a:ext cx="7217536" cy="369537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p20"/>
          <p:cNvSpPr txBox="1"/>
          <p:nvPr>
            <p:ph type="title"/>
          </p:nvPr>
        </p:nvSpPr>
        <p:spPr>
          <a:xfrm>
            <a:off x="574675" y="304800"/>
            <a:ext cx="8001000" cy="121602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Implications of step size</a:t>
            </a:r>
            <a:endParaRPr/>
          </a:p>
        </p:txBody>
      </p:sp>
      <p:sp>
        <p:nvSpPr>
          <p:cNvPr id="163" name="Google Shape;163;p20"/>
          <p:cNvSpPr txBox="1"/>
          <p:nvPr>
            <p:ph idx="1" type="body"/>
          </p:nvPr>
        </p:nvSpPr>
        <p:spPr>
          <a:xfrm>
            <a:off x="566738" y="1752600"/>
            <a:ext cx="8001000" cy="426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28600" lvl="0" marL="45720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/>
          </a:p>
          <a:p>
            <a:pPr indent="-228600" lvl="0" marL="45720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/>
          </a:p>
          <a:p>
            <a:pPr indent="-228600" lvl="0" marL="45720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/>
          </a:p>
          <a:p>
            <a:pPr indent="-228600" lvl="0" marL="45720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/>
          </a:p>
          <a:p>
            <a:pPr indent="-342900" lvl="0" marL="45720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□"/>
            </a:pPr>
            <a:r>
              <a:rPr lang="en-US"/>
              <a:t>Smaller size close to 0 is more stable</a:t>
            </a:r>
            <a:endParaRPr/>
          </a:p>
          <a:p>
            <a:pPr indent="-342900" lvl="0" marL="45720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□"/>
            </a:pPr>
            <a:r>
              <a:rPr lang="en-US"/>
              <a:t>Larger is faster</a:t>
            </a:r>
            <a:endParaRPr/>
          </a:p>
          <a:p>
            <a:pPr indent="-228600" lvl="0" marL="45720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/>
          </a:p>
          <a:p>
            <a:pPr indent="-342900" lvl="0" marL="45720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□"/>
            </a:pPr>
            <a:r>
              <a:rPr lang="en-US"/>
              <a:t>Strategies</a:t>
            </a:r>
            <a:endParaRPr/>
          </a:p>
          <a:p>
            <a:pPr indent="-342900" lvl="1" marL="91440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■"/>
            </a:pPr>
            <a:r>
              <a:rPr lang="en-US"/>
              <a:t>Constant</a:t>
            </a:r>
            <a:endParaRPr/>
          </a:p>
          <a:p>
            <a:pPr indent="-342900" lvl="1" marL="91440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■"/>
            </a:pPr>
            <a:r>
              <a:rPr lang="en-US"/>
              <a:t>Decreasing</a:t>
            </a:r>
            <a:endParaRPr/>
          </a:p>
        </p:txBody>
      </p:sp>
      <p:pic>
        <p:nvPicPr>
          <p:cNvPr id="164" name="Google Shape;164;p2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865447" y="1922920"/>
            <a:ext cx="5010150" cy="12763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8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p21"/>
          <p:cNvSpPr txBox="1"/>
          <p:nvPr>
            <p:ph type="title"/>
          </p:nvPr>
        </p:nvSpPr>
        <p:spPr>
          <a:xfrm>
            <a:off x="574675" y="304800"/>
            <a:ext cx="8001000" cy="121602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br>
              <a:rPr lang="en-US"/>
            </a:br>
            <a:r>
              <a:rPr lang="en-US"/>
              <a:t>Loss minimization framework for binary classification</a:t>
            </a:r>
            <a:endParaRPr/>
          </a:p>
        </p:txBody>
      </p:sp>
      <p:sp>
        <p:nvSpPr>
          <p:cNvPr id="170" name="Google Shape;170;p21"/>
          <p:cNvSpPr txBox="1"/>
          <p:nvPr>
            <p:ph idx="1" type="body"/>
          </p:nvPr>
        </p:nvSpPr>
        <p:spPr>
          <a:xfrm>
            <a:off x="566738" y="1752600"/>
            <a:ext cx="8001000" cy="426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28600" lvl="0" marL="45720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/>
          </a:p>
          <a:p>
            <a:pPr indent="-228600" lvl="0" marL="45720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/>
          </a:p>
          <a:p>
            <a:pPr indent="-228600" lvl="0" marL="45720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/>
          </a:p>
          <a:p>
            <a:pPr indent="-228600" lvl="0" marL="45720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/>
          </a:p>
          <a:p>
            <a:pPr indent="-228600" lvl="0" marL="45720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/>
          </a:p>
          <a:p>
            <a:pPr indent="-228600" lvl="0" marL="45720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/>
          </a:p>
          <a:p>
            <a:pPr indent="-342900" lvl="0" marL="45720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□"/>
            </a:pPr>
            <a:r>
              <a:rPr lang="en-US"/>
              <a:t>The zero-one loss function is not differentiable</a:t>
            </a:r>
            <a:endParaRPr/>
          </a:p>
          <a:p>
            <a:pPr indent="-228600" lvl="0" marL="45720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sz="1000"/>
          </a:p>
          <a:p>
            <a:pPr indent="-342900" lvl="0" marL="45720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□"/>
            </a:pPr>
            <a:r>
              <a:rPr lang="en-US"/>
              <a:t>The gradient is zero every where</a:t>
            </a:r>
            <a:endParaRPr/>
          </a:p>
          <a:p>
            <a:pPr indent="-228600" lvl="0" marL="45720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sz="1000"/>
          </a:p>
          <a:p>
            <a:pPr indent="-342900" lvl="0" marL="45720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□"/>
            </a:pPr>
            <a:r>
              <a:rPr lang="en-US"/>
              <a:t>Stochastic gradient descent won’t work</a:t>
            </a:r>
            <a:endParaRPr/>
          </a:p>
          <a:p>
            <a:pPr indent="-228600" lvl="0" marL="45720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/>
          </a:p>
        </p:txBody>
      </p:sp>
      <p:pic>
        <p:nvPicPr>
          <p:cNvPr id="171" name="Google Shape;171;p2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579737" y="1752600"/>
            <a:ext cx="3464323" cy="219171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5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Google Shape;176;p22"/>
          <p:cNvSpPr txBox="1"/>
          <p:nvPr>
            <p:ph type="title"/>
          </p:nvPr>
        </p:nvSpPr>
        <p:spPr>
          <a:xfrm>
            <a:off x="574675" y="304800"/>
            <a:ext cx="8001000" cy="121602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Hinge Loss</a:t>
            </a:r>
            <a:endParaRPr/>
          </a:p>
        </p:txBody>
      </p:sp>
      <p:sp>
        <p:nvSpPr>
          <p:cNvPr id="177" name="Google Shape;177;p22"/>
          <p:cNvSpPr txBox="1"/>
          <p:nvPr>
            <p:ph idx="1" type="body"/>
          </p:nvPr>
        </p:nvSpPr>
        <p:spPr>
          <a:xfrm>
            <a:off x="566738" y="1752600"/>
            <a:ext cx="8001000" cy="426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28600" lvl="0" marL="45720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/>
          </a:p>
          <a:p>
            <a:pPr indent="-228600" lvl="0" marL="45720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/>
          </a:p>
          <a:p>
            <a:pPr indent="-228600" lvl="0" marL="45720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/>
          </a:p>
        </p:txBody>
      </p:sp>
      <p:pic>
        <p:nvPicPr>
          <p:cNvPr id="178" name="Google Shape;178;p2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278529" y="1897412"/>
            <a:ext cx="6276975" cy="5524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79" name="Google Shape;179;p2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371240" y="2594674"/>
            <a:ext cx="4631168" cy="231916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3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Google Shape;184;p23"/>
          <p:cNvSpPr txBox="1"/>
          <p:nvPr>
            <p:ph type="title"/>
          </p:nvPr>
        </p:nvSpPr>
        <p:spPr>
          <a:xfrm>
            <a:off x="574675" y="304800"/>
            <a:ext cx="8001000" cy="121602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Gradient of Hinge Loss</a:t>
            </a:r>
            <a:endParaRPr/>
          </a:p>
        </p:txBody>
      </p:sp>
      <p:sp>
        <p:nvSpPr>
          <p:cNvPr id="185" name="Google Shape;185;p23"/>
          <p:cNvSpPr txBox="1"/>
          <p:nvPr>
            <p:ph idx="1" type="body"/>
          </p:nvPr>
        </p:nvSpPr>
        <p:spPr>
          <a:xfrm>
            <a:off x="566738" y="1752600"/>
            <a:ext cx="8001000" cy="426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28600" lvl="0" marL="45720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/>
          </a:p>
        </p:txBody>
      </p:sp>
      <p:pic>
        <p:nvPicPr>
          <p:cNvPr id="186" name="Google Shape;186;p2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550987" y="1752601"/>
            <a:ext cx="4632837" cy="2268996"/>
          </a:xfrm>
          <a:prstGeom prst="rect">
            <a:avLst/>
          </a:prstGeom>
          <a:noFill/>
          <a:ln>
            <a:noFill/>
          </a:ln>
        </p:spPr>
      </p:pic>
      <p:pic>
        <p:nvPicPr>
          <p:cNvPr id="187" name="Google Shape;187;p2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017802" y="3971925"/>
            <a:ext cx="6829425" cy="20478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1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Google Shape;192;p25"/>
          <p:cNvSpPr txBox="1"/>
          <p:nvPr>
            <p:ph type="title"/>
          </p:nvPr>
        </p:nvSpPr>
        <p:spPr>
          <a:xfrm>
            <a:off x="574675" y="304800"/>
            <a:ext cx="8001000" cy="121602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93" name="Google Shape;193;p25"/>
          <p:cNvSpPr txBox="1"/>
          <p:nvPr>
            <p:ph idx="1" type="body"/>
          </p:nvPr>
        </p:nvSpPr>
        <p:spPr>
          <a:xfrm>
            <a:off x="566738" y="1752600"/>
            <a:ext cx="8001000" cy="426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28600" lvl="0" marL="45720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/>
          </a:p>
        </p:txBody>
      </p:sp>
      <p:pic>
        <p:nvPicPr>
          <p:cNvPr id="194" name="Google Shape;194;p2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60412" y="1957387"/>
            <a:ext cx="7629525" cy="38576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Profile">
  <a:themeElements>
    <a:clrScheme name="Profile 9">
      <a:dk1>
        <a:srgbClr val="000000"/>
      </a:dk1>
      <a:lt1>
        <a:srgbClr val="FFFFFF"/>
      </a:lt1>
      <a:dk2>
        <a:srgbClr val="000000"/>
      </a:dk2>
      <a:lt2>
        <a:srgbClr val="DDDDDD"/>
      </a:lt2>
      <a:accent1>
        <a:srgbClr val="A3B2C1"/>
      </a:accent1>
      <a:accent2>
        <a:srgbClr val="CC0000"/>
      </a:accent2>
      <a:accent3>
        <a:srgbClr val="FFFFFF"/>
      </a:accent3>
      <a:accent4>
        <a:srgbClr val="000000"/>
      </a:accent4>
      <a:accent5>
        <a:srgbClr val="CED5DD"/>
      </a:accent5>
      <a:accent6>
        <a:srgbClr val="B90000"/>
      </a:accent6>
      <a:hlink>
        <a:srgbClr val="336699"/>
      </a:hlink>
      <a:folHlink>
        <a:srgbClr val="003366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309F4C07DA96AA489B47C2DAEE3FF600" ma:contentTypeVersion="3" ma:contentTypeDescription="Create a new document." ma:contentTypeScope="" ma:versionID="141eb740bd562c224194a820cd93de89">
  <xsd:schema xmlns:xsd="http://www.w3.org/2001/XMLSchema" xmlns:xs="http://www.w3.org/2001/XMLSchema" xmlns:p="http://schemas.microsoft.com/office/2006/metadata/properties" xmlns:ns2="2dd40012-8713-4aa0-b95f-644e1bb378dc" targetNamespace="http://schemas.microsoft.com/office/2006/metadata/properties" ma:root="true" ma:fieldsID="9008c3073cad716f14d8acfe17a7b91b" ns2:_="">
    <xsd:import namespace="2dd40012-8713-4aa0-b95f-644e1bb378dc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dd40012-8713-4aa0-b95f-644e1bb378dc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Props1.xml><?xml version="1.0" encoding="utf-8"?>
<ds:datastoreItem xmlns:ds="http://schemas.openxmlformats.org/officeDocument/2006/customXml" ds:itemID="{CDD1EE29-29E2-4300-8F87-50E2E892C450}"/>
</file>

<file path=customXml/itemProps2.xml><?xml version="1.0" encoding="utf-8"?>
<ds:datastoreItem xmlns:ds="http://schemas.openxmlformats.org/officeDocument/2006/customXml" ds:itemID="{83FF7AEB-C6A4-487B-969B-25AACB17158D}"/>
</file>

<file path=customXml/itemProps3.xml><?xml version="1.0" encoding="utf-8"?>
<ds:datastoreItem xmlns:ds="http://schemas.openxmlformats.org/officeDocument/2006/customXml" ds:itemID="{A7282193-C36E-4194-82CC-7268DAB825CD}"/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1601-01-01T00:00:00Z</dcterms:creat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0x010100309F4C07DA96AA489B47C2DAEE3FF600</vt:lpwstr>
  </property>
</Properties>
</file>