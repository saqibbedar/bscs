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Masters/slideMaster1.xml" ContentType="application/vnd.openxmlformats-officedocument.presentationml.slideMaster+xml"/>
  <Override PartName="/ppt/slideLayouts/slideLayout11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Masters/notesMaster1.xml" ContentType="application/vnd.openxmlformats-officedocument.presentationml.notes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74" r:id="rId4"/>
    <p:sldId id="266" r:id="rId5"/>
    <p:sldId id="267" r:id="rId6"/>
    <p:sldId id="269" r:id="rId7"/>
    <p:sldId id="270" r:id="rId8"/>
    <p:sldId id="273" r:id="rId9"/>
    <p:sldId id="271" r:id="rId10"/>
    <p:sldId id="272" r:id="rId11"/>
    <p:sldId id="275" r:id="rId12"/>
    <p:sldId id="276" r:id="rId13"/>
    <p:sldId id="264" r:id="rId14"/>
    <p:sldId id="277" r:id="rId15"/>
  </p:sldIdLst>
  <p:sldSz cx="9144000" cy="6858000" type="screen4x3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29" roundtripDataSignature="AMtx7mi3todGFUTESKM1YNfdDKJfW0egZ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64" d="100"/>
          <a:sy n="64" d="100"/>
        </p:scale>
        <p:origin x="1566" y="78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100" d="100"/>
          <a:sy n="100" d="100"/>
        </p:scale>
        <p:origin x="0" y="0"/>
      </p:cViewPr>
      <p:guideLst>
        <p:guide orient="horz" pos="2880"/>
        <p:guide pos="2160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34" Type="http://schemas.openxmlformats.org/officeDocument/2006/relationships/customXml" Target="../customXml/item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9" Type="http://customschemas.google.com/relationships/presentationmetadata" Target="meta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36" Type="http://schemas.openxmlformats.org/officeDocument/2006/relationships/customXml" Target="../customXml/item3.xml"/><Relationship Id="rId10" Type="http://schemas.openxmlformats.org/officeDocument/2006/relationships/slide" Target="slides/slide9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30" Type="http://schemas.openxmlformats.org/officeDocument/2006/relationships/presProps" Target="presProps.xml"/><Relationship Id="rId35" Type="http://schemas.openxmlformats.org/officeDocument/2006/relationships/customXml" Target="../customXml/item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81" name="Google Shape;81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87" name="Google Shape;87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9"/>
          <p:cNvSpPr txBox="1">
            <a:spLocks noGrp="1"/>
          </p:cNvSpPr>
          <p:nvPr>
            <p:ph type="ctrTitle"/>
          </p:nvPr>
        </p:nvSpPr>
        <p:spPr>
          <a:xfrm>
            <a:off x="685800" y="990600"/>
            <a:ext cx="7772400" cy="137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29"/>
          <p:cNvSpPr txBox="1">
            <a:spLocks noGrp="1"/>
          </p:cNvSpPr>
          <p:nvPr>
            <p:ph type="subTitle" idx="1"/>
          </p:nvPr>
        </p:nvSpPr>
        <p:spPr>
          <a:xfrm>
            <a:off x="1447800" y="3429000"/>
            <a:ext cx="7010400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420"/>
              </a:spcBef>
              <a:spcAft>
                <a:spcPts val="0"/>
              </a:spcAft>
              <a:buSzPts val="2100"/>
              <a:buFont typeface="Noto Sans Symbols"/>
              <a:buNone/>
              <a:defRPr sz="2100"/>
            </a:lvl1pPr>
            <a:lvl2pPr lvl="1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■"/>
              <a:defRPr/>
            </a:lvl2pPr>
            <a:lvl3pPr lvl="2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□"/>
              <a:defRPr/>
            </a:lvl3pPr>
            <a:lvl4pPr lvl="3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■"/>
              <a:defRPr/>
            </a:lvl4pPr>
            <a:lvl5pPr lvl="4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1800"/>
              <a:buChar char="▪"/>
              <a:defRPr/>
            </a:lvl5pPr>
            <a:lvl6pPr lvl="5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lvl="6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lvl="7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lvl="8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8" name="Google Shape;18;p29"/>
          <p:cNvSpPr txBox="1">
            <a:spLocks noGrp="1"/>
          </p:cNvSpPr>
          <p:nvPr>
            <p:ph type="dt" idx="10"/>
          </p:nvPr>
        </p:nvSpPr>
        <p:spPr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29"/>
          <p:cNvSpPr txBox="1">
            <a:spLocks noGrp="1"/>
          </p:cNvSpPr>
          <p:nvPr>
            <p:ph type="ftr" idx="11"/>
          </p:nvPr>
        </p:nvSpPr>
        <p:spPr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9pPr>
          </a:lstStyle>
          <a:p>
            <a:endParaRPr/>
          </a:p>
        </p:txBody>
      </p:sp>
      <p:sp>
        <p:nvSpPr>
          <p:cNvPr id="20" name="Google Shape;20;p29"/>
          <p:cNvSpPr txBox="1">
            <a:spLocks noGrp="1"/>
          </p:cNvSpPr>
          <p:nvPr>
            <p:ph type="sldNum" idx="12"/>
          </p:nvPr>
        </p:nvSpPr>
        <p:spPr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" name="Google Shape;21;p29"/>
          <p:cNvSpPr/>
          <p:nvPr/>
        </p:nvSpPr>
        <p:spPr>
          <a:xfrm>
            <a:off x="685800" y="2393950"/>
            <a:ext cx="7772400" cy="109538"/>
          </a:xfrm>
          <a:custGeom>
            <a:avLst/>
            <a:gdLst/>
            <a:ahLst/>
            <a:cxnLst/>
            <a:rect l="l" t="t" r="r" b="b"/>
            <a:pathLst>
              <a:path w="1000" h="1000" extrusionOk="0">
                <a:moveTo>
                  <a:pt x="0" y="0"/>
                </a:moveTo>
                <a:lnTo>
                  <a:pt x="618" y="0"/>
                </a:lnTo>
                <a:lnTo>
                  <a:pt x="618" y="1000"/>
                </a:lnTo>
                <a:lnTo>
                  <a:pt x="0" y="1000"/>
                </a:lnTo>
                <a:close/>
              </a:path>
              <a:path w="1000" h="1000" extrusionOk="0">
                <a:moveTo>
                  <a:pt x="0" y="0"/>
                </a:moveTo>
                <a:lnTo>
                  <a:pt x="1000" y="0"/>
                </a:lnTo>
              </a:path>
            </a:pathLst>
          </a:custGeom>
          <a:solidFill>
            <a:schemeClr val="accent2"/>
          </a:solidFill>
          <a:ln w="9525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endParaRPr sz="24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30"/>
          <p:cNvSpPr txBox="1">
            <a:spLocks noGrp="1"/>
          </p:cNvSpPr>
          <p:nvPr>
            <p:ph type="title"/>
          </p:nvPr>
        </p:nvSpPr>
        <p:spPr>
          <a:xfrm>
            <a:off x="574675" y="304800"/>
            <a:ext cx="8001000" cy="1216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4" name="Google Shape;24;p30"/>
          <p:cNvSpPr txBox="1">
            <a:spLocks noGrp="1"/>
          </p:cNvSpPr>
          <p:nvPr>
            <p:ph type="body" idx="1"/>
          </p:nvPr>
        </p:nvSpPr>
        <p:spPr>
          <a:xfrm>
            <a:off x="566738" y="1752600"/>
            <a:ext cx="8001000" cy="426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□"/>
              <a:defRPr/>
            </a:lvl1pPr>
            <a:lvl2pPr marL="914400" lvl="1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■"/>
              <a:defRPr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□"/>
              <a:defRPr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■"/>
              <a:defRPr/>
            </a:lvl4pPr>
            <a:lvl5pPr marL="2286000" lvl="4" indent="-34290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1800"/>
              <a:buChar char="▪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5" name="Google Shape;25;p30"/>
          <p:cNvSpPr txBox="1">
            <a:spLocks noGrp="1"/>
          </p:cNvSpPr>
          <p:nvPr>
            <p:ph type="dt" idx="10"/>
          </p:nvPr>
        </p:nvSpPr>
        <p:spPr>
          <a:xfrm>
            <a:off x="609600" y="6245225"/>
            <a:ext cx="19812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Text, and Content" type="txAndObj">
  <p:cSld name="TEXT_AND_OBJECT">
    <p:spTree>
      <p:nvGrpSpPr>
        <p:cNvPr id="1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47"/>
          <p:cNvSpPr txBox="1">
            <a:spLocks noGrp="1"/>
          </p:cNvSpPr>
          <p:nvPr>
            <p:ph type="title"/>
          </p:nvPr>
        </p:nvSpPr>
        <p:spPr>
          <a:xfrm>
            <a:off x="574675" y="304800"/>
            <a:ext cx="8001000" cy="1216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47"/>
          <p:cNvSpPr txBox="1">
            <a:spLocks noGrp="1"/>
          </p:cNvSpPr>
          <p:nvPr>
            <p:ph type="body" idx="1"/>
          </p:nvPr>
        </p:nvSpPr>
        <p:spPr>
          <a:xfrm>
            <a:off x="566738" y="1752600"/>
            <a:ext cx="3924300" cy="426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□"/>
              <a:defRPr/>
            </a:lvl1pPr>
            <a:lvl2pPr marL="914400" lvl="1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■"/>
              <a:defRPr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□"/>
              <a:defRPr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■"/>
              <a:defRPr/>
            </a:lvl4pPr>
            <a:lvl5pPr marL="2286000" lvl="4" indent="-34290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1800"/>
              <a:buChar char="▪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9" name="Google Shape;29;p47"/>
          <p:cNvSpPr txBox="1">
            <a:spLocks noGrp="1"/>
          </p:cNvSpPr>
          <p:nvPr>
            <p:ph type="body" idx="2"/>
          </p:nvPr>
        </p:nvSpPr>
        <p:spPr>
          <a:xfrm>
            <a:off x="4643438" y="1752600"/>
            <a:ext cx="3924300" cy="426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□"/>
              <a:defRPr/>
            </a:lvl1pPr>
            <a:lvl2pPr marL="914400" lvl="1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■"/>
              <a:defRPr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□"/>
              <a:defRPr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■"/>
              <a:defRPr/>
            </a:lvl4pPr>
            <a:lvl5pPr marL="2286000" lvl="4" indent="-34290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1800"/>
              <a:buChar char="▪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0" name="Google Shape;30;p47"/>
          <p:cNvSpPr txBox="1">
            <a:spLocks noGrp="1"/>
          </p:cNvSpPr>
          <p:nvPr>
            <p:ph type="dt" idx="10"/>
          </p:nvPr>
        </p:nvSpPr>
        <p:spPr>
          <a:xfrm>
            <a:off x="609600" y="6245225"/>
            <a:ext cx="19812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47"/>
          <p:cNvSpPr txBox="1">
            <a:spLocks noGrp="1"/>
          </p:cNvSpPr>
          <p:nvPr>
            <p:ph type="ftr" idx="11"/>
          </p:nvPr>
        </p:nvSpPr>
        <p:spPr>
          <a:xfrm>
            <a:off x="2590800" y="6172200"/>
            <a:ext cx="3886200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34"/>
          <p:cNvSpPr txBox="1"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34"/>
          <p:cNvSpPr txBox="1"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400"/>
              <a:buNone/>
              <a:defRPr sz="2400"/>
            </a:lvl1pPr>
            <a:lvl2pPr marL="914400" lvl="1" indent="-228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  <a:defRPr sz="2000"/>
            </a:lvl2pPr>
            <a:lvl3pPr marL="1371600" lvl="2" indent="-228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None/>
              <a:defRPr sz="1800"/>
            </a:lvl3pPr>
            <a:lvl4pPr marL="1828800" lvl="3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600"/>
              <a:buNone/>
              <a:defRPr sz="1600"/>
            </a:lvl4pPr>
            <a:lvl5pPr marL="2286000" lvl="4" indent="-228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sz="16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35" name="Google Shape;35;p34"/>
          <p:cNvSpPr txBox="1">
            <a:spLocks noGrp="1"/>
          </p:cNvSpPr>
          <p:nvPr>
            <p:ph type="dt" idx="10"/>
          </p:nvPr>
        </p:nvSpPr>
        <p:spPr>
          <a:xfrm>
            <a:off x="609600" y="6245225"/>
            <a:ext cx="19812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6" name="Google Shape;36;p34"/>
          <p:cNvSpPr txBox="1">
            <a:spLocks noGrp="1"/>
          </p:cNvSpPr>
          <p:nvPr>
            <p:ph type="ftr" idx="11"/>
          </p:nvPr>
        </p:nvSpPr>
        <p:spPr>
          <a:xfrm>
            <a:off x="2590800" y="6172200"/>
            <a:ext cx="3886200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35"/>
          <p:cNvSpPr txBox="1">
            <a:spLocks noGrp="1"/>
          </p:cNvSpPr>
          <p:nvPr>
            <p:ph type="title"/>
          </p:nvPr>
        </p:nvSpPr>
        <p:spPr>
          <a:xfrm>
            <a:off x="574675" y="304800"/>
            <a:ext cx="8001000" cy="1216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35"/>
          <p:cNvSpPr txBox="1">
            <a:spLocks noGrp="1"/>
          </p:cNvSpPr>
          <p:nvPr>
            <p:ph type="body" idx="1"/>
          </p:nvPr>
        </p:nvSpPr>
        <p:spPr>
          <a:xfrm>
            <a:off x="566738" y="1752600"/>
            <a:ext cx="3924300" cy="426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□"/>
              <a:defRPr/>
            </a:lvl1pPr>
            <a:lvl2pPr marL="914400" lvl="1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■"/>
              <a:defRPr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□"/>
              <a:defRPr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■"/>
              <a:defRPr/>
            </a:lvl4pPr>
            <a:lvl5pPr marL="2286000" lvl="4" indent="-34290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1800"/>
              <a:buChar char="▪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0" name="Google Shape;40;p35"/>
          <p:cNvSpPr txBox="1">
            <a:spLocks noGrp="1"/>
          </p:cNvSpPr>
          <p:nvPr>
            <p:ph type="body" idx="2"/>
          </p:nvPr>
        </p:nvSpPr>
        <p:spPr>
          <a:xfrm>
            <a:off x="4643438" y="1752600"/>
            <a:ext cx="3924300" cy="426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□"/>
              <a:defRPr/>
            </a:lvl1pPr>
            <a:lvl2pPr marL="914400" lvl="1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■"/>
              <a:defRPr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□"/>
              <a:defRPr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■"/>
              <a:defRPr/>
            </a:lvl4pPr>
            <a:lvl5pPr marL="2286000" lvl="4" indent="-34290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1800"/>
              <a:buChar char="▪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1" name="Google Shape;41;p35"/>
          <p:cNvSpPr txBox="1">
            <a:spLocks noGrp="1"/>
          </p:cNvSpPr>
          <p:nvPr>
            <p:ph type="dt" idx="10"/>
          </p:nvPr>
        </p:nvSpPr>
        <p:spPr>
          <a:xfrm>
            <a:off x="609600" y="6245225"/>
            <a:ext cx="19812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36"/>
          <p:cNvSpPr txBox="1"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36"/>
          <p:cNvSpPr txBox="1"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400"/>
              <a:buNone/>
              <a:defRPr sz="2400" b="1"/>
            </a:lvl1pPr>
            <a:lvl2pPr marL="914400" lvl="1" indent="-228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  <a:defRPr sz="2000" b="1"/>
            </a:lvl2pPr>
            <a:lvl3pPr marL="1371600" lvl="2" indent="-228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None/>
              <a:defRPr sz="1800" b="1"/>
            </a:lvl3pPr>
            <a:lvl4pPr marL="1828800" lvl="3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600"/>
              <a:buNone/>
              <a:defRPr sz="1600" b="1"/>
            </a:lvl4pPr>
            <a:lvl5pPr marL="2286000" lvl="4" indent="-228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36"/>
          <p:cNvSpPr txBox="1">
            <a:spLocks noGrp="1"/>
          </p:cNvSpPr>
          <p:nvPr>
            <p:ph type="body" idx="2"/>
          </p:nvPr>
        </p:nvSpPr>
        <p:spPr>
          <a:xfrm>
            <a:off x="630238" y="2505075"/>
            <a:ext cx="386873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□"/>
              <a:defRPr/>
            </a:lvl1pPr>
            <a:lvl2pPr marL="914400" lvl="1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■"/>
              <a:defRPr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□"/>
              <a:defRPr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■"/>
              <a:defRPr/>
            </a:lvl4pPr>
            <a:lvl5pPr marL="2286000" lvl="4" indent="-34290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1800"/>
              <a:buChar char="▪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6" name="Google Shape;46;p36"/>
          <p:cNvSpPr txBox="1">
            <a:spLocks noGrp="1"/>
          </p:cNvSpPr>
          <p:nvPr>
            <p:ph type="body" idx="3"/>
          </p:nvPr>
        </p:nvSpPr>
        <p:spPr>
          <a:xfrm>
            <a:off x="4629150" y="1681163"/>
            <a:ext cx="38877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400"/>
              <a:buNone/>
              <a:defRPr sz="2400" b="1"/>
            </a:lvl1pPr>
            <a:lvl2pPr marL="914400" lvl="1" indent="-228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  <a:defRPr sz="2000" b="1"/>
            </a:lvl2pPr>
            <a:lvl3pPr marL="1371600" lvl="2" indent="-228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None/>
              <a:defRPr sz="1800" b="1"/>
            </a:lvl3pPr>
            <a:lvl4pPr marL="1828800" lvl="3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600"/>
              <a:buNone/>
              <a:defRPr sz="1600" b="1"/>
            </a:lvl4pPr>
            <a:lvl5pPr marL="2286000" lvl="4" indent="-228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7" name="Google Shape;47;p36"/>
          <p:cNvSpPr txBox="1">
            <a:spLocks noGrp="1"/>
          </p:cNvSpPr>
          <p:nvPr>
            <p:ph type="body" idx="4"/>
          </p:nvPr>
        </p:nvSpPr>
        <p:spPr>
          <a:xfrm>
            <a:off x="4629150" y="2505075"/>
            <a:ext cx="38877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□"/>
              <a:defRPr/>
            </a:lvl1pPr>
            <a:lvl2pPr marL="914400" lvl="1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■"/>
              <a:defRPr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□"/>
              <a:defRPr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■"/>
              <a:defRPr/>
            </a:lvl4pPr>
            <a:lvl5pPr marL="2286000" lvl="4" indent="-34290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1800"/>
              <a:buChar char="▪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8" name="Google Shape;48;p36"/>
          <p:cNvSpPr txBox="1">
            <a:spLocks noGrp="1"/>
          </p:cNvSpPr>
          <p:nvPr>
            <p:ph type="dt" idx="10"/>
          </p:nvPr>
        </p:nvSpPr>
        <p:spPr>
          <a:xfrm>
            <a:off x="609600" y="6245225"/>
            <a:ext cx="19812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36"/>
          <p:cNvSpPr txBox="1">
            <a:spLocks noGrp="1"/>
          </p:cNvSpPr>
          <p:nvPr>
            <p:ph type="ftr" idx="11"/>
          </p:nvPr>
        </p:nvSpPr>
        <p:spPr>
          <a:xfrm>
            <a:off x="2590800" y="6172200"/>
            <a:ext cx="3886200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37"/>
          <p:cNvSpPr txBox="1">
            <a:spLocks noGrp="1"/>
          </p:cNvSpPr>
          <p:nvPr>
            <p:ph type="title"/>
          </p:nvPr>
        </p:nvSpPr>
        <p:spPr>
          <a:xfrm>
            <a:off x="574675" y="304800"/>
            <a:ext cx="8001000" cy="1216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37"/>
          <p:cNvSpPr txBox="1">
            <a:spLocks noGrp="1"/>
          </p:cNvSpPr>
          <p:nvPr>
            <p:ph type="dt" idx="10"/>
          </p:nvPr>
        </p:nvSpPr>
        <p:spPr>
          <a:xfrm>
            <a:off x="609600" y="6245225"/>
            <a:ext cx="19812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37"/>
          <p:cNvSpPr txBox="1">
            <a:spLocks noGrp="1"/>
          </p:cNvSpPr>
          <p:nvPr>
            <p:ph type="ftr" idx="11"/>
          </p:nvPr>
        </p:nvSpPr>
        <p:spPr>
          <a:xfrm>
            <a:off x="2590800" y="6172200"/>
            <a:ext cx="3886200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38"/>
          <p:cNvSpPr txBox="1">
            <a:spLocks noGrp="1"/>
          </p:cNvSpPr>
          <p:nvPr>
            <p:ph type="dt" idx="10"/>
          </p:nvPr>
        </p:nvSpPr>
        <p:spPr>
          <a:xfrm>
            <a:off x="609600" y="6245225"/>
            <a:ext cx="19812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38"/>
          <p:cNvSpPr txBox="1">
            <a:spLocks noGrp="1"/>
          </p:cNvSpPr>
          <p:nvPr>
            <p:ph type="ftr" idx="11"/>
          </p:nvPr>
        </p:nvSpPr>
        <p:spPr>
          <a:xfrm>
            <a:off x="2590800" y="6172200"/>
            <a:ext cx="3886200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39"/>
          <p:cNvSpPr txBox="1"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39"/>
          <p:cNvSpPr txBox="1">
            <a:spLocks noGrp="1"/>
          </p:cNvSpPr>
          <p:nvPr>
            <p:ph type="body" idx="1"/>
          </p:nvPr>
        </p:nvSpPr>
        <p:spPr>
          <a:xfrm>
            <a:off x="3887788" y="987425"/>
            <a:ext cx="462915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43180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SzPts val="3200"/>
              <a:buChar char="□"/>
              <a:defRPr sz="3200"/>
            </a:lvl1pPr>
            <a:lvl2pPr marL="914400" lvl="1" indent="-4064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SzPts val="2800"/>
              <a:buChar char="■"/>
              <a:defRPr sz="2800"/>
            </a:lvl2pPr>
            <a:lvl3pPr marL="1371600" lvl="2" indent="-3810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400"/>
              <a:buChar char="□"/>
              <a:defRPr sz="2400"/>
            </a:lvl3pPr>
            <a:lvl4pPr marL="1828800" lvl="3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Char char="■"/>
              <a:defRPr sz="2000"/>
            </a:lvl4pPr>
            <a:lvl5pPr marL="2286000" lvl="4" indent="-355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2000"/>
              <a:buChar char="▪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60" name="Google Shape;60;p39"/>
          <p:cNvSpPr txBox="1">
            <a:spLocks noGrp="1"/>
          </p:cNvSpPr>
          <p:nvPr>
            <p:ph type="body" idx="2"/>
          </p:nvPr>
        </p:nvSpPr>
        <p:spPr>
          <a:xfrm>
            <a:off x="630238" y="2057400"/>
            <a:ext cx="2949575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600"/>
              <a:buNone/>
              <a:defRPr sz="1600"/>
            </a:lvl1pPr>
            <a:lvl2pPr marL="914400" lvl="1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SzPts val="1400"/>
              <a:buNone/>
              <a:defRPr sz="1400"/>
            </a:lvl2pPr>
            <a:lvl3pPr marL="1371600" lvl="2" indent="-2286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SzPts val="1200"/>
              <a:buNone/>
              <a:defRPr sz="1200"/>
            </a:lvl3pPr>
            <a:lvl4pPr marL="1828800" lvl="3" indent="-228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000"/>
              <a:buNone/>
              <a:defRPr sz="1000"/>
            </a:lvl4pPr>
            <a:lvl5pPr marL="2286000" lvl="4" indent="-228600" algn="l">
              <a:lnSpc>
                <a:spcPct val="100000"/>
              </a:lnSpc>
              <a:spcBef>
                <a:spcPts val="250"/>
              </a:spcBef>
              <a:spcAft>
                <a:spcPts val="0"/>
              </a:spcAft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1" name="Google Shape;61;p39"/>
          <p:cNvSpPr txBox="1">
            <a:spLocks noGrp="1"/>
          </p:cNvSpPr>
          <p:nvPr>
            <p:ph type="dt" idx="10"/>
          </p:nvPr>
        </p:nvSpPr>
        <p:spPr>
          <a:xfrm>
            <a:off x="609600" y="6245225"/>
            <a:ext cx="19812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2" name="Google Shape;62;p39"/>
          <p:cNvSpPr txBox="1">
            <a:spLocks noGrp="1"/>
          </p:cNvSpPr>
          <p:nvPr>
            <p:ph type="ftr" idx="11"/>
          </p:nvPr>
        </p:nvSpPr>
        <p:spPr>
          <a:xfrm>
            <a:off x="2590800" y="6172200"/>
            <a:ext cx="3886200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40"/>
          <p:cNvSpPr txBox="1"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5" name="Google Shape;65;p40"/>
          <p:cNvSpPr>
            <a:spLocks noGrp="1"/>
          </p:cNvSpPr>
          <p:nvPr>
            <p:ph type="pic" idx="2"/>
          </p:nvPr>
        </p:nvSpPr>
        <p:spPr>
          <a:xfrm>
            <a:off x="3887788" y="987425"/>
            <a:ext cx="462915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6" name="Google Shape;66;p40"/>
          <p:cNvSpPr txBox="1">
            <a:spLocks noGrp="1"/>
          </p:cNvSpPr>
          <p:nvPr>
            <p:ph type="body" idx="1"/>
          </p:nvPr>
        </p:nvSpPr>
        <p:spPr>
          <a:xfrm>
            <a:off x="630238" y="2057400"/>
            <a:ext cx="2949575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600"/>
              <a:buNone/>
              <a:defRPr sz="1600"/>
            </a:lvl1pPr>
            <a:lvl2pPr marL="914400" lvl="1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SzPts val="1400"/>
              <a:buNone/>
              <a:defRPr sz="1400"/>
            </a:lvl2pPr>
            <a:lvl3pPr marL="1371600" lvl="2" indent="-2286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SzPts val="1200"/>
              <a:buNone/>
              <a:defRPr sz="1200"/>
            </a:lvl3pPr>
            <a:lvl4pPr marL="1828800" lvl="3" indent="-228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000"/>
              <a:buNone/>
              <a:defRPr sz="1000"/>
            </a:lvl4pPr>
            <a:lvl5pPr marL="2286000" lvl="4" indent="-228600" algn="l">
              <a:lnSpc>
                <a:spcPct val="100000"/>
              </a:lnSpc>
              <a:spcBef>
                <a:spcPts val="250"/>
              </a:spcBef>
              <a:spcAft>
                <a:spcPts val="0"/>
              </a:spcAft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7" name="Google Shape;67;p40"/>
          <p:cNvSpPr txBox="1">
            <a:spLocks noGrp="1"/>
          </p:cNvSpPr>
          <p:nvPr>
            <p:ph type="dt" idx="10"/>
          </p:nvPr>
        </p:nvSpPr>
        <p:spPr>
          <a:xfrm>
            <a:off x="609600" y="6245225"/>
            <a:ext cx="19812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8" name="Google Shape;68;p40"/>
          <p:cNvSpPr txBox="1">
            <a:spLocks noGrp="1"/>
          </p:cNvSpPr>
          <p:nvPr>
            <p:ph type="ftr" idx="11"/>
          </p:nvPr>
        </p:nvSpPr>
        <p:spPr>
          <a:xfrm>
            <a:off x="2590800" y="6172200"/>
            <a:ext cx="3886200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41"/>
          <p:cNvSpPr txBox="1">
            <a:spLocks noGrp="1"/>
          </p:cNvSpPr>
          <p:nvPr>
            <p:ph type="title"/>
          </p:nvPr>
        </p:nvSpPr>
        <p:spPr>
          <a:xfrm>
            <a:off x="574675" y="304800"/>
            <a:ext cx="8001000" cy="1216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1" name="Google Shape;71;p41"/>
          <p:cNvSpPr txBox="1">
            <a:spLocks noGrp="1"/>
          </p:cNvSpPr>
          <p:nvPr>
            <p:ph type="body" idx="1"/>
          </p:nvPr>
        </p:nvSpPr>
        <p:spPr>
          <a:xfrm rot="5400000">
            <a:off x="2433638" y="-114300"/>
            <a:ext cx="4267200" cy="800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□"/>
              <a:defRPr/>
            </a:lvl1pPr>
            <a:lvl2pPr marL="914400" lvl="1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■"/>
              <a:defRPr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□"/>
              <a:defRPr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■"/>
              <a:defRPr/>
            </a:lvl4pPr>
            <a:lvl5pPr marL="2286000" lvl="4" indent="-34290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1800"/>
              <a:buChar char="▪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2" name="Google Shape;72;p41"/>
          <p:cNvSpPr txBox="1">
            <a:spLocks noGrp="1"/>
          </p:cNvSpPr>
          <p:nvPr>
            <p:ph type="dt" idx="10"/>
          </p:nvPr>
        </p:nvSpPr>
        <p:spPr>
          <a:xfrm>
            <a:off x="609600" y="6245225"/>
            <a:ext cx="19812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41"/>
          <p:cNvSpPr txBox="1">
            <a:spLocks noGrp="1"/>
          </p:cNvSpPr>
          <p:nvPr>
            <p:ph type="ftr" idx="11"/>
          </p:nvPr>
        </p:nvSpPr>
        <p:spPr>
          <a:xfrm>
            <a:off x="2590800" y="6172200"/>
            <a:ext cx="3886200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42"/>
          <p:cNvSpPr txBox="1">
            <a:spLocks noGrp="1"/>
          </p:cNvSpPr>
          <p:nvPr>
            <p:ph type="title"/>
          </p:nvPr>
        </p:nvSpPr>
        <p:spPr>
          <a:xfrm rot="5400000">
            <a:off x="4717257" y="2161382"/>
            <a:ext cx="5715000" cy="20018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42"/>
          <p:cNvSpPr txBox="1">
            <a:spLocks noGrp="1"/>
          </p:cNvSpPr>
          <p:nvPr>
            <p:ph type="body" idx="1"/>
          </p:nvPr>
        </p:nvSpPr>
        <p:spPr>
          <a:xfrm rot="5400000">
            <a:off x="636588" y="234950"/>
            <a:ext cx="5715000" cy="585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□"/>
              <a:defRPr/>
            </a:lvl1pPr>
            <a:lvl2pPr marL="914400" lvl="1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■"/>
              <a:defRPr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□"/>
              <a:defRPr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■"/>
              <a:defRPr/>
            </a:lvl4pPr>
            <a:lvl5pPr marL="2286000" lvl="4" indent="-34290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1800"/>
              <a:buChar char="▪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42"/>
          <p:cNvSpPr txBox="1">
            <a:spLocks noGrp="1"/>
          </p:cNvSpPr>
          <p:nvPr>
            <p:ph type="dt" idx="10"/>
          </p:nvPr>
        </p:nvSpPr>
        <p:spPr>
          <a:xfrm>
            <a:off x="609600" y="6245225"/>
            <a:ext cx="19812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42"/>
          <p:cNvSpPr txBox="1">
            <a:spLocks noGrp="1"/>
          </p:cNvSpPr>
          <p:nvPr>
            <p:ph type="ftr" idx="11"/>
          </p:nvPr>
        </p:nvSpPr>
        <p:spPr>
          <a:xfrm>
            <a:off x="2590800" y="6172200"/>
            <a:ext cx="3886200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8"/>
          <p:cNvSpPr txBox="1">
            <a:spLocks noGrp="1"/>
          </p:cNvSpPr>
          <p:nvPr>
            <p:ph type="title"/>
          </p:nvPr>
        </p:nvSpPr>
        <p:spPr>
          <a:xfrm>
            <a:off x="574675" y="304800"/>
            <a:ext cx="8001000" cy="1216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6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6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6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6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6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6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6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6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6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/>
          </a:p>
        </p:txBody>
      </p:sp>
      <p:sp>
        <p:nvSpPr>
          <p:cNvPr id="11" name="Google Shape;11;p28"/>
          <p:cNvSpPr txBox="1">
            <a:spLocks noGrp="1"/>
          </p:cNvSpPr>
          <p:nvPr>
            <p:ph type="body" idx="1"/>
          </p:nvPr>
        </p:nvSpPr>
        <p:spPr>
          <a:xfrm>
            <a:off x="566738" y="1752600"/>
            <a:ext cx="8001000" cy="426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368300" algn="l" rtl="0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>
                <a:schemeClr val="accent2"/>
              </a:buClr>
              <a:buSzPts val="2200"/>
              <a:buFont typeface="Noto Sans Symbols"/>
              <a:buChar char="□"/>
              <a:defRPr sz="2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914400" marR="0" lvl="1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2000"/>
              <a:buFont typeface="Noto Sans Symbols"/>
              <a:buChar char="■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1371600" marR="0" lvl="2" indent="-349250" algn="l" rtl="0">
              <a:lnSpc>
                <a:spcPct val="100000"/>
              </a:lnSpc>
              <a:spcBef>
                <a:spcPts val="380"/>
              </a:spcBef>
              <a:spcAft>
                <a:spcPts val="0"/>
              </a:spcAft>
              <a:buClr>
                <a:schemeClr val="accent2"/>
              </a:buClr>
              <a:buSzPts val="1900"/>
              <a:buFont typeface="Noto Sans Symbols"/>
              <a:buChar char="□"/>
              <a:defRPr sz="19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1828800" marR="0" lvl="3" indent="-3302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Noto Sans Symbols"/>
              <a:buChar char="■"/>
              <a:defRPr sz="16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2286000" marR="0" lvl="4" indent="-3302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Noto Sans Symbols"/>
              <a:buChar char="▪"/>
              <a:defRPr sz="16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/>
          </a:p>
        </p:txBody>
      </p:sp>
      <p:sp>
        <p:nvSpPr>
          <p:cNvPr id="12" name="Google Shape;12;p28"/>
          <p:cNvSpPr/>
          <p:nvPr/>
        </p:nvSpPr>
        <p:spPr>
          <a:xfrm>
            <a:off x="609600" y="1566863"/>
            <a:ext cx="7958138" cy="109537"/>
          </a:xfrm>
          <a:custGeom>
            <a:avLst/>
            <a:gdLst/>
            <a:ahLst/>
            <a:cxnLst/>
            <a:rect l="l" t="t" r="r" b="b"/>
            <a:pathLst>
              <a:path w="1000" h="1000" extrusionOk="0">
                <a:moveTo>
                  <a:pt x="0" y="0"/>
                </a:moveTo>
                <a:lnTo>
                  <a:pt x="585" y="0"/>
                </a:lnTo>
                <a:lnTo>
                  <a:pt x="585" y="1000"/>
                </a:lnTo>
                <a:lnTo>
                  <a:pt x="0" y="1000"/>
                </a:lnTo>
                <a:close/>
              </a:path>
              <a:path w="1000" h="1000" extrusionOk="0">
                <a:moveTo>
                  <a:pt x="0" y="0"/>
                </a:moveTo>
                <a:lnTo>
                  <a:pt x="1000" y="0"/>
                </a:lnTo>
              </a:path>
            </a:pathLst>
          </a:custGeom>
          <a:solidFill>
            <a:schemeClr val="accent2"/>
          </a:solidFill>
          <a:ln w="9525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endParaRPr sz="24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13" name="Google Shape;13;p28"/>
          <p:cNvCxnSpPr/>
          <p:nvPr/>
        </p:nvCxnSpPr>
        <p:spPr>
          <a:xfrm>
            <a:off x="609600" y="6172200"/>
            <a:ext cx="7924800" cy="0"/>
          </a:xfrm>
          <a:prstGeom prst="straightConnector1">
            <a:avLst/>
          </a:prstGeom>
          <a:noFill/>
          <a:ln w="9525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4" name="Google Shape;14;p28"/>
          <p:cNvSpPr txBox="1">
            <a:spLocks noGrp="1"/>
          </p:cNvSpPr>
          <p:nvPr>
            <p:ph type="dt" idx="10"/>
          </p:nvPr>
        </p:nvSpPr>
        <p:spPr>
          <a:xfrm>
            <a:off x="609600" y="6245225"/>
            <a:ext cx="19812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"/>
          <p:cNvSpPr txBox="1">
            <a:spLocks noGrp="1"/>
          </p:cNvSpPr>
          <p:nvPr>
            <p:ph type="ctrTitle"/>
          </p:nvPr>
        </p:nvSpPr>
        <p:spPr>
          <a:xfrm>
            <a:off x="685800" y="990600"/>
            <a:ext cx="7772400" cy="137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Artificial Intelligence</a:t>
            </a:r>
            <a:endParaRPr/>
          </a:p>
        </p:txBody>
      </p:sp>
      <p:sp>
        <p:nvSpPr>
          <p:cNvPr id="84" name="Google Shape;84;p1"/>
          <p:cNvSpPr txBox="1">
            <a:spLocks noGrp="1"/>
          </p:cNvSpPr>
          <p:nvPr>
            <p:ph type="subTitle" idx="1"/>
          </p:nvPr>
        </p:nvSpPr>
        <p:spPr>
          <a:xfrm>
            <a:off x="1447800" y="3429000"/>
            <a:ext cx="7086600" cy="220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</a:pPr>
            <a:r>
              <a:rPr lang="en-US" sz="1700" dirty="0"/>
              <a:t>Lecture # 8</a:t>
            </a:r>
            <a:endParaRPr sz="1700" dirty="0"/>
          </a:p>
          <a:p>
            <a:pPr marL="0" lvl="0" indent="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</a:pPr>
            <a:endParaRPr sz="1700" dirty="0"/>
          </a:p>
          <a:p>
            <a:pPr marL="0" lvl="0" indent="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</a:pPr>
            <a:endParaRPr sz="1700" dirty="0"/>
          </a:p>
          <a:p>
            <a:pPr marL="0" lvl="0" indent="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</a:pPr>
            <a:endParaRPr dirty="0"/>
          </a:p>
          <a:p>
            <a:pPr marL="0" lvl="0" indent="0" algn="ctr" rtl="0">
              <a:lnSpc>
                <a:spcPct val="80000"/>
              </a:lnSpc>
              <a:spcBef>
                <a:spcPts val="340"/>
              </a:spcBef>
              <a:spcAft>
                <a:spcPts val="0"/>
              </a:spcAft>
              <a:buSzPts val="1700"/>
              <a:buNone/>
            </a:pPr>
            <a:endParaRPr sz="1700" dirty="0"/>
          </a:p>
          <a:p>
            <a:pPr marL="0" lvl="0" indent="0" algn="ctr" rtl="0">
              <a:lnSpc>
                <a:spcPct val="80000"/>
              </a:lnSpc>
              <a:spcBef>
                <a:spcPts val="340"/>
              </a:spcBef>
              <a:spcAft>
                <a:spcPts val="0"/>
              </a:spcAft>
              <a:buSzPts val="1700"/>
              <a:buNone/>
            </a:pPr>
            <a:endParaRPr sz="17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2"/>
          <p:cNvSpPr txBox="1">
            <a:spLocks noGrp="1"/>
          </p:cNvSpPr>
          <p:nvPr>
            <p:ph type="title"/>
          </p:nvPr>
        </p:nvSpPr>
        <p:spPr>
          <a:xfrm>
            <a:off x="574675" y="304800"/>
            <a:ext cx="8001000" cy="1216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Learning objectives</a:t>
            </a:r>
            <a:endParaRPr/>
          </a:p>
        </p:txBody>
      </p:sp>
      <p:sp>
        <p:nvSpPr>
          <p:cNvPr id="90" name="Google Shape;90;p2"/>
          <p:cNvSpPr txBox="1">
            <a:spLocks noGrp="1"/>
          </p:cNvSpPr>
          <p:nvPr>
            <p:ph type="body" idx="1"/>
          </p:nvPr>
        </p:nvSpPr>
        <p:spPr>
          <a:xfrm>
            <a:off x="566738" y="1752600"/>
            <a:ext cx="8001000" cy="426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lvl="0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□"/>
            </a:pPr>
            <a:r>
              <a:rPr lang="en-US" dirty="0"/>
              <a:t>To enable students to </a:t>
            </a:r>
            <a:endParaRPr dirty="0"/>
          </a:p>
          <a:p>
            <a:pPr marL="914400" lvl="1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■"/>
            </a:pPr>
            <a:r>
              <a:rPr lang="en-US" dirty="0"/>
              <a:t>Understand the role and importance of features </a:t>
            </a:r>
            <a:endParaRPr dirty="0"/>
          </a:p>
          <a:p>
            <a:pPr marL="457200" lvl="0" indent="-2286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None/>
            </a:pPr>
            <a:endParaRPr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69B691-AD45-8B12-CC6E-A22A34AA48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Hypothesis class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12613EC-BBBE-0764-B645-216FE618E5D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Predictor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7C24F09-0692-9B9C-1FCB-E538E1AB31D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85925" y="2535264"/>
            <a:ext cx="5762625" cy="6096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369485C0-0478-FD3B-1F71-FE4898EA3CA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75" y="3440483"/>
            <a:ext cx="9144000" cy="22836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1021425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FEF5FF-0689-B025-5E6C-DA8E51D51A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Features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220246F-103A-2DF5-F435-C9CCCB66E71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66737" y="1752600"/>
            <a:ext cx="8000999" cy="4152254"/>
          </a:xfrm>
        </p:spPr>
        <p:txBody>
          <a:bodyPr/>
          <a:lstStyle/>
          <a:p>
            <a:r>
              <a:rPr lang="en-US" dirty="0"/>
              <a:t>Score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Learning chooses ‘</a:t>
            </a:r>
            <a:r>
              <a:rPr lang="en-US" b="1" dirty="0"/>
              <a:t>w</a:t>
            </a:r>
            <a:r>
              <a:rPr lang="en-US" i="1" dirty="0"/>
              <a:t>’</a:t>
            </a:r>
            <a:r>
              <a:rPr lang="en-US" dirty="0"/>
              <a:t> via optimization</a:t>
            </a:r>
          </a:p>
          <a:p>
            <a:endParaRPr lang="en-US" dirty="0"/>
          </a:p>
          <a:p>
            <a:r>
              <a:rPr lang="en-US" dirty="0"/>
              <a:t>Feature extraction specifies ‘</a:t>
            </a:r>
            <a:r>
              <a:rPr lang="en-US" b="1" dirty="0"/>
              <a:t>φ(x)</a:t>
            </a:r>
            <a:r>
              <a:rPr lang="en-US" dirty="0"/>
              <a:t>’ depending on domain knowledge</a:t>
            </a:r>
          </a:p>
          <a:p>
            <a:endParaRPr lang="en-US" dirty="0"/>
          </a:p>
          <a:p>
            <a:r>
              <a:rPr lang="en-US" dirty="0"/>
              <a:t>Neural networks solve the problem to some extent but can’t do away with feature extraction 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A07F0C8-DD5C-8FD4-8C8D-4670DD82D5C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18275" y="2392147"/>
            <a:ext cx="1266825" cy="5238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6930660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F54B46-DD07-5AED-F76B-4D7F3D52CC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Feature extraction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4666F54-EB85-C00A-09E3-59088615339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66737" y="1752600"/>
            <a:ext cx="8008937" cy="4214247"/>
          </a:xfrm>
        </p:spPr>
        <p:txBody>
          <a:bodyPr/>
          <a:lstStyle/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Which features?</a:t>
            </a:r>
          </a:p>
          <a:p>
            <a:endParaRPr lang="en-US" dirty="0"/>
          </a:p>
          <a:p>
            <a:r>
              <a:rPr lang="en-US" dirty="0"/>
              <a:t>How many?</a:t>
            </a:r>
          </a:p>
          <a:p>
            <a:endParaRPr lang="en-US" dirty="0"/>
          </a:p>
          <a:p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907E763-18D0-BA26-96B1-F7A87F3665A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2416" y="2234662"/>
            <a:ext cx="7097578" cy="18557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900727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052FAD-1391-3BD4-8E68-AEF6BEE1F3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55B07B-21DB-FACA-A573-978D9C6763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Feature representations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DC39AF7-E197-64A0-12E0-51BA938A83C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66738" y="1752600"/>
            <a:ext cx="8001000" cy="4322736"/>
          </a:xfrm>
        </p:spPr>
        <p:txBody>
          <a:bodyPr/>
          <a:lstStyle/>
          <a:p>
            <a:r>
              <a:rPr lang="en-US" dirty="0"/>
              <a:t>Feature vector</a:t>
            </a:r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Feature map</a:t>
            </a:r>
          </a:p>
          <a:p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F8D2080-F851-009F-E68D-F284757EB0D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3287" y="2283659"/>
            <a:ext cx="7343775" cy="52387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6E7DE9CA-9C23-320E-0481-960648CA0EB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05086" y="3536117"/>
            <a:ext cx="6781800" cy="5143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8281584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78EB8C-763A-D11E-2357-6EA6CE626A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DD5F03-4C40-FAA3-3989-159280DF02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Features and Hypothesis class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374C217-2D6F-B6BA-1CDB-29251D0C804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66738" y="1752600"/>
            <a:ext cx="8001000" cy="4322736"/>
          </a:xfrm>
        </p:spPr>
        <p:txBody>
          <a:bodyPr/>
          <a:lstStyle/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Features may be used to form different functions e.g.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86A4920-253F-0C27-BA55-E15289564BD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23136" y="1872521"/>
            <a:ext cx="4688204" cy="1365354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0588B20B-2530-398E-0356-1FA82767EBC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02789" y="3913968"/>
            <a:ext cx="6086475" cy="6000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3277656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F9870B-6367-63D0-111A-6B15DBD1BA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Feature extraction + learning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28690C7-FA0E-4D08-1430-286B730433F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If the features are not relevant or enough, then no amount of learning will help to find the appropriate </a:t>
            </a:r>
            <a:r>
              <a:rPr lang="en-US" i="1" dirty="0" err="1"/>
              <a:t>f</a:t>
            </a:r>
            <a:r>
              <a:rPr lang="en-US" i="1" baseline="-25000" dirty="0" err="1"/>
              <a:t>w</a:t>
            </a:r>
            <a:endParaRPr lang="en-US" i="1" baseline="-25000" dirty="0"/>
          </a:p>
          <a:p>
            <a:endParaRPr lang="en-US" baseline="-25000" dirty="0"/>
          </a:p>
          <a:p>
            <a:r>
              <a:rPr lang="en-US" dirty="0"/>
              <a:t>If you define the hypothesis class but do not optimize well, you won’t arrive at the appropriate </a:t>
            </a:r>
            <a:r>
              <a:rPr lang="en-US" i="1" dirty="0" err="1"/>
              <a:t>f</a:t>
            </a:r>
            <a:r>
              <a:rPr lang="en-US" i="1" baseline="-25000" dirty="0" err="1"/>
              <a:t>w</a:t>
            </a:r>
            <a:endParaRPr lang="en-US" i="1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68D9BC2-9974-748A-DB60-DB31C6D8E96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88761" y="1872520"/>
            <a:ext cx="5022579" cy="14627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2985442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56D9DF-4820-9093-2EA6-4FF1BD9E02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2E3FA9-158A-FA47-2B74-994323D181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Feature representations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558048F-1F4D-EC90-75CD-739F20311EB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66738" y="1752600"/>
            <a:ext cx="8001000" cy="4322736"/>
          </a:xfrm>
        </p:spPr>
        <p:txBody>
          <a:bodyPr/>
          <a:lstStyle/>
          <a:p>
            <a:r>
              <a:rPr lang="en-US" dirty="0"/>
              <a:t>Having irrelevant or less features will negatively effect learning</a:t>
            </a:r>
          </a:p>
          <a:p>
            <a:endParaRPr lang="en-US" dirty="0"/>
          </a:p>
          <a:p>
            <a:r>
              <a:rPr lang="en-US" dirty="0"/>
              <a:t>In general, having a larger set of relevant features leads to better results</a:t>
            </a:r>
          </a:p>
          <a:p>
            <a:endParaRPr lang="en-US" dirty="0"/>
          </a:p>
          <a:p>
            <a:r>
              <a:rPr lang="en-US" dirty="0"/>
              <a:t>You also need the right representation or hypothesis class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2070507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906875-2A05-1E62-9D3E-C62FF151A4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9AE87A-A154-4413-B36C-540535E79F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Feature types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F113F63-E462-5EF7-7907-477C966EB3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66738" y="1752600"/>
            <a:ext cx="8001000" cy="4322736"/>
          </a:xfrm>
        </p:spPr>
        <p:txBody>
          <a:bodyPr/>
          <a:lstStyle/>
          <a:p>
            <a:r>
              <a:rPr lang="en-US" dirty="0"/>
              <a:t>Different types may require different pre-processing</a:t>
            </a:r>
          </a:p>
          <a:p>
            <a:endParaRPr lang="en-US" dirty="0"/>
          </a:p>
          <a:p>
            <a:r>
              <a:rPr lang="en-US" dirty="0"/>
              <a:t>For example: discretization or normalization</a:t>
            </a:r>
          </a:p>
          <a:p>
            <a:endParaRPr lang="en-US" dirty="0"/>
          </a:p>
          <a:p>
            <a:r>
              <a:rPr lang="en-US" dirty="0"/>
              <a:t>Example tasks</a:t>
            </a:r>
          </a:p>
        </p:txBody>
      </p:sp>
    </p:spTree>
    <p:extLst>
      <p:ext uri="{BB962C8B-B14F-4D97-AF65-F5344CB8AC3E}">
        <p14:creationId xmlns:p14="http://schemas.microsoft.com/office/powerpoint/2010/main" val="72402670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0A385C-B6F8-F215-D9D4-02F7FB37E8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E6C9435-9A0A-031C-4CF2-57BBCB0A255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66737" y="1752599"/>
            <a:ext cx="8008937" cy="4294239"/>
          </a:xfrm>
        </p:spPr>
        <p:txBody>
          <a:bodyPr/>
          <a:lstStyle/>
          <a:p>
            <a:r>
              <a:rPr lang="en-US" dirty="0"/>
              <a:t>Prediction driven by Score: </a:t>
            </a:r>
          </a:p>
          <a:p>
            <a:endParaRPr lang="en-US" dirty="0"/>
          </a:p>
          <a:p>
            <a:r>
              <a:rPr lang="en-US" dirty="0"/>
              <a:t>Linear in </a:t>
            </a:r>
            <a:r>
              <a:rPr lang="en-US" b="1" dirty="0"/>
              <a:t>w</a:t>
            </a:r>
            <a:r>
              <a:rPr lang="en-US" dirty="0"/>
              <a:t>?</a:t>
            </a:r>
          </a:p>
          <a:p>
            <a:r>
              <a:rPr lang="en-US" dirty="0"/>
              <a:t>Linear in </a:t>
            </a:r>
            <a:r>
              <a:rPr lang="en-US" b="1" dirty="0"/>
              <a:t>φ(x)</a:t>
            </a:r>
            <a:r>
              <a:rPr lang="en-US" dirty="0"/>
              <a:t> ?</a:t>
            </a:r>
          </a:p>
          <a:p>
            <a:r>
              <a:rPr lang="en-US" dirty="0"/>
              <a:t>Linear in </a:t>
            </a:r>
            <a:r>
              <a:rPr lang="en-US" b="1" dirty="0"/>
              <a:t>x</a:t>
            </a:r>
            <a:r>
              <a:rPr lang="en-US" dirty="0"/>
              <a:t>?</a:t>
            </a:r>
          </a:p>
          <a:p>
            <a:endParaRPr lang="en-US" dirty="0"/>
          </a:p>
          <a:p>
            <a:r>
              <a:rPr lang="en-US" dirty="0"/>
              <a:t>Linearity leads to optimize the weights efficiently</a:t>
            </a:r>
          </a:p>
          <a:p>
            <a:endParaRPr lang="en-US" dirty="0"/>
          </a:p>
          <a:p>
            <a:r>
              <a:rPr lang="en-US" dirty="0"/>
              <a:t>Non-linearity leads to expressive features 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99E05DD-5CC8-C8D3-4B78-C207050CDCF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67289" y="1752599"/>
            <a:ext cx="1664805" cy="57150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5F08F154-ECD2-D4F3-2EEF-530FF0ED664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71202" y="5475338"/>
            <a:ext cx="3543300" cy="571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823182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8162EA-A2E3-5DD9-5D03-FD07D36FE1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Geometric viewpoint</a:t>
            </a:r>
            <a:endParaRPr lang="en-PK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52B01E4-F1B3-1F71-E7E9-49578110579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φ(x) =[1, x</a:t>
            </a:r>
            <a:r>
              <a:rPr lang="en-US" baseline="-25000" dirty="0"/>
              <a:t>1, </a:t>
            </a:r>
            <a:r>
              <a:rPr lang="en-US" dirty="0"/>
              <a:t>x</a:t>
            </a:r>
            <a:r>
              <a:rPr lang="en-US" baseline="-25000" dirty="0"/>
              <a:t>2</a:t>
            </a:r>
            <a:r>
              <a:rPr lang="en-US" dirty="0"/>
              <a:t>, x</a:t>
            </a:r>
            <a:r>
              <a:rPr lang="en-US" baseline="-25000" dirty="0"/>
              <a:t>1</a:t>
            </a:r>
            <a:r>
              <a:rPr lang="en-US" baseline="30000" dirty="0"/>
              <a:t>2</a:t>
            </a:r>
            <a:r>
              <a:rPr lang="en-US" dirty="0"/>
              <a:t>+x</a:t>
            </a:r>
            <a:r>
              <a:rPr lang="en-US" baseline="-25000" dirty="0"/>
              <a:t>2</a:t>
            </a:r>
            <a:r>
              <a:rPr lang="en-US" baseline="30000" dirty="0"/>
              <a:t>2</a:t>
            </a:r>
            <a:r>
              <a:rPr lang="en-US" dirty="0"/>
              <a:t>]</a:t>
            </a:r>
          </a:p>
          <a:p>
            <a:endParaRPr lang="en-US" baseline="30000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Feature vectors </a:t>
            </a:r>
            <a:r>
              <a:rPr lang="en-US" b="1" dirty="0"/>
              <a:t>φ(x)</a:t>
            </a:r>
            <a:r>
              <a:rPr lang="en-US" dirty="0"/>
              <a:t> include an extra dimension</a:t>
            </a:r>
          </a:p>
          <a:p>
            <a:endParaRPr lang="en-US" dirty="0"/>
          </a:p>
          <a:p>
            <a:r>
              <a:rPr lang="en-US" dirty="0"/>
              <a:t>In this 3D space, a linear predictor (defined by the hyperplane) actually corresponds to the non-linear predictor in the original 2D space</a:t>
            </a:r>
            <a:endParaRPr lang="en-US" baseline="30000" dirty="0"/>
          </a:p>
          <a:p>
            <a:endParaRPr lang="en-PK" baseline="300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92B2160-12FA-A5DD-CE9B-1A3E332CB96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5472" y="1737271"/>
            <a:ext cx="2179195" cy="21489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427280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59EE46-B373-F119-73AD-339C7C638C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E567295-A540-2835-F335-824783B7830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66738" y="1752600"/>
            <a:ext cx="7884088" cy="4220497"/>
          </a:xfrm>
        </p:spPr>
        <p:txBody>
          <a:bodyPr/>
          <a:lstStyle/>
          <a:p>
            <a:pPr marL="114300" indent="0" algn="ctr">
              <a:buNone/>
            </a:pPr>
            <a:endParaRPr lang="en-US" dirty="0"/>
          </a:p>
          <a:p>
            <a:pPr marL="114300" indent="0" algn="ctr">
              <a:buNone/>
            </a:pPr>
            <a:endParaRPr lang="en-US" dirty="0"/>
          </a:p>
          <a:p>
            <a:pPr marL="114300" indent="0" algn="ctr">
              <a:buNone/>
            </a:pPr>
            <a:endParaRPr lang="en-US" dirty="0"/>
          </a:p>
          <a:p>
            <a:pPr marL="114300" indent="0" algn="ctr">
              <a:buNone/>
            </a:pPr>
            <a:r>
              <a:rPr lang="en-US" sz="4000" dirty="0"/>
              <a:t>Neural Networks</a:t>
            </a:r>
          </a:p>
        </p:txBody>
      </p:sp>
    </p:spTree>
    <p:extLst>
      <p:ext uri="{BB962C8B-B14F-4D97-AF65-F5344CB8AC3E}">
        <p14:creationId xmlns:p14="http://schemas.microsoft.com/office/powerpoint/2010/main" val="164466486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FEA155-7BE1-D19E-A33D-7DB37600D2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Learning features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8E9AC36-32C7-7EAD-D1E3-C756AE8BF39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66737" y="1752600"/>
            <a:ext cx="7869339" cy="4279490"/>
          </a:xfrm>
        </p:spPr>
        <p:txBody>
          <a:bodyPr/>
          <a:lstStyle/>
          <a:p>
            <a:endParaRPr lang="en-US" sz="800" dirty="0"/>
          </a:p>
          <a:p>
            <a:r>
              <a:rPr lang="en-US" sz="2000" dirty="0"/>
              <a:t>Sometimes we don’t know what features are good to use</a:t>
            </a:r>
          </a:p>
          <a:p>
            <a:endParaRPr lang="en-US" sz="800" dirty="0"/>
          </a:p>
          <a:p>
            <a:r>
              <a:rPr lang="en-US" sz="2000" dirty="0"/>
              <a:t>Create algorithms that can take crude features and turn them into refined predictions</a:t>
            </a:r>
          </a:p>
          <a:p>
            <a:endParaRPr lang="en-US" sz="800" dirty="0"/>
          </a:p>
          <a:p>
            <a:r>
              <a:rPr lang="en-US" sz="2000" dirty="0"/>
              <a:t>Shift the burden off feature extraction and move it to learning</a:t>
            </a:r>
          </a:p>
          <a:p>
            <a:endParaRPr lang="en-US" sz="800" dirty="0"/>
          </a:p>
          <a:p>
            <a:r>
              <a:rPr lang="en-US" sz="2000" dirty="0"/>
              <a:t>In a sense, neural networks allow one to automatically learn the features</a:t>
            </a:r>
          </a:p>
        </p:txBody>
      </p:sp>
    </p:spTree>
    <p:extLst>
      <p:ext uri="{BB962C8B-B14F-4D97-AF65-F5344CB8AC3E}">
        <p14:creationId xmlns:p14="http://schemas.microsoft.com/office/powerpoint/2010/main" val="3859164169"/>
      </p:ext>
    </p:extLst>
  </p:cSld>
  <p:clrMapOvr>
    <a:masterClrMapping/>
  </p:clrMapOvr>
</p:sld>
</file>

<file path=ppt/theme/theme1.xml><?xml version="1.0" encoding="utf-8"?>
<a:theme xmlns:a="http://schemas.openxmlformats.org/drawingml/2006/main" name="Profile">
  <a:themeElements>
    <a:clrScheme name="Profile 9">
      <a:dk1>
        <a:srgbClr val="000000"/>
      </a:dk1>
      <a:lt1>
        <a:srgbClr val="FFFFFF"/>
      </a:lt1>
      <a:dk2>
        <a:srgbClr val="000000"/>
      </a:dk2>
      <a:lt2>
        <a:srgbClr val="DDDDDD"/>
      </a:lt2>
      <a:accent1>
        <a:srgbClr val="A3B2C1"/>
      </a:accent1>
      <a:accent2>
        <a:srgbClr val="CC0000"/>
      </a:accent2>
      <a:accent3>
        <a:srgbClr val="FFFFFF"/>
      </a:accent3>
      <a:accent4>
        <a:srgbClr val="000000"/>
      </a:accent4>
      <a:accent5>
        <a:srgbClr val="CED5DD"/>
      </a:accent5>
      <a:accent6>
        <a:srgbClr val="B90000"/>
      </a:accent6>
      <a:hlink>
        <a:srgbClr val="336699"/>
      </a:hlink>
      <a:folHlink>
        <a:srgbClr val="003366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309F4C07DA96AA489B47C2DAEE3FF600" ma:contentTypeVersion="3" ma:contentTypeDescription="Create a new document." ma:contentTypeScope="" ma:versionID="141eb740bd562c224194a820cd93de89">
  <xsd:schema xmlns:xsd="http://www.w3.org/2001/XMLSchema" xmlns:xs="http://www.w3.org/2001/XMLSchema" xmlns:p="http://schemas.microsoft.com/office/2006/metadata/properties" xmlns:ns2="2dd40012-8713-4aa0-b95f-644e1bb378dc" targetNamespace="http://schemas.microsoft.com/office/2006/metadata/properties" ma:root="true" ma:fieldsID="9008c3073cad716f14d8acfe17a7b91b" ns2:_="">
    <xsd:import namespace="2dd40012-8713-4aa0-b95f-644e1bb378dc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dd40012-8713-4aa0-b95f-644e1bb378dc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3DA83466-45DD-4381-BD03-C9795A092FA2}"/>
</file>

<file path=customXml/itemProps2.xml><?xml version="1.0" encoding="utf-8"?>
<ds:datastoreItem xmlns:ds="http://schemas.openxmlformats.org/officeDocument/2006/customXml" ds:itemID="{A2FFEE4F-0471-4276-8A03-5B7FDD8C8EDA}"/>
</file>

<file path=customXml/itemProps3.xml><?xml version="1.0" encoding="utf-8"?>
<ds:datastoreItem xmlns:ds="http://schemas.openxmlformats.org/officeDocument/2006/customXml" ds:itemID="{BFE85F7A-BC9A-433D-A6C7-5A7487310D2B}"/>
</file>

<file path=docProps/app.xml><?xml version="1.0" encoding="utf-8"?>
<Properties xmlns="http://schemas.openxmlformats.org/officeDocument/2006/extended-properties" xmlns:vt="http://schemas.openxmlformats.org/officeDocument/2006/docPropsVTypes">
  <TotalTime>238</TotalTime>
  <Words>316</Words>
  <Application>Microsoft Office PowerPoint</Application>
  <PresentationFormat>On-screen Show (4:3)</PresentationFormat>
  <Paragraphs>96</Paragraphs>
  <Slides>14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9" baseType="lpstr">
      <vt:lpstr>Arial</vt:lpstr>
      <vt:lpstr>Noto Sans Symbols</vt:lpstr>
      <vt:lpstr>Times New Roman</vt:lpstr>
      <vt:lpstr>Verdana</vt:lpstr>
      <vt:lpstr>Profile</vt:lpstr>
      <vt:lpstr>Artificial Intelligence</vt:lpstr>
      <vt:lpstr>Learning objectives</vt:lpstr>
      <vt:lpstr>Hypothesis class</vt:lpstr>
      <vt:lpstr>Features</vt:lpstr>
      <vt:lpstr>Feature extraction</vt:lpstr>
      <vt:lpstr>Feature representations</vt:lpstr>
      <vt:lpstr>Features and Hypothesis class</vt:lpstr>
      <vt:lpstr>Feature extraction + learning</vt:lpstr>
      <vt:lpstr>Feature representations</vt:lpstr>
      <vt:lpstr>Feature types</vt:lpstr>
      <vt:lpstr>PowerPoint Presentation</vt:lpstr>
      <vt:lpstr>Geometric viewpoint</vt:lpstr>
      <vt:lpstr>PowerPoint Presentation</vt:lpstr>
      <vt:lpstr>Learning features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Onaiza Maqbool</cp:lastModifiedBy>
  <cp:revision>10</cp:revision>
  <cp:lastPrinted>2025-10-02T08:35:56Z</cp:lastPrinted>
  <dcterms:created xsi:type="dcterms:W3CDTF">1601-01-01T00:00:00Z</dcterms:created>
  <dcterms:modified xsi:type="dcterms:W3CDTF">2025-10-03T09:27:46Z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0x010100309F4C07DA96AA489B47C2DAEE3FF600</vt:lpwstr>
  </property>
</Properties>
</file>