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7sGfIP5bVGbRR6Z6RDmSt7v5e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Lecture # 5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loss minimization and 0-1 loss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Learn basic concepts of linear regression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Loss Minimization</a:t>
            </a:r>
            <a:endParaRPr/>
          </a:p>
        </p:txBody>
      </p:sp>
      <p:sp>
        <p:nvSpPr>
          <p:cNvPr id="96" name="Google Shape;96;p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learner in this framework is an algorithm, which is learning the weights of the function</a:t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8805" y="2126619"/>
            <a:ext cx="4331052" cy="2604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Role of Optimization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Through the loss minimization framework, learning is cast as an optimization problem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How to find weights to reduce (minimize) the loss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Why can’t we have zero loss?</a:t>
            </a: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7947" y="2030086"/>
            <a:ext cx="5178582" cy="1186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Defining loss – The Loss function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885" y="2540063"/>
            <a:ext cx="7516579" cy="177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Score</a:t>
            </a:r>
            <a:endParaRPr/>
          </a:p>
        </p:txBody>
      </p:sp>
      <p:sp>
        <p:nvSpPr>
          <p:cNvPr id="117" name="Google Shape;117;p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Correct label y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Predicted label y`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Score can be both positive or negative, correct?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Which is better?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870" y="2723386"/>
            <a:ext cx="7145719" cy="1485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Margin</a:t>
            </a:r>
            <a:endParaRPr/>
          </a:p>
        </p:txBody>
      </p:sp>
      <p:sp>
        <p:nvSpPr>
          <p:cNvPr id="124" name="Google Shape;124;p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Margin can be both positive or negative, correct?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Which is better?</a:t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513" y="2011327"/>
            <a:ext cx="7004974" cy="141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Zero-one Loss in Binary classification</a:t>
            </a:r>
            <a:endParaRPr/>
          </a:p>
        </p:txBody>
      </p:sp>
      <p:sp>
        <p:nvSpPr>
          <p:cNvPr id="131" name="Google Shape;131;p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Called zero-one because its zero if mistake was not made, and one if it was</a:t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2969" y="2185262"/>
            <a:ext cx="4172499" cy="2136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What would the zero-one loss function look like as a graph?</a:t>
            </a:r>
            <a:endParaRPr dirty="0"/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7237" y="2650210"/>
            <a:ext cx="4069525" cy="2574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Linear Regression</a:t>
            </a:r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Discovered in the early 1800s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Design decisions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What is the predictor? (hypothesis class)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How good is the predictor? (Loss)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How do we find/compute the best predictor (optimization)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46" name="Google Shape;14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5597" y="3837303"/>
            <a:ext cx="7032491" cy="2182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11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x	y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1	1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2	3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4	3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Recall that y here is a real number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So			  represents the answer or prediction</a:t>
            </a:r>
            <a:endParaRPr dirty="0"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8641" y="1752600"/>
            <a:ext cx="3393067" cy="2040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8581" y="4526274"/>
            <a:ext cx="1970887" cy="44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Residual</a:t>
            </a: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3877" y="1798051"/>
            <a:ext cx="5422596" cy="255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779" y="4354122"/>
            <a:ext cx="7740442" cy="1502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Squared Loss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69" name="Google Shape;16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4504" y="2076774"/>
            <a:ext cx="5114992" cy="185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0E2974-E451-4D52-9F22-2C185E4878E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AC3328B-FBAB-4A0A-AF6D-6BD1A02216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874A5B-8299-45DD-ADC8-A35BF3A42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d40012-8713-4aa0-b95f-644e1bb378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228</Words>
  <Application>Microsoft Office PowerPoint</Application>
  <PresentationFormat>On-screen Show (4:3)</PresentationFormat>
  <Paragraphs>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Loss Minimization</vt:lpstr>
      <vt:lpstr>Role of Optimization</vt:lpstr>
      <vt:lpstr>Defining loss – The Loss function</vt:lpstr>
      <vt:lpstr>Score</vt:lpstr>
      <vt:lpstr>Margin</vt:lpstr>
      <vt:lpstr>Zero-one Loss in Binary classification</vt:lpstr>
      <vt:lpstr>PowerPoint Presentation</vt:lpstr>
      <vt:lpstr>Linear Regression</vt:lpstr>
      <vt:lpstr>PowerPoint Presentation</vt:lpstr>
      <vt:lpstr>Residual</vt:lpstr>
      <vt:lpstr>Squared Loss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cp:lastModifiedBy>Saqib Bedar</cp:lastModifiedBy>
  <cp:revision>1</cp:revision>
  <dcterms:created xsi:type="dcterms:W3CDTF">1601-01-01T00:00:00Z</dcterms:created>
  <dcterms:modified xsi:type="dcterms:W3CDTF">2025-11-09T18:56:10Z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