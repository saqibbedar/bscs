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5" r:id="rId4"/>
    <p:sldId id="266" r:id="rId5"/>
    <p:sldId id="257" r:id="rId6"/>
    <p:sldId id="264" r:id="rId7"/>
    <p:sldId id="268" r:id="rId8"/>
    <p:sldId id="269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91627-5AFE-4375-88E7-FCEA89ECF923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316FE-C1F7-445A-B21D-377EF6CA57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60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16FE-C1F7-445A-B21D-377EF6CA571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84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16FE-C1F7-445A-B21D-377EF6CA571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03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72AA-B61D-C54A-F61B-9BA49309E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3DA9A-66FC-208B-A714-12931A6C6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95822-D65C-22B4-F8BC-423ED356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66D4E-62C9-9273-F307-15AD11E4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162C9-CF50-21A4-7B19-5E2667E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85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2FAB-0524-6ED3-6558-13C7390C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C06B-7872-0AB8-C6C4-CA41C48CA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943D9-AAF2-3A2F-E426-6E77F61F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F297-62CF-4351-207F-36CFC220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6920D-22A4-99FB-58DB-EA4EAA19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3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648C-0552-0054-146B-ED3E2DAA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0C2AE-4BA6-2A16-4C09-A72A8BACB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8F0D-260F-0873-C2D3-1F177E2F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6418-99F7-E8C9-E093-C861E339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776F-31EB-3DF2-968B-23A67D38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41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3B15-989A-52DF-5C32-7D8EBD61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7D0F-1F3E-B9F3-C835-82DC91DA2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25EFF-BC17-71AD-7ACE-E44D9C627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90368-6783-4DE3-C370-D261A075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1D7A9-9156-1781-6662-465D8786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68EFB-3AF3-FB5F-3907-5D40098F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55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2587-9C8D-07D5-3AF3-213CBBC8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E5DA6-CC38-467B-3F70-60E52F28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9FE2E-10C4-FD49-EF90-A5289E671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209EC-A4C5-6837-96B2-6E7207355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2233C-4BDD-40CC-8951-562CEB88D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7CDC6-125E-1D91-5D81-B10F80C1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E8AB93-AB1A-B33C-12B8-1BE39A5C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FA0A4-E026-5BE3-8812-EBE876E1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05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6C71-F7C5-8B30-73EA-70C0FA9F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866D0-1D96-43A1-3EE6-749D454B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7E2A2-7C19-5A7E-1509-7FC5D1F5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721CB-6F83-E192-5743-6AD4702F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70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110C0-2907-4974-DA79-233120AA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42081-2CD2-025C-CD2C-457A3FF3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2F680-DCA9-121C-0A81-BD5460B1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00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C536-4B5F-40AC-071D-08654F88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FA7B6-574F-551C-DD0A-56B74FE09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E0771-2C01-7005-61D8-E571C3D73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2A888-7B1C-8C53-9485-323E3A37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AAD84-3DB3-715B-8BEF-F18E93A7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85408-4881-4E96-E5ED-F4C3BDE6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2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5546-7FD0-EB5E-5862-CF3FA993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C059C-578B-F6C0-71AC-5AB545C23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C92C-7AC7-3EA3-4A38-9F3095A52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E60C6-AE09-3037-BA1F-74F3A424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0A808-13F8-321E-19D2-8D609298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4C579-3402-C713-D087-4A5F7DD6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52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CDBD-E719-9D31-91B9-08E1B611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9002D-EFBF-EE2F-056F-F77A79D96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641B-FC9C-3FF9-1153-193EADBA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37C9C-5CAE-28AD-5F6B-F45B7519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1106-05D3-4352-246C-434FEC4E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5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67B42-7D04-9DE9-61CD-00783FA42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DB1B3-0128-C4DD-BCF0-B7810E0D0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1ECE9-A9E0-05EA-1FDE-9039F113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111AE-831C-D65B-2F21-B55CC08F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71386-6585-0497-C104-56E968E3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44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C3F78-8A6E-7E3D-99AA-3018D355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C0DB4-D811-2803-2808-D3149E034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D4CE-D829-CADC-0DB7-93B7BDE03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863D9-D8FC-4CB5-9CBB-F5255BC4D34C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A6FF-23FE-E517-EEBF-901F06122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1CC9-19D9-439C-0583-EB5229349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9BA2F-7557-4D53-A86F-FF0CE9EF60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6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06B8B865-402A-0DC3-474A-8C730B3FC998}"/>
              </a:ext>
            </a:extLst>
          </p:cNvPr>
          <p:cNvGrpSpPr/>
          <p:nvPr/>
        </p:nvGrpSpPr>
        <p:grpSpPr>
          <a:xfrm>
            <a:off x="-790745" y="2396956"/>
            <a:ext cx="9535885" cy="2448360"/>
            <a:chOff x="1328056" y="2580097"/>
            <a:chExt cx="9535885" cy="2448360"/>
          </a:xfrm>
        </p:grpSpPr>
        <p:sp>
          <p:nvSpPr>
            <p:cNvPr id="30" name="Text Box 4">
              <a:extLst>
                <a:ext uri="{FF2B5EF4-FFF2-40B4-BE49-F238E27FC236}">
                  <a16:creationId xmlns:a16="http://schemas.microsoft.com/office/drawing/2014/main" id="{FCE6A9CB-17DF-DDC8-725D-A1CB43C2AEAF}"/>
                </a:ext>
              </a:extLst>
            </p:cNvPr>
            <p:cNvSpPr txBox="1"/>
            <p:nvPr/>
          </p:nvSpPr>
          <p:spPr>
            <a:xfrm>
              <a:off x="1328056" y="2580097"/>
              <a:ext cx="9535885" cy="136053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6000" b="1" kern="100" dirty="0">
                  <a:solidFill>
                    <a:srgbClr val="7030A0"/>
                  </a:solidFill>
                  <a:effectLst/>
                  <a:latin typeface="Aharoni" panose="02010803020104030203" pitchFamily="2" charset="-79"/>
                  <a:ea typeface="Times New Roman" panose="02020603050405020304" pitchFamily="18" charset="0"/>
                  <a:cs typeface="Times New Roman" panose="02020603050405020304" pitchFamily="18" charset="0"/>
                </a:rPr>
                <a:t>PixelPerfection AI</a:t>
              </a:r>
              <a:endParaRPr lang="en-GB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kern="100" dirty="0">
                  <a:solidFill>
                    <a:srgbClr val="262626"/>
                  </a:solidFill>
                  <a:effectLst/>
                  <a:latin typeface="Aharoni" panose="02010803020104030203" pitchFamily="2" charset="-79"/>
                  <a:ea typeface="Times New Roman" panose="02020603050405020304" pitchFamily="18" charset="0"/>
                  <a:cs typeface="Times New Roman" panose="02020603050405020304" pitchFamily="18" charset="0"/>
                </a:rPr>
                <a:t>Transform Pixels, Illuminate Moments</a:t>
              </a:r>
              <a:endParaRPr lang="en-GB" sz="2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5A0A5D52-9AF6-2746-6263-39BDEB24A893}"/>
                </a:ext>
              </a:extLst>
            </p:cNvPr>
            <p:cNvSpPr/>
            <p:nvPr/>
          </p:nvSpPr>
          <p:spPr>
            <a:xfrm rot="21438936">
              <a:off x="2662359" y="4112272"/>
              <a:ext cx="7351327" cy="916185"/>
            </a:xfrm>
            <a:prstGeom prst="arc">
              <a:avLst>
                <a:gd name="adj1" fmla="val 11202232"/>
                <a:gd name="adj2" fmla="val 21122793"/>
              </a:avLst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865FB50-ED79-BF42-9C20-3899D6AB02E6}"/>
              </a:ext>
            </a:extLst>
          </p:cNvPr>
          <p:cNvGrpSpPr/>
          <p:nvPr/>
        </p:nvGrpSpPr>
        <p:grpSpPr>
          <a:xfrm>
            <a:off x="7676351" y="388257"/>
            <a:ext cx="3857539" cy="6081485"/>
            <a:chOff x="7941648" y="1000030"/>
            <a:chExt cx="3144402" cy="54480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C92EF7-AC86-BB71-C286-3F2642CD3990}"/>
                </a:ext>
              </a:extLst>
            </p:cNvPr>
            <p:cNvGrpSpPr/>
            <p:nvPr/>
          </p:nvGrpSpPr>
          <p:grpSpPr>
            <a:xfrm>
              <a:off x="7941648" y="1000030"/>
              <a:ext cx="3144402" cy="5448011"/>
              <a:chOff x="7816165" y="253892"/>
              <a:chExt cx="3736287" cy="6350215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B8A391C-1F27-7628-E071-416E2A3B9EA9}"/>
                  </a:ext>
                </a:extLst>
              </p:cNvPr>
              <p:cNvGrpSpPr/>
              <p:nvPr/>
            </p:nvGrpSpPr>
            <p:grpSpPr>
              <a:xfrm>
                <a:off x="7816165" y="253892"/>
                <a:ext cx="3736287" cy="6350215"/>
                <a:chOff x="4225482" y="99558"/>
                <a:chExt cx="3736287" cy="635021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EBEDA2F-D551-7C2B-6C46-DCA665AC2455}"/>
                    </a:ext>
                  </a:extLst>
                </p:cNvPr>
                <p:cNvGrpSpPr/>
                <p:nvPr/>
              </p:nvGrpSpPr>
              <p:grpSpPr>
                <a:xfrm>
                  <a:off x="4225482" y="99558"/>
                  <a:ext cx="3736287" cy="6350215"/>
                  <a:chOff x="0" y="0"/>
                  <a:chExt cx="3829050" cy="6457950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8AB56E34-7425-E054-0153-A06E883B64BB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3829050" cy="6457950"/>
                    <a:chOff x="0" y="0"/>
                    <a:chExt cx="3829050" cy="6457950"/>
                  </a:xfrm>
                </p:grpSpPr>
                <p:sp>
                  <p:nvSpPr>
                    <p:cNvPr id="36" name="Rectangle: Rounded Corners 35">
                      <a:extLst>
                        <a:ext uri="{FF2B5EF4-FFF2-40B4-BE49-F238E27FC236}">
                          <a16:creationId xmlns:a16="http://schemas.microsoft.com/office/drawing/2014/main" id="{9DF61914-841C-DBFD-D6ED-E8F1E7FBFF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829050" cy="6457950"/>
                    </a:xfrm>
                    <a:prstGeom prst="roundRect">
                      <a:avLst>
                        <a:gd name="adj" fmla="val 9235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0CE9B4B0-5B13-8D8F-EE77-018490678A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1144" y="5864772"/>
                      <a:ext cx="504825" cy="485775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" name="Rectangle 8">
                      <a:extLst>
                        <a:ext uri="{FF2B5EF4-FFF2-40B4-BE49-F238E27FC236}">
                          <a16:creationId xmlns:a16="http://schemas.microsoft.com/office/drawing/2014/main" id="{29297E1B-DD0A-069D-155B-7DF7B336F4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482" y="614855"/>
                      <a:ext cx="3419475" cy="5162550"/>
                    </a:xfrm>
                    <a:prstGeom prst="roundRect">
                      <a:avLst>
                        <a:gd name="adj" fmla="val 2289"/>
                      </a:avLst>
                    </a:prstGeom>
                    <a:noFill/>
                    <a:ln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0499C565-D935-C9E9-44C9-AEDE459D4C76}"/>
                      </a:ext>
                    </a:extLst>
                  </p:cNvPr>
                  <p:cNvSpPr/>
                  <p:nvPr/>
                </p:nvSpPr>
                <p:spPr>
                  <a:xfrm>
                    <a:off x="1529255" y="236483"/>
                    <a:ext cx="790575" cy="104775"/>
                  </a:xfrm>
                  <a:prstGeom prst="roundRect">
                    <a:avLst>
                      <a:gd name="adj" fmla="val 48667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2D9449B-E5EF-8ADA-BE4B-3FB6B9EF747A}"/>
                    </a:ext>
                  </a:extLst>
                </p:cNvPr>
                <p:cNvGrpSpPr/>
                <p:nvPr/>
              </p:nvGrpSpPr>
              <p:grpSpPr>
                <a:xfrm>
                  <a:off x="4514155" y="814911"/>
                  <a:ext cx="3289177" cy="4678634"/>
                  <a:chOff x="0" y="0"/>
                  <a:chExt cx="3289300" cy="4678878"/>
                </a:xfrm>
              </p:grpSpPr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C9373708-52EB-1FE3-0435-F63178AF18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0" y="393405"/>
                    <a:ext cx="3289300" cy="3289300"/>
                  </a:xfrm>
                  <a:prstGeom prst="rect">
                    <a:avLst/>
                  </a:prstGeom>
                </p:spPr>
              </p:pic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22C39180-05B8-EC48-2C77-6AF874BF3CAF}"/>
                      </a:ext>
                    </a:extLst>
                  </p:cNvPr>
                  <p:cNvCxnSpPr/>
                  <p:nvPr/>
                </p:nvCxnSpPr>
                <p:spPr>
                  <a:xfrm>
                    <a:off x="213980" y="2835349"/>
                    <a:ext cx="2850012" cy="0"/>
                  </a:xfrm>
                  <a:prstGeom prst="line">
                    <a:avLst/>
                  </a:prstGeom>
                  <a:ln w="57150">
                    <a:solidFill>
                      <a:srgbClr val="00B050"/>
                    </a:solidFill>
                  </a:ln>
                  <a:effectLst>
                    <a:glow rad="127000">
                      <a:srgbClr val="00B050">
                        <a:alpha val="0"/>
                      </a:srgbClr>
                    </a:glow>
                    <a:outerShdw blurRad="76200" algn="ctr" rotWithShape="0">
                      <a:srgbClr val="00B050">
                        <a:alpha val="98000"/>
                      </a:srgbClr>
                    </a:outerShdw>
                    <a:reflection blurRad="546100" stA="47000" endPos="90000" dir="5400000" sy="-100000" algn="bl" rotWithShape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Text Box 42">
                    <a:extLst>
                      <a:ext uri="{FF2B5EF4-FFF2-40B4-BE49-F238E27FC236}">
                        <a16:creationId xmlns:a16="http://schemas.microsoft.com/office/drawing/2014/main" id="{D286816E-7B78-6C2B-AAB4-4D3D21F0F8DB}"/>
                      </a:ext>
                    </a:extLst>
                  </p:cNvPr>
                  <p:cNvSpPr txBox="1"/>
                  <p:nvPr/>
                </p:nvSpPr>
                <p:spPr>
                  <a:xfrm>
                    <a:off x="337300" y="0"/>
                    <a:ext cx="2941536" cy="428371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22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a:t>PixelPerfection</a:t>
                    </a:r>
                    <a:endParaRPr lang="en-GB" sz="1100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24" name="Graphic 43" descr="Ringer with solid fill">
                    <a:extLst>
                      <a:ext uri="{FF2B5EF4-FFF2-40B4-BE49-F238E27FC236}">
                        <a16:creationId xmlns:a16="http://schemas.microsoft.com/office/drawing/2014/main" id="{4F5E13EE-7780-7647-6DD6-58DE2FB3B1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02688" y="116958"/>
                    <a:ext cx="279400" cy="254635"/>
                  </a:xfrm>
                  <a:prstGeom prst="rect">
                    <a:avLst/>
                  </a:prstGeom>
                </p:spPr>
              </p:pic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66AC8E57-E711-112E-D942-1025EFE71D3E}"/>
                      </a:ext>
                    </a:extLst>
                  </p:cNvPr>
                  <p:cNvGrpSpPr/>
                  <p:nvPr/>
                </p:nvGrpSpPr>
                <p:grpSpPr>
                  <a:xfrm>
                    <a:off x="180753" y="3657600"/>
                    <a:ext cx="2882380" cy="1021278"/>
                    <a:chOff x="0" y="0"/>
                    <a:chExt cx="3128010" cy="1009179"/>
                  </a:xfrm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894C7D81-367A-3240-A673-A334C510C5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3128010" cy="462915"/>
                      <a:chOff x="0" y="0"/>
                      <a:chExt cx="3128010" cy="462915"/>
                    </a:xfrm>
                  </p:grpSpPr>
                  <p:sp>
                    <p:nvSpPr>
                      <p:cNvPr id="32" name="Rectangle: Rounded Corners 31">
                        <a:extLst>
                          <a:ext uri="{FF2B5EF4-FFF2-40B4-BE49-F238E27FC236}">
                            <a16:creationId xmlns:a16="http://schemas.microsoft.com/office/drawing/2014/main" id="{10090F72-6277-501F-2938-89123F100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rgbClr val="7030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1100" kern="1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33" name="Text Box 42">
                        <a:extLst>
                          <a:ext uri="{FF2B5EF4-FFF2-40B4-BE49-F238E27FC236}">
                            <a16:creationId xmlns:a16="http://schemas.microsoft.com/office/drawing/2014/main" id="{44E4A3EE-4626-88AB-2A2D-6B9993CC6F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5019" y="11875"/>
                        <a:ext cx="1957632" cy="39188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Upscaling…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34CEC65E-9BBE-D585-8D0D-8FD441F640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46264"/>
                      <a:ext cx="3128010" cy="462915"/>
                      <a:chOff x="0" y="0"/>
                      <a:chExt cx="3128010" cy="462915"/>
                    </a:xfrm>
                  </p:grpSpPr>
                  <p:sp>
                    <p:nvSpPr>
                      <p:cNvPr id="29" name="Rectangle: Rounded Corners 28">
                        <a:extLst>
                          <a:ext uri="{FF2B5EF4-FFF2-40B4-BE49-F238E27FC236}">
                            <a16:creationId xmlns:a16="http://schemas.microsoft.com/office/drawing/2014/main" id="{F4EE243F-2D97-EACB-9588-2745A499C9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1" name="Text Box 42">
                        <a:extLst>
                          <a:ext uri="{FF2B5EF4-FFF2-40B4-BE49-F238E27FC236}">
                            <a16:creationId xmlns:a16="http://schemas.microsoft.com/office/drawing/2014/main" id="{2683EEA3-A686-E6B0-2E31-CAA90B45F9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5019" y="11876"/>
                        <a:ext cx="1957632" cy="39188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23%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  <p:pic>
                <p:nvPicPr>
                  <p:cNvPr id="26" name="Graphic 48" descr="Magnifying glass with solid fill">
                    <a:extLst>
                      <a:ext uri="{FF2B5EF4-FFF2-40B4-BE49-F238E27FC236}">
                        <a16:creationId xmlns:a16="http://schemas.microsoft.com/office/drawing/2014/main" id="{26916FC1-8900-66B6-EC2D-A8A35E313C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36874" y="148856"/>
                    <a:ext cx="212090" cy="21209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A9E3249-778C-BE3C-F764-44BD5CCC1299}"/>
                  </a:ext>
                </a:extLst>
              </p:cNvPr>
              <p:cNvGrpSpPr/>
              <p:nvPr/>
            </p:nvGrpSpPr>
            <p:grpSpPr>
              <a:xfrm>
                <a:off x="8172450" y="1118093"/>
                <a:ext cx="269675" cy="158627"/>
                <a:chOff x="8373110" y="6126480"/>
                <a:chExt cx="252095" cy="238125"/>
              </a:xfrm>
            </p:grpSpPr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C3114931-6E77-0C89-FE08-243BC34A60CC}"/>
                    </a:ext>
                  </a:extLst>
                </p:cNvPr>
                <p:cNvCxnSpPr/>
                <p:nvPr/>
              </p:nvCxnSpPr>
              <p:spPr>
                <a:xfrm>
                  <a:off x="8373110" y="61264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C3A177-05EC-CCA9-BA64-7C2DA116611C}"/>
                    </a:ext>
                  </a:extLst>
                </p:cNvPr>
                <p:cNvCxnSpPr/>
                <p:nvPr/>
              </p:nvCxnSpPr>
              <p:spPr>
                <a:xfrm>
                  <a:off x="8373110" y="62407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0D3C3613-704C-CB18-FED4-2C2D2F56CA8B}"/>
                    </a:ext>
                  </a:extLst>
                </p:cNvPr>
                <p:cNvCxnSpPr/>
                <p:nvPr/>
              </p:nvCxnSpPr>
              <p:spPr>
                <a:xfrm>
                  <a:off x="8373110" y="6364605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B6E4A3E-3820-2FAC-5177-C89FC1E2166F}"/>
                </a:ext>
              </a:extLst>
            </p:cNvPr>
            <p:cNvSpPr/>
            <p:nvPr/>
          </p:nvSpPr>
          <p:spPr>
            <a:xfrm>
              <a:off x="8342534" y="5232970"/>
              <a:ext cx="1249142" cy="387796"/>
            </a:xfrm>
            <a:prstGeom prst="roundRect">
              <a:avLst/>
            </a:prstGeom>
            <a:gradFill>
              <a:gsLst>
                <a:gs pos="0">
                  <a:srgbClr val="00B050"/>
                </a:gs>
                <a:gs pos="49000">
                  <a:srgbClr val="00B050"/>
                </a:gs>
                <a:gs pos="9300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6704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B462-9BC5-D400-3FAF-EEA059F39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482" y="478970"/>
            <a:ext cx="9144000" cy="882877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Outlines:</a:t>
            </a:r>
            <a:endParaRPr lang="en-GB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7934E-75FE-EBC8-3DA7-C5130FE61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692" y="1687581"/>
            <a:ext cx="10078387" cy="324418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Web App – Features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Architecture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choose PixelPerfection AI?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Strategy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Us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05637D-1989-599A-2FFD-04484D2E8879}"/>
              </a:ext>
            </a:extLst>
          </p:cNvPr>
          <p:cNvCxnSpPr>
            <a:cxnSpLocks/>
          </p:cNvCxnSpPr>
          <p:nvPr/>
        </p:nvCxnSpPr>
        <p:spPr>
          <a:xfrm>
            <a:off x="975692" y="1361847"/>
            <a:ext cx="109661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75248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B462-9BC5-D400-3FAF-EEA059F39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005" y="479666"/>
            <a:ext cx="8579371" cy="882877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Our Web App</a:t>
            </a:r>
            <a:endParaRPr lang="en-GB" sz="4400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05637D-1989-599A-2FFD-04484D2E8879}"/>
              </a:ext>
            </a:extLst>
          </p:cNvPr>
          <p:cNvCxnSpPr>
            <a:cxnSpLocks/>
          </p:cNvCxnSpPr>
          <p:nvPr/>
        </p:nvCxnSpPr>
        <p:spPr>
          <a:xfrm>
            <a:off x="911306" y="1362543"/>
            <a:ext cx="1107369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90523F-64EF-1113-1059-476095586000}"/>
              </a:ext>
            </a:extLst>
          </p:cNvPr>
          <p:cNvSpPr txBox="1"/>
          <p:nvPr/>
        </p:nvSpPr>
        <p:spPr>
          <a:xfrm>
            <a:off x="752005" y="1678898"/>
            <a:ext cx="10687987" cy="4054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Our Mobile app, PixelPerfection AI, is a one-step solution to your low-quality images, it will transform the pixels and give life to your low-quality images by using AI algorithms, powered by OpenAI API keys and other AI technologies. </a:t>
            </a:r>
          </a:p>
          <a:p>
            <a:pPr algn="ctr"/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Application Features: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en-GB" sz="2800" b="1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Upscaling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User-Friendly Interface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Downloadable Output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Privacy Assurance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2714144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B462-9BC5-D400-3FAF-EEA059F39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6312" y="59959"/>
            <a:ext cx="8579371" cy="882877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Architecture</a:t>
            </a:r>
            <a:endParaRPr lang="en-GB" sz="4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05637D-1989-599A-2FFD-04484D2E8879}"/>
              </a:ext>
            </a:extLst>
          </p:cNvPr>
          <p:cNvCxnSpPr>
            <a:cxnSpLocks/>
          </p:cNvCxnSpPr>
          <p:nvPr/>
        </p:nvCxnSpPr>
        <p:spPr>
          <a:xfrm>
            <a:off x="1948721" y="949550"/>
            <a:ext cx="1107369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AA1693E2-35A0-E964-8077-5EE157197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772" y="1268773"/>
            <a:ext cx="9580449" cy="5236958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56132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450B29BE-3471-1DAB-7313-1DB929CF0971}"/>
              </a:ext>
            </a:extLst>
          </p:cNvPr>
          <p:cNvGrpSpPr/>
          <p:nvPr/>
        </p:nvGrpSpPr>
        <p:grpSpPr>
          <a:xfrm>
            <a:off x="4523799" y="1027739"/>
            <a:ext cx="3144402" cy="5448011"/>
            <a:chOff x="7816165" y="253892"/>
            <a:chExt cx="3736287" cy="63502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BBE8764-B0DB-4DA1-61EF-D78817FBB416}"/>
                </a:ext>
              </a:extLst>
            </p:cNvPr>
            <p:cNvGrpSpPr/>
            <p:nvPr/>
          </p:nvGrpSpPr>
          <p:grpSpPr>
            <a:xfrm>
              <a:off x="7816165" y="253892"/>
              <a:ext cx="3736287" cy="6350215"/>
              <a:chOff x="4225482" y="99558"/>
              <a:chExt cx="3736287" cy="6350215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59F39AF-8327-2034-6D7D-9F30EDF86DCE}"/>
                  </a:ext>
                </a:extLst>
              </p:cNvPr>
              <p:cNvGrpSpPr/>
              <p:nvPr/>
            </p:nvGrpSpPr>
            <p:grpSpPr>
              <a:xfrm>
                <a:off x="4225482" y="99558"/>
                <a:ext cx="3736287" cy="6350215"/>
                <a:chOff x="0" y="0"/>
                <a:chExt cx="3829050" cy="6457950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8F09B825-297B-1797-FDD3-7B2315EB4107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3829050" cy="6457950"/>
                  <a:chOff x="0" y="0"/>
                  <a:chExt cx="3829050" cy="6457950"/>
                </a:xfrm>
              </p:grpSpPr>
              <p:sp>
                <p:nvSpPr>
                  <p:cNvPr id="71" name="Rectangle: Rounded Corners 70">
                    <a:extLst>
                      <a:ext uri="{FF2B5EF4-FFF2-40B4-BE49-F238E27FC236}">
                        <a16:creationId xmlns:a16="http://schemas.microsoft.com/office/drawing/2014/main" id="{59B44410-91F0-2B28-C3B8-A905F196621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829050" cy="6457950"/>
                  </a:xfrm>
                  <a:prstGeom prst="roundRect">
                    <a:avLst>
                      <a:gd name="adj" fmla="val 9235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F07C088B-5CCF-51A6-532C-6DD5D2813E10}"/>
                      </a:ext>
                    </a:extLst>
                  </p:cNvPr>
                  <p:cNvSpPr/>
                  <p:nvPr/>
                </p:nvSpPr>
                <p:spPr>
                  <a:xfrm>
                    <a:off x="1671144" y="5864772"/>
                    <a:ext cx="504825" cy="485775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73" name="Rectangle 8">
                    <a:extLst>
                      <a:ext uri="{FF2B5EF4-FFF2-40B4-BE49-F238E27FC236}">
                        <a16:creationId xmlns:a16="http://schemas.microsoft.com/office/drawing/2014/main" id="{8350D4F1-C530-28E5-8A15-9D1D02554AB0}"/>
                      </a:ext>
                    </a:extLst>
                  </p:cNvPr>
                  <p:cNvSpPr/>
                  <p:nvPr/>
                </p:nvSpPr>
                <p:spPr>
                  <a:xfrm>
                    <a:off x="236482" y="614855"/>
                    <a:ext cx="3419475" cy="5162550"/>
                  </a:xfrm>
                  <a:prstGeom prst="roundRect">
                    <a:avLst>
                      <a:gd name="adj" fmla="val 2289"/>
                    </a:avLst>
                  </a:prstGeom>
                  <a:noFill/>
                  <a:ln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B85C47E3-13FB-ADE5-DB85-0CDDDF7F0DB2}"/>
                    </a:ext>
                  </a:extLst>
                </p:cNvPr>
                <p:cNvSpPr/>
                <p:nvPr/>
              </p:nvSpPr>
              <p:spPr>
                <a:xfrm>
                  <a:off x="1529255" y="236483"/>
                  <a:ext cx="790575" cy="104775"/>
                </a:xfrm>
                <a:prstGeom prst="roundRect">
                  <a:avLst>
                    <a:gd name="adj" fmla="val 48667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1B75384-BBD7-647C-F7B2-3ACF3B864322}"/>
                  </a:ext>
                </a:extLst>
              </p:cNvPr>
              <p:cNvGrpSpPr/>
              <p:nvPr/>
            </p:nvGrpSpPr>
            <p:grpSpPr>
              <a:xfrm>
                <a:off x="4514155" y="789420"/>
                <a:ext cx="3289177" cy="4704125"/>
                <a:chOff x="0" y="-25492"/>
                <a:chExt cx="3289300" cy="4704370"/>
              </a:xfrm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CF20641D-7241-F38E-C3D2-A154481C6F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393405"/>
                  <a:ext cx="3289300" cy="3289300"/>
                </a:xfrm>
                <a:prstGeom prst="rect">
                  <a:avLst/>
                </a:prstGeom>
              </p:spPr>
            </p:pic>
            <p:sp>
              <p:nvSpPr>
                <p:cNvPr id="59" name="Text Box 42">
                  <a:extLst>
                    <a:ext uri="{FF2B5EF4-FFF2-40B4-BE49-F238E27FC236}">
                      <a16:creationId xmlns:a16="http://schemas.microsoft.com/office/drawing/2014/main" id="{F31F1803-F4D5-993F-E395-DB050C6D65D4}"/>
                    </a:ext>
                  </a:extLst>
                </p:cNvPr>
                <p:cNvSpPr txBox="1"/>
                <p:nvPr/>
              </p:nvSpPr>
              <p:spPr>
                <a:xfrm>
                  <a:off x="337300" y="-25492"/>
                  <a:ext cx="2941536" cy="42837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GB" sz="2200" b="1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Calibri" panose="020F0502020204030204" pitchFamily="34" charset="0"/>
                    </a:rPr>
                    <a:t>PixelPerfection</a:t>
                  </a:r>
                  <a:endParaRPr lang="en-GB" sz="11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60" name="Graphic 43" descr="Ringer with solid fill">
                  <a:extLst>
                    <a:ext uri="{FF2B5EF4-FFF2-40B4-BE49-F238E27FC236}">
                      <a16:creationId xmlns:a16="http://schemas.microsoft.com/office/drawing/2014/main" id="{C7E84260-E445-515A-F6DD-3FE39E88D9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23431" y="106312"/>
                  <a:ext cx="279400" cy="254634"/>
                </a:xfrm>
                <a:prstGeom prst="rect">
                  <a:avLst/>
                </a:prstGeom>
              </p:spPr>
            </p:pic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E9A5893A-ECA5-A3EA-3A61-5C27CAC4B9E3}"/>
                    </a:ext>
                  </a:extLst>
                </p:cNvPr>
                <p:cNvGrpSpPr/>
                <p:nvPr/>
              </p:nvGrpSpPr>
              <p:grpSpPr>
                <a:xfrm>
                  <a:off x="180753" y="3639809"/>
                  <a:ext cx="2882380" cy="1039069"/>
                  <a:chOff x="0" y="-17580"/>
                  <a:chExt cx="3128010" cy="1026759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A37ED3C-8932-4D5D-1BEE-B8F9897C128B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-17580"/>
                    <a:ext cx="3128010" cy="480495"/>
                    <a:chOff x="0" y="-17580"/>
                    <a:chExt cx="3128010" cy="480495"/>
                  </a:xfrm>
                </p:grpSpPr>
                <p:sp>
                  <p:nvSpPr>
                    <p:cNvPr id="67" name="Rectangle: Rounded Corners 66">
                      <a:extLst>
                        <a:ext uri="{FF2B5EF4-FFF2-40B4-BE49-F238E27FC236}">
                          <a16:creationId xmlns:a16="http://schemas.microsoft.com/office/drawing/2014/main" id="{64EA89A6-EC70-8896-8D89-CB57C1068D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128010" cy="462915"/>
                    </a:xfrm>
                    <a:prstGeom prst="roundRect">
                      <a:avLst/>
                    </a:prstGeom>
                    <a:solidFill>
                      <a:srgbClr val="7030A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sp>
                  <p:nvSpPr>
                    <p:cNvPr id="68" name="Text Box 42">
                      <a:extLst>
                        <a:ext uri="{FF2B5EF4-FFF2-40B4-BE49-F238E27FC236}">
                          <a16:creationId xmlns:a16="http://schemas.microsoft.com/office/drawing/2014/main" id="{C60D67EA-92D5-D46D-2ECC-A42F1E9FCA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5019" y="-17580"/>
                      <a:ext cx="1957632" cy="39188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000" b="1" kern="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Render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E11D300E-09E9-CAF0-1543-2BCF6EAB66C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525258"/>
                    <a:ext cx="3128010" cy="483921"/>
                    <a:chOff x="0" y="-21006"/>
                    <a:chExt cx="3128010" cy="483921"/>
                  </a:xfrm>
                </p:grpSpPr>
                <p:sp>
                  <p:nvSpPr>
                    <p:cNvPr id="65" name="Rectangle: Rounded Corners 64">
                      <a:extLst>
                        <a:ext uri="{FF2B5EF4-FFF2-40B4-BE49-F238E27FC236}">
                          <a16:creationId xmlns:a16="http://schemas.microsoft.com/office/drawing/2014/main" id="{F502D65D-3692-CCE6-FE2C-8EB353291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128010" cy="462915"/>
                    </a:xfrm>
                    <a:prstGeom prst="roundRect">
                      <a:avLst/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66" name="Text Box 42">
                      <a:extLst>
                        <a:ext uri="{FF2B5EF4-FFF2-40B4-BE49-F238E27FC236}">
                          <a16:creationId xmlns:a16="http://schemas.microsoft.com/office/drawing/2014/main" id="{831BC598-7D5B-BEB2-9B1E-5AC6F35C4C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5019" y="-21006"/>
                      <a:ext cx="1957632" cy="39188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000" b="1" kern="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Settings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pic>
              <p:nvPicPr>
                <p:cNvPr id="62" name="Graphic 48" descr="Magnifying glass with solid fill">
                  <a:extLst>
                    <a:ext uri="{FF2B5EF4-FFF2-40B4-BE49-F238E27FC236}">
                      <a16:creationId xmlns:a16="http://schemas.microsoft.com/office/drawing/2014/main" id="{9A839A8C-52D3-CE35-6372-C4B96A48F5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36874" y="148856"/>
                  <a:ext cx="212090" cy="21209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D99098E-E550-2F4B-D725-E17A3B7A04D7}"/>
                </a:ext>
              </a:extLst>
            </p:cNvPr>
            <p:cNvGrpSpPr/>
            <p:nvPr/>
          </p:nvGrpSpPr>
          <p:grpSpPr>
            <a:xfrm>
              <a:off x="8172450" y="1118093"/>
              <a:ext cx="269675" cy="158627"/>
              <a:chOff x="8373110" y="6126480"/>
              <a:chExt cx="252095" cy="238125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79FBB04-80AC-8824-A4BD-372317646FA5}"/>
                  </a:ext>
                </a:extLst>
              </p:cNvPr>
              <p:cNvCxnSpPr/>
              <p:nvPr/>
            </p:nvCxnSpPr>
            <p:spPr>
              <a:xfrm>
                <a:off x="8373110" y="6126480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02C4510-36AA-68A9-5E55-24B54F88BB3A}"/>
                  </a:ext>
                </a:extLst>
              </p:cNvPr>
              <p:cNvCxnSpPr/>
              <p:nvPr/>
            </p:nvCxnSpPr>
            <p:spPr>
              <a:xfrm>
                <a:off x="8373110" y="6240780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407C4A8-3F2C-953D-A428-3C6E7517FA8D}"/>
                  </a:ext>
                </a:extLst>
              </p:cNvPr>
              <p:cNvCxnSpPr/>
              <p:nvPr/>
            </p:nvCxnSpPr>
            <p:spPr>
              <a:xfrm>
                <a:off x="8373110" y="6364605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673A1C-DA43-11FF-F2A4-819E47EB42BD}"/>
              </a:ext>
            </a:extLst>
          </p:cNvPr>
          <p:cNvGrpSpPr/>
          <p:nvPr/>
        </p:nvGrpSpPr>
        <p:grpSpPr>
          <a:xfrm>
            <a:off x="1105948" y="1027740"/>
            <a:ext cx="3144402" cy="5448011"/>
            <a:chOff x="1105948" y="1027740"/>
            <a:chExt cx="3144402" cy="544801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60D6B0B-3078-B438-12B8-9B490E92A76C}"/>
                </a:ext>
              </a:extLst>
            </p:cNvPr>
            <p:cNvGrpSpPr/>
            <p:nvPr/>
          </p:nvGrpSpPr>
          <p:grpSpPr>
            <a:xfrm>
              <a:off x="1105948" y="1027740"/>
              <a:ext cx="3144402" cy="5448011"/>
              <a:chOff x="1105948" y="1027740"/>
              <a:chExt cx="3144402" cy="5448011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13DFE6E-12A1-0B16-10AA-8774D7A96B05}"/>
                  </a:ext>
                </a:extLst>
              </p:cNvPr>
              <p:cNvGrpSpPr/>
              <p:nvPr/>
            </p:nvGrpSpPr>
            <p:grpSpPr>
              <a:xfrm>
                <a:off x="1105948" y="1027740"/>
                <a:ext cx="3144402" cy="5448011"/>
                <a:chOff x="1105948" y="1027740"/>
                <a:chExt cx="3144402" cy="5448011"/>
              </a:xfrm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B974C14E-08B2-15A6-A93D-D8E87FBF3B66}"/>
                    </a:ext>
                  </a:extLst>
                </p:cNvPr>
                <p:cNvSpPr/>
                <p:nvPr/>
              </p:nvSpPr>
              <p:spPr>
                <a:xfrm>
                  <a:off x="1105948" y="1027740"/>
                  <a:ext cx="3144402" cy="5448011"/>
                </a:xfrm>
                <a:prstGeom prst="roundRect">
                  <a:avLst>
                    <a:gd name="adj" fmla="val 9235"/>
                  </a:avLst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4F130CF7-1719-4AAF-A0B9-95FF8086C6E6}"/>
                    </a:ext>
                  </a:extLst>
                </p:cNvPr>
                <p:cNvSpPr/>
                <p:nvPr/>
              </p:nvSpPr>
              <p:spPr>
                <a:xfrm>
                  <a:off x="2478287" y="5975338"/>
                  <a:ext cx="414560" cy="409806"/>
                </a:xfrm>
                <a:prstGeom prst="ellipse">
                  <a:avLst/>
                </a:prstGeom>
                <a:noFill/>
                <a:ln w="127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dirty="0"/>
                </a:p>
              </p:txBody>
            </p:sp>
          </p:grpSp>
          <p:sp>
            <p:nvSpPr>
              <p:cNvPr id="48" name="Rectangle 8">
                <a:extLst>
                  <a:ext uri="{FF2B5EF4-FFF2-40B4-BE49-F238E27FC236}">
                    <a16:creationId xmlns:a16="http://schemas.microsoft.com/office/drawing/2014/main" id="{21A89DB2-26EE-A8F3-DC94-8179421D1121}"/>
                  </a:ext>
                </a:extLst>
              </p:cNvPr>
              <p:cNvSpPr/>
              <p:nvPr/>
            </p:nvSpPr>
            <p:spPr>
              <a:xfrm>
                <a:off x="1300148" y="1546440"/>
                <a:ext cx="2808060" cy="4355195"/>
              </a:xfrm>
              <a:prstGeom prst="roundRect">
                <a:avLst>
                  <a:gd name="adj" fmla="val 2289"/>
                </a:avLst>
              </a:prstGeom>
              <a:no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FBA01B0-D269-9564-7F52-825FD8E549BF}"/>
                </a:ext>
              </a:extLst>
            </p:cNvPr>
            <p:cNvGrpSpPr/>
            <p:nvPr/>
          </p:nvGrpSpPr>
          <p:grpSpPr>
            <a:xfrm>
              <a:off x="1405794" y="1227240"/>
              <a:ext cx="2638142" cy="4428139"/>
              <a:chOff x="1405794" y="1227240"/>
              <a:chExt cx="2638142" cy="4428139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C561A136-B8E2-7438-8087-B17290EF6EF7}"/>
                  </a:ext>
                </a:extLst>
              </p:cNvPr>
              <p:cNvSpPr/>
              <p:nvPr/>
            </p:nvSpPr>
            <p:spPr>
              <a:xfrm>
                <a:off x="2361768" y="1227240"/>
                <a:ext cx="649217" cy="88390"/>
              </a:xfrm>
              <a:prstGeom prst="roundRect">
                <a:avLst>
                  <a:gd name="adj" fmla="val 48667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0A9C598-8328-8127-B5E7-2583039E1C80}"/>
                  </a:ext>
                </a:extLst>
              </p:cNvPr>
              <p:cNvGrpSpPr/>
              <p:nvPr/>
            </p:nvGrpSpPr>
            <p:grpSpPr>
              <a:xfrm>
                <a:off x="1405794" y="1619590"/>
                <a:ext cx="2638142" cy="4035789"/>
                <a:chOff x="1405794" y="1619590"/>
                <a:chExt cx="2638142" cy="403578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D0F9F21-6894-05C0-B6FF-A4FF3919CC30}"/>
                    </a:ext>
                  </a:extLst>
                </p:cNvPr>
                <p:cNvGrpSpPr/>
                <p:nvPr/>
              </p:nvGrpSpPr>
              <p:grpSpPr>
                <a:xfrm>
                  <a:off x="1501006" y="4764362"/>
                  <a:ext cx="2425676" cy="891017"/>
                  <a:chOff x="1501006" y="4764362"/>
                  <a:chExt cx="2425676" cy="891017"/>
                </a:xfrm>
              </p:grpSpPr>
              <p:sp>
                <p:nvSpPr>
                  <p:cNvPr id="42" name="Rectangle: Rounded Corners 41">
                    <a:extLst>
                      <a:ext uri="{FF2B5EF4-FFF2-40B4-BE49-F238E27FC236}">
                        <a16:creationId xmlns:a16="http://schemas.microsoft.com/office/drawing/2014/main" id="{47C6293E-536A-7F55-8B7A-8DE12836411B}"/>
                      </a:ext>
                    </a:extLst>
                  </p:cNvPr>
                  <p:cNvSpPr/>
                  <p:nvPr/>
                </p:nvSpPr>
                <p:spPr>
                  <a:xfrm>
                    <a:off x="1501006" y="4779243"/>
                    <a:ext cx="2425676" cy="401888"/>
                  </a:xfrm>
                  <a:prstGeom prst="roundRect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1100" kern="100" dirty="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sp>
                <p:nvSpPr>
                  <p:cNvPr id="43" name="Text Box 42">
                    <a:extLst>
                      <a:ext uri="{FF2B5EF4-FFF2-40B4-BE49-F238E27FC236}">
                        <a16:creationId xmlns:a16="http://schemas.microsoft.com/office/drawing/2014/main" id="{4E45B450-0E68-9896-DC3F-78A0D51AE36D}"/>
                      </a:ext>
                    </a:extLst>
                  </p:cNvPr>
                  <p:cNvSpPr txBox="1"/>
                  <p:nvPr/>
                </p:nvSpPr>
                <p:spPr>
                  <a:xfrm>
                    <a:off x="1979647" y="4764362"/>
                    <a:ext cx="1551255" cy="340223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2000" b="1" kern="1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a:t>Upload</a:t>
                    </a:r>
                    <a:endParaRPr lang="en-GB" sz="1100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CD81E4A4-EB3E-672E-A1F7-915891265B31}"/>
                      </a:ext>
                    </a:extLst>
                  </p:cNvPr>
                  <p:cNvSpPr/>
                  <p:nvPr/>
                </p:nvSpPr>
                <p:spPr>
                  <a:xfrm>
                    <a:off x="1501006" y="5253492"/>
                    <a:ext cx="2425676" cy="401887"/>
                  </a:xfrm>
                  <a:prstGeom prst="round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41" name="Text Box 42">
                    <a:extLst>
                      <a:ext uri="{FF2B5EF4-FFF2-40B4-BE49-F238E27FC236}">
                        <a16:creationId xmlns:a16="http://schemas.microsoft.com/office/drawing/2014/main" id="{61678011-AFE6-478A-7A31-770AB837BBF3}"/>
                      </a:ext>
                    </a:extLst>
                  </p:cNvPr>
                  <p:cNvSpPr txBox="1"/>
                  <p:nvPr/>
                </p:nvSpPr>
                <p:spPr>
                  <a:xfrm>
                    <a:off x="1991303" y="5253492"/>
                    <a:ext cx="1518084" cy="34022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algn="ctr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2000" b="1" kern="1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a:t>Settings</a:t>
                    </a:r>
                    <a:endParaRPr lang="en-GB" sz="1100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721C74A-17E8-FC91-D197-0B57F8D06FF0}"/>
                    </a:ext>
                  </a:extLst>
                </p:cNvPr>
                <p:cNvGrpSpPr/>
                <p:nvPr/>
              </p:nvGrpSpPr>
              <p:grpSpPr>
                <a:xfrm>
                  <a:off x="1405794" y="1619590"/>
                  <a:ext cx="2638142" cy="367491"/>
                  <a:chOff x="1405794" y="1619590"/>
                  <a:chExt cx="2638142" cy="367491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96507372-11CA-DB4A-DF1A-F14486F34F70}"/>
                      </a:ext>
                    </a:extLst>
                  </p:cNvPr>
                  <p:cNvGrpSpPr/>
                  <p:nvPr/>
                </p:nvGrpSpPr>
                <p:grpSpPr>
                  <a:xfrm>
                    <a:off x="1632749" y="1619590"/>
                    <a:ext cx="2411187" cy="367491"/>
                    <a:chOff x="1632749" y="1619590"/>
                    <a:chExt cx="2411187" cy="367491"/>
                  </a:xfrm>
                </p:grpSpPr>
                <p:sp>
                  <p:nvSpPr>
                    <p:cNvPr id="34" name="Text Box 42">
                      <a:extLst>
                        <a:ext uri="{FF2B5EF4-FFF2-40B4-BE49-F238E27FC236}">
                          <a16:creationId xmlns:a16="http://schemas.microsoft.com/office/drawing/2014/main" id="{27E69037-26FC-7896-F3D3-C91ECCB2F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32749" y="1619590"/>
                      <a:ext cx="1935213" cy="367491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200" b="1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PixelPerfection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35" name="Graphic 43" descr="Ringer with solid fill">
                      <a:extLst>
                        <a:ext uri="{FF2B5EF4-FFF2-40B4-BE49-F238E27FC236}">
                          <a16:creationId xmlns:a16="http://schemas.microsoft.com/office/drawing/2014/main" id="{267DC7DE-0F29-3EF3-C8D4-51E0BDFE03A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808806" y="1741688"/>
                      <a:ext cx="235130" cy="21844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7" name="Graphic 48" descr="Magnifying glass with solid fill">
                      <a:extLst>
                        <a:ext uri="{FF2B5EF4-FFF2-40B4-BE49-F238E27FC236}">
                          <a16:creationId xmlns:a16="http://schemas.microsoft.com/office/drawing/2014/main" id="{C8CDAF19-59FD-9F2A-C6F6-44EE105DD92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85110" y="1769053"/>
                      <a:ext cx="178485" cy="181948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AF0C7653-FDF8-5604-00FD-68D284C679AE}"/>
                      </a:ext>
                    </a:extLst>
                  </p:cNvPr>
                  <p:cNvGrpSpPr/>
                  <p:nvPr/>
                </p:nvGrpSpPr>
                <p:grpSpPr>
                  <a:xfrm>
                    <a:off x="1405794" y="1769160"/>
                    <a:ext cx="226954" cy="136090"/>
                    <a:chOff x="1405794" y="1769160"/>
                    <a:chExt cx="226954" cy="136090"/>
                  </a:xfrm>
                </p:grpSpPr>
                <p:cxnSp>
                  <p:nvCxnSpPr>
                    <p:cNvPr id="5" name="Straight Connector 4">
                      <a:extLst>
                        <a:ext uri="{FF2B5EF4-FFF2-40B4-BE49-F238E27FC236}">
                          <a16:creationId xmlns:a16="http://schemas.microsoft.com/office/drawing/2014/main" id="{F078E3DB-E24F-9D63-2996-F57440CC8BD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769160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3DFD8D55-190C-D72F-A59F-A5CE28E1C39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834483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2CB7F33A-1E4D-6EDB-20AB-85E1A0EA5A5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905250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2CC4798F-E7BF-54B8-6D90-141C699161EF}"/>
                    </a:ext>
                  </a:extLst>
                </p:cNvPr>
                <p:cNvGrpSpPr/>
                <p:nvPr/>
              </p:nvGrpSpPr>
              <p:grpSpPr>
                <a:xfrm>
                  <a:off x="1501006" y="2205628"/>
                  <a:ext cx="2425676" cy="2347163"/>
                  <a:chOff x="1501006" y="2205628"/>
                  <a:chExt cx="2425676" cy="2347163"/>
                </a:xfrm>
              </p:grpSpPr>
              <p:sp>
                <p:nvSpPr>
                  <p:cNvPr id="102" name="Rectangle: Rounded Corners 101">
                    <a:extLst>
                      <a:ext uri="{FF2B5EF4-FFF2-40B4-BE49-F238E27FC236}">
                        <a16:creationId xmlns:a16="http://schemas.microsoft.com/office/drawing/2014/main" id="{5888FA82-78D9-51A4-7DFA-09D62E26C151}"/>
                      </a:ext>
                    </a:extLst>
                  </p:cNvPr>
                  <p:cNvSpPr/>
                  <p:nvPr/>
                </p:nvSpPr>
                <p:spPr>
                  <a:xfrm>
                    <a:off x="1501006" y="2205628"/>
                    <a:ext cx="2425676" cy="2347163"/>
                  </a:xfrm>
                  <a:prstGeom prst="roundRect">
                    <a:avLst>
                      <a:gd name="adj" fmla="val 9271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solidFill>
                      <a:schemeClr val="accent3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pic>
                <p:nvPicPr>
                  <p:cNvPr id="101" name="Graphic 100" descr="Upload with solid fill">
                    <a:extLst>
                      <a:ext uri="{FF2B5EF4-FFF2-40B4-BE49-F238E27FC236}">
                        <a16:creationId xmlns:a16="http://schemas.microsoft.com/office/drawing/2014/main" id="{D504F001-D85F-E324-CC53-DAFCBEC5FE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39225" y="2997600"/>
                    <a:ext cx="787455" cy="814531"/>
                  </a:xfrm>
                  <a:prstGeom prst="rect">
                    <a:avLst/>
                  </a:prstGeom>
                </p:spPr>
              </p:pic>
            </p:grpSp>
          </p:grp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80E99D7-28E9-9B02-7156-302821B5F290}"/>
              </a:ext>
            </a:extLst>
          </p:cNvPr>
          <p:cNvGrpSpPr/>
          <p:nvPr/>
        </p:nvGrpSpPr>
        <p:grpSpPr>
          <a:xfrm>
            <a:off x="7941650" y="1027739"/>
            <a:ext cx="3144402" cy="5448011"/>
            <a:chOff x="7941648" y="1000030"/>
            <a:chExt cx="3144402" cy="5448011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1DC9C01-86F2-D71F-3E5E-F1368F58A3E5}"/>
                </a:ext>
              </a:extLst>
            </p:cNvPr>
            <p:cNvGrpSpPr/>
            <p:nvPr/>
          </p:nvGrpSpPr>
          <p:grpSpPr>
            <a:xfrm>
              <a:off x="7941648" y="1000030"/>
              <a:ext cx="3144402" cy="5448011"/>
              <a:chOff x="7816165" y="253892"/>
              <a:chExt cx="3736287" cy="6350215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6989994-BAD9-4D07-D1CC-96C1CE6846E2}"/>
                  </a:ext>
                </a:extLst>
              </p:cNvPr>
              <p:cNvGrpSpPr/>
              <p:nvPr/>
            </p:nvGrpSpPr>
            <p:grpSpPr>
              <a:xfrm>
                <a:off x="7816165" y="253892"/>
                <a:ext cx="3736287" cy="6350215"/>
                <a:chOff x="4225482" y="99558"/>
                <a:chExt cx="3736287" cy="6350215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E715F24A-CEF7-F908-40F1-F56299E5E27A}"/>
                    </a:ext>
                  </a:extLst>
                </p:cNvPr>
                <p:cNvGrpSpPr/>
                <p:nvPr/>
              </p:nvGrpSpPr>
              <p:grpSpPr>
                <a:xfrm>
                  <a:off x="4225482" y="99558"/>
                  <a:ext cx="3736287" cy="6350215"/>
                  <a:chOff x="0" y="0"/>
                  <a:chExt cx="3829050" cy="6457950"/>
                </a:xfrm>
              </p:grpSpPr>
              <p:grpSp>
                <p:nvGrpSpPr>
                  <p:cNvPr id="94" name="Group 93">
                    <a:extLst>
                      <a:ext uri="{FF2B5EF4-FFF2-40B4-BE49-F238E27FC236}">
                        <a16:creationId xmlns:a16="http://schemas.microsoft.com/office/drawing/2014/main" id="{1BFAE39E-1136-6BD0-99F2-33C0FE8D651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3829050" cy="6457950"/>
                    <a:chOff x="0" y="0"/>
                    <a:chExt cx="3829050" cy="6457950"/>
                  </a:xfrm>
                </p:grpSpPr>
                <p:sp>
                  <p:nvSpPr>
                    <p:cNvPr id="96" name="Rectangle: Rounded Corners 95">
                      <a:extLst>
                        <a:ext uri="{FF2B5EF4-FFF2-40B4-BE49-F238E27FC236}">
                          <a16:creationId xmlns:a16="http://schemas.microsoft.com/office/drawing/2014/main" id="{3C9069F9-DFB8-7F0B-0A65-00F8A3501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829050" cy="6457950"/>
                    </a:xfrm>
                    <a:prstGeom prst="roundRect">
                      <a:avLst>
                        <a:gd name="adj" fmla="val 9235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7" name="Oval 96">
                      <a:extLst>
                        <a:ext uri="{FF2B5EF4-FFF2-40B4-BE49-F238E27FC236}">
                          <a16:creationId xmlns:a16="http://schemas.microsoft.com/office/drawing/2014/main" id="{D6D3C466-8BBC-A002-4751-4CF4D482AE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1144" y="5864772"/>
                      <a:ext cx="504825" cy="485775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8" name="Rectangle 8">
                      <a:extLst>
                        <a:ext uri="{FF2B5EF4-FFF2-40B4-BE49-F238E27FC236}">
                          <a16:creationId xmlns:a16="http://schemas.microsoft.com/office/drawing/2014/main" id="{8E6C6BB7-C8C2-1CAD-0B04-1E63C602BF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482" y="614855"/>
                      <a:ext cx="3419475" cy="5162550"/>
                    </a:xfrm>
                    <a:prstGeom prst="roundRect">
                      <a:avLst>
                        <a:gd name="adj" fmla="val 2289"/>
                      </a:avLst>
                    </a:prstGeom>
                    <a:noFill/>
                    <a:ln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95" name="Rectangle: Rounded Corners 94">
                    <a:extLst>
                      <a:ext uri="{FF2B5EF4-FFF2-40B4-BE49-F238E27FC236}">
                        <a16:creationId xmlns:a16="http://schemas.microsoft.com/office/drawing/2014/main" id="{15DEB205-6407-43BF-C336-E374E35CFE39}"/>
                      </a:ext>
                    </a:extLst>
                  </p:cNvPr>
                  <p:cNvSpPr/>
                  <p:nvPr/>
                </p:nvSpPr>
                <p:spPr>
                  <a:xfrm>
                    <a:off x="1529255" y="236483"/>
                    <a:ext cx="790575" cy="104775"/>
                  </a:xfrm>
                  <a:prstGeom prst="roundRect">
                    <a:avLst>
                      <a:gd name="adj" fmla="val 48667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B13A2A71-4208-5A02-71E2-26A617E8740D}"/>
                    </a:ext>
                  </a:extLst>
                </p:cNvPr>
                <p:cNvGrpSpPr/>
                <p:nvPr/>
              </p:nvGrpSpPr>
              <p:grpSpPr>
                <a:xfrm>
                  <a:off x="4514155" y="789420"/>
                  <a:ext cx="3289177" cy="4704125"/>
                  <a:chOff x="0" y="-25492"/>
                  <a:chExt cx="3289300" cy="4704370"/>
                </a:xfrm>
              </p:grpSpPr>
              <p:pic>
                <p:nvPicPr>
                  <p:cNvPr id="82" name="Picture 81">
                    <a:extLst>
                      <a:ext uri="{FF2B5EF4-FFF2-40B4-BE49-F238E27FC236}">
                        <a16:creationId xmlns:a16="http://schemas.microsoft.com/office/drawing/2014/main" id="{EBDFA9D5-FBD1-CA75-A197-78B2498AD0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0" y="393405"/>
                    <a:ext cx="3289300" cy="3289300"/>
                  </a:xfrm>
                  <a:prstGeom prst="rect">
                    <a:avLst/>
                  </a:prstGeom>
                </p:spPr>
              </p:pic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DB506058-B1C4-86D6-E49E-7460705BA8AC}"/>
                      </a:ext>
                    </a:extLst>
                  </p:cNvPr>
                  <p:cNvCxnSpPr/>
                  <p:nvPr/>
                </p:nvCxnSpPr>
                <p:spPr>
                  <a:xfrm>
                    <a:off x="213980" y="2835349"/>
                    <a:ext cx="2850012" cy="0"/>
                  </a:xfrm>
                  <a:prstGeom prst="line">
                    <a:avLst/>
                  </a:prstGeom>
                  <a:ln w="57150">
                    <a:solidFill>
                      <a:srgbClr val="00B050"/>
                    </a:solidFill>
                  </a:ln>
                  <a:effectLst>
                    <a:glow rad="127000">
                      <a:srgbClr val="00B050">
                        <a:alpha val="0"/>
                      </a:srgbClr>
                    </a:glow>
                    <a:outerShdw blurRad="76200" algn="ctr" rotWithShape="0">
                      <a:srgbClr val="00B050">
                        <a:alpha val="98000"/>
                      </a:srgbClr>
                    </a:outerShdw>
                    <a:reflection blurRad="546100" stA="47000" endPos="90000" dir="5400000" sy="-100000" algn="bl" rotWithShape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Text Box 42">
                    <a:extLst>
                      <a:ext uri="{FF2B5EF4-FFF2-40B4-BE49-F238E27FC236}">
                        <a16:creationId xmlns:a16="http://schemas.microsoft.com/office/drawing/2014/main" id="{CCCB590C-9D2D-3128-9F97-95687EDBD663}"/>
                      </a:ext>
                    </a:extLst>
                  </p:cNvPr>
                  <p:cNvSpPr txBox="1"/>
                  <p:nvPr/>
                </p:nvSpPr>
                <p:spPr>
                  <a:xfrm>
                    <a:off x="337300" y="-25492"/>
                    <a:ext cx="2941536" cy="428371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22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a:t>PixelPerfection</a:t>
                    </a:r>
                    <a:endParaRPr lang="en-GB" sz="1100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85" name="Graphic 43" descr="Ringer with solid fill">
                    <a:extLst>
                      <a:ext uri="{FF2B5EF4-FFF2-40B4-BE49-F238E27FC236}">
                        <a16:creationId xmlns:a16="http://schemas.microsoft.com/office/drawing/2014/main" id="{BF9F538D-130C-A27E-64BE-D29C48A1A3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23432" y="108432"/>
                    <a:ext cx="279400" cy="254634"/>
                  </a:xfrm>
                  <a:prstGeom prst="rect">
                    <a:avLst/>
                  </a:prstGeom>
                </p:spPr>
              </p:pic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126F39B5-A404-1E83-BDA1-DCABC5ADF1D9}"/>
                      </a:ext>
                    </a:extLst>
                  </p:cNvPr>
                  <p:cNvGrpSpPr/>
                  <p:nvPr/>
                </p:nvGrpSpPr>
                <p:grpSpPr>
                  <a:xfrm>
                    <a:off x="180753" y="3639809"/>
                    <a:ext cx="2882380" cy="1039069"/>
                    <a:chOff x="0" y="-17580"/>
                    <a:chExt cx="3128010" cy="1026759"/>
                  </a:xfrm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E8A9A347-D472-8316-ADB5-A1F61E9074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-17580"/>
                      <a:ext cx="3128010" cy="480495"/>
                      <a:chOff x="0" y="-17580"/>
                      <a:chExt cx="3128010" cy="480495"/>
                    </a:xfrm>
                  </p:grpSpPr>
                  <p:sp>
                    <p:nvSpPr>
                      <p:cNvPr id="92" name="Rectangle: Rounded Corners 91">
                        <a:extLst>
                          <a:ext uri="{FF2B5EF4-FFF2-40B4-BE49-F238E27FC236}">
                            <a16:creationId xmlns:a16="http://schemas.microsoft.com/office/drawing/2014/main" id="{5AE3461F-7A58-467B-DFFD-A339B227BE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rgbClr val="7030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1100" kern="1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93" name="Text Box 42">
                        <a:extLst>
                          <a:ext uri="{FF2B5EF4-FFF2-40B4-BE49-F238E27FC236}">
                            <a16:creationId xmlns:a16="http://schemas.microsoft.com/office/drawing/2014/main" id="{47FD5737-FAF4-AF25-3C26-DE9971D579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5019" y="-17580"/>
                        <a:ext cx="1957632" cy="39188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Rendering…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1E900D3D-EE23-6A19-F703-13E0D53C3D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25258"/>
                      <a:ext cx="3128010" cy="483921"/>
                      <a:chOff x="0" y="-21006"/>
                      <a:chExt cx="3128010" cy="483921"/>
                    </a:xfrm>
                  </p:grpSpPr>
                  <p:sp>
                    <p:nvSpPr>
                      <p:cNvPr id="90" name="Rectangle: Rounded Corners 89">
                        <a:extLst>
                          <a:ext uri="{FF2B5EF4-FFF2-40B4-BE49-F238E27FC236}">
                            <a16:creationId xmlns:a16="http://schemas.microsoft.com/office/drawing/2014/main" id="{775E3468-B4A3-0549-7955-8CF477236D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1" name="Text Box 42">
                        <a:extLst>
                          <a:ext uri="{FF2B5EF4-FFF2-40B4-BE49-F238E27FC236}">
                            <a16:creationId xmlns:a16="http://schemas.microsoft.com/office/drawing/2014/main" id="{CAF78D52-3369-CF1F-ADEF-696B803404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5019" y="-21006"/>
                        <a:ext cx="1957632" cy="39188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23%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  <p:pic>
                <p:nvPicPr>
                  <p:cNvPr id="87" name="Graphic 48" descr="Magnifying glass with solid fill">
                    <a:extLst>
                      <a:ext uri="{FF2B5EF4-FFF2-40B4-BE49-F238E27FC236}">
                        <a16:creationId xmlns:a16="http://schemas.microsoft.com/office/drawing/2014/main" id="{FDD82CAD-8AE4-446C-B70D-E35792DD8A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36874" y="123365"/>
                    <a:ext cx="212090" cy="21209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52F798D8-BB34-4EF5-73F9-3A5F2021C7CC}"/>
                  </a:ext>
                </a:extLst>
              </p:cNvPr>
              <p:cNvGrpSpPr/>
              <p:nvPr/>
            </p:nvGrpSpPr>
            <p:grpSpPr>
              <a:xfrm>
                <a:off x="8172450" y="1118093"/>
                <a:ext cx="269675" cy="158627"/>
                <a:chOff x="8373110" y="6126480"/>
                <a:chExt cx="252095" cy="238125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1A669B8E-4319-3619-FE90-92AF30CEA49A}"/>
                    </a:ext>
                  </a:extLst>
                </p:cNvPr>
                <p:cNvCxnSpPr/>
                <p:nvPr/>
              </p:nvCxnSpPr>
              <p:spPr>
                <a:xfrm>
                  <a:off x="8373110" y="61264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DC2B7A94-086A-9B8A-3553-2612C1031935}"/>
                    </a:ext>
                  </a:extLst>
                </p:cNvPr>
                <p:cNvCxnSpPr/>
                <p:nvPr/>
              </p:nvCxnSpPr>
              <p:spPr>
                <a:xfrm>
                  <a:off x="8373110" y="62407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869678B5-BC80-C528-F55E-D42A082B6728}"/>
                    </a:ext>
                  </a:extLst>
                </p:cNvPr>
                <p:cNvCxnSpPr/>
                <p:nvPr/>
              </p:nvCxnSpPr>
              <p:spPr>
                <a:xfrm>
                  <a:off x="8373110" y="6364605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6264D4B-0835-F7D7-9506-4E4FA897D2EA}"/>
                </a:ext>
              </a:extLst>
            </p:cNvPr>
            <p:cNvSpPr/>
            <p:nvPr/>
          </p:nvSpPr>
          <p:spPr>
            <a:xfrm>
              <a:off x="8342534" y="5232970"/>
              <a:ext cx="1249142" cy="387796"/>
            </a:xfrm>
            <a:prstGeom prst="roundRect">
              <a:avLst/>
            </a:prstGeom>
            <a:gradFill>
              <a:gsLst>
                <a:gs pos="0">
                  <a:srgbClr val="00B050"/>
                </a:gs>
                <a:gs pos="49000">
                  <a:srgbClr val="00B050"/>
                </a:gs>
                <a:gs pos="9300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dirty="0"/>
            </a:p>
          </p:txBody>
        </p:sp>
      </p:grpSp>
      <p:sp>
        <p:nvSpPr>
          <p:cNvPr id="104" name="Title 1">
            <a:extLst>
              <a:ext uri="{FF2B5EF4-FFF2-40B4-BE49-F238E27FC236}">
                <a16:creationId xmlns:a16="http://schemas.microsoft.com/office/drawing/2014/main" id="{A322630D-4419-1AD1-F7CB-D76AAAE65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2953" y="-78481"/>
            <a:ext cx="7046093" cy="882877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Architecture</a:t>
            </a:r>
            <a:endParaRPr lang="en-GB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70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A1DC9C01-86F2-D71F-3E5E-F1368F58A3E5}"/>
              </a:ext>
            </a:extLst>
          </p:cNvPr>
          <p:cNvGrpSpPr/>
          <p:nvPr/>
        </p:nvGrpSpPr>
        <p:grpSpPr>
          <a:xfrm>
            <a:off x="7941648" y="1000030"/>
            <a:ext cx="3144402" cy="5448011"/>
            <a:chOff x="7816165" y="253892"/>
            <a:chExt cx="3736287" cy="635021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989994-BAD9-4D07-D1CC-96C1CE6846E2}"/>
                </a:ext>
              </a:extLst>
            </p:cNvPr>
            <p:cNvGrpSpPr/>
            <p:nvPr/>
          </p:nvGrpSpPr>
          <p:grpSpPr>
            <a:xfrm>
              <a:off x="7816165" y="253892"/>
              <a:ext cx="3736287" cy="6350215"/>
              <a:chOff x="4225482" y="99558"/>
              <a:chExt cx="3736287" cy="6350215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E715F24A-CEF7-F908-40F1-F56299E5E27A}"/>
                  </a:ext>
                </a:extLst>
              </p:cNvPr>
              <p:cNvGrpSpPr/>
              <p:nvPr/>
            </p:nvGrpSpPr>
            <p:grpSpPr>
              <a:xfrm>
                <a:off x="4225482" y="99558"/>
                <a:ext cx="3736287" cy="6350215"/>
                <a:chOff x="0" y="0"/>
                <a:chExt cx="3829050" cy="6457950"/>
              </a:xfrm>
            </p:grpSpPr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1BFAE39E-1136-6BD0-99F2-33C0FE8D651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3829050" cy="6457950"/>
                  <a:chOff x="0" y="0"/>
                  <a:chExt cx="3829050" cy="6457950"/>
                </a:xfrm>
              </p:grpSpPr>
              <p:sp>
                <p:nvSpPr>
                  <p:cNvPr id="96" name="Rectangle: Rounded Corners 95">
                    <a:extLst>
                      <a:ext uri="{FF2B5EF4-FFF2-40B4-BE49-F238E27FC236}">
                        <a16:creationId xmlns:a16="http://schemas.microsoft.com/office/drawing/2014/main" id="{3C9069F9-DFB8-7F0B-0A65-00F8A350128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829050" cy="6457950"/>
                  </a:xfrm>
                  <a:prstGeom prst="roundRect">
                    <a:avLst>
                      <a:gd name="adj" fmla="val 9235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D6D3C466-8BBC-A002-4751-4CF4D482AEC3}"/>
                      </a:ext>
                    </a:extLst>
                  </p:cNvPr>
                  <p:cNvSpPr/>
                  <p:nvPr/>
                </p:nvSpPr>
                <p:spPr>
                  <a:xfrm>
                    <a:off x="1671144" y="5864772"/>
                    <a:ext cx="504825" cy="485775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98" name="Rectangle 8">
                    <a:extLst>
                      <a:ext uri="{FF2B5EF4-FFF2-40B4-BE49-F238E27FC236}">
                        <a16:creationId xmlns:a16="http://schemas.microsoft.com/office/drawing/2014/main" id="{8E6C6BB7-C8C2-1CAD-0B04-1E63C602BFBB}"/>
                      </a:ext>
                    </a:extLst>
                  </p:cNvPr>
                  <p:cNvSpPr/>
                  <p:nvPr/>
                </p:nvSpPr>
                <p:spPr>
                  <a:xfrm>
                    <a:off x="236482" y="614855"/>
                    <a:ext cx="3419475" cy="5162550"/>
                  </a:xfrm>
                  <a:prstGeom prst="roundRect">
                    <a:avLst>
                      <a:gd name="adj" fmla="val 2289"/>
                    </a:avLst>
                  </a:prstGeom>
                  <a:noFill/>
                  <a:ln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15DEB205-6407-43BF-C336-E374E35CFE39}"/>
                    </a:ext>
                  </a:extLst>
                </p:cNvPr>
                <p:cNvSpPr/>
                <p:nvPr/>
              </p:nvSpPr>
              <p:spPr>
                <a:xfrm>
                  <a:off x="1529255" y="236483"/>
                  <a:ext cx="790575" cy="104775"/>
                </a:xfrm>
                <a:prstGeom prst="roundRect">
                  <a:avLst>
                    <a:gd name="adj" fmla="val 48667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B13A2A71-4208-5A02-71E2-26A617E8740D}"/>
                  </a:ext>
                </a:extLst>
              </p:cNvPr>
              <p:cNvGrpSpPr/>
              <p:nvPr/>
            </p:nvGrpSpPr>
            <p:grpSpPr>
              <a:xfrm>
                <a:off x="4514155" y="781896"/>
                <a:ext cx="3289177" cy="4711649"/>
                <a:chOff x="0" y="-33017"/>
                <a:chExt cx="3289300" cy="4711895"/>
              </a:xfrm>
            </p:grpSpPr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EBDFA9D5-FBD1-CA75-A197-78B2498AD0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393405"/>
                  <a:ext cx="3289300" cy="3289300"/>
                </a:xfrm>
                <a:prstGeom prst="rect">
                  <a:avLst/>
                </a:prstGeom>
              </p:spPr>
            </p:pic>
            <p:sp>
              <p:nvSpPr>
                <p:cNvPr id="84" name="Text Box 42">
                  <a:extLst>
                    <a:ext uri="{FF2B5EF4-FFF2-40B4-BE49-F238E27FC236}">
                      <a16:creationId xmlns:a16="http://schemas.microsoft.com/office/drawing/2014/main" id="{CCCB590C-9D2D-3128-9F97-95687EDBD663}"/>
                    </a:ext>
                  </a:extLst>
                </p:cNvPr>
                <p:cNvSpPr txBox="1"/>
                <p:nvPr/>
              </p:nvSpPr>
              <p:spPr>
                <a:xfrm>
                  <a:off x="337300" y="-33017"/>
                  <a:ext cx="2941536" cy="42837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GB" sz="2200" b="1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Calibri" panose="020F0502020204030204" pitchFamily="34" charset="0"/>
                    </a:rPr>
                    <a:t>PixelPerfection</a:t>
                  </a:r>
                  <a:endParaRPr lang="en-GB" sz="11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85" name="Graphic 43" descr="Ringer with solid fill">
                  <a:extLst>
                    <a:ext uri="{FF2B5EF4-FFF2-40B4-BE49-F238E27FC236}">
                      <a16:creationId xmlns:a16="http://schemas.microsoft.com/office/drawing/2014/main" id="{BF9F538D-130C-A27E-64BE-D29C48A1A3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2688" y="116958"/>
                  <a:ext cx="279400" cy="254635"/>
                </a:xfrm>
                <a:prstGeom prst="rect">
                  <a:avLst/>
                </a:prstGeom>
              </p:spPr>
            </p:pic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126F39B5-A404-1E83-BDA1-DCABC5ADF1D9}"/>
                    </a:ext>
                  </a:extLst>
                </p:cNvPr>
                <p:cNvGrpSpPr/>
                <p:nvPr/>
              </p:nvGrpSpPr>
              <p:grpSpPr>
                <a:xfrm>
                  <a:off x="180753" y="3637314"/>
                  <a:ext cx="2882380" cy="1041564"/>
                  <a:chOff x="0" y="-20046"/>
                  <a:chExt cx="3128010" cy="1029225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E8A9A347-D472-8316-ADB5-A1F61E90746D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-20046"/>
                    <a:ext cx="3128010" cy="482961"/>
                    <a:chOff x="0" y="-20046"/>
                    <a:chExt cx="3128010" cy="482961"/>
                  </a:xfrm>
                </p:grpSpPr>
                <p:sp>
                  <p:nvSpPr>
                    <p:cNvPr id="92" name="Rectangle: Rounded Corners 91">
                      <a:extLst>
                        <a:ext uri="{FF2B5EF4-FFF2-40B4-BE49-F238E27FC236}">
                          <a16:creationId xmlns:a16="http://schemas.microsoft.com/office/drawing/2014/main" id="{5AE3461F-7A58-467B-DFFD-A339B227BE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128010" cy="462915"/>
                    </a:xfrm>
                    <a:prstGeom prst="roundRect">
                      <a:avLst/>
                    </a:prstGeom>
                    <a:solidFill>
                      <a:srgbClr val="7030A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sp>
                  <p:nvSpPr>
                    <p:cNvPr id="93" name="Text Box 42">
                      <a:extLst>
                        <a:ext uri="{FF2B5EF4-FFF2-40B4-BE49-F238E27FC236}">
                          <a16:creationId xmlns:a16="http://schemas.microsoft.com/office/drawing/2014/main" id="{47FD5737-FAF4-AF25-3C26-DE9971D579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824" y="-20046"/>
                      <a:ext cx="2018603" cy="39188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Regenerate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1E900D3D-EE23-6A19-F703-13E0D53C3DD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523002"/>
                    <a:ext cx="3128010" cy="486177"/>
                    <a:chOff x="0" y="-23262"/>
                    <a:chExt cx="3128010" cy="486177"/>
                  </a:xfrm>
                </p:grpSpPr>
                <p:sp>
                  <p:nvSpPr>
                    <p:cNvPr id="90" name="Rectangle: Rounded Corners 89">
                      <a:extLst>
                        <a:ext uri="{FF2B5EF4-FFF2-40B4-BE49-F238E27FC236}">
                          <a16:creationId xmlns:a16="http://schemas.microsoft.com/office/drawing/2014/main" id="{775E3468-B4A3-0549-7955-8CF477236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128010" cy="462915"/>
                    </a:xfrm>
                    <a:prstGeom prst="roundRect">
                      <a:avLst/>
                    </a:prstGeom>
                    <a:solidFill>
                      <a:srgbClr val="00B05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91" name="Text Box 42">
                      <a:extLst>
                        <a:ext uri="{FF2B5EF4-FFF2-40B4-BE49-F238E27FC236}">
                          <a16:creationId xmlns:a16="http://schemas.microsoft.com/office/drawing/2014/main" id="{CAF78D52-3369-CF1F-ADEF-696B803404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824" y="-23262"/>
                      <a:ext cx="1957632" cy="39188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000" b="1" kern="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Download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pic>
              <p:nvPicPr>
                <p:cNvPr id="87" name="Graphic 48" descr="Magnifying glass with solid fill">
                  <a:extLst>
                    <a:ext uri="{FF2B5EF4-FFF2-40B4-BE49-F238E27FC236}">
                      <a16:creationId xmlns:a16="http://schemas.microsoft.com/office/drawing/2014/main" id="{FDD82CAD-8AE4-446C-B70D-E35792DD8A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36874" y="148856"/>
                  <a:ext cx="212090" cy="21209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2F798D8-BB34-4EF5-73F9-3A5F2021C7CC}"/>
                </a:ext>
              </a:extLst>
            </p:cNvPr>
            <p:cNvGrpSpPr/>
            <p:nvPr/>
          </p:nvGrpSpPr>
          <p:grpSpPr>
            <a:xfrm>
              <a:off x="8172450" y="1118093"/>
              <a:ext cx="269675" cy="158627"/>
              <a:chOff x="8373110" y="6126480"/>
              <a:chExt cx="252095" cy="238125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A669B8E-4319-3619-FE90-92AF30CEA49A}"/>
                  </a:ext>
                </a:extLst>
              </p:cNvPr>
              <p:cNvCxnSpPr/>
              <p:nvPr/>
            </p:nvCxnSpPr>
            <p:spPr>
              <a:xfrm>
                <a:off x="8373110" y="6126480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C2B7A94-086A-9B8A-3553-2612C1031935}"/>
                  </a:ext>
                </a:extLst>
              </p:cNvPr>
              <p:cNvCxnSpPr/>
              <p:nvPr/>
            </p:nvCxnSpPr>
            <p:spPr>
              <a:xfrm>
                <a:off x="8373110" y="6240780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69678B5-BC80-C528-F55E-D42A082B6728}"/>
                  </a:ext>
                </a:extLst>
              </p:cNvPr>
              <p:cNvCxnSpPr/>
              <p:nvPr/>
            </p:nvCxnSpPr>
            <p:spPr>
              <a:xfrm>
                <a:off x="8373110" y="6364605"/>
                <a:ext cx="25209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1A8D84-CC8A-E752-4A35-E1BF655BA93E}"/>
              </a:ext>
            </a:extLst>
          </p:cNvPr>
          <p:cNvGrpSpPr/>
          <p:nvPr/>
        </p:nvGrpSpPr>
        <p:grpSpPr>
          <a:xfrm>
            <a:off x="1105950" y="1027740"/>
            <a:ext cx="3144402" cy="5448011"/>
            <a:chOff x="1105950" y="1027740"/>
            <a:chExt cx="3144402" cy="544801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DAD4D19-F702-51D2-6FF7-63D93959443D}"/>
                </a:ext>
              </a:extLst>
            </p:cNvPr>
            <p:cNvGrpSpPr/>
            <p:nvPr/>
          </p:nvGrpSpPr>
          <p:grpSpPr>
            <a:xfrm>
              <a:off x="1105950" y="1027740"/>
              <a:ext cx="3144402" cy="5448011"/>
              <a:chOff x="0" y="0"/>
              <a:chExt cx="3829050" cy="6457950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974C14E-08B2-15A6-A93D-D8E87FBF3B66}"/>
                  </a:ext>
                </a:extLst>
              </p:cNvPr>
              <p:cNvSpPr/>
              <p:nvPr/>
            </p:nvSpPr>
            <p:spPr>
              <a:xfrm>
                <a:off x="0" y="0"/>
                <a:ext cx="3829050" cy="6457950"/>
              </a:xfrm>
              <a:prstGeom prst="roundRect">
                <a:avLst>
                  <a:gd name="adj" fmla="val 9235"/>
                </a:avLst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F130CF7-1719-4AAF-A0B9-95FF8086C6E6}"/>
                  </a:ext>
                </a:extLst>
              </p:cNvPr>
              <p:cNvSpPr/>
              <p:nvPr/>
            </p:nvSpPr>
            <p:spPr>
              <a:xfrm>
                <a:off x="1671144" y="5864772"/>
                <a:ext cx="504825" cy="485775"/>
              </a:xfrm>
              <a:prstGeom prst="ellipse">
                <a:avLst/>
              </a:prstGeom>
              <a:noFill/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8" name="Rectangle 8">
                <a:extLst>
                  <a:ext uri="{FF2B5EF4-FFF2-40B4-BE49-F238E27FC236}">
                    <a16:creationId xmlns:a16="http://schemas.microsoft.com/office/drawing/2014/main" id="{21A89DB2-26EE-A8F3-DC94-8179421D1121}"/>
                  </a:ext>
                </a:extLst>
              </p:cNvPr>
              <p:cNvSpPr/>
              <p:nvPr/>
            </p:nvSpPr>
            <p:spPr>
              <a:xfrm>
                <a:off x="236482" y="614855"/>
                <a:ext cx="3419475" cy="5162550"/>
              </a:xfrm>
              <a:prstGeom prst="roundRect">
                <a:avLst>
                  <a:gd name="adj" fmla="val 2289"/>
                </a:avLst>
              </a:prstGeom>
              <a:no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99304C-DDE0-13B1-B5BD-7FF8F8B6317E}"/>
                </a:ext>
              </a:extLst>
            </p:cNvPr>
            <p:cNvGrpSpPr/>
            <p:nvPr/>
          </p:nvGrpSpPr>
          <p:grpSpPr>
            <a:xfrm>
              <a:off x="1329783" y="1227239"/>
              <a:ext cx="2768121" cy="4428140"/>
              <a:chOff x="1329783" y="1227239"/>
              <a:chExt cx="2768121" cy="442814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0F6ACED-88A9-B971-4EEF-672D34A19697}"/>
                  </a:ext>
                </a:extLst>
              </p:cNvPr>
              <p:cNvGrpSpPr/>
              <p:nvPr/>
            </p:nvGrpSpPr>
            <p:grpSpPr>
              <a:xfrm>
                <a:off x="1405794" y="1227239"/>
                <a:ext cx="2620995" cy="4428140"/>
                <a:chOff x="1405794" y="1227239"/>
                <a:chExt cx="2620995" cy="4428140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561A136-B8E2-7438-8087-B17290EF6EF7}"/>
                    </a:ext>
                  </a:extLst>
                </p:cNvPr>
                <p:cNvSpPr/>
                <p:nvPr/>
              </p:nvSpPr>
              <p:spPr>
                <a:xfrm>
                  <a:off x="2361768" y="1227239"/>
                  <a:ext cx="649217" cy="88390"/>
                </a:xfrm>
                <a:prstGeom prst="roundRect">
                  <a:avLst>
                    <a:gd name="adj" fmla="val 48667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dirty="0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BF61B62F-4220-61A5-06A2-416F5792F680}"/>
                    </a:ext>
                  </a:extLst>
                </p:cNvPr>
                <p:cNvGrpSpPr/>
                <p:nvPr/>
              </p:nvGrpSpPr>
              <p:grpSpPr>
                <a:xfrm>
                  <a:off x="1405794" y="1613135"/>
                  <a:ext cx="2620995" cy="4042244"/>
                  <a:chOff x="1405794" y="1613135"/>
                  <a:chExt cx="2620995" cy="4042244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799ACD27-0F0C-D9BF-AB19-8FA6FAD0A77F}"/>
                      </a:ext>
                    </a:extLst>
                  </p:cNvPr>
                  <p:cNvGrpSpPr/>
                  <p:nvPr/>
                </p:nvGrpSpPr>
                <p:grpSpPr>
                  <a:xfrm>
                    <a:off x="1501006" y="1613135"/>
                    <a:ext cx="2525783" cy="4042244"/>
                    <a:chOff x="1501006" y="1613135"/>
                    <a:chExt cx="2525783" cy="4042244"/>
                  </a:xfrm>
                </p:grpSpPr>
                <p:sp>
                  <p:nvSpPr>
                    <p:cNvPr id="34" name="Text Box 42">
                      <a:extLst>
                        <a:ext uri="{FF2B5EF4-FFF2-40B4-BE49-F238E27FC236}">
                          <a16:creationId xmlns:a16="http://schemas.microsoft.com/office/drawing/2014/main" id="{27E69037-26FC-7896-F3D3-C91ECCB2F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32749" y="1613135"/>
                      <a:ext cx="1935214" cy="367491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200" b="1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PixelPerfection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35" name="Graphic 43" descr="Ringer with solid fill">
                      <a:extLst>
                        <a:ext uri="{FF2B5EF4-FFF2-40B4-BE49-F238E27FC236}">
                          <a16:creationId xmlns:a16="http://schemas.microsoft.com/office/drawing/2014/main" id="{267DC7DE-0F29-3EF3-C8D4-51E0BDFE03A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791659" y="1741796"/>
                      <a:ext cx="235130" cy="21844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13DFF19D-0B3E-D2D1-AA08-25F602743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01006" y="4779244"/>
                      <a:ext cx="2425676" cy="876135"/>
                      <a:chOff x="0" y="0"/>
                      <a:chExt cx="3128010" cy="1009179"/>
                    </a:xfrm>
                  </p:grpSpPr>
                  <p:grpSp>
                    <p:nvGrpSpPr>
                      <p:cNvPr id="38" name="Group 37">
                        <a:extLst>
                          <a:ext uri="{FF2B5EF4-FFF2-40B4-BE49-F238E27FC236}">
                            <a16:creationId xmlns:a16="http://schemas.microsoft.com/office/drawing/2014/main" id="{A4D25068-5EB5-BC05-4D32-9CBAEEB0BB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0"/>
                        <a:ext cx="3128010" cy="462915"/>
                        <a:chOff x="0" y="0"/>
                        <a:chExt cx="3128010" cy="462915"/>
                      </a:xfrm>
                    </p:grpSpPr>
                    <p:sp>
                      <p:nvSpPr>
                        <p:cNvPr id="42" name="Rectangle: Rounded Corners 41">
                          <a:extLst>
                            <a:ext uri="{FF2B5EF4-FFF2-40B4-BE49-F238E27FC236}">
                              <a16:creationId xmlns:a16="http://schemas.microsoft.com/office/drawing/2014/main" id="{47C6293E-536A-7F55-8B7A-8DE1283641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3128010" cy="462915"/>
                        </a:xfrm>
                        <a:prstGeom prst="roundRect">
                          <a:avLst/>
                        </a:prstGeom>
                        <a:solidFill>
                          <a:srgbClr val="7030A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GB" sz="1100" kern="10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sp>
                      <p:nvSpPr>
                        <p:cNvPr id="43" name="Text Box 42">
                          <a:extLst>
                            <a:ext uri="{FF2B5EF4-FFF2-40B4-BE49-F238E27FC236}">
                              <a16:creationId xmlns:a16="http://schemas.microsoft.com/office/drawing/2014/main" id="{4E45B450-0E68-9896-DC3F-78A0D51AE36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5019" y="0"/>
                          <a:ext cx="2000408" cy="391886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GB" sz="2000" b="1" kern="100" dirty="0">
                              <a:solidFill>
                                <a:srgbClr val="FFFFFF"/>
                              </a:solidFill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Regenerate</a:t>
                          </a:r>
                          <a:endParaRPr lang="en-GB" sz="1100" kern="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602051B2-639B-B31E-F715-71886AC2FC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46264"/>
                        <a:ext cx="3128010" cy="462915"/>
                        <a:chOff x="0" y="0"/>
                        <a:chExt cx="3128010" cy="462915"/>
                      </a:xfrm>
                    </p:grpSpPr>
                    <p:sp>
                      <p:nvSpPr>
                        <p:cNvPr id="40" name="Rectangle: Rounded Corners 39">
                          <a:extLst>
                            <a:ext uri="{FF2B5EF4-FFF2-40B4-BE49-F238E27FC236}">
                              <a16:creationId xmlns:a16="http://schemas.microsoft.com/office/drawing/2014/main" id="{CD81E4A4-EB3E-672E-A1F7-915891265B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3128010" cy="462915"/>
                        </a:xfrm>
                        <a:prstGeom prst="roundRect">
                          <a:avLst/>
                        </a:prstGeom>
                        <a:solidFill>
                          <a:srgbClr val="00B05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en-GB" dirty="0"/>
                        </a:p>
                      </p:txBody>
                    </p:sp>
                    <p:sp>
                      <p:nvSpPr>
                        <p:cNvPr id="41" name="Text Box 42">
                          <a:extLst>
                            <a:ext uri="{FF2B5EF4-FFF2-40B4-BE49-F238E27FC236}">
                              <a16:creationId xmlns:a16="http://schemas.microsoft.com/office/drawing/2014/main" id="{61678011-AFE6-478A-7A31-770AB837BB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5019" y="0"/>
                          <a:ext cx="1957632" cy="391886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GB" sz="2000" b="1" kern="100" dirty="0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Download</a:t>
                          </a:r>
                          <a:endParaRPr lang="en-GB" sz="1100" kern="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</p:grpSp>
                <p:pic>
                  <p:nvPicPr>
                    <p:cNvPr id="37" name="Graphic 48" descr="Magnifying glass with solid fill">
                      <a:extLst>
                        <a:ext uri="{FF2B5EF4-FFF2-40B4-BE49-F238E27FC236}">
                          <a16:creationId xmlns:a16="http://schemas.microsoft.com/office/drawing/2014/main" id="{C8CDAF19-59FD-9F2A-C6F6-44EE105DD92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67962" y="1769160"/>
                      <a:ext cx="178485" cy="181948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BC73AA55-7237-C303-DFD5-8B8E91A54731}"/>
                      </a:ext>
                    </a:extLst>
                  </p:cNvPr>
                  <p:cNvGrpSpPr/>
                  <p:nvPr/>
                </p:nvGrpSpPr>
                <p:grpSpPr>
                  <a:xfrm>
                    <a:off x="1405794" y="1769160"/>
                    <a:ext cx="226954" cy="136090"/>
                    <a:chOff x="1405794" y="1769160"/>
                    <a:chExt cx="226954" cy="136090"/>
                  </a:xfrm>
                </p:grpSpPr>
                <p:cxnSp>
                  <p:nvCxnSpPr>
                    <p:cNvPr id="5" name="Straight Connector 4">
                      <a:extLst>
                        <a:ext uri="{FF2B5EF4-FFF2-40B4-BE49-F238E27FC236}">
                          <a16:creationId xmlns:a16="http://schemas.microsoft.com/office/drawing/2014/main" id="{F078E3DB-E24F-9D63-2996-F57440CC8BD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769160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3DFD8D55-190C-D72F-A59F-A5CE28E1C39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834483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2CB7F33A-1E4D-6EDB-20AB-85E1A0EA5A5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405794" y="1905250"/>
                      <a:ext cx="226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F744413-BC89-37D4-DAB6-9FCE4E1F10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9783" y="1960242"/>
                <a:ext cx="2768121" cy="2821827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C77AB8-C5DB-2BB8-5982-684C821A8B8F}"/>
              </a:ext>
            </a:extLst>
          </p:cNvPr>
          <p:cNvGrpSpPr/>
          <p:nvPr/>
        </p:nvGrpSpPr>
        <p:grpSpPr>
          <a:xfrm>
            <a:off x="4523799" y="1000030"/>
            <a:ext cx="3144402" cy="5448011"/>
            <a:chOff x="4523799" y="1000030"/>
            <a:chExt cx="3144402" cy="544801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0B29BE-3471-1DAB-7313-1DB929CF0971}"/>
                </a:ext>
              </a:extLst>
            </p:cNvPr>
            <p:cNvGrpSpPr/>
            <p:nvPr/>
          </p:nvGrpSpPr>
          <p:grpSpPr>
            <a:xfrm>
              <a:off x="4523799" y="1000030"/>
              <a:ext cx="3144402" cy="5448011"/>
              <a:chOff x="7816165" y="253892"/>
              <a:chExt cx="3736287" cy="6350215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BBE8764-B0DB-4DA1-61EF-D78817FBB416}"/>
                  </a:ext>
                </a:extLst>
              </p:cNvPr>
              <p:cNvGrpSpPr/>
              <p:nvPr/>
            </p:nvGrpSpPr>
            <p:grpSpPr>
              <a:xfrm>
                <a:off x="7816165" y="253892"/>
                <a:ext cx="3736287" cy="6350215"/>
                <a:chOff x="4225482" y="99558"/>
                <a:chExt cx="3736287" cy="6350215"/>
              </a:xfrm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A59F39AF-8327-2034-6D7D-9F30EDF86DCE}"/>
                    </a:ext>
                  </a:extLst>
                </p:cNvPr>
                <p:cNvGrpSpPr/>
                <p:nvPr/>
              </p:nvGrpSpPr>
              <p:grpSpPr>
                <a:xfrm>
                  <a:off x="4225482" y="99558"/>
                  <a:ext cx="3736287" cy="6350215"/>
                  <a:chOff x="0" y="0"/>
                  <a:chExt cx="3829050" cy="6457950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8F09B825-297B-1797-FDD3-7B2315EB4107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3829050" cy="6457950"/>
                    <a:chOff x="0" y="0"/>
                    <a:chExt cx="3829050" cy="6457950"/>
                  </a:xfrm>
                </p:grpSpPr>
                <p:sp>
                  <p:nvSpPr>
                    <p:cNvPr id="71" name="Rectangle: Rounded Corners 70">
                      <a:extLst>
                        <a:ext uri="{FF2B5EF4-FFF2-40B4-BE49-F238E27FC236}">
                          <a16:creationId xmlns:a16="http://schemas.microsoft.com/office/drawing/2014/main" id="{59B44410-91F0-2B28-C3B8-A905F19662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3829050" cy="6457950"/>
                    </a:xfrm>
                    <a:prstGeom prst="roundRect">
                      <a:avLst>
                        <a:gd name="adj" fmla="val 9235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2" name="Oval 71">
                      <a:extLst>
                        <a:ext uri="{FF2B5EF4-FFF2-40B4-BE49-F238E27FC236}">
                          <a16:creationId xmlns:a16="http://schemas.microsoft.com/office/drawing/2014/main" id="{F07C088B-5CCF-51A6-532C-6DD5D2813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1144" y="5864772"/>
                      <a:ext cx="504825" cy="485775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3" name="Rectangle 8">
                      <a:extLst>
                        <a:ext uri="{FF2B5EF4-FFF2-40B4-BE49-F238E27FC236}">
                          <a16:creationId xmlns:a16="http://schemas.microsoft.com/office/drawing/2014/main" id="{8350D4F1-C530-28E5-8A15-9D1D02554A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482" y="614855"/>
                      <a:ext cx="3419475" cy="5162550"/>
                    </a:xfrm>
                    <a:prstGeom prst="roundRect">
                      <a:avLst>
                        <a:gd name="adj" fmla="val 2289"/>
                      </a:avLst>
                    </a:prstGeom>
                    <a:noFill/>
                    <a:ln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70" name="Rectangle: Rounded Corners 69">
                    <a:extLst>
                      <a:ext uri="{FF2B5EF4-FFF2-40B4-BE49-F238E27FC236}">
                        <a16:creationId xmlns:a16="http://schemas.microsoft.com/office/drawing/2014/main" id="{B85C47E3-13FB-ADE5-DB85-0CDDDF7F0DB2}"/>
                      </a:ext>
                    </a:extLst>
                  </p:cNvPr>
                  <p:cNvSpPr/>
                  <p:nvPr/>
                </p:nvSpPr>
                <p:spPr>
                  <a:xfrm>
                    <a:off x="1529255" y="236483"/>
                    <a:ext cx="790575" cy="104775"/>
                  </a:xfrm>
                  <a:prstGeom prst="roundRect">
                    <a:avLst>
                      <a:gd name="adj" fmla="val 48667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B75384-BBD7-647C-F7B2-3ACF3B864322}"/>
                    </a:ext>
                  </a:extLst>
                </p:cNvPr>
                <p:cNvGrpSpPr/>
                <p:nvPr/>
              </p:nvGrpSpPr>
              <p:grpSpPr>
                <a:xfrm>
                  <a:off x="4514155" y="781896"/>
                  <a:ext cx="3289177" cy="4711649"/>
                  <a:chOff x="0" y="-33017"/>
                  <a:chExt cx="3289300" cy="4711895"/>
                </a:xfrm>
              </p:grpSpPr>
              <p:pic>
                <p:nvPicPr>
                  <p:cNvPr id="57" name="Picture 56">
                    <a:extLst>
                      <a:ext uri="{FF2B5EF4-FFF2-40B4-BE49-F238E27FC236}">
                        <a16:creationId xmlns:a16="http://schemas.microsoft.com/office/drawing/2014/main" id="{CF20641D-7241-F38E-C3D2-A154481C6F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alphaModFix amt="20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0" y="393405"/>
                    <a:ext cx="3289300" cy="3289300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 Box 42">
                    <a:extLst>
                      <a:ext uri="{FF2B5EF4-FFF2-40B4-BE49-F238E27FC236}">
                        <a16:creationId xmlns:a16="http://schemas.microsoft.com/office/drawing/2014/main" id="{F31F1803-F4D5-993F-E395-DB050C6D65D4}"/>
                      </a:ext>
                    </a:extLst>
                  </p:cNvPr>
                  <p:cNvSpPr txBox="1"/>
                  <p:nvPr/>
                </p:nvSpPr>
                <p:spPr>
                  <a:xfrm>
                    <a:off x="337300" y="-33017"/>
                    <a:ext cx="2941536" cy="428371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GB" sz="22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a:t>PixelPerfection</a:t>
                    </a:r>
                    <a:endParaRPr lang="en-GB" sz="1100" kern="1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60" name="Graphic 43" descr="Ringer with solid fill">
                    <a:extLst>
                      <a:ext uri="{FF2B5EF4-FFF2-40B4-BE49-F238E27FC236}">
                        <a16:creationId xmlns:a16="http://schemas.microsoft.com/office/drawing/2014/main" id="{C7E84260-E445-515A-F6DD-3FE39E88D9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02688" y="116958"/>
                    <a:ext cx="279400" cy="254635"/>
                  </a:xfrm>
                  <a:prstGeom prst="rect">
                    <a:avLst/>
                  </a:prstGeom>
                </p:spPr>
              </p:pic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9A5893A-ECA5-A3EA-3A61-5C27CAC4B9E3}"/>
                      </a:ext>
                    </a:extLst>
                  </p:cNvPr>
                  <p:cNvGrpSpPr/>
                  <p:nvPr/>
                </p:nvGrpSpPr>
                <p:grpSpPr>
                  <a:xfrm>
                    <a:off x="180753" y="3637314"/>
                    <a:ext cx="2882380" cy="1041564"/>
                    <a:chOff x="0" y="-20046"/>
                    <a:chExt cx="3128010" cy="1029225"/>
                  </a:xfrm>
                </p:grpSpPr>
                <p:grpSp>
                  <p:nvGrpSpPr>
                    <p:cNvPr id="63" name="Group 62">
                      <a:extLst>
                        <a:ext uri="{FF2B5EF4-FFF2-40B4-BE49-F238E27FC236}">
                          <a16:creationId xmlns:a16="http://schemas.microsoft.com/office/drawing/2014/main" id="{AA37ED3C-8932-4D5D-1BEE-B8F9897C12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-20046"/>
                      <a:ext cx="3128010" cy="482961"/>
                      <a:chOff x="0" y="-20046"/>
                      <a:chExt cx="3128010" cy="482961"/>
                    </a:xfrm>
                  </p:grpSpPr>
                  <p:sp>
                    <p:nvSpPr>
                      <p:cNvPr id="67" name="Rectangle: Rounded Corners 66">
                        <a:extLst>
                          <a:ext uri="{FF2B5EF4-FFF2-40B4-BE49-F238E27FC236}">
                            <a16:creationId xmlns:a16="http://schemas.microsoft.com/office/drawing/2014/main" id="{64EA89A6-EC70-8896-8D89-CB57C1068D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rgbClr val="7030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1100" kern="1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68" name="Text Box 42">
                        <a:extLst>
                          <a:ext uri="{FF2B5EF4-FFF2-40B4-BE49-F238E27FC236}">
                            <a16:creationId xmlns:a16="http://schemas.microsoft.com/office/drawing/2014/main" id="{C60D67EA-92D5-D46D-2ECC-A42F1E9FCA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5060" y="-20046"/>
                        <a:ext cx="2480531" cy="42380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Regenerating…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E11D300E-09E9-CAF0-1543-2BCF6EAB66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41722"/>
                      <a:ext cx="3128010" cy="467457"/>
                      <a:chOff x="0" y="-4542"/>
                      <a:chExt cx="3128010" cy="467457"/>
                    </a:xfrm>
                  </p:grpSpPr>
                  <p:sp>
                    <p:nvSpPr>
                      <p:cNvPr id="65" name="Rectangle: Rounded Corners 64">
                        <a:extLst>
                          <a:ext uri="{FF2B5EF4-FFF2-40B4-BE49-F238E27FC236}">
                            <a16:creationId xmlns:a16="http://schemas.microsoft.com/office/drawing/2014/main" id="{F502D65D-3692-CCE6-FE2C-8EB353291B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3128010" cy="462915"/>
                      </a:xfrm>
                      <a:prstGeom prst="roundRect">
                        <a:avLst/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6" name="Text Box 42">
                        <a:extLst>
                          <a:ext uri="{FF2B5EF4-FFF2-40B4-BE49-F238E27FC236}">
                            <a16:creationId xmlns:a16="http://schemas.microsoft.com/office/drawing/2014/main" id="{831BC598-7D5B-BEB2-9B1E-5AC6F35C4C0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8559" y="-4542"/>
                        <a:ext cx="1957632" cy="39188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07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</a:pPr>
                        <a:r>
                          <a:rPr lang="en-GB" sz="2000" b="1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a:t>Download</a:t>
                        </a:r>
                        <a:endParaRPr lang="en-GB" sz="11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  <p:pic>
                <p:nvPicPr>
                  <p:cNvPr id="62" name="Graphic 48" descr="Magnifying glass with solid fill">
                    <a:extLst>
                      <a:ext uri="{FF2B5EF4-FFF2-40B4-BE49-F238E27FC236}">
                        <a16:creationId xmlns:a16="http://schemas.microsoft.com/office/drawing/2014/main" id="{9A839A8C-52D3-CE35-6372-C4B96A48F5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36874" y="148856"/>
                    <a:ext cx="212090" cy="21209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D99098E-E550-2F4B-D725-E17A3B7A04D7}"/>
                  </a:ext>
                </a:extLst>
              </p:cNvPr>
              <p:cNvGrpSpPr/>
              <p:nvPr/>
            </p:nvGrpSpPr>
            <p:grpSpPr>
              <a:xfrm>
                <a:off x="8172450" y="1118093"/>
                <a:ext cx="269675" cy="158627"/>
                <a:chOff x="8373110" y="6126480"/>
                <a:chExt cx="252095" cy="238125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A79FBB04-80AC-8824-A4BD-372317646FA5}"/>
                    </a:ext>
                  </a:extLst>
                </p:cNvPr>
                <p:cNvCxnSpPr/>
                <p:nvPr/>
              </p:nvCxnSpPr>
              <p:spPr>
                <a:xfrm>
                  <a:off x="8373110" y="61264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102C4510-36AA-68A9-5E55-24B54F88BB3A}"/>
                    </a:ext>
                  </a:extLst>
                </p:cNvPr>
                <p:cNvCxnSpPr/>
                <p:nvPr/>
              </p:nvCxnSpPr>
              <p:spPr>
                <a:xfrm>
                  <a:off x="8373110" y="6240780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9407C4A8-3F2C-953D-A428-3C6E7517FA8D}"/>
                    </a:ext>
                  </a:extLst>
                </p:cNvPr>
                <p:cNvCxnSpPr/>
                <p:nvPr/>
              </p:nvCxnSpPr>
              <p:spPr>
                <a:xfrm>
                  <a:off x="8373110" y="6364605"/>
                  <a:ext cx="252095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16D518-7097-DD3D-C708-9BCE27B2E4EA}"/>
                </a:ext>
              </a:extLst>
            </p:cNvPr>
            <p:cNvGrpSpPr/>
            <p:nvPr/>
          </p:nvGrpSpPr>
          <p:grpSpPr>
            <a:xfrm>
              <a:off x="4918855" y="5221840"/>
              <a:ext cx="2435267" cy="409618"/>
              <a:chOff x="8336704" y="5225782"/>
              <a:chExt cx="2425676" cy="40188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6E90A4C-F563-2518-2A1F-3ACC86DA4E39}"/>
                  </a:ext>
                </a:extLst>
              </p:cNvPr>
              <p:cNvSpPr/>
              <p:nvPr/>
            </p:nvSpPr>
            <p:spPr>
              <a:xfrm>
                <a:off x="8336704" y="5225782"/>
                <a:ext cx="2425676" cy="401887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DF73C63-BAEE-AD0A-C949-F5BE22510C6D}"/>
                  </a:ext>
                </a:extLst>
              </p:cNvPr>
              <p:cNvSpPr/>
              <p:nvPr/>
            </p:nvSpPr>
            <p:spPr>
              <a:xfrm>
                <a:off x="8342534" y="5232970"/>
                <a:ext cx="2419845" cy="387796"/>
              </a:xfrm>
              <a:prstGeom prst="roundRect">
                <a:avLst/>
              </a:prstGeom>
              <a:gradFill>
                <a:gsLst>
                  <a:gs pos="0">
                    <a:srgbClr val="00B050"/>
                  </a:gs>
                  <a:gs pos="49000">
                    <a:srgbClr val="00B050"/>
                  </a:gs>
                  <a:gs pos="93000">
                    <a:schemeClr val="accent3">
                      <a:alpha val="0"/>
                    </a:schemeClr>
                  </a:gs>
                  <a:gs pos="100000">
                    <a:schemeClr val="accent3">
                      <a:alpha val="0"/>
                    </a:schemeClr>
                  </a:gs>
                </a:gsLst>
                <a:lin ang="21594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14" name="Text Box 42">
                <a:extLst>
                  <a:ext uri="{FF2B5EF4-FFF2-40B4-BE49-F238E27FC236}">
                    <a16:creationId xmlns:a16="http://schemas.microsoft.com/office/drawing/2014/main" id="{9FE99B02-25F2-C4AC-D67A-ECDFECB2E876}"/>
                  </a:ext>
                </a:extLst>
              </p:cNvPr>
              <p:cNvSpPr txBox="1"/>
              <p:nvPr/>
            </p:nvSpPr>
            <p:spPr>
              <a:xfrm>
                <a:off x="8852406" y="5236092"/>
                <a:ext cx="1518084" cy="34022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b="1" kern="100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63%</a:t>
                </a:r>
                <a:endParaRPr lang="en-GB" sz="110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54B678D1-A003-E7C9-A2D1-BA03978FA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2953" y="-78481"/>
            <a:ext cx="7046093" cy="882877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Architecture</a:t>
            </a:r>
            <a:endParaRPr lang="en-GB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6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4CD6425-7D7D-7C0D-EDBD-7BC83E3717CF}"/>
              </a:ext>
            </a:extLst>
          </p:cNvPr>
          <p:cNvGrpSpPr/>
          <p:nvPr/>
        </p:nvGrpSpPr>
        <p:grpSpPr>
          <a:xfrm>
            <a:off x="886918" y="866050"/>
            <a:ext cx="10418164" cy="5125899"/>
            <a:chOff x="1236112" y="1640111"/>
            <a:chExt cx="6851197" cy="2671872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BC93EC96-3878-FF6F-5640-AA2592B76E78}"/>
                </a:ext>
              </a:extLst>
            </p:cNvPr>
            <p:cNvSpPr txBox="1"/>
            <p:nvPr/>
          </p:nvSpPr>
          <p:spPr>
            <a:xfrm>
              <a:off x="1550769" y="1640111"/>
              <a:ext cx="6221883" cy="53975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600" b="1" kern="100" dirty="0">
                  <a:solidFill>
                    <a:srgbClr val="7030A0"/>
                  </a:solidFill>
                  <a:effectLst/>
                  <a:latin typeface="Aharoni" panose="02010803020104030203" pitchFamily="2" charset="-79"/>
                  <a:ea typeface="Times New Roman" panose="02020603050405020304" pitchFamily="18" charset="0"/>
                  <a:cs typeface="Times New Roman" panose="02020603050405020304" pitchFamily="18" charset="0"/>
                </a:rPr>
                <a:t>WHY CHOOSE PIXELPERFECTION AI</a:t>
              </a:r>
              <a:r>
                <a:rPr lang="en-GB" sz="3600" b="1" kern="100" dirty="0">
                  <a:solidFill>
                    <a:srgbClr val="7030A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en-GB" sz="16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DC955B-8BFC-1F36-1A11-8B5580238754}"/>
                </a:ext>
              </a:extLst>
            </p:cNvPr>
            <p:cNvCxnSpPr>
              <a:cxnSpLocks/>
            </p:cNvCxnSpPr>
            <p:nvPr/>
          </p:nvCxnSpPr>
          <p:spPr>
            <a:xfrm>
              <a:off x="4149182" y="2057841"/>
              <a:ext cx="652181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Box 34">
              <a:extLst>
                <a:ext uri="{FF2B5EF4-FFF2-40B4-BE49-F238E27FC236}">
                  <a16:creationId xmlns:a16="http://schemas.microsoft.com/office/drawing/2014/main" id="{A94E33FA-00E5-5752-F8CB-92DF420C10E6}"/>
                </a:ext>
              </a:extLst>
            </p:cNvPr>
            <p:cNvSpPr txBox="1"/>
            <p:nvPr/>
          </p:nvSpPr>
          <p:spPr>
            <a:xfrm>
              <a:off x="1236112" y="2294072"/>
              <a:ext cx="6851197" cy="201791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PixelPerfection AI excels by combining technological prowess with user-centric design. The seamless integration of advanced AI ensures that users experience a significant enhancement in their images. Our commitment to privacy and a focus on delivering a simple yet powerful tool sets us apart from the competition. In a market saturated with image enhancement apps, PixelPerfection AI shines as a beacon of innovation, transforming pixels and illuminating moments like never before.</a:t>
              </a:r>
              <a:endParaRPr lang="en-GB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marR="0" algn="ctr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GB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1171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4CD6425-7D7D-7C0D-EDBD-7BC83E3717CF}"/>
              </a:ext>
            </a:extLst>
          </p:cNvPr>
          <p:cNvGrpSpPr/>
          <p:nvPr/>
        </p:nvGrpSpPr>
        <p:grpSpPr>
          <a:xfrm>
            <a:off x="886918" y="866050"/>
            <a:ext cx="10418164" cy="5125899"/>
            <a:chOff x="1236112" y="1640111"/>
            <a:chExt cx="6851197" cy="2671872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BC93EC96-3878-FF6F-5640-AA2592B76E78}"/>
                </a:ext>
              </a:extLst>
            </p:cNvPr>
            <p:cNvSpPr txBox="1"/>
            <p:nvPr/>
          </p:nvSpPr>
          <p:spPr>
            <a:xfrm>
              <a:off x="1550769" y="1640111"/>
              <a:ext cx="6221883" cy="53975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600" b="1" kern="100" dirty="0">
                  <a:solidFill>
                    <a:srgbClr val="7030A0"/>
                  </a:solidFill>
                  <a:effectLst/>
                  <a:latin typeface="Aharoni" panose="02010803020104030203" pitchFamily="2" charset="-79"/>
                  <a:ea typeface="Times New Roman" panose="02020603050405020304" pitchFamily="18" charset="0"/>
                  <a:cs typeface="Times New Roman" panose="02020603050405020304" pitchFamily="18" charset="0"/>
                </a:rPr>
                <a:t>PROMOTION STRATEGY </a:t>
              </a:r>
              <a:endParaRPr lang="en-GB" sz="16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DC955B-8BFC-1F36-1A11-8B5580238754}"/>
                </a:ext>
              </a:extLst>
            </p:cNvPr>
            <p:cNvCxnSpPr>
              <a:cxnSpLocks/>
            </p:cNvCxnSpPr>
            <p:nvPr/>
          </p:nvCxnSpPr>
          <p:spPr>
            <a:xfrm>
              <a:off x="4149182" y="2057841"/>
              <a:ext cx="652181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Box 34">
              <a:extLst>
                <a:ext uri="{FF2B5EF4-FFF2-40B4-BE49-F238E27FC236}">
                  <a16:creationId xmlns:a16="http://schemas.microsoft.com/office/drawing/2014/main" id="{A94E33FA-00E5-5752-F8CB-92DF420C10E6}"/>
                </a:ext>
              </a:extLst>
            </p:cNvPr>
            <p:cNvSpPr txBox="1"/>
            <p:nvPr/>
          </p:nvSpPr>
          <p:spPr>
            <a:xfrm>
              <a:off x="1236112" y="2294072"/>
              <a:ext cx="6851197" cy="201791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Social Media Campaigns: Engage users through platforms like Instagram, Facebook, and Twitter. Influencer Collaborations: Partner with influencers to showcase the app's capabilities. Free Trial Period: Offer an initial free trial period to encourage user engagement.</a:t>
              </a:r>
              <a:endParaRPr lang="en-GB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07641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D726A83-A993-33CC-F24E-BEF673697E0A}"/>
              </a:ext>
            </a:extLst>
          </p:cNvPr>
          <p:cNvGrpSpPr/>
          <p:nvPr/>
        </p:nvGrpSpPr>
        <p:grpSpPr>
          <a:xfrm>
            <a:off x="2843313" y="1098951"/>
            <a:ext cx="6505374" cy="4660097"/>
            <a:chOff x="3008824" y="3149949"/>
            <a:chExt cx="6281226" cy="467261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86169F4-6482-8CCF-EDF8-C5A47179A8EF}"/>
                </a:ext>
              </a:extLst>
            </p:cNvPr>
            <p:cNvSpPr/>
            <p:nvPr/>
          </p:nvSpPr>
          <p:spPr>
            <a:xfrm>
              <a:off x="5067113" y="3149949"/>
              <a:ext cx="1951570" cy="1815027"/>
            </a:xfrm>
            <a:prstGeom prst="roundRect">
              <a:avLst>
                <a:gd name="adj" fmla="val 4039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AD9527-6B82-9177-689A-F2BD80E9E5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90" t="7505" r="9819" b="37951"/>
            <a:stretch/>
          </p:blipFill>
          <p:spPr bwMode="auto">
            <a:xfrm>
              <a:off x="5171164" y="3290608"/>
              <a:ext cx="1734789" cy="156251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2005CEA7-A931-E744-0922-D7757F177B2C}"/>
                </a:ext>
              </a:extLst>
            </p:cNvPr>
            <p:cNvSpPr txBox="1"/>
            <p:nvPr/>
          </p:nvSpPr>
          <p:spPr>
            <a:xfrm>
              <a:off x="3715874" y="5486256"/>
              <a:ext cx="4867125" cy="61410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4400" b="1" kern="100" dirty="0">
                  <a:solidFill>
                    <a:srgbClr val="7030A0"/>
                  </a:solidFill>
                  <a:effectLst/>
                  <a:latin typeface="Aharoni" panose="02010803020104030203" pitchFamily="2" charset="-79"/>
                  <a:ea typeface="Times New Roman" panose="02020603050405020304" pitchFamily="18" charset="0"/>
                  <a:cs typeface="Times New Roman" panose="02020603050405020304" pitchFamily="18" charset="0"/>
                </a:rPr>
                <a:t>CONTACT US</a:t>
              </a:r>
              <a:r>
                <a:rPr lang="en-GB" sz="4400" b="1" kern="100" dirty="0">
                  <a:solidFill>
                    <a:srgbClr val="7030A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!</a:t>
              </a:r>
              <a:endParaRPr lang="en-GB" sz="1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CC74E62-7AA6-04E0-21BE-F425070D3747}"/>
                </a:ext>
              </a:extLst>
            </p:cNvPr>
            <p:cNvCxnSpPr/>
            <p:nvPr/>
          </p:nvCxnSpPr>
          <p:spPr>
            <a:xfrm>
              <a:off x="5381553" y="6274347"/>
              <a:ext cx="1246467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568229B8-2F08-9C70-ACD1-CB355A7E3DEB}"/>
                </a:ext>
              </a:extLst>
            </p:cNvPr>
            <p:cNvSpPr txBox="1"/>
            <p:nvPr/>
          </p:nvSpPr>
          <p:spPr>
            <a:xfrm>
              <a:off x="3008824" y="6468871"/>
              <a:ext cx="6281226" cy="135369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18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PixelPerfect square Rd, Farnworth, Bolton BL4OJR</a:t>
              </a:r>
              <a:endParaRPr lang="en-GB" sz="11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18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United Kingdom</a:t>
              </a:r>
              <a:endParaRPr lang="en-GB" sz="11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18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contact@pixelpefection.ai</a:t>
              </a:r>
              <a:endParaRPr lang="en-GB" sz="11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18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www.pixelperfection.ai</a:t>
              </a:r>
              <a:endParaRPr lang="en-GB" sz="11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2488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280</Words>
  <Application>Microsoft Office PowerPoint</Application>
  <PresentationFormat>Widescreen</PresentationFormat>
  <Paragraphs>62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Aharoni</vt:lpstr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Outlines:</vt:lpstr>
      <vt:lpstr>Our Web App</vt:lpstr>
      <vt:lpstr>Understanding the Architecture</vt:lpstr>
      <vt:lpstr>Understanding the Architecture</vt:lpstr>
      <vt:lpstr>Understanding the Architecture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Saqib Bedar</dc:creator>
  <cp:lastModifiedBy>Saqib Bedar</cp:lastModifiedBy>
  <cp:revision>14</cp:revision>
  <dcterms:created xsi:type="dcterms:W3CDTF">2023-12-09T21:10:05Z</dcterms:created>
  <dcterms:modified xsi:type="dcterms:W3CDTF">2024-01-03T08:14:49Z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2023-12-09T21:18:33Z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89d86539-d32e-4c08-9b2f-0c303e2e5e3e</vt:lpwstr>
  </property>
  <property fmtid="{D5CDD505-2E9C-101B-9397-08002B2CF9AE}" pid="7" name="MSIP_Label_defa4170-0d19-0005-0004-bc88714345d2_ActionId">
    <vt:lpwstr>48b6f2e9-0139-46bd-bcda-5d21b38a7147</vt:lpwstr>
  </property>
  <property fmtid="{D5CDD505-2E9C-101B-9397-08002B2CF9AE}" pid="8" name="MSIP_Label_defa4170-0d19-0005-0004-bc88714345d2_ContentBits">
    <vt:lpwstr>0</vt:lpwstr>
  </property>
</Properties>
</file>