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7" r:id="rId3"/>
    <p:sldId id="258" r:id="rId4"/>
    <p:sldId id="263" r:id="rId5"/>
    <p:sldId id="266"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AFE054-F303-436A-A426-BB08159A5B69}">
          <p14:sldIdLst>
            <p14:sldId id="256"/>
          </p14:sldIdLst>
        </p14:section>
        <p14:section name="Outlines" id="{0A1F5CE3-2A09-4A36-9CDA-48CB40494AF5}">
          <p14:sldIdLst>
            <p14:sldId id="257"/>
          </p14:sldIdLst>
        </p14:section>
        <p14:section name="Content Slides" id="{CCCC6BD9-8F8B-4048-90A0-5663093246CC}">
          <p14:sldIdLst>
            <p14:sldId id="258"/>
            <p14:sldId id="263"/>
          </p14:sldIdLst>
        </p14:section>
        <p14:section name="Conclusion" id="{D6865844-CEB5-4426-B9F6-DA71A3FB3438}">
          <p14:sldIdLst>
            <p14:sldId id="2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1020"/>
    <a:srgbClr val="00955C"/>
    <a:srgbClr val="029D64"/>
    <a:srgbClr val="02925C"/>
    <a:srgbClr val="9A9A9A"/>
    <a:srgbClr val="9D9D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2607" autoAdjust="0"/>
  </p:normalViewPr>
  <p:slideViewPr>
    <p:cSldViewPr snapToGrid="0">
      <p:cViewPr varScale="1">
        <p:scale>
          <a:sx n="63" d="100"/>
          <a:sy n="63" d="100"/>
        </p:scale>
        <p:origin x="930" y="1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289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6BA949-B397-493B-9DA1-B15BCF951CE8}" type="doc">
      <dgm:prSet loTypeId="urn:microsoft.com/office/officeart/2008/layout/VerticalCurvedList" loCatId="list" qsTypeId="urn:microsoft.com/office/officeart/2005/8/quickstyle/simple5" qsCatId="simple" csTypeId="urn:microsoft.com/office/officeart/2005/8/colors/accent1_2" csCatId="accent1" phldr="1"/>
      <dgm:spPr/>
      <dgm:t>
        <a:bodyPr/>
        <a:lstStyle/>
        <a:p>
          <a:endParaRPr lang="en-GB"/>
        </a:p>
      </dgm:t>
    </dgm:pt>
    <dgm:pt modelId="{43B752CC-C8BE-486D-828C-37D143B79E11}">
      <dgm:prSet phldrT="[Text]" custT="1"/>
      <dgm:spPr>
        <a:solidFill>
          <a:schemeClr val="bg1"/>
        </a:solidFill>
      </dgm:spPr>
      <dgm:t>
        <a:bodyPr/>
        <a:lstStyle/>
        <a:p>
          <a:pPr algn="l"/>
          <a:r>
            <a:rPr lang="en-US" sz="2400" dirty="0">
              <a:latin typeface="Bell MT" panose="02020503060305020303" pitchFamily="18" charset="0"/>
            </a:rPr>
            <a:t>Federal Parliamentary System</a:t>
          </a:r>
          <a:endParaRPr lang="en-US" sz="2400" b="0" i="0" dirty="0">
            <a:effectLst/>
            <a:latin typeface="Bell MT" panose="02020503060305020303" pitchFamily="18" charset="0"/>
          </a:endParaRPr>
        </a:p>
      </dgm:t>
    </dgm:pt>
    <dgm:pt modelId="{33596254-94C3-4381-9F14-43B518979E52}" type="parTrans" cxnId="{C6C6C0AE-75F2-4454-8232-3DCB11511348}">
      <dgm:prSet/>
      <dgm:spPr/>
      <dgm:t>
        <a:bodyPr/>
        <a:lstStyle/>
        <a:p>
          <a:endParaRPr lang="en-GB"/>
        </a:p>
      </dgm:t>
    </dgm:pt>
    <dgm:pt modelId="{60DB7822-6179-44BA-8F6B-7715196991A1}" type="sibTrans" cxnId="{C6C6C0AE-75F2-4454-8232-3DCB11511348}">
      <dgm:prSet/>
      <dgm:spPr>
        <a:solidFill>
          <a:srgbClr val="FFC000"/>
        </a:solidFill>
        <a:ln>
          <a:solidFill>
            <a:srgbClr val="FFC000"/>
          </a:solidFill>
        </a:ln>
      </dgm:spPr>
      <dgm:t>
        <a:bodyPr/>
        <a:lstStyle/>
        <a:p>
          <a:endParaRPr lang="en-GB"/>
        </a:p>
      </dgm:t>
    </dgm:pt>
    <dgm:pt modelId="{13BE41C9-20CD-4E85-BD60-27ACE83E1993}">
      <dgm:prSet phldrT="[Text]" custT="1"/>
      <dgm:spPr>
        <a:solidFill>
          <a:schemeClr val="bg1"/>
        </a:solidFill>
      </dgm:spPr>
      <dgm:t>
        <a:bodyPr/>
        <a:lstStyle/>
        <a:p>
          <a:pPr algn="l"/>
          <a:r>
            <a:rPr lang="en-US" sz="2600" dirty="0">
              <a:latin typeface="Bell MT" panose="02020503060305020303" pitchFamily="18" charset="0"/>
            </a:rPr>
            <a:t>Limited Federal Governments </a:t>
          </a:r>
          <a:endParaRPr lang="en-GB" sz="2600" dirty="0">
            <a:latin typeface="Bell MT" panose="02020503060305020303" pitchFamily="18" charset="0"/>
          </a:endParaRPr>
        </a:p>
      </dgm:t>
    </dgm:pt>
    <dgm:pt modelId="{A9E3EEDD-C635-41CD-93AB-5CE6D57DE750}" type="parTrans" cxnId="{47AE2B9E-F1DD-4015-BC11-6397E1B48085}">
      <dgm:prSet/>
      <dgm:spPr/>
      <dgm:t>
        <a:bodyPr/>
        <a:lstStyle/>
        <a:p>
          <a:endParaRPr lang="en-GB"/>
        </a:p>
      </dgm:t>
    </dgm:pt>
    <dgm:pt modelId="{303897F0-412C-4D18-B9D3-579D2D05F069}" type="sibTrans" cxnId="{47AE2B9E-F1DD-4015-BC11-6397E1B48085}">
      <dgm:prSet/>
      <dgm:spPr/>
      <dgm:t>
        <a:bodyPr/>
        <a:lstStyle/>
        <a:p>
          <a:endParaRPr lang="en-GB"/>
        </a:p>
      </dgm:t>
    </dgm:pt>
    <dgm:pt modelId="{3B3389FC-D7ED-44D6-82A5-18A23FA39BFC}">
      <dgm:prSet phldrT="[Text]" custT="1"/>
      <dgm:spPr>
        <a:solidFill>
          <a:schemeClr val="bg1"/>
        </a:solidFill>
      </dgm:spPr>
      <dgm:t>
        <a:bodyPr/>
        <a:lstStyle/>
        <a:p>
          <a:pPr algn="l"/>
          <a:r>
            <a:rPr lang="en-US" sz="2600" dirty="0">
              <a:latin typeface="Bell MT" panose="02020503060305020303" pitchFamily="18" charset="0"/>
            </a:rPr>
            <a:t>Separate Currencies </a:t>
          </a:r>
          <a:endParaRPr lang="en-GB" sz="2600" dirty="0">
            <a:latin typeface="Bell MT" panose="02020503060305020303" pitchFamily="18" charset="0"/>
          </a:endParaRPr>
        </a:p>
      </dgm:t>
    </dgm:pt>
    <dgm:pt modelId="{62271B9E-6445-4288-9B97-496E6280D206}" type="parTrans" cxnId="{9DD86A70-5772-4AA8-A6C0-BCA7B7AE0306}">
      <dgm:prSet/>
      <dgm:spPr/>
      <dgm:t>
        <a:bodyPr/>
        <a:lstStyle/>
        <a:p>
          <a:endParaRPr lang="en-GB"/>
        </a:p>
      </dgm:t>
    </dgm:pt>
    <dgm:pt modelId="{FE95367E-25C2-4D79-B7D6-6DC219B73FB7}" type="sibTrans" cxnId="{9DD86A70-5772-4AA8-A6C0-BCA7B7AE0306}">
      <dgm:prSet/>
      <dgm:spPr/>
      <dgm:t>
        <a:bodyPr/>
        <a:lstStyle/>
        <a:p>
          <a:endParaRPr lang="en-GB"/>
        </a:p>
      </dgm:t>
    </dgm:pt>
    <dgm:pt modelId="{A85E4D10-EE4A-42FE-9C38-4D22404C21C0}" type="pres">
      <dgm:prSet presAssocID="{C96BA949-B397-493B-9DA1-B15BCF951CE8}" presName="Name0" presStyleCnt="0">
        <dgm:presLayoutVars>
          <dgm:chMax val="7"/>
          <dgm:chPref val="7"/>
          <dgm:dir/>
        </dgm:presLayoutVars>
      </dgm:prSet>
      <dgm:spPr/>
    </dgm:pt>
    <dgm:pt modelId="{CF66D92D-665A-4A92-B2BF-D34DD10A0493}" type="pres">
      <dgm:prSet presAssocID="{C96BA949-B397-493B-9DA1-B15BCF951CE8}" presName="Name1" presStyleCnt="0"/>
      <dgm:spPr/>
    </dgm:pt>
    <dgm:pt modelId="{D1DB1396-2D50-464E-B047-0FFD2E192A97}" type="pres">
      <dgm:prSet presAssocID="{C96BA949-B397-493B-9DA1-B15BCF951CE8}" presName="cycle" presStyleCnt="0"/>
      <dgm:spPr/>
    </dgm:pt>
    <dgm:pt modelId="{4248378E-E152-40DA-9210-3E7FE6ED59B7}" type="pres">
      <dgm:prSet presAssocID="{C96BA949-B397-493B-9DA1-B15BCF951CE8}" presName="srcNode" presStyleLbl="node1" presStyleIdx="0" presStyleCnt="3"/>
      <dgm:spPr/>
    </dgm:pt>
    <dgm:pt modelId="{E42EEFD5-B940-4A74-9C9D-C26FE3BE0338}" type="pres">
      <dgm:prSet presAssocID="{C96BA949-B397-493B-9DA1-B15BCF951CE8}" presName="conn" presStyleLbl="parChTrans1D2" presStyleIdx="0" presStyleCnt="1"/>
      <dgm:spPr/>
    </dgm:pt>
    <dgm:pt modelId="{CBDA631B-F1A6-442E-84E3-CD428091D2DF}" type="pres">
      <dgm:prSet presAssocID="{C96BA949-B397-493B-9DA1-B15BCF951CE8}" presName="extraNode" presStyleLbl="node1" presStyleIdx="0" presStyleCnt="3"/>
      <dgm:spPr/>
    </dgm:pt>
    <dgm:pt modelId="{768710C8-E454-4BB7-8220-74922A3BE2B1}" type="pres">
      <dgm:prSet presAssocID="{C96BA949-B397-493B-9DA1-B15BCF951CE8}" presName="dstNode" presStyleLbl="node1" presStyleIdx="0" presStyleCnt="3"/>
      <dgm:spPr/>
    </dgm:pt>
    <dgm:pt modelId="{45A4DB94-F5A2-4AC8-BB03-5BCD11DEDCBA}" type="pres">
      <dgm:prSet presAssocID="{43B752CC-C8BE-486D-828C-37D143B79E11}" presName="text_1" presStyleLbl="node1" presStyleIdx="0" presStyleCnt="3">
        <dgm:presLayoutVars>
          <dgm:bulletEnabled val="1"/>
        </dgm:presLayoutVars>
      </dgm:prSet>
      <dgm:spPr/>
    </dgm:pt>
    <dgm:pt modelId="{C39EE770-485A-48EE-862C-AB61F4A1CF42}" type="pres">
      <dgm:prSet presAssocID="{43B752CC-C8BE-486D-828C-37D143B79E11}" presName="accent_1" presStyleCnt="0"/>
      <dgm:spPr/>
    </dgm:pt>
    <dgm:pt modelId="{1AA6E130-627C-440A-8051-6C6D082B70D1}" type="pres">
      <dgm:prSet presAssocID="{43B752CC-C8BE-486D-828C-37D143B79E11}" presName="accentRepeatNode" presStyleLbl="solidFgAcc1" presStyleIdx="0" presStyleCnt="3"/>
      <dgm:spPr>
        <a:solidFill>
          <a:srgbClr val="FFC000"/>
        </a:solidFill>
        <a:ln>
          <a:solidFill>
            <a:srgbClr val="FFC000"/>
          </a:solidFill>
        </a:ln>
      </dgm:spPr>
    </dgm:pt>
    <dgm:pt modelId="{DD1EDEC9-5AD8-4CCE-8EFE-F1C95478983B}" type="pres">
      <dgm:prSet presAssocID="{13BE41C9-20CD-4E85-BD60-27ACE83E1993}" presName="text_2" presStyleLbl="node1" presStyleIdx="1" presStyleCnt="3">
        <dgm:presLayoutVars>
          <dgm:bulletEnabled val="1"/>
        </dgm:presLayoutVars>
      </dgm:prSet>
      <dgm:spPr/>
    </dgm:pt>
    <dgm:pt modelId="{2E7062D6-82B6-468E-833B-3E95986F6F1E}" type="pres">
      <dgm:prSet presAssocID="{13BE41C9-20CD-4E85-BD60-27ACE83E1993}" presName="accent_2" presStyleCnt="0"/>
      <dgm:spPr/>
    </dgm:pt>
    <dgm:pt modelId="{F9F8ADAD-3D13-4FA0-A238-D1DDD7F77847}" type="pres">
      <dgm:prSet presAssocID="{13BE41C9-20CD-4E85-BD60-27ACE83E1993}" presName="accentRepeatNode" presStyleLbl="solidFgAcc1" presStyleIdx="1" presStyleCnt="3" custScaleX="84610" custScaleY="70531"/>
      <dgm:spPr>
        <a:solidFill>
          <a:srgbClr val="FFC000"/>
        </a:solidFill>
        <a:ln>
          <a:solidFill>
            <a:srgbClr val="FFC000"/>
          </a:solidFill>
        </a:ln>
      </dgm:spPr>
    </dgm:pt>
    <dgm:pt modelId="{139E63A8-5D72-4A6A-8A05-A8CCFEDB7605}" type="pres">
      <dgm:prSet presAssocID="{3B3389FC-D7ED-44D6-82A5-18A23FA39BFC}" presName="text_3" presStyleLbl="node1" presStyleIdx="2" presStyleCnt="3">
        <dgm:presLayoutVars>
          <dgm:bulletEnabled val="1"/>
        </dgm:presLayoutVars>
      </dgm:prSet>
      <dgm:spPr/>
    </dgm:pt>
    <dgm:pt modelId="{DDEBB734-7079-43C7-B29C-CF38C100C480}" type="pres">
      <dgm:prSet presAssocID="{3B3389FC-D7ED-44D6-82A5-18A23FA39BFC}" presName="accent_3" presStyleCnt="0"/>
      <dgm:spPr/>
    </dgm:pt>
    <dgm:pt modelId="{C6424C5E-B85D-4614-B182-E6DD8A4DC0C2}" type="pres">
      <dgm:prSet presAssocID="{3B3389FC-D7ED-44D6-82A5-18A23FA39BFC}" presName="accentRepeatNode" presStyleLbl="solidFgAcc1" presStyleIdx="2" presStyleCnt="3"/>
      <dgm:spPr>
        <a:solidFill>
          <a:srgbClr val="FFC000"/>
        </a:solidFill>
        <a:ln>
          <a:solidFill>
            <a:srgbClr val="FFC000"/>
          </a:solidFill>
        </a:ln>
      </dgm:spPr>
    </dgm:pt>
  </dgm:ptLst>
  <dgm:cxnLst>
    <dgm:cxn modelId="{95B20407-900C-47BE-970F-FB35A52274F1}" type="presOf" srcId="{13BE41C9-20CD-4E85-BD60-27ACE83E1993}" destId="{DD1EDEC9-5AD8-4CCE-8EFE-F1C95478983B}" srcOrd="0" destOrd="0" presId="urn:microsoft.com/office/officeart/2008/layout/VerticalCurvedList"/>
    <dgm:cxn modelId="{9D04C935-EF16-4C45-848C-5BC7F4119ADB}" type="presOf" srcId="{3B3389FC-D7ED-44D6-82A5-18A23FA39BFC}" destId="{139E63A8-5D72-4A6A-8A05-A8CCFEDB7605}" srcOrd="0" destOrd="0" presId="urn:microsoft.com/office/officeart/2008/layout/VerticalCurvedList"/>
    <dgm:cxn modelId="{9DD86A70-5772-4AA8-A6C0-BCA7B7AE0306}" srcId="{C96BA949-B397-493B-9DA1-B15BCF951CE8}" destId="{3B3389FC-D7ED-44D6-82A5-18A23FA39BFC}" srcOrd="2" destOrd="0" parTransId="{62271B9E-6445-4288-9B97-496E6280D206}" sibTransId="{FE95367E-25C2-4D79-B7D6-6DC219B73FB7}"/>
    <dgm:cxn modelId="{8C9FB478-4CC1-4B8E-9B0E-170106849F92}" type="presOf" srcId="{C96BA949-B397-493B-9DA1-B15BCF951CE8}" destId="{A85E4D10-EE4A-42FE-9C38-4D22404C21C0}" srcOrd="0" destOrd="0" presId="urn:microsoft.com/office/officeart/2008/layout/VerticalCurvedList"/>
    <dgm:cxn modelId="{C172A291-7EE5-4C76-BEE7-1E88C6083317}" type="presOf" srcId="{60DB7822-6179-44BA-8F6B-7715196991A1}" destId="{E42EEFD5-B940-4A74-9C9D-C26FE3BE0338}" srcOrd="0" destOrd="0" presId="urn:microsoft.com/office/officeart/2008/layout/VerticalCurvedList"/>
    <dgm:cxn modelId="{47AE2B9E-F1DD-4015-BC11-6397E1B48085}" srcId="{C96BA949-B397-493B-9DA1-B15BCF951CE8}" destId="{13BE41C9-20CD-4E85-BD60-27ACE83E1993}" srcOrd="1" destOrd="0" parTransId="{A9E3EEDD-C635-41CD-93AB-5CE6D57DE750}" sibTransId="{303897F0-412C-4D18-B9D3-579D2D05F069}"/>
    <dgm:cxn modelId="{C6C6C0AE-75F2-4454-8232-3DCB11511348}" srcId="{C96BA949-B397-493B-9DA1-B15BCF951CE8}" destId="{43B752CC-C8BE-486D-828C-37D143B79E11}" srcOrd="0" destOrd="0" parTransId="{33596254-94C3-4381-9F14-43B518979E52}" sibTransId="{60DB7822-6179-44BA-8F6B-7715196991A1}"/>
    <dgm:cxn modelId="{2705FCBF-19FA-471E-B597-D1B1E7843AEA}" type="presOf" srcId="{43B752CC-C8BE-486D-828C-37D143B79E11}" destId="{45A4DB94-F5A2-4AC8-BB03-5BCD11DEDCBA}" srcOrd="0" destOrd="0" presId="urn:microsoft.com/office/officeart/2008/layout/VerticalCurvedList"/>
    <dgm:cxn modelId="{952CABE6-F679-44C3-A6FE-F97AC7EA1A67}" type="presParOf" srcId="{A85E4D10-EE4A-42FE-9C38-4D22404C21C0}" destId="{CF66D92D-665A-4A92-B2BF-D34DD10A0493}" srcOrd="0" destOrd="0" presId="urn:microsoft.com/office/officeart/2008/layout/VerticalCurvedList"/>
    <dgm:cxn modelId="{50A22274-F0D0-44E9-A955-1C61BBE17977}" type="presParOf" srcId="{CF66D92D-665A-4A92-B2BF-D34DD10A0493}" destId="{D1DB1396-2D50-464E-B047-0FFD2E192A97}" srcOrd="0" destOrd="0" presId="urn:microsoft.com/office/officeart/2008/layout/VerticalCurvedList"/>
    <dgm:cxn modelId="{4EDDEF19-9AAB-4237-8B9D-3C35366E983F}" type="presParOf" srcId="{D1DB1396-2D50-464E-B047-0FFD2E192A97}" destId="{4248378E-E152-40DA-9210-3E7FE6ED59B7}" srcOrd="0" destOrd="0" presId="urn:microsoft.com/office/officeart/2008/layout/VerticalCurvedList"/>
    <dgm:cxn modelId="{1752C12E-1F36-4CC0-9751-370EB81E2310}" type="presParOf" srcId="{D1DB1396-2D50-464E-B047-0FFD2E192A97}" destId="{E42EEFD5-B940-4A74-9C9D-C26FE3BE0338}" srcOrd="1" destOrd="0" presId="urn:microsoft.com/office/officeart/2008/layout/VerticalCurvedList"/>
    <dgm:cxn modelId="{18ABBE77-3918-44B4-8A26-B58D9F97A6A9}" type="presParOf" srcId="{D1DB1396-2D50-464E-B047-0FFD2E192A97}" destId="{CBDA631B-F1A6-442E-84E3-CD428091D2DF}" srcOrd="2" destOrd="0" presId="urn:microsoft.com/office/officeart/2008/layout/VerticalCurvedList"/>
    <dgm:cxn modelId="{A8A36767-9741-49A5-9251-9454272B7BDA}" type="presParOf" srcId="{D1DB1396-2D50-464E-B047-0FFD2E192A97}" destId="{768710C8-E454-4BB7-8220-74922A3BE2B1}" srcOrd="3" destOrd="0" presId="urn:microsoft.com/office/officeart/2008/layout/VerticalCurvedList"/>
    <dgm:cxn modelId="{D57615DD-748D-4DBE-BB9C-B0ED3015ACB3}" type="presParOf" srcId="{CF66D92D-665A-4A92-B2BF-D34DD10A0493}" destId="{45A4DB94-F5A2-4AC8-BB03-5BCD11DEDCBA}" srcOrd="1" destOrd="0" presId="urn:microsoft.com/office/officeart/2008/layout/VerticalCurvedList"/>
    <dgm:cxn modelId="{C85456FA-BA2F-4583-8DEA-1DFE4AED29DF}" type="presParOf" srcId="{CF66D92D-665A-4A92-B2BF-D34DD10A0493}" destId="{C39EE770-485A-48EE-862C-AB61F4A1CF42}" srcOrd="2" destOrd="0" presId="urn:microsoft.com/office/officeart/2008/layout/VerticalCurvedList"/>
    <dgm:cxn modelId="{A4C2F5F3-B0B3-493F-A286-316CAC18A71D}" type="presParOf" srcId="{C39EE770-485A-48EE-862C-AB61F4A1CF42}" destId="{1AA6E130-627C-440A-8051-6C6D082B70D1}" srcOrd="0" destOrd="0" presId="urn:microsoft.com/office/officeart/2008/layout/VerticalCurvedList"/>
    <dgm:cxn modelId="{129991DC-EC59-44E2-9836-202392AC4BFF}" type="presParOf" srcId="{CF66D92D-665A-4A92-B2BF-D34DD10A0493}" destId="{DD1EDEC9-5AD8-4CCE-8EFE-F1C95478983B}" srcOrd="3" destOrd="0" presId="urn:microsoft.com/office/officeart/2008/layout/VerticalCurvedList"/>
    <dgm:cxn modelId="{5A8ECBFE-8853-4491-BBB9-A451E5EB1C93}" type="presParOf" srcId="{CF66D92D-665A-4A92-B2BF-D34DD10A0493}" destId="{2E7062D6-82B6-468E-833B-3E95986F6F1E}" srcOrd="4" destOrd="0" presId="urn:microsoft.com/office/officeart/2008/layout/VerticalCurvedList"/>
    <dgm:cxn modelId="{680EC778-CEAA-4C0D-BE4A-D8C40054E77F}" type="presParOf" srcId="{2E7062D6-82B6-468E-833B-3E95986F6F1E}" destId="{F9F8ADAD-3D13-4FA0-A238-D1DDD7F77847}" srcOrd="0" destOrd="0" presId="urn:microsoft.com/office/officeart/2008/layout/VerticalCurvedList"/>
    <dgm:cxn modelId="{4B7D4982-6279-4B82-BB04-D60CB1181B81}" type="presParOf" srcId="{CF66D92D-665A-4A92-B2BF-D34DD10A0493}" destId="{139E63A8-5D72-4A6A-8A05-A8CCFEDB7605}" srcOrd="5" destOrd="0" presId="urn:microsoft.com/office/officeart/2008/layout/VerticalCurvedList"/>
    <dgm:cxn modelId="{486D8F72-29C3-46ED-8436-AA826242959D}" type="presParOf" srcId="{CF66D92D-665A-4A92-B2BF-D34DD10A0493}" destId="{DDEBB734-7079-43C7-B29C-CF38C100C480}" srcOrd="6" destOrd="0" presId="urn:microsoft.com/office/officeart/2008/layout/VerticalCurvedList"/>
    <dgm:cxn modelId="{D26D7155-1BD8-49C3-AB34-F9D44E0C3E0E}" type="presParOf" srcId="{DDEBB734-7079-43C7-B29C-CF38C100C480}" destId="{C6424C5E-B85D-4614-B182-E6DD8A4DC0C2}"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96BA949-B397-493B-9DA1-B15BCF951CE8}" type="doc">
      <dgm:prSet loTypeId="urn:microsoft.com/office/officeart/2008/layout/VerticalCurvedList" loCatId="list" qsTypeId="urn:microsoft.com/office/officeart/2005/8/quickstyle/simple5" qsCatId="simple" csTypeId="urn:microsoft.com/office/officeart/2005/8/colors/accent1_2" csCatId="accent1" phldr="1"/>
      <dgm:spPr/>
      <dgm:t>
        <a:bodyPr/>
        <a:lstStyle/>
        <a:p>
          <a:endParaRPr lang="en-GB"/>
        </a:p>
      </dgm:t>
    </dgm:pt>
    <dgm:pt modelId="{43B752CC-C8BE-486D-828C-37D143B79E11}">
      <dgm:prSet phldrT="[Text]" custT="1"/>
      <dgm:spPr>
        <a:solidFill>
          <a:schemeClr val="bg1"/>
        </a:solidFill>
      </dgm:spPr>
      <dgm:t>
        <a:bodyPr/>
        <a:lstStyle/>
        <a:p>
          <a:pPr algn="l"/>
          <a:r>
            <a:rPr lang="en-US" sz="2400" b="0" i="0" dirty="0">
              <a:effectLst/>
              <a:latin typeface="Bell MT" panose="02020503060305020303" pitchFamily="18" charset="0"/>
            </a:rPr>
            <a:t>Limited</a:t>
          </a:r>
          <a:r>
            <a:rPr lang="en-US" sz="2400" b="0" i="0" baseline="0" dirty="0">
              <a:effectLst/>
              <a:latin typeface="Bell MT" panose="02020503060305020303" pitchFamily="18" charset="0"/>
            </a:rPr>
            <a:t> federal taxation</a:t>
          </a:r>
          <a:endParaRPr lang="en-US" sz="2400" b="0" i="0" dirty="0">
            <a:effectLst/>
            <a:latin typeface="Bell MT" panose="02020503060305020303" pitchFamily="18" charset="0"/>
          </a:endParaRPr>
        </a:p>
      </dgm:t>
    </dgm:pt>
    <dgm:pt modelId="{33596254-94C3-4381-9F14-43B518979E52}" type="parTrans" cxnId="{C6C6C0AE-75F2-4454-8232-3DCB11511348}">
      <dgm:prSet/>
      <dgm:spPr/>
      <dgm:t>
        <a:bodyPr/>
        <a:lstStyle/>
        <a:p>
          <a:endParaRPr lang="en-GB"/>
        </a:p>
      </dgm:t>
    </dgm:pt>
    <dgm:pt modelId="{60DB7822-6179-44BA-8F6B-7715196991A1}" type="sibTrans" cxnId="{C6C6C0AE-75F2-4454-8232-3DCB11511348}">
      <dgm:prSet/>
      <dgm:spPr>
        <a:solidFill>
          <a:srgbClr val="FFC000"/>
        </a:solidFill>
        <a:ln>
          <a:solidFill>
            <a:srgbClr val="FFC000"/>
          </a:solidFill>
        </a:ln>
      </dgm:spPr>
      <dgm:t>
        <a:bodyPr/>
        <a:lstStyle/>
        <a:p>
          <a:endParaRPr lang="en-GB"/>
        </a:p>
      </dgm:t>
    </dgm:pt>
    <dgm:pt modelId="{13BE41C9-20CD-4E85-BD60-27ACE83E1993}">
      <dgm:prSet phldrT="[Text]" custT="1"/>
      <dgm:spPr>
        <a:solidFill>
          <a:schemeClr val="bg1"/>
        </a:solidFill>
      </dgm:spPr>
      <dgm:t>
        <a:bodyPr/>
        <a:lstStyle/>
        <a:p>
          <a:pPr algn="l"/>
          <a:r>
            <a:rPr lang="en-US" sz="2600" dirty="0">
              <a:latin typeface="Bell MT" panose="02020503060305020303" pitchFamily="18" charset="0"/>
            </a:rPr>
            <a:t>Separate trade</a:t>
          </a:r>
          <a:r>
            <a:rPr lang="en-US" sz="2600" baseline="0" dirty="0">
              <a:latin typeface="Bell MT" panose="02020503060305020303" pitchFamily="18" charset="0"/>
            </a:rPr>
            <a:t> </a:t>
          </a:r>
          <a:endParaRPr lang="en-GB" sz="2600" dirty="0">
            <a:latin typeface="Bell MT" panose="02020503060305020303" pitchFamily="18" charset="0"/>
          </a:endParaRPr>
        </a:p>
      </dgm:t>
    </dgm:pt>
    <dgm:pt modelId="{A9E3EEDD-C635-41CD-93AB-5CE6D57DE750}" type="parTrans" cxnId="{47AE2B9E-F1DD-4015-BC11-6397E1B48085}">
      <dgm:prSet/>
      <dgm:spPr/>
      <dgm:t>
        <a:bodyPr/>
        <a:lstStyle/>
        <a:p>
          <a:endParaRPr lang="en-GB"/>
        </a:p>
      </dgm:t>
    </dgm:pt>
    <dgm:pt modelId="{303897F0-412C-4D18-B9D3-579D2D05F069}" type="sibTrans" cxnId="{47AE2B9E-F1DD-4015-BC11-6397E1B48085}">
      <dgm:prSet/>
      <dgm:spPr/>
      <dgm:t>
        <a:bodyPr/>
        <a:lstStyle/>
        <a:p>
          <a:endParaRPr lang="en-GB"/>
        </a:p>
      </dgm:t>
    </dgm:pt>
    <dgm:pt modelId="{3B3389FC-D7ED-44D6-82A5-18A23FA39BFC}">
      <dgm:prSet phldrT="[Text]" custT="1"/>
      <dgm:spPr>
        <a:solidFill>
          <a:schemeClr val="bg1"/>
        </a:solidFill>
      </dgm:spPr>
      <dgm:t>
        <a:bodyPr/>
        <a:lstStyle/>
        <a:p>
          <a:pPr algn="l"/>
          <a:r>
            <a:rPr lang="en-US" sz="2600" dirty="0">
              <a:latin typeface="Bell MT" panose="02020503060305020303" pitchFamily="18" charset="0"/>
            </a:rPr>
            <a:t>Separate troops </a:t>
          </a:r>
          <a:endParaRPr lang="en-GB" sz="2600" dirty="0">
            <a:latin typeface="Bell MT" panose="02020503060305020303" pitchFamily="18" charset="0"/>
          </a:endParaRPr>
        </a:p>
      </dgm:t>
    </dgm:pt>
    <dgm:pt modelId="{62271B9E-6445-4288-9B97-496E6280D206}" type="parTrans" cxnId="{9DD86A70-5772-4AA8-A6C0-BCA7B7AE0306}">
      <dgm:prSet/>
      <dgm:spPr/>
      <dgm:t>
        <a:bodyPr/>
        <a:lstStyle/>
        <a:p>
          <a:endParaRPr lang="en-GB"/>
        </a:p>
      </dgm:t>
    </dgm:pt>
    <dgm:pt modelId="{FE95367E-25C2-4D79-B7D6-6DC219B73FB7}" type="sibTrans" cxnId="{9DD86A70-5772-4AA8-A6C0-BCA7B7AE0306}">
      <dgm:prSet/>
      <dgm:spPr/>
      <dgm:t>
        <a:bodyPr/>
        <a:lstStyle/>
        <a:p>
          <a:endParaRPr lang="en-GB"/>
        </a:p>
      </dgm:t>
    </dgm:pt>
    <dgm:pt modelId="{A85E4D10-EE4A-42FE-9C38-4D22404C21C0}" type="pres">
      <dgm:prSet presAssocID="{C96BA949-B397-493B-9DA1-B15BCF951CE8}" presName="Name0" presStyleCnt="0">
        <dgm:presLayoutVars>
          <dgm:chMax val="7"/>
          <dgm:chPref val="7"/>
          <dgm:dir/>
        </dgm:presLayoutVars>
      </dgm:prSet>
      <dgm:spPr/>
    </dgm:pt>
    <dgm:pt modelId="{CF66D92D-665A-4A92-B2BF-D34DD10A0493}" type="pres">
      <dgm:prSet presAssocID="{C96BA949-B397-493B-9DA1-B15BCF951CE8}" presName="Name1" presStyleCnt="0"/>
      <dgm:spPr/>
    </dgm:pt>
    <dgm:pt modelId="{D1DB1396-2D50-464E-B047-0FFD2E192A97}" type="pres">
      <dgm:prSet presAssocID="{C96BA949-B397-493B-9DA1-B15BCF951CE8}" presName="cycle" presStyleCnt="0"/>
      <dgm:spPr/>
    </dgm:pt>
    <dgm:pt modelId="{4248378E-E152-40DA-9210-3E7FE6ED59B7}" type="pres">
      <dgm:prSet presAssocID="{C96BA949-B397-493B-9DA1-B15BCF951CE8}" presName="srcNode" presStyleLbl="node1" presStyleIdx="0" presStyleCnt="3"/>
      <dgm:spPr/>
    </dgm:pt>
    <dgm:pt modelId="{E42EEFD5-B940-4A74-9C9D-C26FE3BE0338}" type="pres">
      <dgm:prSet presAssocID="{C96BA949-B397-493B-9DA1-B15BCF951CE8}" presName="conn" presStyleLbl="parChTrans1D2" presStyleIdx="0" presStyleCnt="1"/>
      <dgm:spPr/>
    </dgm:pt>
    <dgm:pt modelId="{CBDA631B-F1A6-442E-84E3-CD428091D2DF}" type="pres">
      <dgm:prSet presAssocID="{C96BA949-B397-493B-9DA1-B15BCF951CE8}" presName="extraNode" presStyleLbl="node1" presStyleIdx="0" presStyleCnt="3"/>
      <dgm:spPr/>
    </dgm:pt>
    <dgm:pt modelId="{768710C8-E454-4BB7-8220-74922A3BE2B1}" type="pres">
      <dgm:prSet presAssocID="{C96BA949-B397-493B-9DA1-B15BCF951CE8}" presName="dstNode" presStyleLbl="node1" presStyleIdx="0" presStyleCnt="3"/>
      <dgm:spPr/>
    </dgm:pt>
    <dgm:pt modelId="{45A4DB94-F5A2-4AC8-BB03-5BCD11DEDCBA}" type="pres">
      <dgm:prSet presAssocID="{43B752CC-C8BE-486D-828C-37D143B79E11}" presName="text_1" presStyleLbl="node1" presStyleIdx="0" presStyleCnt="3">
        <dgm:presLayoutVars>
          <dgm:bulletEnabled val="1"/>
        </dgm:presLayoutVars>
      </dgm:prSet>
      <dgm:spPr/>
    </dgm:pt>
    <dgm:pt modelId="{C39EE770-485A-48EE-862C-AB61F4A1CF42}" type="pres">
      <dgm:prSet presAssocID="{43B752CC-C8BE-486D-828C-37D143B79E11}" presName="accent_1" presStyleCnt="0"/>
      <dgm:spPr/>
    </dgm:pt>
    <dgm:pt modelId="{1AA6E130-627C-440A-8051-6C6D082B70D1}" type="pres">
      <dgm:prSet presAssocID="{43B752CC-C8BE-486D-828C-37D143B79E11}" presName="accentRepeatNode" presStyleLbl="solidFgAcc1" presStyleIdx="0" presStyleCnt="3"/>
      <dgm:spPr>
        <a:solidFill>
          <a:srgbClr val="FFC000"/>
        </a:solidFill>
        <a:ln>
          <a:solidFill>
            <a:srgbClr val="FFC000"/>
          </a:solidFill>
        </a:ln>
      </dgm:spPr>
    </dgm:pt>
    <dgm:pt modelId="{DD1EDEC9-5AD8-4CCE-8EFE-F1C95478983B}" type="pres">
      <dgm:prSet presAssocID="{13BE41C9-20CD-4E85-BD60-27ACE83E1993}" presName="text_2" presStyleLbl="node1" presStyleIdx="1" presStyleCnt="3">
        <dgm:presLayoutVars>
          <dgm:bulletEnabled val="1"/>
        </dgm:presLayoutVars>
      </dgm:prSet>
      <dgm:spPr/>
    </dgm:pt>
    <dgm:pt modelId="{2E7062D6-82B6-468E-833B-3E95986F6F1E}" type="pres">
      <dgm:prSet presAssocID="{13BE41C9-20CD-4E85-BD60-27ACE83E1993}" presName="accent_2" presStyleCnt="0"/>
      <dgm:spPr/>
    </dgm:pt>
    <dgm:pt modelId="{F9F8ADAD-3D13-4FA0-A238-D1DDD7F77847}" type="pres">
      <dgm:prSet presAssocID="{13BE41C9-20CD-4E85-BD60-27ACE83E1993}" presName="accentRepeatNode" presStyleLbl="solidFgAcc1" presStyleIdx="1" presStyleCnt="3"/>
      <dgm:spPr>
        <a:solidFill>
          <a:srgbClr val="FFC000"/>
        </a:solidFill>
        <a:ln>
          <a:solidFill>
            <a:srgbClr val="FFC000"/>
          </a:solidFill>
        </a:ln>
      </dgm:spPr>
    </dgm:pt>
    <dgm:pt modelId="{139E63A8-5D72-4A6A-8A05-A8CCFEDB7605}" type="pres">
      <dgm:prSet presAssocID="{3B3389FC-D7ED-44D6-82A5-18A23FA39BFC}" presName="text_3" presStyleLbl="node1" presStyleIdx="2" presStyleCnt="3">
        <dgm:presLayoutVars>
          <dgm:bulletEnabled val="1"/>
        </dgm:presLayoutVars>
      </dgm:prSet>
      <dgm:spPr/>
    </dgm:pt>
    <dgm:pt modelId="{DDEBB734-7079-43C7-B29C-CF38C100C480}" type="pres">
      <dgm:prSet presAssocID="{3B3389FC-D7ED-44D6-82A5-18A23FA39BFC}" presName="accent_3" presStyleCnt="0"/>
      <dgm:spPr/>
    </dgm:pt>
    <dgm:pt modelId="{C6424C5E-B85D-4614-B182-E6DD8A4DC0C2}" type="pres">
      <dgm:prSet presAssocID="{3B3389FC-D7ED-44D6-82A5-18A23FA39BFC}" presName="accentRepeatNode" presStyleLbl="solidFgAcc1" presStyleIdx="2" presStyleCnt="3"/>
      <dgm:spPr>
        <a:solidFill>
          <a:srgbClr val="FFC000"/>
        </a:solidFill>
        <a:ln>
          <a:solidFill>
            <a:srgbClr val="FFC000"/>
          </a:solidFill>
        </a:ln>
      </dgm:spPr>
    </dgm:pt>
  </dgm:ptLst>
  <dgm:cxnLst>
    <dgm:cxn modelId="{95B20407-900C-47BE-970F-FB35A52274F1}" type="presOf" srcId="{13BE41C9-20CD-4E85-BD60-27ACE83E1993}" destId="{DD1EDEC9-5AD8-4CCE-8EFE-F1C95478983B}" srcOrd="0" destOrd="0" presId="urn:microsoft.com/office/officeart/2008/layout/VerticalCurvedList"/>
    <dgm:cxn modelId="{9D04C935-EF16-4C45-848C-5BC7F4119ADB}" type="presOf" srcId="{3B3389FC-D7ED-44D6-82A5-18A23FA39BFC}" destId="{139E63A8-5D72-4A6A-8A05-A8CCFEDB7605}" srcOrd="0" destOrd="0" presId="urn:microsoft.com/office/officeart/2008/layout/VerticalCurvedList"/>
    <dgm:cxn modelId="{9DD86A70-5772-4AA8-A6C0-BCA7B7AE0306}" srcId="{C96BA949-B397-493B-9DA1-B15BCF951CE8}" destId="{3B3389FC-D7ED-44D6-82A5-18A23FA39BFC}" srcOrd="2" destOrd="0" parTransId="{62271B9E-6445-4288-9B97-496E6280D206}" sibTransId="{FE95367E-25C2-4D79-B7D6-6DC219B73FB7}"/>
    <dgm:cxn modelId="{8C9FB478-4CC1-4B8E-9B0E-170106849F92}" type="presOf" srcId="{C96BA949-B397-493B-9DA1-B15BCF951CE8}" destId="{A85E4D10-EE4A-42FE-9C38-4D22404C21C0}" srcOrd="0" destOrd="0" presId="urn:microsoft.com/office/officeart/2008/layout/VerticalCurvedList"/>
    <dgm:cxn modelId="{C172A291-7EE5-4C76-BEE7-1E88C6083317}" type="presOf" srcId="{60DB7822-6179-44BA-8F6B-7715196991A1}" destId="{E42EEFD5-B940-4A74-9C9D-C26FE3BE0338}" srcOrd="0" destOrd="0" presId="urn:microsoft.com/office/officeart/2008/layout/VerticalCurvedList"/>
    <dgm:cxn modelId="{47AE2B9E-F1DD-4015-BC11-6397E1B48085}" srcId="{C96BA949-B397-493B-9DA1-B15BCF951CE8}" destId="{13BE41C9-20CD-4E85-BD60-27ACE83E1993}" srcOrd="1" destOrd="0" parTransId="{A9E3EEDD-C635-41CD-93AB-5CE6D57DE750}" sibTransId="{303897F0-412C-4D18-B9D3-579D2D05F069}"/>
    <dgm:cxn modelId="{C6C6C0AE-75F2-4454-8232-3DCB11511348}" srcId="{C96BA949-B397-493B-9DA1-B15BCF951CE8}" destId="{43B752CC-C8BE-486D-828C-37D143B79E11}" srcOrd="0" destOrd="0" parTransId="{33596254-94C3-4381-9F14-43B518979E52}" sibTransId="{60DB7822-6179-44BA-8F6B-7715196991A1}"/>
    <dgm:cxn modelId="{2705FCBF-19FA-471E-B597-D1B1E7843AEA}" type="presOf" srcId="{43B752CC-C8BE-486D-828C-37D143B79E11}" destId="{45A4DB94-F5A2-4AC8-BB03-5BCD11DEDCBA}" srcOrd="0" destOrd="0" presId="urn:microsoft.com/office/officeart/2008/layout/VerticalCurvedList"/>
    <dgm:cxn modelId="{952CABE6-F679-44C3-A6FE-F97AC7EA1A67}" type="presParOf" srcId="{A85E4D10-EE4A-42FE-9C38-4D22404C21C0}" destId="{CF66D92D-665A-4A92-B2BF-D34DD10A0493}" srcOrd="0" destOrd="0" presId="urn:microsoft.com/office/officeart/2008/layout/VerticalCurvedList"/>
    <dgm:cxn modelId="{50A22274-F0D0-44E9-A955-1C61BBE17977}" type="presParOf" srcId="{CF66D92D-665A-4A92-B2BF-D34DD10A0493}" destId="{D1DB1396-2D50-464E-B047-0FFD2E192A97}" srcOrd="0" destOrd="0" presId="urn:microsoft.com/office/officeart/2008/layout/VerticalCurvedList"/>
    <dgm:cxn modelId="{4EDDEF19-9AAB-4237-8B9D-3C35366E983F}" type="presParOf" srcId="{D1DB1396-2D50-464E-B047-0FFD2E192A97}" destId="{4248378E-E152-40DA-9210-3E7FE6ED59B7}" srcOrd="0" destOrd="0" presId="urn:microsoft.com/office/officeart/2008/layout/VerticalCurvedList"/>
    <dgm:cxn modelId="{1752C12E-1F36-4CC0-9751-370EB81E2310}" type="presParOf" srcId="{D1DB1396-2D50-464E-B047-0FFD2E192A97}" destId="{E42EEFD5-B940-4A74-9C9D-C26FE3BE0338}" srcOrd="1" destOrd="0" presId="urn:microsoft.com/office/officeart/2008/layout/VerticalCurvedList"/>
    <dgm:cxn modelId="{18ABBE77-3918-44B4-8A26-B58D9F97A6A9}" type="presParOf" srcId="{D1DB1396-2D50-464E-B047-0FFD2E192A97}" destId="{CBDA631B-F1A6-442E-84E3-CD428091D2DF}" srcOrd="2" destOrd="0" presId="urn:microsoft.com/office/officeart/2008/layout/VerticalCurvedList"/>
    <dgm:cxn modelId="{A8A36767-9741-49A5-9251-9454272B7BDA}" type="presParOf" srcId="{D1DB1396-2D50-464E-B047-0FFD2E192A97}" destId="{768710C8-E454-4BB7-8220-74922A3BE2B1}" srcOrd="3" destOrd="0" presId="urn:microsoft.com/office/officeart/2008/layout/VerticalCurvedList"/>
    <dgm:cxn modelId="{D57615DD-748D-4DBE-BB9C-B0ED3015ACB3}" type="presParOf" srcId="{CF66D92D-665A-4A92-B2BF-D34DD10A0493}" destId="{45A4DB94-F5A2-4AC8-BB03-5BCD11DEDCBA}" srcOrd="1" destOrd="0" presId="urn:microsoft.com/office/officeart/2008/layout/VerticalCurvedList"/>
    <dgm:cxn modelId="{C85456FA-BA2F-4583-8DEA-1DFE4AED29DF}" type="presParOf" srcId="{CF66D92D-665A-4A92-B2BF-D34DD10A0493}" destId="{C39EE770-485A-48EE-862C-AB61F4A1CF42}" srcOrd="2" destOrd="0" presId="urn:microsoft.com/office/officeart/2008/layout/VerticalCurvedList"/>
    <dgm:cxn modelId="{A4C2F5F3-B0B3-493F-A286-316CAC18A71D}" type="presParOf" srcId="{C39EE770-485A-48EE-862C-AB61F4A1CF42}" destId="{1AA6E130-627C-440A-8051-6C6D082B70D1}" srcOrd="0" destOrd="0" presId="urn:microsoft.com/office/officeart/2008/layout/VerticalCurvedList"/>
    <dgm:cxn modelId="{129991DC-EC59-44E2-9836-202392AC4BFF}" type="presParOf" srcId="{CF66D92D-665A-4A92-B2BF-D34DD10A0493}" destId="{DD1EDEC9-5AD8-4CCE-8EFE-F1C95478983B}" srcOrd="3" destOrd="0" presId="urn:microsoft.com/office/officeart/2008/layout/VerticalCurvedList"/>
    <dgm:cxn modelId="{5A8ECBFE-8853-4491-BBB9-A451E5EB1C93}" type="presParOf" srcId="{CF66D92D-665A-4A92-B2BF-D34DD10A0493}" destId="{2E7062D6-82B6-468E-833B-3E95986F6F1E}" srcOrd="4" destOrd="0" presId="urn:microsoft.com/office/officeart/2008/layout/VerticalCurvedList"/>
    <dgm:cxn modelId="{680EC778-CEAA-4C0D-BE4A-D8C40054E77F}" type="presParOf" srcId="{2E7062D6-82B6-468E-833B-3E95986F6F1E}" destId="{F9F8ADAD-3D13-4FA0-A238-D1DDD7F77847}" srcOrd="0" destOrd="0" presId="urn:microsoft.com/office/officeart/2008/layout/VerticalCurvedList"/>
    <dgm:cxn modelId="{4B7D4982-6279-4B82-BB04-D60CB1181B81}" type="presParOf" srcId="{CF66D92D-665A-4A92-B2BF-D34DD10A0493}" destId="{139E63A8-5D72-4A6A-8A05-A8CCFEDB7605}" srcOrd="5" destOrd="0" presId="urn:microsoft.com/office/officeart/2008/layout/VerticalCurvedList"/>
    <dgm:cxn modelId="{486D8F72-29C3-46ED-8436-AA826242959D}" type="presParOf" srcId="{CF66D92D-665A-4A92-B2BF-D34DD10A0493}" destId="{DDEBB734-7079-43C7-B29C-CF38C100C480}" srcOrd="6" destOrd="0" presId="urn:microsoft.com/office/officeart/2008/layout/VerticalCurvedList"/>
    <dgm:cxn modelId="{D26D7155-1BD8-49C3-AB34-F9D44E0C3E0E}" type="presParOf" srcId="{DDEBB734-7079-43C7-B29C-CF38C100C480}" destId="{C6424C5E-B85D-4614-B182-E6DD8A4DC0C2}" srcOrd="0" destOrd="0" presId="urn:microsoft.com/office/officeart/2008/layout/VerticalCurv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EEFD5-B940-4A74-9C9D-C26FE3BE0338}">
      <dsp:nvSpPr>
        <dsp:cNvPr id="0" name=""/>
        <dsp:cNvSpPr/>
      </dsp:nvSpPr>
      <dsp:spPr>
        <a:xfrm>
          <a:off x="-3026648" y="-466078"/>
          <a:ext cx="3610517" cy="3610517"/>
        </a:xfrm>
        <a:prstGeom prst="blockArc">
          <a:avLst>
            <a:gd name="adj1" fmla="val 18900000"/>
            <a:gd name="adj2" fmla="val 2700000"/>
            <a:gd name="adj3" fmla="val 598"/>
          </a:avLst>
        </a:prstGeom>
        <a:solidFill>
          <a:srgbClr val="FFC000"/>
        </a:solidFill>
        <a:ln w="1270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45A4DB94-F5A2-4AC8-BB03-5BCD11DEDCBA}">
      <dsp:nvSpPr>
        <dsp:cNvPr id="0" name=""/>
        <dsp:cNvSpPr/>
      </dsp:nvSpPr>
      <dsp:spPr>
        <a:xfrm>
          <a:off x="375416" y="267836"/>
          <a:ext cx="5276718"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Bell MT" panose="02020503060305020303" pitchFamily="18" charset="0"/>
            </a:rPr>
            <a:t>Federal Parliamentary System</a:t>
          </a:r>
          <a:endParaRPr lang="en-US" sz="2400" b="0" i="0" kern="1200" dirty="0">
            <a:effectLst/>
            <a:latin typeface="Bell MT" panose="02020503060305020303" pitchFamily="18" charset="0"/>
          </a:endParaRPr>
        </a:p>
      </dsp:txBody>
      <dsp:txXfrm>
        <a:off x="375416" y="267836"/>
        <a:ext cx="5276718" cy="535672"/>
      </dsp:txXfrm>
    </dsp:sp>
    <dsp:sp modelId="{1AA6E130-627C-440A-8051-6C6D082B70D1}">
      <dsp:nvSpPr>
        <dsp:cNvPr id="0" name=""/>
        <dsp:cNvSpPr/>
      </dsp:nvSpPr>
      <dsp:spPr>
        <a:xfrm>
          <a:off x="40620" y="200877"/>
          <a:ext cx="669590" cy="669590"/>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 modelId="{DD1EDEC9-5AD8-4CCE-8EFE-F1C95478983B}">
      <dsp:nvSpPr>
        <dsp:cNvPr id="0" name=""/>
        <dsp:cNvSpPr/>
      </dsp:nvSpPr>
      <dsp:spPr>
        <a:xfrm>
          <a:off x="570132" y="1071344"/>
          <a:ext cx="5082001"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Limited Federal Governments </a:t>
          </a:r>
          <a:endParaRPr lang="en-GB" sz="2600" kern="1200" dirty="0">
            <a:latin typeface="Bell MT" panose="02020503060305020303" pitchFamily="18" charset="0"/>
          </a:endParaRPr>
        </a:p>
      </dsp:txBody>
      <dsp:txXfrm>
        <a:off x="570132" y="1071344"/>
        <a:ext cx="5082001" cy="535672"/>
      </dsp:txXfrm>
    </dsp:sp>
    <dsp:sp modelId="{F9F8ADAD-3D13-4FA0-A238-D1DDD7F77847}">
      <dsp:nvSpPr>
        <dsp:cNvPr id="0" name=""/>
        <dsp:cNvSpPr/>
      </dsp:nvSpPr>
      <dsp:spPr>
        <a:xfrm>
          <a:off x="286862" y="1103046"/>
          <a:ext cx="566540" cy="472268"/>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 modelId="{139E63A8-5D72-4A6A-8A05-A8CCFEDB7605}">
      <dsp:nvSpPr>
        <dsp:cNvPr id="0" name=""/>
        <dsp:cNvSpPr/>
      </dsp:nvSpPr>
      <dsp:spPr>
        <a:xfrm>
          <a:off x="375416" y="1874852"/>
          <a:ext cx="5276718"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Separate Currencies </a:t>
          </a:r>
          <a:endParaRPr lang="en-GB" sz="2600" kern="1200" dirty="0">
            <a:latin typeface="Bell MT" panose="02020503060305020303" pitchFamily="18" charset="0"/>
          </a:endParaRPr>
        </a:p>
      </dsp:txBody>
      <dsp:txXfrm>
        <a:off x="375416" y="1874852"/>
        <a:ext cx="5276718" cy="535672"/>
      </dsp:txXfrm>
    </dsp:sp>
    <dsp:sp modelId="{C6424C5E-B85D-4614-B182-E6DD8A4DC0C2}">
      <dsp:nvSpPr>
        <dsp:cNvPr id="0" name=""/>
        <dsp:cNvSpPr/>
      </dsp:nvSpPr>
      <dsp:spPr>
        <a:xfrm>
          <a:off x="40620" y="1807893"/>
          <a:ext cx="669590" cy="669590"/>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EEFD5-B940-4A74-9C9D-C26FE3BE0338}">
      <dsp:nvSpPr>
        <dsp:cNvPr id="0" name=""/>
        <dsp:cNvSpPr/>
      </dsp:nvSpPr>
      <dsp:spPr>
        <a:xfrm>
          <a:off x="-3026648" y="-466078"/>
          <a:ext cx="3610517" cy="3610517"/>
        </a:xfrm>
        <a:prstGeom prst="blockArc">
          <a:avLst>
            <a:gd name="adj1" fmla="val 18900000"/>
            <a:gd name="adj2" fmla="val 2700000"/>
            <a:gd name="adj3" fmla="val 598"/>
          </a:avLst>
        </a:prstGeom>
        <a:solidFill>
          <a:srgbClr val="FFC000"/>
        </a:solidFill>
        <a:ln w="12700" cap="flat" cmpd="sng" algn="ctr">
          <a:solidFill>
            <a:srgbClr val="FFC000"/>
          </a:solidFill>
          <a:prstDash val="solid"/>
          <a:miter lim="800000"/>
        </a:ln>
        <a:effectLst/>
      </dsp:spPr>
      <dsp:style>
        <a:lnRef idx="2">
          <a:scrgbClr r="0" g="0" b="0"/>
        </a:lnRef>
        <a:fillRef idx="0">
          <a:scrgbClr r="0" g="0" b="0"/>
        </a:fillRef>
        <a:effectRef idx="0">
          <a:scrgbClr r="0" g="0" b="0"/>
        </a:effectRef>
        <a:fontRef idx="minor"/>
      </dsp:style>
    </dsp:sp>
    <dsp:sp modelId="{45A4DB94-F5A2-4AC8-BB03-5BCD11DEDCBA}">
      <dsp:nvSpPr>
        <dsp:cNvPr id="0" name=""/>
        <dsp:cNvSpPr/>
      </dsp:nvSpPr>
      <dsp:spPr>
        <a:xfrm>
          <a:off x="375416" y="267836"/>
          <a:ext cx="5276718"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0960" rIns="60960" bIns="60960" numCol="1" spcCol="1270" anchor="ctr" anchorCtr="0">
          <a:noAutofit/>
        </a:bodyPr>
        <a:lstStyle/>
        <a:p>
          <a:pPr marL="0" lvl="0" indent="0" algn="l" defTabSz="1066800">
            <a:lnSpc>
              <a:spcPct val="90000"/>
            </a:lnSpc>
            <a:spcBef>
              <a:spcPct val="0"/>
            </a:spcBef>
            <a:spcAft>
              <a:spcPct val="35000"/>
            </a:spcAft>
            <a:buNone/>
          </a:pPr>
          <a:r>
            <a:rPr lang="en-US" sz="2400" b="0" i="0" kern="1200" dirty="0">
              <a:effectLst/>
              <a:latin typeface="Bell MT" panose="02020503060305020303" pitchFamily="18" charset="0"/>
            </a:rPr>
            <a:t>Limited</a:t>
          </a:r>
          <a:r>
            <a:rPr lang="en-US" sz="2400" b="0" i="0" kern="1200" baseline="0" dirty="0">
              <a:effectLst/>
              <a:latin typeface="Bell MT" panose="02020503060305020303" pitchFamily="18" charset="0"/>
            </a:rPr>
            <a:t> federal taxation</a:t>
          </a:r>
          <a:endParaRPr lang="en-US" sz="2400" b="0" i="0" kern="1200" dirty="0">
            <a:effectLst/>
            <a:latin typeface="Bell MT" panose="02020503060305020303" pitchFamily="18" charset="0"/>
          </a:endParaRPr>
        </a:p>
      </dsp:txBody>
      <dsp:txXfrm>
        <a:off x="375416" y="267836"/>
        <a:ext cx="5276718" cy="535672"/>
      </dsp:txXfrm>
    </dsp:sp>
    <dsp:sp modelId="{1AA6E130-627C-440A-8051-6C6D082B70D1}">
      <dsp:nvSpPr>
        <dsp:cNvPr id="0" name=""/>
        <dsp:cNvSpPr/>
      </dsp:nvSpPr>
      <dsp:spPr>
        <a:xfrm>
          <a:off x="40620" y="200877"/>
          <a:ext cx="669590" cy="669590"/>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 modelId="{DD1EDEC9-5AD8-4CCE-8EFE-F1C95478983B}">
      <dsp:nvSpPr>
        <dsp:cNvPr id="0" name=""/>
        <dsp:cNvSpPr/>
      </dsp:nvSpPr>
      <dsp:spPr>
        <a:xfrm>
          <a:off x="570132" y="1071344"/>
          <a:ext cx="5082001"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Separate trade</a:t>
          </a:r>
          <a:r>
            <a:rPr lang="en-US" sz="2600" kern="1200" baseline="0" dirty="0">
              <a:latin typeface="Bell MT" panose="02020503060305020303" pitchFamily="18" charset="0"/>
            </a:rPr>
            <a:t> </a:t>
          </a:r>
          <a:endParaRPr lang="en-GB" sz="2600" kern="1200" dirty="0">
            <a:latin typeface="Bell MT" panose="02020503060305020303" pitchFamily="18" charset="0"/>
          </a:endParaRPr>
        </a:p>
      </dsp:txBody>
      <dsp:txXfrm>
        <a:off x="570132" y="1071344"/>
        <a:ext cx="5082001" cy="535672"/>
      </dsp:txXfrm>
    </dsp:sp>
    <dsp:sp modelId="{F9F8ADAD-3D13-4FA0-A238-D1DDD7F77847}">
      <dsp:nvSpPr>
        <dsp:cNvPr id="0" name=""/>
        <dsp:cNvSpPr/>
      </dsp:nvSpPr>
      <dsp:spPr>
        <a:xfrm>
          <a:off x="235337" y="1004385"/>
          <a:ext cx="669590" cy="669590"/>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 modelId="{139E63A8-5D72-4A6A-8A05-A8CCFEDB7605}">
      <dsp:nvSpPr>
        <dsp:cNvPr id="0" name=""/>
        <dsp:cNvSpPr/>
      </dsp:nvSpPr>
      <dsp:spPr>
        <a:xfrm>
          <a:off x="375416" y="1874852"/>
          <a:ext cx="5276718" cy="535672"/>
        </a:xfrm>
        <a:prstGeom prst="rect">
          <a:avLst/>
        </a:prstGeom>
        <a:solidFill>
          <a:schemeClr val="bg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25190"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dirty="0">
              <a:latin typeface="Bell MT" panose="02020503060305020303" pitchFamily="18" charset="0"/>
            </a:rPr>
            <a:t>Separate troops </a:t>
          </a:r>
          <a:endParaRPr lang="en-GB" sz="2600" kern="1200" dirty="0">
            <a:latin typeface="Bell MT" panose="02020503060305020303" pitchFamily="18" charset="0"/>
          </a:endParaRPr>
        </a:p>
      </dsp:txBody>
      <dsp:txXfrm>
        <a:off x="375416" y="1874852"/>
        <a:ext cx="5276718" cy="535672"/>
      </dsp:txXfrm>
    </dsp:sp>
    <dsp:sp modelId="{C6424C5E-B85D-4614-B182-E6DD8A4DC0C2}">
      <dsp:nvSpPr>
        <dsp:cNvPr id="0" name=""/>
        <dsp:cNvSpPr/>
      </dsp:nvSpPr>
      <dsp:spPr>
        <a:xfrm>
          <a:off x="40620" y="1807893"/>
          <a:ext cx="669590" cy="669590"/>
        </a:xfrm>
        <a:prstGeom prst="ellipse">
          <a:avLst/>
        </a:prstGeom>
        <a:solidFill>
          <a:srgbClr val="FFC000"/>
        </a:solidFill>
        <a:ln w="6350" cap="flat" cmpd="sng" algn="ctr">
          <a:solidFill>
            <a:srgbClr val="FFC000"/>
          </a:solidFill>
          <a:prstDash val="solid"/>
          <a:miter lim="800000"/>
        </a:ln>
        <a:effectLst/>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5A84D-8E8A-4020-B41D-3909CE46DF91}" type="datetimeFigureOut">
              <a:rPr lang="en-GB" smtClean="0"/>
              <a:t>14/11/2023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D31958-0431-479D-8F62-82F88FD1AD83}" type="slidenum">
              <a:rPr lang="en-GB" smtClean="0"/>
              <a:t>‹#›</a:t>
            </a:fld>
            <a:endParaRPr lang="en-GB"/>
          </a:p>
        </p:txBody>
      </p:sp>
    </p:spTree>
    <p:extLst>
      <p:ext uri="{BB962C8B-B14F-4D97-AF65-F5344CB8AC3E}">
        <p14:creationId xmlns:p14="http://schemas.microsoft.com/office/powerpoint/2010/main" val="346547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5D31958-0431-479D-8F62-82F88FD1AD83}" type="slidenum">
              <a:rPr lang="en-GB" smtClean="0"/>
              <a:t>1</a:t>
            </a:fld>
            <a:endParaRPr lang="en-GB"/>
          </a:p>
        </p:txBody>
      </p:sp>
    </p:spTree>
    <p:extLst>
      <p:ext uri="{BB962C8B-B14F-4D97-AF65-F5344CB8AC3E}">
        <p14:creationId xmlns:p14="http://schemas.microsoft.com/office/powerpoint/2010/main" val="2522238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5D31958-0431-479D-8F62-82F88FD1AD83}" type="slidenum">
              <a:rPr lang="en-GB" smtClean="0"/>
              <a:t>2</a:t>
            </a:fld>
            <a:endParaRPr lang="en-GB"/>
          </a:p>
        </p:txBody>
      </p:sp>
    </p:spTree>
    <p:extLst>
      <p:ext uri="{BB962C8B-B14F-4D97-AF65-F5344CB8AC3E}">
        <p14:creationId xmlns:p14="http://schemas.microsoft.com/office/powerpoint/2010/main" val="3067466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a:t>Discuss other factors behind the </a:t>
            </a:r>
            <a:r>
              <a:rPr lang="en-US" b="1" dirty="0">
                <a:solidFill>
                  <a:srgbClr val="FF0000"/>
                </a:solidFill>
              </a:rPr>
              <a:t>fall of Dhaka</a:t>
            </a:r>
            <a:r>
              <a:rPr lang="en-US" b="1" dirty="0"/>
              <a:t>:</a:t>
            </a:r>
          </a:p>
          <a:p>
            <a:pPr marL="228600" indent="-228600">
              <a:buAutoNum type="arabicPeriod"/>
            </a:pPr>
            <a:r>
              <a:rPr lang="en-US" b="0" dirty="0"/>
              <a:t>Shift of Money</a:t>
            </a:r>
          </a:p>
          <a:p>
            <a:pPr marL="228600" indent="-228600">
              <a:buAutoNum type="arabicPeriod"/>
            </a:pPr>
            <a:r>
              <a:rPr lang="en-US" b="0" dirty="0"/>
              <a:t>Population Distribution</a:t>
            </a:r>
          </a:p>
          <a:p>
            <a:pPr marL="228600" indent="-228600">
              <a:buAutoNum type="arabicPeriod"/>
            </a:pPr>
            <a:r>
              <a:rPr lang="en-US" b="0" dirty="0"/>
              <a:t>Ayub Era</a:t>
            </a:r>
          </a:p>
          <a:p>
            <a:pPr marL="228600" indent="-228600">
              <a:buAutoNum type="arabicPeriod"/>
            </a:pPr>
            <a:r>
              <a:rPr lang="en-US" b="0" dirty="0"/>
              <a:t>Mujeeb’s Six Points (Next Slide)</a:t>
            </a:r>
          </a:p>
          <a:p>
            <a:pPr marL="228600" indent="-228600">
              <a:buAutoNum type="arabicPeriod"/>
            </a:pPr>
            <a:r>
              <a:rPr lang="en-US" b="0" dirty="0"/>
              <a:t>Elections of 1971</a:t>
            </a:r>
          </a:p>
          <a:p>
            <a:pPr marL="228600" indent="-228600">
              <a:buAutoNum type="arabicPeriod"/>
            </a:pPr>
            <a:endParaRPr lang="en-US" b="0" dirty="0"/>
          </a:p>
          <a:p>
            <a:pPr marL="228600" indent="-228600">
              <a:buAutoNum type="arabicPeriod"/>
            </a:pPr>
            <a:endParaRPr lang="en-US" b="1" dirty="0"/>
          </a:p>
        </p:txBody>
      </p:sp>
      <p:sp>
        <p:nvSpPr>
          <p:cNvPr id="4" name="Slide Number Placeholder 3"/>
          <p:cNvSpPr>
            <a:spLocks noGrp="1"/>
          </p:cNvSpPr>
          <p:nvPr>
            <p:ph type="sldNum" sz="quarter" idx="5"/>
          </p:nvPr>
        </p:nvSpPr>
        <p:spPr/>
        <p:txBody>
          <a:bodyPr/>
          <a:lstStyle/>
          <a:p>
            <a:fld id="{85D31958-0431-479D-8F62-82F88FD1AD83}" type="slidenum">
              <a:rPr lang="en-GB" smtClean="0"/>
              <a:t>3</a:t>
            </a:fld>
            <a:endParaRPr lang="en-GB"/>
          </a:p>
        </p:txBody>
      </p:sp>
    </p:spTree>
    <p:extLst>
      <p:ext uri="{BB962C8B-B14F-4D97-AF65-F5344CB8AC3E}">
        <p14:creationId xmlns:p14="http://schemas.microsoft.com/office/powerpoint/2010/main" val="620150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dirty="0"/>
              <a:t>“A concise History of Pakistan” </a:t>
            </a:r>
            <a:r>
              <a:rPr lang="en-US" dirty="0"/>
              <a:t>by Muhammad Reza Kazmi</a:t>
            </a:r>
          </a:p>
          <a:p>
            <a:pPr marL="228600" indent="-228600">
              <a:buAutoNum type="arabicPeriod"/>
            </a:pPr>
            <a:r>
              <a:rPr lang="en-US" dirty="0"/>
              <a:t>Emerge of Muslim Nationalism</a:t>
            </a:r>
          </a:p>
          <a:p>
            <a:pPr marL="228600" indent="-228600">
              <a:buAutoNum type="arabicPeriod"/>
            </a:pPr>
            <a:r>
              <a:rPr lang="en-US" dirty="0"/>
              <a:t>West Pakistan’s stance on Mujeeb’s six points</a:t>
            </a:r>
          </a:p>
          <a:p>
            <a:pPr marL="228600" indent="-228600">
              <a:buAutoNum type="arabicPeriod"/>
            </a:pPr>
            <a:r>
              <a:rPr lang="en-US" dirty="0"/>
              <a:t>Other factors </a:t>
            </a:r>
          </a:p>
          <a:p>
            <a:endParaRPr lang="en-GB" dirty="0"/>
          </a:p>
        </p:txBody>
      </p:sp>
      <p:sp>
        <p:nvSpPr>
          <p:cNvPr id="4" name="Slide Number Placeholder 3"/>
          <p:cNvSpPr>
            <a:spLocks noGrp="1"/>
          </p:cNvSpPr>
          <p:nvPr>
            <p:ph type="sldNum" sz="quarter" idx="5"/>
          </p:nvPr>
        </p:nvSpPr>
        <p:spPr/>
        <p:txBody>
          <a:bodyPr/>
          <a:lstStyle/>
          <a:p>
            <a:fld id="{85D31958-0431-479D-8F62-82F88FD1AD83}" type="slidenum">
              <a:rPr lang="en-GB" smtClean="0"/>
              <a:t>4</a:t>
            </a:fld>
            <a:endParaRPr lang="en-GB"/>
          </a:p>
        </p:txBody>
      </p:sp>
    </p:spTree>
    <p:extLst>
      <p:ext uri="{BB962C8B-B14F-4D97-AF65-F5344CB8AC3E}">
        <p14:creationId xmlns:p14="http://schemas.microsoft.com/office/powerpoint/2010/main" val="2084754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Military role</a:t>
            </a:r>
          </a:p>
          <a:p>
            <a:pPr marL="228600" indent="-228600">
              <a:buAutoNum type="arabicPeriod"/>
            </a:pPr>
            <a:r>
              <a:rPr lang="en-US" dirty="0"/>
              <a:t>Bajwa stance on Fall of Dhaka [Former Army Chief]</a:t>
            </a:r>
          </a:p>
        </p:txBody>
      </p:sp>
      <p:sp>
        <p:nvSpPr>
          <p:cNvPr id="4" name="Slide Number Placeholder 3"/>
          <p:cNvSpPr>
            <a:spLocks noGrp="1"/>
          </p:cNvSpPr>
          <p:nvPr>
            <p:ph type="sldNum" sz="quarter" idx="5"/>
          </p:nvPr>
        </p:nvSpPr>
        <p:spPr/>
        <p:txBody>
          <a:bodyPr/>
          <a:lstStyle/>
          <a:p>
            <a:fld id="{85D31958-0431-479D-8F62-82F88FD1AD83}" type="slidenum">
              <a:rPr lang="en-GB" smtClean="0"/>
              <a:t>5</a:t>
            </a:fld>
            <a:endParaRPr lang="en-GB"/>
          </a:p>
        </p:txBody>
      </p:sp>
    </p:spTree>
    <p:extLst>
      <p:ext uri="{BB962C8B-B14F-4D97-AF65-F5344CB8AC3E}">
        <p14:creationId xmlns:p14="http://schemas.microsoft.com/office/powerpoint/2010/main" val="1648056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14/11/2023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921271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14/11/2023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65337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E0572A-09F3-4A6A-B7D7-6C9B743F8FBF}" type="datetimeFigureOut">
              <a:rPr lang="en-GB" smtClean="0"/>
              <a:t>14/11/2023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2074455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E0572A-09F3-4A6A-B7D7-6C9B743F8FBF}" type="datetimeFigureOut">
              <a:rPr lang="en-GB" smtClean="0"/>
              <a:t>14/11/2023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725214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E0572A-09F3-4A6A-B7D7-6C9B743F8FBF}" type="datetimeFigureOut">
              <a:rPr lang="en-GB" smtClean="0"/>
              <a:t>14/11/2023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36279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E0572A-09F3-4A6A-B7D7-6C9B743F8FBF}" type="datetimeFigureOut">
              <a:rPr lang="en-GB" smtClean="0"/>
              <a:t>14/11/2023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1747557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0572A-09F3-4A6A-B7D7-6C9B743F8FBF}" type="datetimeFigureOut">
              <a:rPr lang="en-GB" smtClean="0"/>
              <a:t>14/11/2023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25397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E0572A-09F3-4A6A-B7D7-6C9B743F8FBF}" type="datetimeFigureOut">
              <a:rPr lang="en-GB" smtClean="0"/>
              <a:t>14/11/2023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21068588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E0572A-09F3-4A6A-B7D7-6C9B743F8FBF}" type="datetimeFigureOut">
              <a:rPr lang="en-GB" smtClean="0"/>
              <a:t>14/11/2023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665294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14/11/2023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3121396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E0572A-09F3-4A6A-B7D7-6C9B743F8FBF}" type="datetimeFigureOut">
              <a:rPr lang="en-GB" smtClean="0"/>
              <a:t>14/11/2023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6B0DC20-456C-4702-B498-52CB832F421B}" type="slidenum">
              <a:rPr lang="en-GB" smtClean="0"/>
              <a:t>‹#›</a:t>
            </a:fld>
            <a:endParaRPr lang="en-GB"/>
          </a:p>
        </p:txBody>
      </p:sp>
    </p:spTree>
    <p:extLst>
      <p:ext uri="{BB962C8B-B14F-4D97-AF65-F5344CB8AC3E}">
        <p14:creationId xmlns:p14="http://schemas.microsoft.com/office/powerpoint/2010/main" val="1193740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E0572A-09F3-4A6A-B7D7-6C9B743F8FBF}" type="datetimeFigureOut">
              <a:rPr lang="en-GB" smtClean="0"/>
              <a:t>14/11/2023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B0DC20-456C-4702-B498-52CB832F421B}" type="slidenum">
              <a:rPr lang="en-GB" smtClean="0"/>
              <a:t>‹#›</a:t>
            </a:fld>
            <a:endParaRPr lang="en-GB"/>
          </a:p>
        </p:txBody>
      </p:sp>
    </p:spTree>
    <p:extLst>
      <p:ext uri="{BB962C8B-B14F-4D97-AF65-F5344CB8AC3E}">
        <p14:creationId xmlns:p14="http://schemas.microsoft.com/office/powerpoint/2010/main" val="201133691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2.png"/><Relationship Id="rId2" Type="http://schemas.microsoft.com/office/2007/relationships/media" Target="../media/media1.mp4"/><Relationship Id="rId1" Type="http://schemas.openxmlformats.org/officeDocument/2006/relationships/video" Target="NULL" TargetMode="Externa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png"/><Relationship Id="rId2" Type="http://schemas.microsoft.com/office/2007/relationships/media" Target="../media/media2.mp4"/><Relationship Id="rId1" Type="http://schemas.openxmlformats.org/officeDocument/2006/relationships/video" Target="NULL" TargetMode="Externa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openxmlformats.org/officeDocument/2006/relationships/image" Target="../media/image11.png"/><Relationship Id="rId3" Type="http://schemas.openxmlformats.org/officeDocument/2006/relationships/image" Target="../media/image6.jpeg"/><Relationship Id="rId21" Type="http://schemas.openxmlformats.org/officeDocument/2006/relationships/image" Target="../media/image14.sv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image" Target="../media/image10.svg"/><Relationship Id="rId25" Type="http://schemas.openxmlformats.org/officeDocument/2006/relationships/image" Target="../media/image18.svg"/><Relationship Id="rId2" Type="http://schemas.openxmlformats.org/officeDocument/2006/relationships/notesSlide" Target="../notesSlides/notesSlide4.xml"/><Relationship Id="rId16" Type="http://schemas.openxmlformats.org/officeDocument/2006/relationships/image" Target="../media/image9.png"/><Relationship Id="rId20"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24" Type="http://schemas.openxmlformats.org/officeDocument/2006/relationships/image" Target="../media/image17.png"/><Relationship Id="rId5" Type="http://schemas.openxmlformats.org/officeDocument/2006/relationships/diagramLayout" Target="../diagrams/layout1.xml"/><Relationship Id="rId15" Type="http://schemas.openxmlformats.org/officeDocument/2006/relationships/image" Target="../media/image8.svg"/><Relationship Id="rId23" Type="http://schemas.openxmlformats.org/officeDocument/2006/relationships/image" Target="../media/image16.svg"/><Relationship Id="rId10" Type="http://schemas.openxmlformats.org/officeDocument/2006/relationships/diagramLayout" Target="../diagrams/layout2.xml"/><Relationship Id="rId19" Type="http://schemas.openxmlformats.org/officeDocument/2006/relationships/image" Target="../media/image12.svg"/><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7.png"/><Relationship Id="rId22"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A17D80-60CE-4A0D-BDAA-02D5DF9D2B8E}"/>
              </a:ext>
            </a:extLst>
          </p:cNvPr>
          <p:cNvPicPr>
            <a:picLocks noChangeAspect="1"/>
          </p:cNvPicPr>
          <p:nvPr/>
        </p:nvPicPr>
        <p:blipFill rotWithShape="1">
          <a:blip r:embed="rId5">
            <a:extLst>
              <a:ext uri="{BEBA8EAE-BF5A-486C-A8C5-ECC9F3942E4B}">
                <a14:imgProps xmlns:a14="http://schemas.microsoft.com/office/drawing/2010/main">
                  <a14:imgLayer r:embed="rId6">
                    <a14:imgEffect>
                      <a14:artisticPaintStrokes/>
                    </a14:imgEffect>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b="5324"/>
          <a:stretch/>
        </p:blipFill>
        <p:spPr>
          <a:xfrm>
            <a:off x="-342807" y="-80682"/>
            <a:ext cx="12877614" cy="7019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2" name="Title 1">
            <a:extLst>
              <a:ext uri="{FF2B5EF4-FFF2-40B4-BE49-F238E27FC236}">
                <a16:creationId xmlns:a16="http://schemas.microsoft.com/office/drawing/2014/main" id="{F918DA2E-E656-4D97-8DAB-906458F5EC7F}"/>
              </a:ext>
            </a:extLst>
          </p:cNvPr>
          <p:cNvSpPr>
            <a:spLocks noGrp="1"/>
          </p:cNvSpPr>
          <p:nvPr>
            <p:ph type="ctrTitle"/>
          </p:nvPr>
        </p:nvSpPr>
        <p:spPr>
          <a:xfrm>
            <a:off x="107576" y="2226773"/>
            <a:ext cx="6651814" cy="1846463"/>
          </a:xfrm>
        </p:spPr>
        <p:txBody>
          <a:bodyPr anchor="ctr">
            <a:normAutofit/>
          </a:bodyPr>
          <a:lstStyle/>
          <a:p>
            <a:r>
              <a:rPr lang="en-US" sz="4200" b="1" dirty="0">
                <a:solidFill>
                  <a:srgbClr val="FFC000"/>
                </a:solidFill>
                <a:latin typeface="Bahnschrift" panose="020B0502040204020203" pitchFamily="34" charset="0"/>
              </a:rPr>
              <a:t>Jinnah: </a:t>
            </a:r>
            <a:r>
              <a:rPr lang="en-US" sz="4200" b="1" dirty="0">
                <a:latin typeface="Bahnschrift" panose="020B0502040204020203" pitchFamily="34" charset="0"/>
              </a:rPr>
              <a:t>The real Breaker of </a:t>
            </a:r>
            <a:r>
              <a:rPr lang="en-US" sz="4200" b="1" dirty="0">
                <a:solidFill>
                  <a:srgbClr val="00B050"/>
                </a:solidFill>
                <a:latin typeface="Bahnschrift" panose="020B0502040204020203" pitchFamily="34" charset="0"/>
              </a:rPr>
              <a:t>East Pakistan</a:t>
            </a:r>
            <a:br>
              <a:rPr lang="en-US" sz="4200" b="1" dirty="0">
                <a:solidFill>
                  <a:srgbClr val="00B050"/>
                </a:solidFill>
                <a:latin typeface="Bahnschrift" panose="020B0502040204020203" pitchFamily="34" charset="0"/>
              </a:rPr>
            </a:br>
            <a:endParaRPr lang="en-GB" sz="2200" b="1" dirty="0">
              <a:solidFill>
                <a:schemeClr val="tx1">
                  <a:lumMod val="75000"/>
                </a:schemeClr>
              </a:solidFill>
              <a:latin typeface="Bahnschrift" panose="020B0502040204020203" pitchFamily="34" charset="0"/>
            </a:endParaRPr>
          </a:p>
        </p:txBody>
      </p:sp>
      <p:pic>
        <p:nvPicPr>
          <p:cNvPr id="3" name="WhatsApp Video 2023-11-05 at 22.40.14_402e3155">
            <a:hlinkClick r:id="" action="ppaction://media"/>
            <a:extLst>
              <a:ext uri="{FF2B5EF4-FFF2-40B4-BE49-F238E27FC236}">
                <a16:creationId xmlns:a16="http://schemas.microsoft.com/office/drawing/2014/main" id="{C298782A-32C0-4AA1-9C1E-C95D133FA394}"/>
              </a:ext>
            </a:extLst>
          </p:cNvPr>
          <p:cNvPicPr>
            <a:picLocks noChangeAspect="1"/>
          </p:cNvPicPr>
          <p:nvPr>
            <a:videoFile r:link="rId1"/>
            <p:extLst>
              <p:ext uri="{DAA4B4D4-6D71-4841-9C94-3DE7FCFB9230}">
                <p14:media xmlns:p14="http://schemas.microsoft.com/office/powerpoint/2010/main" r:embed="rId2">
                  <p14:trim st="16555"/>
                  <p14:fade in="1750"/>
                </p14:media>
              </p:ext>
            </p:extLst>
          </p:nvPr>
        </p:nvPicPr>
        <p:blipFill>
          <a:blip r:embed="rId7">
            <a:lum bright="20000"/>
          </a:blip>
          <a:stretch>
            <a:fillRect/>
          </a:stretch>
        </p:blipFill>
        <p:spPr>
          <a:xfrm>
            <a:off x="7209773" y="1147133"/>
            <a:ext cx="4563734" cy="4563734"/>
          </a:xfrm>
          <a:prstGeom prst="roundRect">
            <a:avLst>
              <a:gd name="adj" fmla="val 3529"/>
            </a:avLst>
          </a:prstGeom>
          <a:ln w="28575">
            <a:solidFill>
              <a:schemeClr val="tx1"/>
            </a:solidFill>
          </a:ln>
          <a:effectLst>
            <a:outerShdw blurRad="63500" sx="102000" sy="102000" algn="ctr" rotWithShape="0">
              <a:prstClr val="black">
                <a:alpha val="40000"/>
              </a:prstClr>
            </a:outerShdw>
          </a:effectLst>
        </p:spPr>
      </p:pic>
      <p:sp>
        <p:nvSpPr>
          <p:cNvPr id="5" name="Title 1">
            <a:extLst>
              <a:ext uri="{FF2B5EF4-FFF2-40B4-BE49-F238E27FC236}">
                <a16:creationId xmlns:a16="http://schemas.microsoft.com/office/drawing/2014/main" id="{EAAB3E22-DB0A-16E6-1058-7E67733C7F95}"/>
              </a:ext>
            </a:extLst>
          </p:cNvPr>
          <p:cNvSpPr txBox="1">
            <a:spLocks/>
          </p:cNvSpPr>
          <p:nvPr/>
        </p:nvSpPr>
        <p:spPr>
          <a:xfrm>
            <a:off x="107576" y="3068176"/>
            <a:ext cx="6651814" cy="134389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br>
              <a:rPr lang="en-US" sz="4200" b="1" dirty="0">
                <a:solidFill>
                  <a:srgbClr val="00B050"/>
                </a:solidFill>
                <a:latin typeface="Bahnschrift" panose="020B0502040204020203" pitchFamily="34" charset="0"/>
              </a:rPr>
            </a:br>
            <a:r>
              <a:rPr lang="en-US" sz="2400" b="1" dirty="0">
                <a:solidFill>
                  <a:srgbClr val="FFC000"/>
                </a:solidFill>
                <a:latin typeface="Bahnschrift" panose="020B0502040204020203" pitchFamily="34" charset="0"/>
              </a:rPr>
              <a:t>Submitted by: </a:t>
            </a:r>
            <a:r>
              <a:rPr lang="en-US" sz="2400" b="1" dirty="0">
                <a:latin typeface="Bahnschrift" panose="020B0502040204020203" pitchFamily="34" charset="0"/>
              </a:rPr>
              <a:t>Muhammad Saqib</a:t>
            </a:r>
            <a:br>
              <a:rPr lang="en-US" sz="2400" b="1" dirty="0">
                <a:solidFill>
                  <a:srgbClr val="00B050"/>
                </a:solidFill>
                <a:latin typeface="Bahnschrift" panose="020B0502040204020203" pitchFamily="34" charset="0"/>
              </a:rPr>
            </a:br>
            <a:r>
              <a:rPr lang="en-US" sz="2400" b="1" dirty="0">
                <a:solidFill>
                  <a:schemeClr val="tx1">
                    <a:lumMod val="75000"/>
                  </a:schemeClr>
                </a:solidFill>
                <a:latin typeface="Bahnschrift" panose="020B0502040204020203" pitchFamily="34" charset="0"/>
              </a:rPr>
              <a:t>Date: Nov 14, 2023</a:t>
            </a:r>
            <a:endParaRPr lang="en-GB" sz="2400" b="1" dirty="0">
              <a:solidFill>
                <a:schemeClr val="tx1">
                  <a:lumMod val="75000"/>
                </a:schemeClr>
              </a:solidFill>
              <a:latin typeface="Bahnschrift" panose="020B0502040204020203" pitchFamily="34" charset="0"/>
            </a:endParaRPr>
          </a:p>
        </p:txBody>
      </p:sp>
    </p:spTree>
    <p:extLst>
      <p:ext uri="{BB962C8B-B14F-4D97-AF65-F5344CB8AC3E}">
        <p14:creationId xmlns:p14="http://schemas.microsoft.com/office/powerpoint/2010/main" val="386061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043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67BE8C5-5F73-4937-8B2B-7838DDB449ED}"/>
              </a:ext>
            </a:extLst>
          </p:cNvPr>
          <p:cNvPicPr>
            <a:picLocks noChangeAspect="1"/>
          </p:cNvPicPr>
          <p:nvPr/>
        </p:nvPicPr>
        <p:blipFill rotWithShape="1">
          <a:blip r:embed="rId3">
            <a:extLst>
              <a:ext uri="{BEBA8EAE-BF5A-486C-A8C5-ECC9F3942E4B}">
                <a14:imgProps xmlns:a14="http://schemas.microsoft.com/office/drawing/2010/main">
                  <a14:imgLayer r:embed="rId4">
                    <a14:imgEffect>
                      <a14:artisticPaintStrokes/>
                    </a14:imgEffect>
                    <a14:imgEffect>
                      <a14:saturation sat="0"/>
                    </a14:imgEffect>
                    <a14:imgEffect>
                      <a14:brightnessContrast bright="-20000" contrast="-20000"/>
                    </a14:imgEffect>
                  </a14:imgLayer>
                </a14:imgProps>
              </a:ext>
              <a:ext uri="{28A0092B-C50C-407E-A947-70E740481C1C}">
                <a14:useLocalDpi xmlns:a14="http://schemas.microsoft.com/office/drawing/2010/main" val="0"/>
              </a:ext>
            </a:extLst>
          </a:blip>
          <a:srcRect b="5324"/>
          <a:stretch/>
        </p:blipFill>
        <p:spPr>
          <a:xfrm>
            <a:off x="-342807" y="-80682"/>
            <a:ext cx="12877614" cy="7019365"/>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2" name="Title 1">
            <a:extLst>
              <a:ext uri="{FF2B5EF4-FFF2-40B4-BE49-F238E27FC236}">
                <a16:creationId xmlns:a16="http://schemas.microsoft.com/office/drawing/2014/main" id="{CDB34F00-446B-4C35-8151-BF70B425DF69}"/>
              </a:ext>
            </a:extLst>
          </p:cNvPr>
          <p:cNvSpPr>
            <a:spLocks noGrp="1"/>
          </p:cNvSpPr>
          <p:nvPr>
            <p:ph type="title"/>
          </p:nvPr>
        </p:nvSpPr>
        <p:spPr>
          <a:xfrm>
            <a:off x="838200" y="498054"/>
            <a:ext cx="10515600" cy="1325563"/>
          </a:xfrm>
        </p:spPr>
        <p:txBody>
          <a:bodyPr/>
          <a:lstStyle/>
          <a:p>
            <a:r>
              <a:rPr lang="en-US" sz="4400" b="1" dirty="0">
                <a:solidFill>
                  <a:srgbClr val="FFC000"/>
                </a:solidFill>
                <a:latin typeface="Bell MT" panose="02020503060305020303" pitchFamily="18" charset="0"/>
              </a:rPr>
              <a:t>Outlines</a:t>
            </a:r>
            <a:endParaRPr lang="en-GB" dirty="0">
              <a:solidFill>
                <a:srgbClr val="FFC000"/>
              </a:solidFill>
            </a:endParaRPr>
          </a:p>
        </p:txBody>
      </p:sp>
      <p:sp>
        <p:nvSpPr>
          <p:cNvPr id="3" name="Content Placeholder 2">
            <a:extLst>
              <a:ext uri="{FF2B5EF4-FFF2-40B4-BE49-F238E27FC236}">
                <a16:creationId xmlns:a16="http://schemas.microsoft.com/office/drawing/2014/main" id="{4B7E1E3D-AC0C-48DA-B887-F82D00964089}"/>
              </a:ext>
            </a:extLst>
          </p:cNvPr>
          <p:cNvSpPr>
            <a:spLocks noGrp="1"/>
          </p:cNvSpPr>
          <p:nvPr>
            <p:ph idx="1"/>
          </p:nvPr>
        </p:nvSpPr>
        <p:spPr>
          <a:xfrm>
            <a:off x="838200" y="1823617"/>
            <a:ext cx="10515600" cy="4187733"/>
          </a:xfrm>
        </p:spPr>
        <p:txBody>
          <a:bodyPr>
            <a:normAutofit lnSpcReduction="10000"/>
          </a:bodyPr>
          <a:lstStyle/>
          <a:p>
            <a:pPr>
              <a:lnSpc>
                <a:spcPct val="100000"/>
              </a:lnSpc>
            </a:pPr>
            <a:r>
              <a:rPr lang="en-US" sz="3200" b="0" dirty="0">
                <a:solidFill>
                  <a:srgbClr val="FFC000"/>
                </a:solidFill>
                <a:latin typeface="Bell MT" panose="02020503060305020303" pitchFamily="18" charset="0"/>
              </a:rPr>
              <a:t>Introduction</a:t>
            </a:r>
          </a:p>
          <a:p>
            <a:pPr>
              <a:lnSpc>
                <a:spcPct val="100000"/>
              </a:lnSpc>
            </a:pPr>
            <a:r>
              <a:rPr lang="en-GB" sz="3200" b="0" dirty="0">
                <a:solidFill>
                  <a:srgbClr val="FFC000"/>
                </a:solidFill>
                <a:latin typeface="Bell MT" panose="02020503060305020303" pitchFamily="18" charset="0"/>
              </a:rPr>
              <a:t>Why Jinnah: The real Breaker of East Pakistan?</a:t>
            </a:r>
          </a:p>
          <a:p>
            <a:pPr lvl="1">
              <a:lnSpc>
                <a:spcPct val="100000"/>
              </a:lnSpc>
            </a:pPr>
            <a:r>
              <a:rPr lang="en-GB" sz="2600" b="0" dirty="0">
                <a:latin typeface="Bell MT" panose="02020503060305020303" pitchFamily="18" charset="0"/>
              </a:rPr>
              <a:t>Historical Facts</a:t>
            </a:r>
          </a:p>
          <a:p>
            <a:pPr lvl="1">
              <a:lnSpc>
                <a:spcPct val="100000"/>
              </a:lnSpc>
            </a:pPr>
            <a:r>
              <a:rPr lang="en-GB" sz="2600" b="0" dirty="0">
                <a:latin typeface="Bell MT" panose="02020503060305020303" pitchFamily="18" charset="0"/>
              </a:rPr>
              <a:t>Jinnah Speech</a:t>
            </a:r>
          </a:p>
          <a:p>
            <a:pPr lvl="1">
              <a:lnSpc>
                <a:spcPct val="100000"/>
              </a:lnSpc>
            </a:pPr>
            <a:r>
              <a:rPr lang="en-GB" sz="2600" b="0" dirty="0">
                <a:latin typeface="Bell MT" panose="02020503060305020303" pitchFamily="18" charset="0"/>
              </a:rPr>
              <a:t>Language Riots</a:t>
            </a:r>
          </a:p>
          <a:p>
            <a:pPr>
              <a:lnSpc>
                <a:spcPct val="100000"/>
              </a:lnSpc>
            </a:pPr>
            <a:r>
              <a:rPr lang="en-GB" sz="3200" b="0" dirty="0">
                <a:solidFill>
                  <a:srgbClr val="FFC000"/>
                </a:solidFill>
                <a:latin typeface="Bell MT" panose="02020503060305020303" pitchFamily="18" charset="0"/>
              </a:rPr>
              <a:t>Other causes behind the Fall of Dhaka</a:t>
            </a:r>
          </a:p>
          <a:p>
            <a:pPr lvl="1">
              <a:lnSpc>
                <a:spcPct val="100000"/>
              </a:lnSpc>
            </a:pPr>
            <a:r>
              <a:rPr lang="en-GB" sz="2600" b="0" dirty="0">
                <a:latin typeface="Bell MT" panose="02020503060305020303" pitchFamily="18" charset="0"/>
              </a:rPr>
              <a:t>Sheikh Mujeeb's Six Points</a:t>
            </a:r>
            <a:endParaRPr lang="en-GB" sz="3200" b="0" dirty="0">
              <a:solidFill>
                <a:srgbClr val="FFC000"/>
              </a:solidFill>
              <a:latin typeface="Bell MT" panose="02020503060305020303" pitchFamily="18" charset="0"/>
            </a:endParaRPr>
          </a:p>
          <a:p>
            <a:pPr>
              <a:lnSpc>
                <a:spcPct val="100000"/>
              </a:lnSpc>
            </a:pPr>
            <a:r>
              <a:rPr lang="en-GB" sz="2800" b="0" dirty="0">
                <a:solidFill>
                  <a:srgbClr val="FFC000"/>
                </a:solidFill>
                <a:latin typeface="Bell MT" panose="02020503060305020303" pitchFamily="18" charset="0"/>
              </a:rPr>
              <a:t>Conclusion</a:t>
            </a:r>
          </a:p>
          <a:p>
            <a:pPr marL="457200" lvl="1" indent="0">
              <a:buNone/>
            </a:pPr>
            <a:endParaRPr lang="en-GB" sz="2600" b="1" dirty="0">
              <a:latin typeface="Bell MT" panose="02020503060305020303" pitchFamily="18" charset="0"/>
            </a:endParaRPr>
          </a:p>
        </p:txBody>
      </p:sp>
    </p:spTree>
    <p:extLst>
      <p:ext uri="{BB962C8B-B14F-4D97-AF65-F5344CB8AC3E}">
        <p14:creationId xmlns:p14="http://schemas.microsoft.com/office/powerpoint/2010/main" val="2984156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A3D61F4-0788-46EE-96A4-C4E53C434538}"/>
              </a:ext>
            </a:extLst>
          </p:cNvPr>
          <p:cNvGrpSpPr/>
          <p:nvPr/>
        </p:nvGrpSpPr>
        <p:grpSpPr>
          <a:xfrm>
            <a:off x="363068" y="1214163"/>
            <a:ext cx="3630706" cy="5361447"/>
            <a:chOff x="363068" y="1214163"/>
            <a:chExt cx="3630706" cy="5361447"/>
          </a:xfrm>
        </p:grpSpPr>
        <p:grpSp>
          <p:nvGrpSpPr>
            <p:cNvPr id="2" name="Group 1">
              <a:extLst>
                <a:ext uri="{FF2B5EF4-FFF2-40B4-BE49-F238E27FC236}">
                  <a16:creationId xmlns:a16="http://schemas.microsoft.com/office/drawing/2014/main" id="{572244DF-17FD-4B2E-B648-B32E778D86EA}"/>
                </a:ext>
              </a:extLst>
            </p:cNvPr>
            <p:cNvGrpSpPr/>
            <p:nvPr/>
          </p:nvGrpSpPr>
          <p:grpSpPr>
            <a:xfrm>
              <a:off x="363068" y="1214163"/>
              <a:ext cx="3630706" cy="5361447"/>
              <a:chOff x="4280647" y="228600"/>
              <a:chExt cx="3630706" cy="6347012"/>
            </a:xfrm>
          </p:grpSpPr>
          <p:sp>
            <p:nvSpPr>
              <p:cNvPr id="7" name="Rectangle: Rounded Corners 6">
                <a:extLst>
                  <a:ext uri="{FF2B5EF4-FFF2-40B4-BE49-F238E27FC236}">
                    <a16:creationId xmlns:a16="http://schemas.microsoft.com/office/drawing/2014/main" id="{13D28F30-7403-4178-A43E-AA8BE75803C9}"/>
                  </a:ext>
                </a:extLst>
              </p:cNvPr>
              <p:cNvSpPr/>
              <p:nvPr/>
            </p:nvSpPr>
            <p:spPr>
              <a:xfrm>
                <a:off x="4280647" y="228600"/>
                <a:ext cx="3630706" cy="6347012"/>
              </a:xfrm>
              <a:prstGeom prst="roundRect">
                <a:avLst>
                  <a:gd name="adj" fmla="val 296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FF671E63-09DC-4905-AF73-B79C3B1507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5505" y="371573"/>
                <a:ext cx="3400985" cy="2268264"/>
              </a:xfrm>
              <a:prstGeom prst="roundRect">
                <a:avLst>
                  <a:gd name="adj" fmla="val 1929"/>
                </a:avLst>
              </a:prstGeom>
            </p:spPr>
          </p:pic>
        </p:grpSp>
        <p:sp>
          <p:nvSpPr>
            <p:cNvPr id="15" name="TextBox 14">
              <a:extLst>
                <a:ext uri="{FF2B5EF4-FFF2-40B4-BE49-F238E27FC236}">
                  <a16:creationId xmlns:a16="http://schemas.microsoft.com/office/drawing/2014/main" id="{E62B0080-6318-47EC-8F91-0E5F7F3D3364}"/>
                </a:ext>
              </a:extLst>
            </p:cNvPr>
            <p:cNvSpPr txBox="1"/>
            <p:nvPr/>
          </p:nvSpPr>
          <p:spPr>
            <a:xfrm>
              <a:off x="477926" y="3997509"/>
              <a:ext cx="3400984" cy="2308324"/>
            </a:xfrm>
            <a:prstGeom prst="rect">
              <a:avLst/>
            </a:prstGeom>
            <a:noFill/>
          </p:spPr>
          <p:txBody>
            <a:bodyPr wrap="square" rtlCol="0">
              <a:spAutoFit/>
            </a:bodyPr>
            <a:lstStyle/>
            <a:p>
              <a:pPr marL="342900" indent="-342900">
                <a:buFont typeface="Wingdings" panose="05000000000000000000" pitchFamily="2" charset="2"/>
                <a:buChar char="Ø"/>
              </a:pPr>
              <a:r>
                <a:rPr lang="en-US" dirty="0">
                  <a:solidFill>
                    <a:schemeClr val="bg1"/>
                  </a:solidFill>
                  <a:latin typeface="Bell MT" panose="02020503060305020303" pitchFamily="18" charset="0"/>
                </a:rPr>
                <a:t>Causes behind the Partition</a:t>
              </a:r>
            </a:p>
            <a:p>
              <a:pPr marL="342900" indent="-342900">
                <a:buFont typeface="Wingdings" panose="05000000000000000000" pitchFamily="2" charset="2"/>
                <a:buChar char="Ø"/>
              </a:pPr>
              <a:r>
                <a:rPr lang="en-US" dirty="0">
                  <a:solidFill>
                    <a:schemeClr val="bg1"/>
                  </a:solidFill>
                  <a:latin typeface="Bell MT" panose="02020503060305020303" pitchFamily="18" charset="0"/>
                </a:rPr>
                <a:t>A huge distance between East &amp; West Pakistan </a:t>
              </a:r>
            </a:p>
            <a:p>
              <a:pPr marL="342900" indent="-342900">
                <a:buFont typeface="Wingdings" panose="05000000000000000000" pitchFamily="2" charset="2"/>
                <a:buChar char="Ø"/>
              </a:pPr>
              <a:r>
                <a:rPr lang="en-US" dirty="0">
                  <a:solidFill>
                    <a:schemeClr val="bg1"/>
                  </a:solidFill>
                  <a:latin typeface="Bell MT" panose="02020503060305020303" pitchFamily="18" charset="0"/>
                </a:rPr>
                <a:t>An unnatural state since the beginning even separated by borders</a:t>
              </a:r>
            </a:p>
            <a:p>
              <a:pPr marL="342900" indent="-342900">
                <a:buFont typeface="Wingdings" panose="05000000000000000000" pitchFamily="2" charset="2"/>
                <a:buChar char="Ø"/>
              </a:pPr>
              <a:r>
                <a:rPr lang="en-US" dirty="0">
                  <a:solidFill>
                    <a:schemeClr val="bg1"/>
                  </a:solidFill>
                  <a:latin typeface="Bell MT" panose="02020503060305020303" pitchFamily="18" charset="0"/>
                </a:rPr>
                <a:t>Jinnah Policies and beginning of independence</a:t>
              </a:r>
            </a:p>
          </p:txBody>
        </p:sp>
        <p:sp>
          <p:nvSpPr>
            <p:cNvPr id="16" name="Rectangle: Rounded Corners 15">
              <a:extLst>
                <a:ext uri="{FF2B5EF4-FFF2-40B4-BE49-F238E27FC236}">
                  <a16:creationId xmlns:a16="http://schemas.microsoft.com/office/drawing/2014/main" id="{FE6722B1-7FB6-455F-B96D-66739EEB87C2}"/>
                </a:ext>
              </a:extLst>
            </p:cNvPr>
            <p:cNvSpPr/>
            <p:nvPr/>
          </p:nvSpPr>
          <p:spPr>
            <a:xfrm>
              <a:off x="1131364" y="3402657"/>
              <a:ext cx="2094108" cy="455094"/>
            </a:xfrm>
            <a:prstGeom prst="roundRect">
              <a:avLst>
                <a:gd name="adj" fmla="val 10417"/>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latin typeface="Bell MT" panose="02020503060305020303" pitchFamily="18" charset="0"/>
                </a:rPr>
                <a:t>Historical Facts</a:t>
              </a:r>
              <a:endParaRPr lang="en-GB" b="1" dirty="0">
                <a:latin typeface="Bell MT" panose="02020503060305020303" pitchFamily="18" charset="0"/>
              </a:endParaRPr>
            </a:p>
          </p:txBody>
        </p:sp>
      </p:grpSp>
      <p:grpSp>
        <p:nvGrpSpPr>
          <p:cNvPr id="24" name="Group 23">
            <a:extLst>
              <a:ext uri="{FF2B5EF4-FFF2-40B4-BE49-F238E27FC236}">
                <a16:creationId xmlns:a16="http://schemas.microsoft.com/office/drawing/2014/main" id="{50C88109-4167-4826-8191-AE4C1B9B115F}"/>
              </a:ext>
            </a:extLst>
          </p:cNvPr>
          <p:cNvGrpSpPr/>
          <p:nvPr/>
        </p:nvGrpSpPr>
        <p:grpSpPr>
          <a:xfrm>
            <a:off x="4280645" y="1214164"/>
            <a:ext cx="3630706" cy="5361447"/>
            <a:chOff x="4280645" y="1214164"/>
            <a:chExt cx="3630706" cy="5361447"/>
          </a:xfrm>
        </p:grpSpPr>
        <p:grpSp>
          <p:nvGrpSpPr>
            <p:cNvPr id="13" name="Group 12">
              <a:extLst>
                <a:ext uri="{FF2B5EF4-FFF2-40B4-BE49-F238E27FC236}">
                  <a16:creationId xmlns:a16="http://schemas.microsoft.com/office/drawing/2014/main" id="{47F72703-8B17-4F01-803A-1E4664218719}"/>
                </a:ext>
              </a:extLst>
            </p:cNvPr>
            <p:cNvGrpSpPr/>
            <p:nvPr/>
          </p:nvGrpSpPr>
          <p:grpSpPr>
            <a:xfrm>
              <a:off x="4280645" y="1214164"/>
              <a:ext cx="3630706" cy="5361447"/>
              <a:chOff x="363070" y="1214163"/>
              <a:chExt cx="3630706" cy="5361447"/>
            </a:xfrm>
          </p:grpSpPr>
          <p:sp>
            <p:nvSpPr>
              <p:cNvPr id="5" name="Rectangle: Rounded Corners 4">
                <a:extLst>
                  <a:ext uri="{FF2B5EF4-FFF2-40B4-BE49-F238E27FC236}">
                    <a16:creationId xmlns:a16="http://schemas.microsoft.com/office/drawing/2014/main" id="{C7988A30-BFEB-4C1B-9531-978412F6A722}"/>
                  </a:ext>
                </a:extLst>
              </p:cNvPr>
              <p:cNvSpPr/>
              <p:nvPr/>
            </p:nvSpPr>
            <p:spPr>
              <a:xfrm>
                <a:off x="363070" y="1214163"/>
                <a:ext cx="3630706" cy="5361447"/>
              </a:xfrm>
              <a:prstGeom prst="roundRect">
                <a:avLst>
                  <a:gd name="adj" fmla="val 296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WhatsApp Video 2023-11-06 at 14.53.47_f0812a0f">
                <a:hlinkClick r:id="" action="ppaction://media"/>
                <a:extLst>
                  <a:ext uri="{FF2B5EF4-FFF2-40B4-BE49-F238E27FC236}">
                    <a16:creationId xmlns:a16="http://schemas.microsoft.com/office/drawing/2014/main" id="{F37C2B7B-4FFC-4A07-A172-4D98CADFD284}"/>
                  </a:ext>
                </a:extLst>
              </p:cNvPr>
              <p:cNvPicPr>
                <a:picLocks noChangeAspect="1"/>
              </p:cNvPicPr>
              <p:nvPr>
                <a:videoFile r:link="rId1"/>
                <p:extLst>
                  <p:ext uri="{DAA4B4D4-6D71-4841-9C94-3DE7FCFB9230}">
                    <p14:media xmlns:p14="http://schemas.microsoft.com/office/powerpoint/2010/main" r:embed="rId2">
                      <p14:trim st="3451"/>
                      <p14:fade out="750"/>
                    </p14:media>
                  </p:ext>
                </p:extLst>
              </p:nvPr>
            </p:nvPicPr>
            <p:blipFill>
              <a:blip r:embed="rId6"/>
              <a:stretch>
                <a:fillRect/>
              </a:stretch>
            </p:blipFill>
            <p:spPr>
              <a:xfrm>
                <a:off x="477931" y="1334936"/>
                <a:ext cx="3400985" cy="1916048"/>
              </a:xfrm>
              <a:prstGeom prst="roundRect">
                <a:avLst>
                  <a:gd name="adj" fmla="val 2097"/>
                </a:avLst>
              </a:prstGeom>
              <a:ln>
                <a:noFill/>
              </a:ln>
            </p:spPr>
          </p:pic>
          <p:sp>
            <p:nvSpPr>
              <p:cNvPr id="8" name="TextBox 7">
                <a:extLst>
                  <a:ext uri="{FF2B5EF4-FFF2-40B4-BE49-F238E27FC236}">
                    <a16:creationId xmlns:a16="http://schemas.microsoft.com/office/drawing/2014/main" id="{D4ED9577-33D8-40AC-83BD-C73871C43D88}"/>
                  </a:ext>
                </a:extLst>
              </p:cNvPr>
              <p:cNvSpPr txBox="1"/>
              <p:nvPr/>
            </p:nvSpPr>
            <p:spPr>
              <a:xfrm>
                <a:off x="477930" y="3997508"/>
                <a:ext cx="3400984" cy="2308324"/>
              </a:xfrm>
              <a:prstGeom prst="rect">
                <a:avLst/>
              </a:prstGeom>
              <a:noFill/>
            </p:spPr>
            <p:txBody>
              <a:bodyPr wrap="square" rtlCol="0">
                <a:spAutoFit/>
              </a:bodyPr>
              <a:lstStyle/>
              <a:p>
                <a:pPr marL="342900" indent="-342900">
                  <a:buFont typeface="Wingdings" panose="05000000000000000000" pitchFamily="2" charset="2"/>
                  <a:buChar char="Ø"/>
                </a:pPr>
                <a:r>
                  <a:rPr lang="en-US" dirty="0">
                    <a:solidFill>
                      <a:schemeClr val="bg1"/>
                    </a:solidFill>
                    <a:latin typeface="Bell MT" panose="02020503060305020303" pitchFamily="18" charset="0"/>
                  </a:rPr>
                  <a:t>21</a:t>
                </a:r>
                <a:r>
                  <a:rPr lang="en-US" baseline="30000" dirty="0">
                    <a:solidFill>
                      <a:schemeClr val="bg1"/>
                    </a:solidFill>
                    <a:latin typeface="Bell MT" panose="02020503060305020303" pitchFamily="18" charset="0"/>
                  </a:rPr>
                  <a:t>st</a:t>
                </a:r>
                <a:r>
                  <a:rPr lang="en-US" dirty="0">
                    <a:solidFill>
                      <a:schemeClr val="bg1"/>
                    </a:solidFill>
                    <a:latin typeface="Bell MT" panose="02020503060305020303" pitchFamily="18" charset="0"/>
                  </a:rPr>
                  <a:t> March 1948, Jinnah addressed to the people of Dhaka</a:t>
                </a:r>
              </a:p>
              <a:p>
                <a:pPr marL="342900" indent="-342900">
                  <a:buFont typeface="Wingdings" panose="05000000000000000000" pitchFamily="2" charset="2"/>
                  <a:buChar char="Ø"/>
                </a:pPr>
                <a:r>
                  <a:rPr lang="en-US" dirty="0">
                    <a:solidFill>
                      <a:schemeClr val="bg1"/>
                    </a:solidFill>
                    <a:latin typeface="Bell MT" panose="02020503060305020303" pitchFamily="18" charset="0"/>
                  </a:rPr>
                  <a:t>And declared </a:t>
                </a:r>
                <a:r>
                  <a:rPr lang="en-US" b="1" dirty="0">
                    <a:solidFill>
                      <a:schemeClr val="bg1"/>
                    </a:solidFill>
                    <a:latin typeface="Bell MT" panose="02020503060305020303" pitchFamily="18" charset="0"/>
                  </a:rPr>
                  <a:t>Urdu</a:t>
                </a:r>
                <a:r>
                  <a:rPr lang="en-US" dirty="0">
                    <a:solidFill>
                      <a:schemeClr val="bg1"/>
                    </a:solidFill>
                    <a:latin typeface="Bell MT" panose="02020503060305020303" pitchFamily="18" charset="0"/>
                  </a:rPr>
                  <a:t> as a </a:t>
                </a:r>
                <a:r>
                  <a:rPr lang="en-US" b="1" dirty="0">
                    <a:solidFill>
                      <a:schemeClr val="bg1"/>
                    </a:solidFill>
                    <a:latin typeface="Bell MT" panose="02020503060305020303" pitchFamily="18" charset="0"/>
                  </a:rPr>
                  <a:t>National Language</a:t>
                </a:r>
              </a:p>
              <a:p>
                <a:pPr marL="342900" indent="-342900">
                  <a:buFont typeface="Wingdings" panose="05000000000000000000" pitchFamily="2" charset="2"/>
                  <a:buChar char="Ø"/>
                </a:pPr>
                <a:r>
                  <a:rPr lang="en-GB" dirty="0">
                    <a:solidFill>
                      <a:schemeClr val="bg1"/>
                    </a:solidFill>
                    <a:latin typeface="Bell MT" panose="02020503060305020303" pitchFamily="18" charset="0"/>
                  </a:rPr>
                  <a:t>Mass agitation during speech</a:t>
                </a:r>
              </a:p>
              <a:p>
                <a:pPr marL="342900" indent="-342900">
                  <a:buFont typeface="Wingdings" panose="05000000000000000000" pitchFamily="2" charset="2"/>
                  <a:buChar char="Ø"/>
                </a:pPr>
                <a:r>
                  <a:rPr lang="en-GB" dirty="0">
                    <a:solidFill>
                      <a:schemeClr val="bg1"/>
                    </a:solidFill>
                    <a:latin typeface="Bell MT" panose="02020503060305020303" pitchFamily="18" charset="0"/>
                  </a:rPr>
                  <a:t>No constitution</a:t>
                </a:r>
              </a:p>
              <a:p>
                <a:pPr marL="342900" indent="-342900">
                  <a:buFont typeface="Wingdings" panose="05000000000000000000" pitchFamily="2" charset="2"/>
                  <a:buChar char="Ø"/>
                </a:pPr>
                <a:r>
                  <a:rPr lang="en-GB" dirty="0">
                    <a:solidFill>
                      <a:schemeClr val="bg1"/>
                    </a:solidFill>
                    <a:latin typeface="Bell MT" panose="02020503060305020303" pitchFamily="18" charset="0"/>
                  </a:rPr>
                  <a:t>Seeds of hatred were sown</a:t>
                </a:r>
              </a:p>
            </p:txBody>
          </p:sp>
        </p:grpSp>
        <p:sp>
          <p:nvSpPr>
            <p:cNvPr id="20" name="Rectangle: Rounded Corners 19">
              <a:extLst>
                <a:ext uri="{FF2B5EF4-FFF2-40B4-BE49-F238E27FC236}">
                  <a16:creationId xmlns:a16="http://schemas.microsoft.com/office/drawing/2014/main" id="{510CC9A2-4F96-4F1F-B785-637A91CF4670}"/>
                </a:ext>
              </a:extLst>
            </p:cNvPr>
            <p:cNvSpPr/>
            <p:nvPr/>
          </p:nvSpPr>
          <p:spPr>
            <a:xfrm>
              <a:off x="5048943" y="3407108"/>
              <a:ext cx="2094108" cy="451889"/>
            </a:xfrm>
            <a:prstGeom prst="roundRect">
              <a:avLst>
                <a:gd name="adj" fmla="val 10417"/>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latin typeface="Bell MT" panose="02020503060305020303" pitchFamily="18" charset="0"/>
                </a:rPr>
                <a:t>Jinnah Speech</a:t>
              </a:r>
              <a:endParaRPr lang="en-GB" b="1" dirty="0">
                <a:latin typeface="Bell MT" panose="02020503060305020303" pitchFamily="18" charset="0"/>
              </a:endParaRPr>
            </a:p>
          </p:txBody>
        </p:sp>
      </p:grpSp>
      <p:grpSp>
        <p:nvGrpSpPr>
          <p:cNvPr id="23" name="Group 22">
            <a:extLst>
              <a:ext uri="{FF2B5EF4-FFF2-40B4-BE49-F238E27FC236}">
                <a16:creationId xmlns:a16="http://schemas.microsoft.com/office/drawing/2014/main" id="{D0FE3822-1184-4E28-A928-D73FFB0CC75B}"/>
              </a:ext>
            </a:extLst>
          </p:cNvPr>
          <p:cNvGrpSpPr/>
          <p:nvPr/>
        </p:nvGrpSpPr>
        <p:grpSpPr>
          <a:xfrm>
            <a:off x="8198222" y="1214163"/>
            <a:ext cx="3630706" cy="5361448"/>
            <a:chOff x="8198222" y="1214163"/>
            <a:chExt cx="3630706" cy="5361448"/>
          </a:xfrm>
        </p:grpSpPr>
        <p:sp>
          <p:nvSpPr>
            <p:cNvPr id="6" name="Rectangle: Rounded Corners 5">
              <a:extLst>
                <a:ext uri="{FF2B5EF4-FFF2-40B4-BE49-F238E27FC236}">
                  <a16:creationId xmlns:a16="http://schemas.microsoft.com/office/drawing/2014/main" id="{6C736FF5-E785-48A9-99C6-875EE591DBC3}"/>
                </a:ext>
              </a:extLst>
            </p:cNvPr>
            <p:cNvSpPr/>
            <p:nvPr/>
          </p:nvSpPr>
          <p:spPr>
            <a:xfrm>
              <a:off x="8198222" y="1214163"/>
              <a:ext cx="3630706" cy="5361448"/>
            </a:xfrm>
            <a:prstGeom prst="roundRect">
              <a:avLst>
                <a:gd name="adj" fmla="val 296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Picture 11">
              <a:extLst>
                <a:ext uri="{FF2B5EF4-FFF2-40B4-BE49-F238E27FC236}">
                  <a16:creationId xmlns:a16="http://schemas.microsoft.com/office/drawing/2014/main" id="{DF81D797-B4C9-4886-8240-AB38EADDF52C}"/>
                </a:ext>
              </a:extLst>
            </p:cNvPr>
            <p:cNvPicPr>
              <a:picLocks noChangeAspect="1"/>
            </p:cNvPicPr>
            <p:nvPr/>
          </p:nvPicPr>
          <p:blipFill>
            <a:blip r:embed="rId7">
              <a:extLst>
                <a:ext uri="{28A0092B-C50C-407E-A947-70E740481C1C}">
                  <a14:useLocalDpi xmlns:a14="http://schemas.microsoft.com/office/drawing/2010/main" val="0"/>
                </a:ext>
              </a:extLst>
            </a:blip>
            <a:srcRect t="21831" b="21831"/>
            <a:stretch/>
          </p:blipFill>
          <p:spPr>
            <a:xfrm>
              <a:off x="8313083" y="1334936"/>
              <a:ext cx="3400985" cy="1916048"/>
            </a:xfrm>
            <a:prstGeom prst="roundRect">
              <a:avLst>
                <a:gd name="adj" fmla="val 1929"/>
              </a:avLst>
            </a:prstGeom>
          </p:spPr>
        </p:pic>
        <p:sp>
          <p:nvSpPr>
            <p:cNvPr id="19" name="TextBox 18">
              <a:extLst>
                <a:ext uri="{FF2B5EF4-FFF2-40B4-BE49-F238E27FC236}">
                  <a16:creationId xmlns:a16="http://schemas.microsoft.com/office/drawing/2014/main" id="{92C40747-5ADA-407F-B1FF-F4B2B53873D4}"/>
                </a:ext>
              </a:extLst>
            </p:cNvPr>
            <p:cNvSpPr txBox="1"/>
            <p:nvPr/>
          </p:nvSpPr>
          <p:spPr>
            <a:xfrm>
              <a:off x="8313084" y="3997509"/>
              <a:ext cx="3400984" cy="2031325"/>
            </a:xfrm>
            <a:prstGeom prst="rect">
              <a:avLst/>
            </a:prstGeom>
            <a:noFill/>
          </p:spPr>
          <p:txBody>
            <a:bodyPr wrap="square" rtlCol="0">
              <a:spAutoFit/>
            </a:bodyPr>
            <a:lstStyle/>
            <a:p>
              <a:pPr marL="342900" indent="-342900">
                <a:buFont typeface="Wingdings" panose="05000000000000000000" pitchFamily="2" charset="2"/>
                <a:buChar char="Ø"/>
              </a:pPr>
              <a:r>
                <a:rPr lang="en-US" dirty="0">
                  <a:solidFill>
                    <a:schemeClr val="bg1"/>
                  </a:solidFill>
                  <a:latin typeface="Bell MT" panose="02020503060305020303" pitchFamily="18" charset="0"/>
                </a:rPr>
                <a:t>Language riots started in 1952</a:t>
              </a:r>
            </a:p>
            <a:p>
              <a:pPr marL="342900" indent="-342900">
                <a:buFont typeface="Wingdings" panose="05000000000000000000" pitchFamily="2" charset="2"/>
                <a:buChar char="Ø"/>
              </a:pPr>
              <a:r>
                <a:rPr lang="en-US" dirty="0">
                  <a:solidFill>
                    <a:schemeClr val="bg1"/>
                  </a:solidFill>
                  <a:latin typeface="Bell MT" panose="02020503060305020303" pitchFamily="18" charset="0"/>
                </a:rPr>
                <a:t>During this, </a:t>
              </a:r>
              <a:r>
                <a:rPr lang="en-US" b="1" dirty="0">
                  <a:solidFill>
                    <a:schemeClr val="bg1"/>
                  </a:solidFill>
                  <a:latin typeface="Bell MT" panose="02020503060305020303" pitchFamily="18" charset="0"/>
                </a:rPr>
                <a:t>Awami Muslim League </a:t>
              </a:r>
              <a:r>
                <a:rPr lang="en-US" dirty="0">
                  <a:solidFill>
                    <a:schemeClr val="bg1"/>
                  </a:solidFill>
                  <a:latin typeface="Bell MT" panose="02020503060305020303" pitchFamily="18" charset="0"/>
                </a:rPr>
                <a:t>emerged later named </a:t>
              </a:r>
              <a:r>
                <a:rPr lang="en-US" b="1" dirty="0">
                  <a:solidFill>
                    <a:schemeClr val="bg1"/>
                  </a:solidFill>
                  <a:latin typeface="Bell MT" panose="02020503060305020303" pitchFamily="18" charset="0"/>
                </a:rPr>
                <a:t>Awami League </a:t>
              </a:r>
              <a:r>
                <a:rPr lang="en-US" dirty="0">
                  <a:solidFill>
                    <a:schemeClr val="bg1"/>
                  </a:solidFill>
                  <a:latin typeface="Bell MT" panose="02020503060305020303" pitchFamily="18" charset="0"/>
                </a:rPr>
                <a:t>in 1955</a:t>
              </a:r>
            </a:p>
            <a:p>
              <a:pPr marL="342900" indent="-342900">
                <a:buFont typeface="Wingdings" panose="05000000000000000000" pitchFamily="2" charset="2"/>
                <a:buChar char="Ø"/>
              </a:pPr>
              <a:r>
                <a:rPr lang="en-GB" dirty="0">
                  <a:solidFill>
                    <a:schemeClr val="bg1"/>
                  </a:solidFill>
                  <a:latin typeface="Bell MT" panose="02020503060305020303" pitchFamily="18" charset="0"/>
                </a:rPr>
                <a:t>It emerged since language issue</a:t>
              </a:r>
            </a:p>
          </p:txBody>
        </p:sp>
        <p:sp>
          <p:nvSpPr>
            <p:cNvPr id="21" name="Rectangle: Rounded Corners 20">
              <a:extLst>
                <a:ext uri="{FF2B5EF4-FFF2-40B4-BE49-F238E27FC236}">
                  <a16:creationId xmlns:a16="http://schemas.microsoft.com/office/drawing/2014/main" id="{D1533CCF-73C5-45ED-945B-C5CED5D274F6}"/>
                </a:ext>
              </a:extLst>
            </p:cNvPr>
            <p:cNvSpPr/>
            <p:nvPr/>
          </p:nvSpPr>
          <p:spPr>
            <a:xfrm>
              <a:off x="8990265" y="3407108"/>
              <a:ext cx="2046620" cy="455095"/>
            </a:xfrm>
            <a:prstGeom prst="roundRect">
              <a:avLst>
                <a:gd name="adj" fmla="val 10417"/>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a:latin typeface="Bell MT" panose="02020503060305020303" pitchFamily="18" charset="0"/>
                </a:rPr>
                <a:t>Language Riots</a:t>
              </a:r>
              <a:endParaRPr lang="en-GB" b="1" dirty="0">
                <a:latin typeface="Bell MT" panose="02020503060305020303" pitchFamily="18" charset="0"/>
              </a:endParaRPr>
            </a:p>
          </p:txBody>
        </p:sp>
      </p:grpSp>
      <p:sp>
        <p:nvSpPr>
          <p:cNvPr id="10" name="Title 9">
            <a:extLst>
              <a:ext uri="{FF2B5EF4-FFF2-40B4-BE49-F238E27FC236}">
                <a16:creationId xmlns:a16="http://schemas.microsoft.com/office/drawing/2014/main" id="{E9CCF42C-D2D6-2C29-1191-045133BEB7F6}"/>
              </a:ext>
            </a:extLst>
          </p:cNvPr>
          <p:cNvSpPr>
            <a:spLocks noGrp="1"/>
          </p:cNvSpPr>
          <p:nvPr>
            <p:ph type="title"/>
          </p:nvPr>
        </p:nvSpPr>
        <p:spPr>
          <a:xfrm>
            <a:off x="1148622" y="298891"/>
            <a:ext cx="9894757" cy="1325563"/>
          </a:xfrm>
        </p:spPr>
        <p:txBody>
          <a:bodyPr/>
          <a:lstStyle/>
          <a:p>
            <a:pPr rtl="0" eaLnBrk="1" latinLnBrk="0" hangingPunct="1"/>
            <a:r>
              <a:rPr lang="en-US" sz="3600" b="1" kern="1200" dirty="0">
                <a:solidFill>
                  <a:srgbClr val="FFFFFF"/>
                </a:solidFill>
                <a:effectLst/>
                <a:latin typeface="Bell MT" panose="02020503060305020303" pitchFamily="18" charset="0"/>
                <a:ea typeface="+mn-ea"/>
                <a:cs typeface="+mn-cs"/>
              </a:rPr>
              <a:t>Why Jinnah: The real Breaker of East Pakistan?</a:t>
            </a:r>
            <a:endParaRPr lang="en-GB" dirty="0">
              <a:effectLst/>
            </a:endParaRPr>
          </a:p>
          <a:p>
            <a:endParaRPr lang="en-GB" dirty="0"/>
          </a:p>
        </p:txBody>
      </p:sp>
    </p:spTree>
    <p:extLst>
      <p:ext uri="{BB962C8B-B14F-4D97-AF65-F5344CB8AC3E}">
        <p14:creationId xmlns:p14="http://schemas.microsoft.com/office/powerpoint/2010/main" val="125173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100000">
                <p:cTn id="23" fill="hold" display="0">
                  <p:stCondLst>
                    <p:cond delay="indefinite"/>
                  </p:stCondLst>
                </p:cTn>
                <p:tgtEl>
                  <p:spTgt spid="4"/>
                </p:tgtEl>
              </p:cMediaNode>
            </p:video>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AED632FB-03E8-71ED-A0BC-23501BC9BF0B}"/>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noFill/>
              </a:rPr>
              <a:t>Sheikh Mujeeb’s Six Points</a:t>
            </a:r>
            <a:endParaRPr lang="en-GB" dirty="0">
              <a:noFill/>
            </a:endParaRPr>
          </a:p>
        </p:txBody>
      </p:sp>
      <p:grpSp>
        <p:nvGrpSpPr>
          <p:cNvPr id="37" name="Group 36">
            <a:extLst>
              <a:ext uri="{FF2B5EF4-FFF2-40B4-BE49-F238E27FC236}">
                <a16:creationId xmlns:a16="http://schemas.microsoft.com/office/drawing/2014/main" id="{5726AFB3-6909-BD56-E57E-9CDB9A183CE9}"/>
              </a:ext>
            </a:extLst>
          </p:cNvPr>
          <p:cNvGrpSpPr/>
          <p:nvPr/>
        </p:nvGrpSpPr>
        <p:grpSpPr>
          <a:xfrm>
            <a:off x="707785" y="273550"/>
            <a:ext cx="10776430" cy="6310899"/>
            <a:chOff x="707785" y="273550"/>
            <a:chExt cx="10776430" cy="6310899"/>
          </a:xfrm>
        </p:grpSpPr>
        <p:grpSp>
          <p:nvGrpSpPr>
            <p:cNvPr id="4" name="Group 3">
              <a:extLst>
                <a:ext uri="{FF2B5EF4-FFF2-40B4-BE49-F238E27FC236}">
                  <a16:creationId xmlns:a16="http://schemas.microsoft.com/office/drawing/2014/main" id="{F262567A-C929-481A-982D-87962F7C3CA8}"/>
                </a:ext>
              </a:extLst>
            </p:cNvPr>
            <p:cNvGrpSpPr/>
            <p:nvPr/>
          </p:nvGrpSpPr>
          <p:grpSpPr>
            <a:xfrm>
              <a:off x="1122829" y="273550"/>
              <a:ext cx="9946341" cy="6310899"/>
              <a:chOff x="1492624" y="1214164"/>
              <a:chExt cx="4343400" cy="5361447"/>
            </a:xfrm>
            <a:noFill/>
          </p:grpSpPr>
          <p:grpSp>
            <p:nvGrpSpPr>
              <p:cNvPr id="2" name="Group 1">
                <a:extLst>
                  <a:ext uri="{FF2B5EF4-FFF2-40B4-BE49-F238E27FC236}">
                    <a16:creationId xmlns:a16="http://schemas.microsoft.com/office/drawing/2014/main" id="{572244DF-17FD-4B2E-B648-B32E778D86EA}"/>
                  </a:ext>
                </a:extLst>
              </p:cNvPr>
              <p:cNvGrpSpPr/>
              <p:nvPr/>
            </p:nvGrpSpPr>
            <p:grpSpPr>
              <a:xfrm>
                <a:off x="1492624" y="1214164"/>
                <a:ext cx="4343400" cy="5361447"/>
                <a:chOff x="4280647" y="228600"/>
                <a:chExt cx="3630706" cy="6347012"/>
              </a:xfrm>
              <a:grpFill/>
            </p:grpSpPr>
            <p:sp>
              <p:nvSpPr>
                <p:cNvPr id="7" name="Rectangle: Rounded Corners 6">
                  <a:extLst>
                    <a:ext uri="{FF2B5EF4-FFF2-40B4-BE49-F238E27FC236}">
                      <a16:creationId xmlns:a16="http://schemas.microsoft.com/office/drawing/2014/main" id="{13D28F30-7403-4178-A43E-AA8BE75803C9}"/>
                    </a:ext>
                  </a:extLst>
                </p:cNvPr>
                <p:cNvSpPr/>
                <p:nvPr/>
              </p:nvSpPr>
              <p:spPr>
                <a:xfrm>
                  <a:off x="4280647" y="228600"/>
                  <a:ext cx="3630706" cy="6347012"/>
                </a:xfrm>
                <a:prstGeom prst="roundRect">
                  <a:avLst>
                    <a:gd name="adj" fmla="val 2963"/>
                  </a:avLst>
                </a:prstGeom>
                <a:gr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a:extLst>
                    <a:ext uri="{FF2B5EF4-FFF2-40B4-BE49-F238E27FC236}">
                      <a16:creationId xmlns:a16="http://schemas.microsoft.com/office/drawing/2014/main" id="{FF671E63-09DC-4905-AF73-B79C3B150724}"/>
                    </a:ext>
                  </a:extLst>
                </p:cNvPr>
                <p:cNvPicPr>
                  <a:picLocks noChangeAspect="1"/>
                </p:cNvPicPr>
                <p:nvPr/>
              </p:nvPicPr>
              <p:blipFill>
                <a:blip r:embed="rId3">
                  <a:extLst>
                    <a:ext uri="{28A0092B-C50C-407E-A947-70E740481C1C}">
                      <a14:useLocalDpi xmlns:a14="http://schemas.microsoft.com/office/drawing/2010/main" val="0"/>
                    </a:ext>
                  </a:extLst>
                </a:blip>
                <a:srcRect t="22066" b="22066"/>
                <a:stretch/>
              </p:blipFill>
              <p:spPr>
                <a:xfrm>
                  <a:off x="4332187" y="345680"/>
                  <a:ext cx="3529262" cy="2821264"/>
                </a:xfrm>
                <a:prstGeom prst="roundRect">
                  <a:avLst>
                    <a:gd name="adj" fmla="val 1929"/>
                  </a:avLst>
                </a:prstGeom>
                <a:grpFill/>
                <a:ln w="28575">
                  <a:solidFill>
                    <a:schemeClr val="bg1"/>
                  </a:solidFill>
                </a:ln>
                <a:effectLst/>
              </p:spPr>
            </p:pic>
          </p:grpSp>
          <p:sp>
            <p:nvSpPr>
              <p:cNvPr id="16" name="Rectangle: Rounded Corners 15">
                <a:extLst>
                  <a:ext uri="{FF2B5EF4-FFF2-40B4-BE49-F238E27FC236}">
                    <a16:creationId xmlns:a16="http://schemas.microsoft.com/office/drawing/2014/main" id="{FE6722B1-7FB6-455F-B96D-66739EEB87C2}"/>
                  </a:ext>
                </a:extLst>
              </p:cNvPr>
              <p:cNvSpPr/>
              <p:nvPr/>
            </p:nvSpPr>
            <p:spPr>
              <a:xfrm>
                <a:off x="2770065" y="3399427"/>
                <a:ext cx="1788517" cy="509014"/>
              </a:xfrm>
              <a:prstGeom prst="roundRect">
                <a:avLst>
                  <a:gd name="adj" fmla="val 10417"/>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400" b="1" dirty="0">
                    <a:solidFill>
                      <a:schemeClr val="bg1"/>
                    </a:solidFill>
                    <a:latin typeface="Bell MT" panose="02020503060305020303" pitchFamily="18" charset="0"/>
                  </a:rPr>
                  <a:t>Sheikh Mujeeb's Six Points</a:t>
                </a:r>
              </a:p>
            </p:txBody>
          </p:sp>
        </p:grpSp>
        <p:grpSp>
          <p:nvGrpSpPr>
            <p:cNvPr id="24" name="Group 23">
              <a:extLst>
                <a:ext uri="{FF2B5EF4-FFF2-40B4-BE49-F238E27FC236}">
                  <a16:creationId xmlns:a16="http://schemas.microsoft.com/office/drawing/2014/main" id="{469A190D-7BC4-B9E5-98EA-46496DB1EA84}"/>
                </a:ext>
              </a:extLst>
            </p:cNvPr>
            <p:cNvGrpSpPr/>
            <p:nvPr/>
          </p:nvGrpSpPr>
          <p:grpSpPr>
            <a:xfrm>
              <a:off x="707785" y="3587528"/>
              <a:ext cx="10776430" cy="2678361"/>
              <a:chOff x="675058" y="3590751"/>
              <a:chExt cx="10000435" cy="2439880"/>
            </a:xfrm>
          </p:grpSpPr>
          <p:graphicFrame>
            <p:nvGraphicFramePr>
              <p:cNvPr id="19" name="Diagram 18">
                <a:extLst>
                  <a:ext uri="{FF2B5EF4-FFF2-40B4-BE49-F238E27FC236}">
                    <a16:creationId xmlns:a16="http://schemas.microsoft.com/office/drawing/2014/main" id="{53B19F74-E4C3-48AA-C5FD-7AA7351B8B5F}"/>
                  </a:ext>
                </a:extLst>
              </p:cNvPr>
              <p:cNvGraphicFramePr/>
              <p:nvPr>
                <p:extLst>
                  <p:ext uri="{D42A27DB-BD31-4B8C-83A1-F6EECF244321}">
                    <p14:modId xmlns:p14="http://schemas.microsoft.com/office/powerpoint/2010/main" val="3432020470"/>
                  </p:ext>
                </p:extLst>
              </p:nvPr>
            </p:nvGraphicFramePr>
            <p:xfrm>
              <a:off x="675058" y="3590751"/>
              <a:ext cx="5276036" cy="24398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2" name="Diagram 21">
                <a:extLst>
                  <a:ext uri="{FF2B5EF4-FFF2-40B4-BE49-F238E27FC236}">
                    <a16:creationId xmlns:a16="http://schemas.microsoft.com/office/drawing/2014/main" id="{04873E26-7F51-38C2-1779-D04C6F9398BA}"/>
                  </a:ext>
                </a:extLst>
              </p:cNvPr>
              <p:cNvGraphicFramePr/>
              <p:nvPr>
                <p:extLst>
                  <p:ext uri="{D42A27DB-BD31-4B8C-83A1-F6EECF244321}">
                    <p14:modId xmlns:p14="http://schemas.microsoft.com/office/powerpoint/2010/main" val="3221755051"/>
                  </p:ext>
                </p:extLst>
              </p:nvPr>
            </p:nvGraphicFramePr>
            <p:xfrm>
              <a:off x="5399457" y="3590751"/>
              <a:ext cx="5276036" cy="243988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pSp>
      </p:grpSp>
      <p:pic>
        <p:nvPicPr>
          <p:cNvPr id="26" name="Graphic 25" descr="Badge 1 with solid fill">
            <a:extLst>
              <a:ext uri="{FF2B5EF4-FFF2-40B4-BE49-F238E27FC236}">
                <a16:creationId xmlns:a16="http://schemas.microsoft.com/office/drawing/2014/main" id="{9F3AC325-E6EF-4FCD-3590-95A5A94C04B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9637" y="3665588"/>
            <a:ext cx="911549" cy="911549"/>
          </a:xfrm>
          <a:prstGeom prst="rect">
            <a:avLst/>
          </a:prstGeom>
        </p:spPr>
      </p:pic>
      <p:pic>
        <p:nvPicPr>
          <p:cNvPr id="28" name="Graphic 27" descr="Badge with solid fill">
            <a:extLst>
              <a:ext uri="{FF2B5EF4-FFF2-40B4-BE49-F238E27FC236}">
                <a16:creationId xmlns:a16="http://schemas.microsoft.com/office/drawing/2014/main" id="{B2C2A182-8423-E927-D6F1-B34F9C97393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2419" y="4452079"/>
            <a:ext cx="914400" cy="914400"/>
          </a:xfrm>
          <a:prstGeom prst="rect">
            <a:avLst/>
          </a:prstGeom>
        </p:spPr>
      </p:pic>
      <p:pic>
        <p:nvPicPr>
          <p:cNvPr id="30" name="Graphic 29" descr="Badge 3 with solid fill">
            <a:extLst>
              <a:ext uri="{FF2B5EF4-FFF2-40B4-BE49-F238E27FC236}">
                <a16:creationId xmlns:a16="http://schemas.microsoft.com/office/drawing/2014/main" id="{17BFD79C-B963-90AE-4DC1-95775089779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46786" y="5286719"/>
            <a:ext cx="914400" cy="914400"/>
          </a:xfrm>
          <a:prstGeom prst="rect">
            <a:avLst/>
          </a:prstGeom>
        </p:spPr>
      </p:pic>
      <p:pic>
        <p:nvPicPr>
          <p:cNvPr id="32" name="Graphic 31" descr="Badge 4 with solid fill">
            <a:extLst>
              <a:ext uri="{FF2B5EF4-FFF2-40B4-BE49-F238E27FC236}">
                <a16:creationId xmlns:a16="http://schemas.microsoft.com/office/drawing/2014/main" id="{D13E58E0-C753-DB74-97F7-0607FE58D61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713800" y="3665588"/>
            <a:ext cx="914400" cy="914400"/>
          </a:xfrm>
          <a:prstGeom prst="rect">
            <a:avLst/>
          </a:prstGeom>
        </p:spPr>
      </p:pic>
      <p:pic>
        <p:nvPicPr>
          <p:cNvPr id="34" name="Graphic 33" descr="Badge 5 with solid fill">
            <a:extLst>
              <a:ext uri="{FF2B5EF4-FFF2-40B4-BE49-F238E27FC236}">
                <a16:creationId xmlns:a16="http://schemas.microsoft.com/office/drawing/2014/main" id="{13F6DE60-1B4E-2B5B-FF8F-5EB85DFB7A5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917177" y="4468844"/>
            <a:ext cx="914400" cy="914400"/>
          </a:xfrm>
          <a:prstGeom prst="rect">
            <a:avLst/>
          </a:prstGeom>
        </p:spPr>
      </p:pic>
      <p:pic>
        <p:nvPicPr>
          <p:cNvPr id="36" name="Graphic 35" descr="Badge 6 with solid fill">
            <a:extLst>
              <a:ext uri="{FF2B5EF4-FFF2-40B4-BE49-F238E27FC236}">
                <a16:creationId xmlns:a16="http://schemas.microsoft.com/office/drawing/2014/main" id="{A23BC1A7-C33A-9E4F-1FA3-F9492D4B182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97999" y="5272101"/>
            <a:ext cx="930201" cy="914400"/>
          </a:xfrm>
          <a:prstGeom prst="rect">
            <a:avLst/>
          </a:prstGeom>
        </p:spPr>
      </p:pic>
    </p:spTree>
    <p:extLst>
      <p:ext uri="{BB962C8B-B14F-4D97-AF65-F5344CB8AC3E}">
        <p14:creationId xmlns:p14="http://schemas.microsoft.com/office/powerpoint/2010/main" val="203215760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6C7CF1-2E9D-48FB-B238-0A71658C31D7}"/>
              </a:ext>
            </a:extLst>
          </p:cNvPr>
          <p:cNvSpPr txBox="1"/>
          <p:nvPr/>
        </p:nvSpPr>
        <p:spPr>
          <a:xfrm>
            <a:off x="1029729" y="1458074"/>
            <a:ext cx="10132542" cy="4893647"/>
          </a:xfrm>
          <a:prstGeom prst="rect">
            <a:avLst/>
          </a:prstGeom>
          <a:noFill/>
          <a:ln>
            <a:noFill/>
          </a:ln>
        </p:spPr>
        <p:txBody>
          <a:bodyPr wrap="square" rtlCol="0">
            <a:spAutoFit/>
          </a:bodyPr>
          <a:lstStyle/>
          <a:p>
            <a:pPr algn="just"/>
            <a:r>
              <a:rPr lang="en-US" sz="2400" dirty="0">
                <a:solidFill>
                  <a:schemeClr val="bg1"/>
                </a:solidFill>
                <a:latin typeface="Bell MT" panose="02020503060305020303" pitchFamily="18" charset="0"/>
              </a:rPr>
              <a:t>To conclude my topic - </a:t>
            </a:r>
            <a:r>
              <a:rPr lang="en-US" sz="2400" b="1" dirty="0">
                <a:solidFill>
                  <a:srgbClr val="FF0000"/>
                </a:solidFill>
                <a:latin typeface="Bell MT" panose="02020503060305020303" pitchFamily="18" charset="0"/>
              </a:rPr>
              <a:t>Jinnah: The real breaker of East Pakistan, </a:t>
            </a:r>
            <a:r>
              <a:rPr lang="en-US" sz="2400" dirty="0">
                <a:solidFill>
                  <a:schemeClr val="bg1"/>
                </a:solidFill>
                <a:latin typeface="Bell MT" panose="02020503060305020303" pitchFamily="18" charset="0"/>
              </a:rPr>
              <a:t>I can say that;</a:t>
            </a:r>
          </a:p>
          <a:p>
            <a:pPr algn="just"/>
            <a:endParaRPr lang="en-US" sz="2400" b="1" dirty="0">
              <a:solidFill>
                <a:schemeClr val="bg1"/>
              </a:solidFill>
              <a:latin typeface="Bell MT" panose="02020503060305020303" pitchFamily="18" charset="0"/>
            </a:endParaRPr>
          </a:p>
          <a:p>
            <a:pPr marL="914400" lvl="1" indent="-457200" algn="just">
              <a:buFont typeface="+mj-lt"/>
              <a:buAutoNum type="arabicPeriod"/>
            </a:pPr>
            <a:r>
              <a:rPr lang="en-US" sz="2400" dirty="0">
                <a:solidFill>
                  <a:schemeClr val="bg1"/>
                </a:solidFill>
                <a:latin typeface="Bell MT" panose="02020503060305020303" pitchFamily="18" charset="0"/>
              </a:rPr>
              <a:t>There were several reasons behind the fall of Dhaka but start of these occurs from Jinnah’s address at Dhaka which compel us to say that yes, he was the man who sow the  seeds of hated by declaring Urdu as the national language even though there was no need to do that because we had no proper constitution.</a:t>
            </a:r>
          </a:p>
          <a:p>
            <a:pPr marL="914400" lvl="1" indent="-457200" algn="just">
              <a:buFont typeface="+mj-lt"/>
              <a:buAutoNum type="arabicPeriod"/>
            </a:pPr>
            <a:endParaRPr lang="en-US" sz="2400" dirty="0">
              <a:solidFill>
                <a:schemeClr val="bg1"/>
              </a:solidFill>
              <a:latin typeface="Bell MT" panose="02020503060305020303" pitchFamily="18" charset="0"/>
            </a:endParaRPr>
          </a:p>
          <a:p>
            <a:pPr marL="914400" lvl="1" indent="-457200" algn="just">
              <a:buFont typeface="+mj-lt"/>
              <a:buAutoNum type="arabicPeriod"/>
            </a:pPr>
            <a:r>
              <a:rPr lang="en-US" sz="2400" dirty="0">
                <a:solidFill>
                  <a:schemeClr val="bg1"/>
                </a:solidFill>
                <a:latin typeface="Bell MT" panose="02020503060305020303" pitchFamily="18" charset="0"/>
              </a:rPr>
              <a:t>However, this was not the sole reason because there were other reasons also which were discussed earlier and we go through them one by one, but initializations was done by Jinnah that’s why we are calling him as a real breaker of East Pakistan.</a:t>
            </a:r>
          </a:p>
        </p:txBody>
      </p:sp>
      <p:sp>
        <p:nvSpPr>
          <p:cNvPr id="7" name="Rectangle: Rounded Corners 6">
            <a:extLst>
              <a:ext uri="{FF2B5EF4-FFF2-40B4-BE49-F238E27FC236}">
                <a16:creationId xmlns:a16="http://schemas.microsoft.com/office/drawing/2014/main" id="{82B11833-2902-40DD-9E36-CA922DEE6BB4}"/>
              </a:ext>
            </a:extLst>
          </p:cNvPr>
          <p:cNvSpPr/>
          <p:nvPr/>
        </p:nvSpPr>
        <p:spPr>
          <a:xfrm>
            <a:off x="2343342" y="510987"/>
            <a:ext cx="7505316" cy="599155"/>
          </a:xfrm>
          <a:prstGeom prst="roundRect">
            <a:avLst>
              <a:gd name="adj" fmla="val 10417"/>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400" b="1" dirty="0">
                <a:solidFill>
                  <a:schemeClr val="tx1"/>
                </a:solidFill>
                <a:latin typeface="Bell MT" panose="02020503060305020303" pitchFamily="18" charset="0"/>
              </a:rPr>
              <a:t>Conclusion:</a:t>
            </a:r>
            <a:endParaRPr lang="en-GB" sz="2400" b="1" dirty="0">
              <a:solidFill>
                <a:schemeClr val="tx1"/>
              </a:solidFill>
              <a:latin typeface="Bell MT" panose="02020503060305020303" pitchFamily="18" charset="0"/>
            </a:endParaRPr>
          </a:p>
        </p:txBody>
      </p:sp>
      <p:sp>
        <p:nvSpPr>
          <p:cNvPr id="5" name="Title 4">
            <a:extLst>
              <a:ext uri="{FF2B5EF4-FFF2-40B4-BE49-F238E27FC236}">
                <a16:creationId xmlns:a16="http://schemas.microsoft.com/office/drawing/2014/main" id="{EBCA370B-EF16-C66F-0ADB-FF9BFAD3D253}"/>
              </a:ext>
            </a:extLst>
          </p:cNvPr>
          <p:cNvSpPr>
            <a:spLocks noGrp="1"/>
          </p:cNvSpPr>
          <p:nvPr>
            <p:ph type="title"/>
          </p:nvPr>
        </p:nvSpPr>
        <p:spPr>
          <a:xfrm>
            <a:off x="838200" y="-1325563"/>
            <a:ext cx="10515600" cy="1325563"/>
          </a:xfrm>
        </p:spPr>
        <p:txBody>
          <a:bodyPr vert="horz" lIns="91440" tIns="45720" rIns="91440" bIns="45720" rtlCol="0" anchor="b">
            <a:normAutofit/>
          </a:bodyPr>
          <a:lstStyle/>
          <a:p>
            <a:r>
              <a:rPr lang="en-US" dirty="0">
                <a:noFill/>
              </a:rPr>
              <a:t>Conclusion</a:t>
            </a:r>
            <a:endParaRPr lang="en-GB" dirty="0">
              <a:noFill/>
            </a:endParaRPr>
          </a:p>
        </p:txBody>
      </p:sp>
    </p:spTree>
    <p:extLst>
      <p:ext uri="{BB962C8B-B14F-4D97-AF65-F5344CB8AC3E}">
        <p14:creationId xmlns:p14="http://schemas.microsoft.com/office/powerpoint/2010/main" val="3593726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1491</TotalTime>
  <Words>368</Words>
  <Application>Microsoft Office PowerPoint</Application>
  <PresentationFormat>Widescreen</PresentationFormat>
  <Paragraphs>59</Paragraphs>
  <Slides>5</Slides>
  <Notes>5</Notes>
  <HiddenSlides>0</HiddenSlides>
  <MMClips>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Bahnschrift</vt:lpstr>
      <vt:lpstr>Bell MT</vt:lpstr>
      <vt:lpstr>Calibri</vt:lpstr>
      <vt:lpstr>Calibri Light</vt:lpstr>
      <vt:lpstr>Wingdings</vt:lpstr>
      <vt:lpstr>Office Theme</vt:lpstr>
      <vt:lpstr>Jinnah: The real Breaker of East Pakistan </vt:lpstr>
      <vt:lpstr>Outlines</vt:lpstr>
      <vt:lpstr>Why Jinnah: The real Breaker of East Pakistan? </vt:lpstr>
      <vt:lpstr>Sheikh Mujeeb’s Six Points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Jinnah: The real Breaker of East Pakistan</dc:title>
  <dc:creator>Saqib Bedar</dc:creator>
  <cp:lastModifiedBy>Saqib Bedar</cp:lastModifiedBy>
  <cp:revision>80</cp:revision>
  <dcterms:created xsi:type="dcterms:W3CDTF">2023-11-04T22:26:47Z</dcterms:created>
  <dcterms:modified xsi:type="dcterms:W3CDTF">2023-11-14T16:05:32Z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2023-11-14T08:37:52Z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89d86539-d32e-4c08-9b2f-0c303e2e5e3e</vt:lpwstr>
  </property>
  <property fmtid="{D5CDD505-2E9C-101B-9397-08002B2CF9AE}" pid="7" name="MSIP_Label_defa4170-0d19-0005-0004-bc88714345d2_ActionId">
    <vt:lpwstr>db2331ac-2ce5-4ee4-96db-e615ba4dc8e3</vt:lpwstr>
  </property>
  <property fmtid="{D5CDD505-2E9C-101B-9397-08002B2CF9AE}" pid="8" name="MSIP_Label_defa4170-0d19-0005-0004-bc88714345d2_ContentBits">
    <vt:lpwstr>0</vt:lpwstr>
  </property>
</Properties>
</file>