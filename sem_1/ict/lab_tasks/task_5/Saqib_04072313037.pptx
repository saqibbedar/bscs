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2E64"/>
    <a:srgbClr val="AAABAF"/>
    <a:srgbClr val="93A0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2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D2-444C-B990-4F9AE83C76E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9D2-444C-B990-4F9AE83C76E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9D2-444C-B990-4F9AE83C76E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</c:v>
                </c:pt>
                <c:pt idx="1">
                  <c:v>0.5</c:v>
                </c:pt>
                <c:pt idx="2">
                  <c:v>1.5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9D2-444C-B990-4F9AE83C76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36192943"/>
        <c:axId val="1530747647"/>
      </c:barChart>
      <c:catAx>
        <c:axId val="15361929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0747647"/>
        <c:crosses val="autoZero"/>
        <c:auto val="1"/>
        <c:lblAlgn val="ctr"/>
        <c:lblOffset val="100"/>
        <c:noMultiLvlLbl val="0"/>
      </c:catAx>
      <c:valAx>
        <c:axId val="15307476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61929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0" lang="en-GB" sz="1862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Tw Cen MT" panose="020B0602020104020603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</c:v>
                </c:pt>
                <c:pt idx="1">
                  <c:v>76</c:v>
                </c:pt>
                <c:pt idx="2">
                  <c:v>34</c:v>
                </c:pt>
                <c:pt idx="3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C69-4C5B-BCF3-73A17D7045C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65</c:v>
                </c:pt>
                <c:pt idx="1">
                  <c:v>34</c:v>
                </c:pt>
                <c:pt idx="2">
                  <c:v>89</c:v>
                </c:pt>
                <c:pt idx="3">
                  <c:v>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C69-4C5B-BCF3-73A17D7045C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30</c:v>
                </c:pt>
                <c:pt idx="1">
                  <c:v>40</c:v>
                </c:pt>
                <c:pt idx="2">
                  <c:v>20</c:v>
                </c:pt>
                <c:pt idx="3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C69-4C5B-BCF3-73A17D7045C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100</c:v>
                </c:pt>
                <c:pt idx="1">
                  <c:v>50</c:v>
                </c:pt>
                <c:pt idx="2">
                  <c:v>70</c:v>
                </c:pt>
                <c:pt idx="3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C69-4C5B-BCF3-73A17D7045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597440447"/>
        <c:axId val="642762544"/>
      </c:barChart>
      <c:catAx>
        <c:axId val="5974404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2762544"/>
        <c:crosses val="autoZero"/>
        <c:auto val="1"/>
        <c:lblAlgn val="ctr"/>
        <c:lblOffset val="100"/>
        <c:noMultiLvlLbl val="0"/>
      </c:catAx>
      <c:valAx>
        <c:axId val="6427625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74404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45D2-7D60-4A67-9576-49884D1D39B4}" type="datetimeFigureOut">
              <a:rPr lang="en-GB" smtClean="0"/>
              <a:t>02/02/2024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8A03D-9D72-4DF2-B031-5C25C73A81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1850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45D2-7D60-4A67-9576-49884D1D39B4}" type="datetimeFigureOut">
              <a:rPr lang="en-GB" smtClean="0"/>
              <a:t>02/02/2024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8A03D-9D72-4DF2-B031-5C25C73A81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5572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45D2-7D60-4A67-9576-49884D1D39B4}" type="datetimeFigureOut">
              <a:rPr lang="en-GB" smtClean="0"/>
              <a:t>02/02/2024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8A03D-9D72-4DF2-B031-5C25C73A81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3242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45D2-7D60-4A67-9576-49884D1D39B4}" type="datetimeFigureOut">
              <a:rPr lang="en-GB" smtClean="0"/>
              <a:t>02/02/2024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8A03D-9D72-4DF2-B031-5C25C73A81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4102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45D2-7D60-4A67-9576-49884D1D39B4}" type="datetimeFigureOut">
              <a:rPr lang="en-GB" smtClean="0"/>
              <a:t>02/02/2024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8A03D-9D72-4DF2-B031-5C25C73A81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0385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45D2-7D60-4A67-9576-49884D1D39B4}" type="datetimeFigureOut">
              <a:rPr lang="en-GB" smtClean="0"/>
              <a:t>02/02/2024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8A03D-9D72-4DF2-B031-5C25C73A81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2639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45D2-7D60-4A67-9576-49884D1D39B4}" type="datetimeFigureOut">
              <a:rPr lang="en-GB" smtClean="0"/>
              <a:t>02/02/2024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8A03D-9D72-4DF2-B031-5C25C73A81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6716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45D2-7D60-4A67-9576-49884D1D39B4}" type="datetimeFigureOut">
              <a:rPr lang="en-GB" smtClean="0"/>
              <a:t>02/02/2024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8A03D-9D72-4DF2-B031-5C25C73A81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9582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45D2-7D60-4A67-9576-49884D1D39B4}" type="datetimeFigureOut">
              <a:rPr lang="en-GB" smtClean="0"/>
              <a:t>02/02/2024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8A03D-9D72-4DF2-B031-5C25C73A81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7118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45D2-7D60-4A67-9576-49884D1D39B4}" type="datetimeFigureOut">
              <a:rPr lang="en-GB" smtClean="0"/>
              <a:t>02/02/2024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8A03D-9D72-4DF2-B031-5C25C73A81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8188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45D2-7D60-4A67-9576-49884D1D39B4}" type="datetimeFigureOut">
              <a:rPr lang="en-GB" smtClean="0"/>
              <a:t>02/02/2024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8A03D-9D72-4DF2-B031-5C25C73A81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28067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45D2-7D60-4A67-9576-49884D1D39B4}" type="datetimeFigureOut">
              <a:rPr lang="en-GB" smtClean="0"/>
              <a:t>02/02/2024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8A03D-9D72-4DF2-B031-5C25C73A814B}" type="slidenum">
              <a:rPr lang="en-GB" smtClean="0"/>
              <a:t>‹#›</a:t>
            </a:fld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078017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45D2-7D60-4A67-9576-49884D1D39B4}" type="datetimeFigureOut">
              <a:rPr lang="en-GB" smtClean="0"/>
              <a:t>02/02/2024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8A03D-9D72-4DF2-B031-5C25C73A81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0754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45D2-7D60-4A67-9576-49884D1D39B4}" type="datetimeFigureOut">
              <a:rPr lang="en-GB" smtClean="0"/>
              <a:t>02/02/2024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8A03D-9D72-4DF2-B031-5C25C73A81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39741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45D2-7D60-4A67-9576-49884D1D39B4}" type="datetimeFigureOut">
              <a:rPr lang="en-GB" smtClean="0"/>
              <a:t>02/02/2024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8A03D-9D72-4DF2-B031-5C25C73A81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67768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45D2-7D60-4A67-9576-49884D1D39B4}" type="datetimeFigureOut">
              <a:rPr lang="en-GB" smtClean="0"/>
              <a:t>02/02/2024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8A03D-9D72-4DF2-B031-5C25C73A81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988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45D2-7D60-4A67-9576-49884D1D39B4}" type="datetimeFigureOut">
              <a:rPr lang="en-GB" smtClean="0"/>
              <a:t>02/02/2024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8A03D-9D72-4DF2-B031-5C25C73A81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44130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5CE37-D7CF-69EB-64D8-CB00B3738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AD2AC-3446-1892-2D44-3F8C36DA6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BEB009-F3D1-E0EE-EB44-39A88453A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45D2-7D60-4A67-9576-49884D1D39B4}" type="datetimeFigureOut">
              <a:rPr lang="en-GB" smtClean="0"/>
              <a:t>02/02/2024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73737-E167-F753-F0D7-FCAA859EF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C2DCC-1A18-9332-5F38-046A49371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8A03D-9D72-4DF2-B031-5C25C73A81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22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41645D2-7D60-4A67-9576-49884D1D39B4}" type="datetimeFigureOut">
              <a:rPr lang="en-GB" smtClean="0"/>
              <a:t>02/02/2024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A1E8A03D-9D72-4DF2-B031-5C25C73A81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1782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Relationship Id="rId4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1B99B-F844-01DD-4A67-6214B79E6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66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Muhammad Saqib</a:t>
            </a:r>
            <a:br>
              <a:rPr lang="en-US" dirty="0"/>
            </a:br>
            <a:r>
              <a:rPr lang="en-US" dirty="0"/>
              <a:t>Reg.NO: 040723130--</a:t>
            </a:r>
            <a:endParaRPr lang="en-GB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FAB8A8C-7442-F6B8-5F0F-4E8BA9A00A41}"/>
              </a:ext>
            </a:extLst>
          </p:cNvPr>
          <p:cNvGrpSpPr/>
          <p:nvPr/>
        </p:nvGrpSpPr>
        <p:grpSpPr>
          <a:xfrm>
            <a:off x="734627" y="2338604"/>
            <a:ext cx="5884550" cy="3552531"/>
            <a:chOff x="734627" y="2338604"/>
            <a:chExt cx="5884550" cy="3552531"/>
          </a:xfrm>
        </p:grpSpPr>
        <p:sp>
          <p:nvSpPr>
            <p:cNvPr id="4" name="Rectangle: Single Corner Rounded 3">
              <a:extLst>
                <a:ext uri="{FF2B5EF4-FFF2-40B4-BE49-F238E27FC236}">
                  <a16:creationId xmlns:a16="http://schemas.microsoft.com/office/drawing/2014/main" id="{FAEA6F2B-16FE-83EB-FEE8-4137764F3707}"/>
                </a:ext>
              </a:extLst>
            </p:cNvPr>
            <p:cNvSpPr/>
            <p:nvPr/>
          </p:nvSpPr>
          <p:spPr>
            <a:xfrm>
              <a:off x="2010653" y="2338604"/>
              <a:ext cx="3732720" cy="3054083"/>
            </a:xfrm>
            <a:prstGeom prst="round1Rect">
              <a:avLst/>
            </a:prstGeom>
            <a:gradFill flip="none" rotWithShape="1">
              <a:gsLst>
                <a:gs pos="10000">
                  <a:srgbClr val="93A04A"/>
                </a:gs>
                <a:gs pos="0">
                  <a:srgbClr val="AAABAF"/>
                </a:gs>
                <a:gs pos="100000">
                  <a:srgbClr val="2D2E64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3200" b="1" dirty="0">
                  <a:solidFill>
                    <a:schemeClr val="bg1"/>
                  </a:solidFill>
                </a:rPr>
                <a:t>Muhammad </a:t>
              </a:r>
            </a:p>
            <a:p>
              <a:pPr algn="r"/>
              <a:r>
                <a:rPr lang="en-US" sz="3200" b="1" dirty="0">
                  <a:solidFill>
                    <a:schemeClr val="bg1"/>
                  </a:solidFill>
                </a:rPr>
                <a:t>Saqib</a:t>
              </a:r>
            </a:p>
            <a:p>
              <a:pPr algn="r"/>
              <a:endParaRPr lang="en-US" sz="3200" b="1" dirty="0">
                <a:solidFill>
                  <a:schemeClr val="bg1"/>
                </a:solidFill>
              </a:endParaRPr>
            </a:p>
            <a:p>
              <a:pPr algn="r"/>
              <a:endParaRPr lang="en-GB" sz="3200" b="1" dirty="0">
                <a:solidFill>
                  <a:schemeClr val="bg1"/>
                </a:solidFill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DAAB3E2-6C4E-7DF3-48CA-D0368BB0F7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627" y="3053499"/>
              <a:ext cx="2552051" cy="1725608"/>
            </a:xfrm>
            <a:prstGeom prst="ellips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1" name="Picture 10" descr="A person standing in front of a tree&#10;&#10;Description automatically generated">
              <a:extLst>
                <a:ext uri="{FF2B5EF4-FFF2-40B4-BE49-F238E27FC236}">
                  <a16:creationId xmlns:a16="http://schemas.microsoft.com/office/drawing/2014/main" id="{C1EC1925-5FFB-2198-E369-FEBF667EDD0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634"/>
            <a:stretch/>
          </p:blipFill>
          <p:spPr>
            <a:xfrm>
              <a:off x="4867569" y="4193451"/>
              <a:ext cx="1751608" cy="1697684"/>
            </a:xfrm>
            <a:prstGeom prst="flowChartConnector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990FA4E8-F6C5-C35A-414C-BAE7134C62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740143"/>
              </p:ext>
            </p:extLst>
          </p:nvPr>
        </p:nvGraphicFramePr>
        <p:xfrm>
          <a:off x="6817188" y="1963850"/>
          <a:ext cx="4923436" cy="37174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495255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59185-5A39-D413-8C3B-7FCB8879A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E6F4B05-2E3A-93B7-8A17-E033A44DB7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8327764"/>
              </p:ext>
            </p:extLst>
          </p:nvPr>
        </p:nvGraphicFramePr>
        <p:xfrm>
          <a:off x="914400" y="2366963"/>
          <a:ext cx="10363200" cy="34242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47743336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27</TotalTime>
  <Words>15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Tw Cen MT</vt:lpstr>
      <vt:lpstr>Droplet</vt:lpstr>
      <vt:lpstr>Muhammad Saqib Reg.NO: 040723130--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Muhammad Saqib ICT Lab task - 5</dc:title>
  <dc:creator>Saqib Bedar</dc:creator>
  <cp:lastModifiedBy>Saqib Bedar</cp:lastModifiedBy>
  <cp:revision>4</cp:revision>
  <dcterms:created xsi:type="dcterms:W3CDTF">2023-11-16T09:27:41Z</dcterms:created>
  <dcterms:modified xsi:type="dcterms:W3CDTF">2024-02-02T13:06:01Z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2023-11-16T09:47:24Z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89d86539-d32e-4c08-9b2f-0c303e2e5e3e</vt:lpwstr>
  </property>
  <property fmtid="{D5CDD505-2E9C-101B-9397-08002B2CF9AE}" pid="7" name="MSIP_Label_defa4170-0d19-0005-0004-bc88714345d2_ActionId">
    <vt:lpwstr>ef538f98-e859-471a-8e35-8d6ab7bd2d72</vt:lpwstr>
  </property>
  <property fmtid="{D5CDD505-2E9C-101B-9397-08002B2CF9AE}" pid="8" name="MSIP_Label_defa4170-0d19-0005-0004-bc88714345d2_ContentBits">
    <vt:lpwstr>0</vt:lpwstr>
  </property>
</Properties>
</file>