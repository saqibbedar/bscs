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2" r:id="rId1"/>
  </p:sldMasterIdLst>
  <p:notesMasterIdLst>
    <p:notesMasterId r:id="rId49"/>
  </p:notesMasterIdLst>
  <p:handoutMasterIdLst>
    <p:handoutMasterId r:id="rId50"/>
  </p:handoutMasterIdLst>
  <p:sldIdLst>
    <p:sldId id="467" r:id="rId2"/>
    <p:sldId id="414" r:id="rId3"/>
    <p:sldId id="505" r:id="rId4"/>
    <p:sldId id="472" r:id="rId5"/>
    <p:sldId id="471" r:id="rId6"/>
    <p:sldId id="498" r:id="rId7"/>
    <p:sldId id="499" r:id="rId8"/>
    <p:sldId id="473" r:id="rId9"/>
    <p:sldId id="456" r:id="rId10"/>
    <p:sldId id="455" r:id="rId11"/>
    <p:sldId id="474" r:id="rId12"/>
    <p:sldId id="475" r:id="rId13"/>
    <p:sldId id="454" r:id="rId14"/>
    <p:sldId id="476" r:id="rId15"/>
    <p:sldId id="453" r:id="rId16"/>
    <p:sldId id="500" r:id="rId17"/>
    <p:sldId id="501" r:id="rId18"/>
    <p:sldId id="502" r:id="rId19"/>
    <p:sldId id="460" r:id="rId20"/>
    <p:sldId id="503" r:id="rId21"/>
    <p:sldId id="468" r:id="rId22"/>
    <p:sldId id="504" r:id="rId23"/>
    <p:sldId id="478" r:id="rId24"/>
    <p:sldId id="479" r:id="rId25"/>
    <p:sldId id="461" r:id="rId26"/>
    <p:sldId id="480" r:id="rId27"/>
    <p:sldId id="459" r:id="rId28"/>
    <p:sldId id="481" r:id="rId29"/>
    <p:sldId id="482" r:id="rId30"/>
    <p:sldId id="465" r:id="rId31"/>
    <p:sldId id="483" r:id="rId32"/>
    <p:sldId id="484" r:id="rId33"/>
    <p:sldId id="452" r:id="rId34"/>
    <p:sldId id="464" r:id="rId35"/>
    <p:sldId id="485" r:id="rId36"/>
    <p:sldId id="462" r:id="rId37"/>
    <p:sldId id="486" r:id="rId38"/>
    <p:sldId id="487" r:id="rId39"/>
    <p:sldId id="497" r:id="rId40"/>
    <p:sldId id="490" r:id="rId41"/>
    <p:sldId id="488" r:id="rId42"/>
    <p:sldId id="491" r:id="rId43"/>
    <p:sldId id="492" r:id="rId44"/>
    <p:sldId id="493" r:id="rId45"/>
    <p:sldId id="494" r:id="rId46"/>
    <p:sldId id="495" r:id="rId47"/>
    <p:sldId id="496" r:id="rId48"/>
  </p:sldIdLst>
  <p:sldSz cx="9144000" cy="6858000" type="screen4x3"/>
  <p:notesSz cx="6854825" cy="9083675"/>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736">
          <p15:clr>
            <a:srgbClr val="A4A3A4"/>
          </p15:clr>
        </p15:guide>
        <p15:guide id="2" orient="horz" pos="864">
          <p15:clr>
            <a:srgbClr val="A4A3A4"/>
          </p15:clr>
        </p15:guide>
        <p15:guide id="3" pos="2880">
          <p15:clr>
            <a:srgbClr val="A4A3A4"/>
          </p15:clr>
        </p15:guide>
      </p15:sldGuideLst>
    </p:ext>
    <p:ext uri="{2D200454-40CA-4A62-9FC3-DE9A4176ACB9}">
      <p15:notesGuideLst xmlns:p15="http://schemas.microsoft.com/office/powerpoint/2012/main">
        <p15:guide id="1" orient="horz" pos="2861">
          <p15:clr>
            <a:srgbClr val="A4A3A4"/>
          </p15:clr>
        </p15:guide>
        <p15:guide id="2" pos="215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34" autoAdjust="0"/>
    <p:restoredTop sz="94308" autoAdjust="0"/>
  </p:normalViewPr>
  <p:slideViewPr>
    <p:cSldViewPr snapToGrid="0">
      <p:cViewPr varScale="1">
        <p:scale>
          <a:sx n="117" d="100"/>
          <a:sy n="117" d="100"/>
        </p:scale>
        <p:origin x="1368" y="84"/>
      </p:cViewPr>
      <p:guideLst>
        <p:guide orient="horz" pos="2736"/>
        <p:guide orient="horz" pos="864"/>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75" d="100"/>
        <a:sy n="75" d="100"/>
      </p:scale>
      <p:origin x="0" y="10260"/>
    </p:cViewPr>
  </p:sorterViewPr>
  <p:notesViewPr>
    <p:cSldViewPr snapToGrid="0">
      <p:cViewPr varScale="1">
        <p:scale>
          <a:sx n="65" d="100"/>
          <a:sy n="65" d="100"/>
        </p:scale>
        <p:origin x="-2558" y="-77"/>
      </p:cViewPr>
      <p:guideLst>
        <p:guide orient="horz" pos="2861"/>
        <p:guide pos="215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25E77C9D-04F0-2349-A6DE-888A99B4CDDD}"/>
              </a:ext>
            </a:extLst>
          </p:cNvPr>
          <p:cNvSpPr>
            <a:spLocks noChangeArrowheads="1"/>
          </p:cNvSpPr>
          <p:nvPr/>
        </p:nvSpPr>
        <p:spPr bwMode="auto">
          <a:xfrm>
            <a:off x="55563" y="8764588"/>
            <a:ext cx="6710362" cy="339725"/>
          </a:xfrm>
          <a:prstGeom prst="rect">
            <a:avLst/>
          </a:prstGeom>
          <a:noFill/>
          <a:ln>
            <a:noFill/>
          </a:ln>
        </p:spPr>
        <p:txBody>
          <a:bodyPr lIns="94849" tIns="49756" rIns="94849" bIns="49756">
            <a:spAutoFit/>
          </a:bodyPr>
          <a:lstStyle>
            <a:lvl1pPr algn="ctr" defTabSz="606425">
              <a:lnSpc>
                <a:spcPct val="90000"/>
              </a:lnSpc>
              <a:tabLst>
                <a:tab pos="2366963" algn="l"/>
                <a:tab pos="4789488" algn="l"/>
              </a:tabLst>
              <a:defRPr sz="2400">
                <a:solidFill>
                  <a:schemeClr val="tx1"/>
                </a:solidFill>
                <a:latin typeface="Arial" charset="0"/>
              </a:defRPr>
            </a:lvl1pPr>
            <a:lvl2pPr marL="742950" indent="-285750" algn="ctr" defTabSz="606425">
              <a:lnSpc>
                <a:spcPct val="90000"/>
              </a:lnSpc>
              <a:tabLst>
                <a:tab pos="2366963" algn="l"/>
                <a:tab pos="4789488" algn="l"/>
              </a:tabLst>
              <a:defRPr sz="2400">
                <a:solidFill>
                  <a:schemeClr val="tx1"/>
                </a:solidFill>
                <a:latin typeface="Arial" charset="0"/>
              </a:defRPr>
            </a:lvl2pPr>
            <a:lvl3pPr marL="1143000" indent="-228600" algn="ctr" defTabSz="606425">
              <a:lnSpc>
                <a:spcPct val="90000"/>
              </a:lnSpc>
              <a:tabLst>
                <a:tab pos="2366963" algn="l"/>
                <a:tab pos="4789488" algn="l"/>
              </a:tabLst>
              <a:defRPr sz="2400">
                <a:solidFill>
                  <a:schemeClr val="tx1"/>
                </a:solidFill>
                <a:latin typeface="Arial" charset="0"/>
              </a:defRPr>
            </a:lvl3pPr>
            <a:lvl4pPr marL="1600200" indent="-228600" algn="ctr" defTabSz="606425">
              <a:lnSpc>
                <a:spcPct val="90000"/>
              </a:lnSpc>
              <a:tabLst>
                <a:tab pos="2366963" algn="l"/>
                <a:tab pos="4789488" algn="l"/>
              </a:tabLst>
              <a:defRPr sz="2400">
                <a:solidFill>
                  <a:schemeClr val="tx1"/>
                </a:solidFill>
                <a:latin typeface="Arial" charset="0"/>
              </a:defRPr>
            </a:lvl4pPr>
            <a:lvl5pPr marL="2057400" indent="-228600" algn="ctr" defTabSz="606425">
              <a:lnSpc>
                <a:spcPct val="90000"/>
              </a:lnSpc>
              <a:tabLst>
                <a:tab pos="2366963" algn="l"/>
                <a:tab pos="4789488" algn="l"/>
              </a:tabLst>
              <a:defRPr sz="2400">
                <a:solidFill>
                  <a:schemeClr val="tx1"/>
                </a:solidFill>
                <a:latin typeface="Arial" charset="0"/>
              </a:defRPr>
            </a:lvl5pPr>
            <a:lvl6pPr marL="2514600" indent="-228600" algn="ctr" defTabSz="606425" eaLnBrk="0" fontAlgn="base" hangingPunct="0">
              <a:lnSpc>
                <a:spcPct val="90000"/>
              </a:lnSpc>
              <a:spcBef>
                <a:spcPct val="0"/>
              </a:spcBef>
              <a:spcAft>
                <a:spcPct val="0"/>
              </a:spcAft>
              <a:tabLst>
                <a:tab pos="2366963" algn="l"/>
                <a:tab pos="4789488" algn="l"/>
              </a:tabLst>
              <a:defRPr sz="2400">
                <a:solidFill>
                  <a:schemeClr val="tx1"/>
                </a:solidFill>
                <a:latin typeface="Arial" charset="0"/>
              </a:defRPr>
            </a:lvl6pPr>
            <a:lvl7pPr marL="2971800" indent="-228600" algn="ctr" defTabSz="606425" eaLnBrk="0" fontAlgn="base" hangingPunct="0">
              <a:lnSpc>
                <a:spcPct val="90000"/>
              </a:lnSpc>
              <a:spcBef>
                <a:spcPct val="0"/>
              </a:spcBef>
              <a:spcAft>
                <a:spcPct val="0"/>
              </a:spcAft>
              <a:tabLst>
                <a:tab pos="2366963" algn="l"/>
                <a:tab pos="4789488" algn="l"/>
              </a:tabLst>
              <a:defRPr sz="2400">
                <a:solidFill>
                  <a:schemeClr val="tx1"/>
                </a:solidFill>
                <a:latin typeface="Arial" charset="0"/>
              </a:defRPr>
            </a:lvl7pPr>
            <a:lvl8pPr marL="3429000" indent="-228600" algn="ctr" defTabSz="606425" eaLnBrk="0" fontAlgn="base" hangingPunct="0">
              <a:lnSpc>
                <a:spcPct val="90000"/>
              </a:lnSpc>
              <a:spcBef>
                <a:spcPct val="0"/>
              </a:spcBef>
              <a:spcAft>
                <a:spcPct val="0"/>
              </a:spcAft>
              <a:tabLst>
                <a:tab pos="2366963" algn="l"/>
                <a:tab pos="4789488" algn="l"/>
              </a:tabLst>
              <a:defRPr sz="2400">
                <a:solidFill>
                  <a:schemeClr val="tx1"/>
                </a:solidFill>
                <a:latin typeface="Arial" charset="0"/>
              </a:defRPr>
            </a:lvl8pPr>
            <a:lvl9pPr marL="3886200" indent="-228600" algn="ctr" defTabSz="606425" eaLnBrk="0" fontAlgn="base" hangingPunct="0">
              <a:lnSpc>
                <a:spcPct val="90000"/>
              </a:lnSpc>
              <a:spcBef>
                <a:spcPct val="0"/>
              </a:spcBef>
              <a:spcAft>
                <a:spcPct val="0"/>
              </a:spcAft>
              <a:tabLst>
                <a:tab pos="2366963" algn="l"/>
                <a:tab pos="4789488" algn="l"/>
              </a:tabLst>
              <a:defRPr sz="2400">
                <a:solidFill>
                  <a:schemeClr val="tx1"/>
                </a:solidFill>
                <a:latin typeface="Arial" charset="0"/>
              </a:defRPr>
            </a:lvl9pPr>
          </a:lstStyle>
          <a:p>
            <a:pPr algn="l">
              <a:lnSpc>
                <a:spcPct val="100000"/>
              </a:lnSpc>
              <a:defRPr/>
            </a:pPr>
            <a:r>
              <a:rPr lang="en-US" altLang="en-US" sz="800" b="1"/>
              <a:t>Copyright © 2001, Cisco Systems, Inc. All rights reserved. Printed in USA.</a:t>
            </a:r>
            <a:br>
              <a:rPr lang="en-US" altLang="en-US" sz="800" b="1"/>
            </a:br>
            <a:r>
              <a:rPr lang="en-US" altLang="en-US" sz="800" b="1"/>
              <a:t>Presentation_ID.scr</a:t>
            </a:r>
          </a:p>
        </p:txBody>
      </p:sp>
      <p:sp>
        <p:nvSpPr>
          <p:cNvPr id="4099" name="Line 5">
            <a:extLst>
              <a:ext uri="{FF2B5EF4-FFF2-40B4-BE49-F238E27FC236}">
                <a16:creationId xmlns:a16="http://schemas.microsoft.com/office/drawing/2014/main" id="{7BF708DE-FC82-E7DE-975B-91ED2AF5CE40}"/>
              </a:ext>
            </a:extLst>
          </p:cNvPr>
          <p:cNvSpPr>
            <a:spLocks noChangeShapeType="1"/>
          </p:cNvSpPr>
          <p:nvPr/>
        </p:nvSpPr>
        <p:spPr bwMode="auto">
          <a:xfrm>
            <a:off x="150813" y="8778875"/>
            <a:ext cx="655161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8">
            <a:extLst>
              <a:ext uri="{FF2B5EF4-FFF2-40B4-BE49-F238E27FC236}">
                <a16:creationId xmlns:a16="http://schemas.microsoft.com/office/drawing/2014/main" id="{362A3519-3135-6422-DE3D-A4184E659974}"/>
              </a:ext>
            </a:extLst>
          </p:cNvPr>
          <p:cNvSpPr>
            <a:spLocks noChangeArrowheads="1"/>
          </p:cNvSpPr>
          <p:nvPr/>
        </p:nvSpPr>
        <p:spPr bwMode="auto">
          <a:xfrm>
            <a:off x="6111875" y="8410575"/>
            <a:ext cx="439738" cy="209550"/>
          </a:xfrm>
          <a:prstGeom prst="rect">
            <a:avLst/>
          </a:prstGeom>
          <a:noFill/>
          <a:ln>
            <a:noFill/>
          </a:ln>
        </p:spPr>
        <p:txBody>
          <a:bodyPr wrap="none" anchor="ctr"/>
          <a:lstStyle>
            <a:lvl1pPr algn="ctr">
              <a:lnSpc>
                <a:spcPct val="90000"/>
              </a:lnSpc>
              <a:defRPr sz="2400">
                <a:solidFill>
                  <a:schemeClr val="tx1"/>
                </a:solidFill>
                <a:latin typeface="Arial" charset="0"/>
              </a:defRPr>
            </a:lvl1pPr>
            <a:lvl2pPr marL="742950" indent="-285750" algn="ctr">
              <a:lnSpc>
                <a:spcPct val="90000"/>
              </a:lnSpc>
              <a:defRPr sz="2400">
                <a:solidFill>
                  <a:schemeClr val="tx1"/>
                </a:solidFill>
                <a:latin typeface="Arial" charset="0"/>
              </a:defRPr>
            </a:lvl2pPr>
            <a:lvl3pPr marL="1143000" indent="-228600" algn="ctr">
              <a:lnSpc>
                <a:spcPct val="90000"/>
              </a:lnSpc>
              <a:defRPr sz="2400">
                <a:solidFill>
                  <a:schemeClr val="tx1"/>
                </a:solidFill>
                <a:latin typeface="Arial" charset="0"/>
              </a:defRPr>
            </a:lvl3pPr>
            <a:lvl4pPr marL="1600200" indent="-228600" algn="ctr">
              <a:lnSpc>
                <a:spcPct val="90000"/>
              </a:lnSpc>
              <a:defRPr sz="2400">
                <a:solidFill>
                  <a:schemeClr val="tx1"/>
                </a:solidFill>
                <a:latin typeface="Arial" charset="0"/>
              </a:defRPr>
            </a:lvl4pPr>
            <a:lvl5pPr marL="2057400" indent="-228600" algn="ctr">
              <a:lnSpc>
                <a:spcPct val="90000"/>
              </a:lnSpc>
              <a:defRPr sz="2400">
                <a:solidFill>
                  <a:schemeClr val="tx1"/>
                </a:solidFill>
                <a:latin typeface="Arial" charset="0"/>
              </a:defRPr>
            </a:lvl5pPr>
            <a:lvl6pPr marL="2514600" indent="-228600" algn="ctr" eaLnBrk="0" fontAlgn="base" hangingPunct="0">
              <a:lnSpc>
                <a:spcPct val="90000"/>
              </a:lnSpc>
              <a:spcBef>
                <a:spcPct val="0"/>
              </a:spcBef>
              <a:spcAft>
                <a:spcPct val="0"/>
              </a:spcAft>
              <a:defRPr sz="2400">
                <a:solidFill>
                  <a:schemeClr val="tx1"/>
                </a:solidFill>
                <a:latin typeface="Arial" charset="0"/>
              </a:defRPr>
            </a:lvl6pPr>
            <a:lvl7pPr marL="2971800" indent="-228600" algn="ctr" eaLnBrk="0" fontAlgn="base" hangingPunct="0">
              <a:lnSpc>
                <a:spcPct val="90000"/>
              </a:lnSpc>
              <a:spcBef>
                <a:spcPct val="0"/>
              </a:spcBef>
              <a:spcAft>
                <a:spcPct val="0"/>
              </a:spcAft>
              <a:defRPr sz="2400">
                <a:solidFill>
                  <a:schemeClr val="tx1"/>
                </a:solidFill>
                <a:latin typeface="Arial" charset="0"/>
              </a:defRPr>
            </a:lvl7pPr>
            <a:lvl8pPr marL="3429000" indent="-228600" algn="ctr" eaLnBrk="0" fontAlgn="base" hangingPunct="0">
              <a:lnSpc>
                <a:spcPct val="90000"/>
              </a:lnSpc>
              <a:spcBef>
                <a:spcPct val="0"/>
              </a:spcBef>
              <a:spcAft>
                <a:spcPct val="0"/>
              </a:spcAft>
              <a:defRPr sz="2400">
                <a:solidFill>
                  <a:schemeClr val="tx1"/>
                </a:solidFill>
                <a:latin typeface="Arial" charset="0"/>
              </a:defRPr>
            </a:lvl8pPr>
            <a:lvl9pPr marL="3886200" indent="-228600" algn="ctr" eaLnBrk="0" fontAlgn="base" hangingPunct="0">
              <a:lnSpc>
                <a:spcPct val="90000"/>
              </a:lnSpc>
              <a:spcBef>
                <a:spcPct val="0"/>
              </a:spcBef>
              <a:spcAft>
                <a:spcPct val="0"/>
              </a:spcAft>
              <a:defRPr sz="2400">
                <a:solidFill>
                  <a:schemeClr val="tx1"/>
                </a:solidFill>
                <a:latin typeface="Arial" charset="0"/>
              </a:defRPr>
            </a:lvl9pPr>
          </a:lstStyle>
          <a:p>
            <a:pPr>
              <a:defRPr/>
            </a:pPr>
            <a:endParaRPr lang="en-US" altLang="en-US"/>
          </a:p>
        </p:txBody>
      </p:sp>
      <p:sp>
        <p:nvSpPr>
          <p:cNvPr id="3075" name="Rectangle 9">
            <a:extLst>
              <a:ext uri="{FF2B5EF4-FFF2-40B4-BE49-F238E27FC236}">
                <a16:creationId xmlns:a16="http://schemas.microsoft.com/office/drawing/2014/main" id="{1B3FD0CA-CBE2-E259-6CA4-BD8B67DFB20F}"/>
              </a:ext>
            </a:extLst>
          </p:cNvPr>
          <p:cNvSpPr>
            <a:spLocks noChangeArrowheads="1"/>
          </p:cNvSpPr>
          <p:nvPr/>
        </p:nvSpPr>
        <p:spPr bwMode="auto">
          <a:xfrm>
            <a:off x="55563" y="8585200"/>
            <a:ext cx="2562225" cy="342900"/>
          </a:xfrm>
          <a:prstGeom prst="rect">
            <a:avLst/>
          </a:prstGeom>
          <a:noFill/>
          <a:ln>
            <a:noFill/>
          </a:ln>
        </p:spPr>
        <p:txBody>
          <a:bodyPr lIns="93435" tIns="49014" rIns="93435" bIns="49014">
            <a:spAutoFit/>
          </a:bodyPr>
          <a:lstStyle>
            <a:lvl1pPr algn="ctr" defTabSz="596900">
              <a:lnSpc>
                <a:spcPct val="90000"/>
              </a:lnSpc>
              <a:tabLst>
                <a:tab pos="2332038" algn="l"/>
                <a:tab pos="4718050" algn="l"/>
              </a:tabLst>
              <a:defRPr sz="2400">
                <a:solidFill>
                  <a:schemeClr val="tx1"/>
                </a:solidFill>
                <a:latin typeface="Arial" charset="0"/>
              </a:defRPr>
            </a:lvl1pPr>
            <a:lvl2pPr marL="742950" indent="-285750" algn="ctr" defTabSz="596900">
              <a:lnSpc>
                <a:spcPct val="90000"/>
              </a:lnSpc>
              <a:tabLst>
                <a:tab pos="2332038" algn="l"/>
                <a:tab pos="4718050" algn="l"/>
              </a:tabLst>
              <a:defRPr sz="2400">
                <a:solidFill>
                  <a:schemeClr val="tx1"/>
                </a:solidFill>
                <a:latin typeface="Arial" charset="0"/>
              </a:defRPr>
            </a:lvl2pPr>
            <a:lvl3pPr marL="1143000" indent="-228600" algn="ctr" defTabSz="596900">
              <a:lnSpc>
                <a:spcPct val="90000"/>
              </a:lnSpc>
              <a:tabLst>
                <a:tab pos="2332038" algn="l"/>
                <a:tab pos="4718050" algn="l"/>
              </a:tabLst>
              <a:defRPr sz="2400">
                <a:solidFill>
                  <a:schemeClr val="tx1"/>
                </a:solidFill>
                <a:latin typeface="Arial" charset="0"/>
              </a:defRPr>
            </a:lvl3pPr>
            <a:lvl4pPr marL="1600200" indent="-228600" algn="ctr" defTabSz="596900">
              <a:lnSpc>
                <a:spcPct val="90000"/>
              </a:lnSpc>
              <a:tabLst>
                <a:tab pos="2332038" algn="l"/>
                <a:tab pos="4718050" algn="l"/>
              </a:tabLst>
              <a:defRPr sz="2400">
                <a:solidFill>
                  <a:schemeClr val="tx1"/>
                </a:solidFill>
                <a:latin typeface="Arial" charset="0"/>
              </a:defRPr>
            </a:lvl4pPr>
            <a:lvl5pPr marL="2057400" indent="-228600" algn="ctr" defTabSz="596900">
              <a:lnSpc>
                <a:spcPct val="90000"/>
              </a:lnSpc>
              <a:tabLst>
                <a:tab pos="2332038" algn="l"/>
                <a:tab pos="4718050" algn="l"/>
              </a:tabLst>
              <a:defRPr sz="2400">
                <a:solidFill>
                  <a:schemeClr val="tx1"/>
                </a:solidFill>
                <a:latin typeface="Arial" charset="0"/>
              </a:defRPr>
            </a:lvl5pPr>
            <a:lvl6pPr marL="2514600" indent="-228600" algn="ctr" defTabSz="596900" eaLnBrk="0" fontAlgn="base" hangingPunct="0">
              <a:lnSpc>
                <a:spcPct val="90000"/>
              </a:lnSpc>
              <a:spcBef>
                <a:spcPct val="0"/>
              </a:spcBef>
              <a:spcAft>
                <a:spcPct val="0"/>
              </a:spcAft>
              <a:tabLst>
                <a:tab pos="2332038" algn="l"/>
                <a:tab pos="4718050" algn="l"/>
              </a:tabLst>
              <a:defRPr sz="2400">
                <a:solidFill>
                  <a:schemeClr val="tx1"/>
                </a:solidFill>
                <a:latin typeface="Arial" charset="0"/>
              </a:defRPr>
            </a:lvl6pPr>
            <a:lvl7pPr marL="2971800" indent="-228600" algn="ctr" defTabSz="596900" eaLnBrk="0" fontAlgn="base" hangingPunct="0">
              <a:lnSpc>
                <a:spcPct val="90000"/>
              </a:lnSpc>
              <a:spcBef>
                <a:spcPct val="0"/>
              </a:spcBef>
              <a:spcAft>
                <a:spcPct val="0"/>
              </a:spcAft>
              <a:tabLst>
                <a:tab pos="2332038" algn="l"/>
                <a:tab pos="4718050" algn="l"/>
              </a:tabLst>
              <a:defRPr sz="2400">
                <a:solidFill>
                  <a:schemeClr val="tx1"/>
                </a:solidFill>
                <a:latin typeface="Arial" charset="0"/>
              </a:defRPr>
            </a:lvl7pPr>
            <a:lvl8pPr marL="3429000" indent="-228600" algn="ctr" defTabSz="596900" eaLnBrk="0" fontAlgn="base" hangingPunct="0">
              <a:lnSpc>
                <a:spcPct val="90000"/>
              </a:lnSpc>
              <a:spcBef>
                <a:spcPct val="0"/>
              </a:spcBef>
              <a:spcAft>
                <a:spcPct val="0"/>
              </a:spcAft>
              <a:tabLst>
                <a:tab pos="2332038" algn="l"/>
                <a:tab pos="4718050" algn="l"/>
              </a:tabLst>
              <a:defRPr sz="2400">
                <a:solidFill>
                  <a:schemeClr val="tx1"/>
                </a:solidFill>
                <a:latin typeface="Arial" charset="0"/>
              </a:defRPr>
            </a:lvl8pPr>
            <a:lvl9pPr marL="3886200" indent="-228600" algn="ctr" defTabSz="596900" eaLnBrk="0" fontAlgn="base" hangingPunct="0">
              <a:lnSpc>
                <a:spcPct val="90000"/>
              </a:lnSpc>
              <a:spcBef>
                <a:spcPct val="0"/>
              </a:spcBef>
              <a:spcAft>
                <a:spcPct val="0"/>
              </a:spcAft>
              <a:tabLst>
                <a:tab pos="2332038" algn="l"/>
                <a:tab pos="4718050" algn="l"/>
              </a:tabLst>
              <a:defRPr sz="2400">
                <a:solidFill>
                  <a:schemeClr val="tx1"/>
                </a:solidFill>
                <a:latin typeface="Arial" charset="0"/>
              </a:defRPr>
            </a:lvl9pPr>
          </a:lstStyle>
          <a:p>
            <a:pPr algn="l">
              <a:lnSpc>
                <a:spcPct val="100000"/>
              </a:lnSpc>
              <a:defRPr/>
            </a:pPr>
            <a:r>
              <a:rPr lang="en-US" altLang="en-US" sz="800" b="1"/>
              <a:t>© 2001, Cisco Systems, Inc. All rights reserved.</a:t>
            </a:r>
          </a:p>
          <a:p>
            <a:pPr algn="l">
              <a:lnSpc>
                <a:spcPct val="100000"/>
              </a:lnSpc>
              <a:defRPr/>
            </a:pPr>
            <a:r>
              <a:rPr lang="en-US" altLang="en-US" sz="800" b="1"/>
              <a:t>&lt;Title of Course (ACRO) vX.X&gt;</a:t>
            </a:r>
          </a:p>
        </p:txBody>
      </p:sp>
      <p:sp>
        <p:nvSpPr>
          <p:cNvPr id="3076" name="Line 10">
            <a:extLst>
              <a:ext uri="{FF2B5EF4-FFF2-40B4-BE49-F238E27FC236}">
                <a16:creationId xmlns:a16="http://schemas.microsoft.com/office/drawing/2014/main" id="{9D77DFC7-C782-1397-1AD4-3674C6E9A7E4}"/>
              </a:ext>
            </a:extLst>
          </p:cNvPr>
          <p:cNvSpPr>
            <a:spLocks noChangeShapeType="1"/>
          </p:cNvSpPr>
          <p:nvPr/>
        </p:nvSpPr>
        <p:spPr bwMode="auto">
          <a:xfrm>
            <a:off x="149225" y="8599488"/>
            <a:ext cx="650398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3307" name="Rectangle 11">
            <a:extLst>
              <a:ext uri="{FF2B5EF4-FFF2-40B4-BE49-F238E27FC236}">
                <a16:creationId xmlns:a16="http://schemas.microsoft.com/office/drawing/2014/main" id="{064AACC2-8163-C053-5B81-21555BA00951}"/>
              </a:ext>
            </a:extLst>
          </p:cNvPr>
          <p:cNvSpPr>
            <a:spLocks noGrp="1" noChangeArrowheads="1"/>
          </p:cNvSpPr>
          <p:nvPr>
            <p:ph type="sldNum" sz="quarter" idx="5"/>
          </p:nvPr>
        </p:nvSpPr>
        <p:spPr bwMode="auto">
          <a:xfrm>
            <a:off x="5797550" y="8480425"/>
            <a:ext cx="795338" cy="282575"/>
          </a:xfrm>
          <a:prstGeom prst="rect">
            <a:avLst/>
          </a:prstGeom>
          <a:noFill/>
          <a:ln w="9525">
            <a:noFill/>
            <a:miter lim="800000"/>
            <a:headEnd/>
            <a:tailEnd/>
          </a:ln>
          <a:effectLst/>
        </p:spPr>
        <p:txBody>
          <a:bodyPr vert="horz" wrap="square" lIns="18380" tIns="0" rIns="18380" bIns="0" numCol="1" anchor="b" anchorCtr="0" compatLnSpc="1">
            <a:prstTxWarp prst="textNoShape">
              <a:avLst/>
            </a:prstTxWarp>
          </a:bodyPr>
          <a:lstStyle>
            <a:lvl1pPr algn="r" defTabSz="881063">
              <a:defRPr sz="800" smtClean="0"/>
            </a:lvl1pPr>
          </a:lstStyle>
          <a:p>
            <a:pPr>
              <a:defRPr/>
            </a:pPr>
            <a:fld id="{0D1EC460-4FF7-48E9-AE6A-3644A069AA9F}" type="slidenum">
              <a:rPr lang="en-US" altLang="en-US"/>
              <a:pPr>
                <a:defRPr/>
              </a:pPr>
              <a:t>‹#›</a:t>
            </a:fld>
            <a:endParaRPr lang="en-US" altLang="en-US"/>
          </a:p>
        </p:txBody>
      </p:sp>
      <p:sp>
        <p:nvSpPr>
          <p:cNvPr id="3078" name="Rectangle 12">
            <a:extLst>
              <a:ext uri="{FF2B5EF4-FFF2-40B4-BE49-F238E27FC236}">
                <a16:creationId xmlns:a16="http://schemas.microsoft.com/office/drawing/2014/main" id="{2B2F07DA-C420-42CE-7542-5BDB124C15E6}"/>
              </a:ext>
            </a:extLst>
          </p:cNvPr>
          <p:cNvSpPr>
            <a:spLocks noChangeAspect="1" noChangeArrowheads="1" noTextEdit="1"/>
          </p:cNvSpPr>
          <p:nvPr>
            <p:ph type="sldImg" idx="2"/>
          </p:nvPr>
        </p:nvSpPr>
        <p:spPr bwMode="auto">
          <a:xfrm>
            <a:off x="855663" y="239713"/>
            <a:ext cx="5200650" cy="39004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183309" name="Rectangle 13">
            <a:extLst>
              <a:ext uri="{FF2B5EF4-FFF2-40B4-BE49-F238E27FC236}">
                <a16:creationId xmlns:a16="http://schemas.microsoft.com/office/drawing/2014/main" id="{36F971E9-0380-56E7-86DE-281E7CFAFEFC}"/>
              </a:ext>
            </a:extLst>
          </p:cNvPr>
          <p:cNvSpPr>
            <a:spLocks noGrp="1" noChangeArrowheads="1"/>
          </p:cNvSpPr>
          <p:nvPr>
            <p:ph type="body" sz="quarter" idx="3"/>
          </p:nvPr>
        </p:nvSpPr>
        <p:spPr bwMode="auto">
          <a:xfrm>
            <a:off x="395288" y="4278313"/>
            <a:ext cx="5986462" cy="4154487"/>
          </a:xfrm>
          <a:prstGeom prst="rect">
            <a:avLst/>
          </a:prstGeom>
          <a:noFill/>
          <a:ln w="9525">
            <a:noFill/>
            <a:miter lim="800000"/>
            <a:headEnd/>
            <a:tailEnd/>
          </a:ln>
          <a:effectLst/>
        </p:spPr>
        <p:txBody>
          <a:bodyPr vert="horz" wrap="square" lIns="93435" tIns="49014" rIns="93435" bIns="49014"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cSld>
  <p:clrMap bg1="lt1" tx1="dk1" bg2="lt2" tx2="dk2" accent1="accent1" accent2="accent2" accent3="accent3" accent4="accent4" accent5="accent5" accent6="accent6" hlink="hlink" folHlink="folHlink"/>
  <p:notesStyle>
    <a:lvl1pPr marL="112713" indent="-112713" algn="l" defTabSz="1020763" rtl="0" eaLnBrk="0" fontAlgn="base" hangingPunct="0">
      <a:lnSpc>
        <a:spcPct val="90000"/>
      </a:lnSpc>
      <a:spcBef>
        <a:spcPct val="40000"/>
      </a:spcBef>
      <a:spcAft>
        <a:spcPct val="0"/>
      </a:spcAft>
      <a:buSzPct val="100000"/>
      <a:buChar char="•"/>
      <a:defRPr sz="1400" kern="1200">
        <a:solidFill>
          <a:schemeClr val="tx1"/>
        </a:solidFill>
        <a:latin typeface="Arial" charset="0"/>
        <a:ea typeface="+mn-ea"/>
        <a:cs typeface="+mn-cs"/>
      </a:defRPr>
    </a:lvl1pPr>
    <a:lvl2pPr marL="482600" indent="-120650" algn="l" defTabSz="1020763" rtl="0" eaLnBrk="0" fontAlgn="base" hangingPunct="0">
      <a:lnSpc>
        <a:spcPct val="90000"/>
      </a:lnSpc>
      <a:spcBef>
        <a:spcPct val="40000"/>
      </a:spcBef>
      <a:spcAft>
        <a:spcPct val="0"/>
      </a:spcAft>
      <a:buSzPct val="100000"/>
      <a:buChar char="•"/>
      <a:defRPr sz="1400" kern="1200">
        <a:solidFill>
          <a:schemeClr val="tx1"/>
        </a:solidFill>
        <a:latin typeface="Arial" charset="0"/>
        <a:ea typeface="+mn-ea"/>
        <a:cs typeface="+mn-cs"/>
      </a:defRPr>
    </a:lvl2pPr>
    <a:lvl3pPr marL="966788" algn="l" defTabSz="1020763" rtl="0" eaLnBrk="0" fontAlgn="base" hangingPunct="0">
      <a:lnSpc>
        <a:spcPct val="90000"/>
      </a:lnSpc>
      <a:spcBef>
        <a:spcPct val="40000"/>
      </a:spcBef>
      <a:spcAft>
        <a:spcPct val="0"/>
      </a:spcAft>
      <a:buSzPct val="100000"/>
      <a:buChar char="•"/>
      <a:defRPr sz="1400" kern="1200">
        <a:solidFill>
          <a:schemeClr val="tx1"/>
        </a:solidFill>
        <a:latin typeface="Arial" charset="0"/>
        <a:ea typeface="+mn-ea"/>
        <a:cs typeface="+mn-cs"/>
      </a:defRPr>
    </a:lvl3pPr>
    <a:lvl4pPr marL="1449388" algn="l" defTabSz="1020763" rtl="0" eaLnBrk="0" fontAlgn="base" hangingPunct="0">
      <a:lnSpc>
        <a:spcPct val="90000"/>
      </a:lnSpc>
      <a:spcBef>
        <a:spcPct val="40000"/>
      </a:spcBef>
      <a:spcAft>
        <a:spcPct val="0"/>
      </a:spcAft>
      <a:buSzPct val="100000"/>
      <a:buChar char="•"/>
      <a:defRPr sz="1400" kern="1200">
        <a:solidFill>
          <a:schemeClr val="tx1"/>
        </a:solidFill>
        <a:latin typeface="Arial" charset="0"/>
        <a:ea typeface="+mn-ea"/>
        <a:cs typeface="+mn-cs"/>
      </a:defRPr>
    </a:lvl4pPr>
    <a:lvl5pPr marL="1931988" algn="l" defTabSz="1020763" rtl="0" eaLnBrk="0" fontAlgn="base" hangingPunct="0">
      <a:lnSpc>
        <a:spcPct val="90000"/>
      </a:lnSpc>
      <a:spcBef>
        <a:spcPct val="40000"/>
      </a:spcBef>
      <a:spcAft>
        <a:spcPct val="0"/>
      </a:spcAft>
      <a:buSzPct val="100000"/>
      <a:buChar char="•"/>
      <a:defRPr sz="14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1">
            <a:extLst>
              <a:ext uri="{FF2B5EF4-FFF2-40B4-BE49-F238E27FC236}">
                <a16:creationId xmlns:a16="http://schemas.microsoft.com/office/drawing/2014/main" id="{74F1ED3A-2FC3-91C3-0D08-9BA52E7F05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14B9EB38-235A-47A8-B54D-F7C3FC60EB21}" type="slidenum">
              <a:rPr lang="en-US" altLang="en-US" sz="800"/>
              <a:pPr>
                <a:lnSpc>
                  <a:spcPct val="100000"/>
                </a:lnSpc>
                <a:spcBef>
                  <a:spcPct val="0"/>
                </a:spcBef>
                <a:buSzTx/>
                <a:buFontTx/>
                <a:buNone/>
              </a:pPr>
              <a:t>1</a:t>
            </a:fld>
            <a:endParaRPr lang="en-US" altLang="en-US" sz="800"/>
          </a:p>
        </p:txBody>
      </p:sp>
      <p:sp>
        <p:nvSpPr>
          <p:cNvPr id="6146" name="Rectangle 2">
            <a:extLst>
              <a:ext uri="{FF2B5EF4-FFF2-40B4-BE49-F238E27FC236}">
                <a16:creationId xmlns:a16="http://schemas.microsoft.com/office/drawing/2014/main" id="{C35333D6-A099-F20D-EA10-E3CB7C7EA876}"/>
              </a:ext>
            </a:extLst>
          </p:cNvPr>
          <p:cNvSpPr>
            <a:spLocks noChangeAspect="1" noChangeArrowheads="1" noTextEdit="1"/>
          </p:cNvSpPr>
          <p:nvPr>
            <p:ph type="sldImg"/>
          </p:nvPr>
        </p:nvSpPr>
        <p:spPr>
          <a:xfrm>
            <a:off x="858838" y="239713"/>
            <a:ext cx="5199062" cy="3898900"/>
          </a:xfrm>
          <a:ln/>
        </p:spPr>
      </p:sp>
      <p:sp>
        <p:nvSpPr>
          <p:cNvPr id="6147" name="Rectangle 3">
            <a:extLst>
              <a:ext uri="{FF2B5EF4-FFF2-40B4-BE49-F238E27FC236}">
                <a16:creationId xmlns:a16="http://schemas.microsoft.com/office/drawing/2014/main" id="{616531A4-5BF4-901A-7276-EA66E29983DB}"/>
              </a:ext>
            </a:extLst>
          </p:cNvPr>
          <p:cNvSpPr>
            <a:spLocks noGrp="1" noChangeArrowheads="1"/>
          </p:cNvSpPr>
          <p:nvPr>
            <p:ph type="body" idx="1"/>
          </p:nvPr>
        </p:nvSpPr>
        <p:spPr>
          <a:xfrm>
            <a:off x="396875" y="4278313"/>
            <a:ext cx="5984875" cy="4156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1">
            <a:extLst>
              <a:ext uri="{FF2B5EF4-FFF2-40B4-BE49-F238E27FC236}">
                <a16:creationId xmlns:a16="http://schemas.microsoft.com/office/drawing/2014/main" id="{F7C3E842-8C1F-1440-FCB7-7974EFEAF8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C3282225-958E-4EEE-8908-654902F0E0C1}" type="slidenum">
              <a:rPr lang="en-US" altLang="en-US" sz="800"/>
              <a:pPr>
                <a:lnSpc>
                  <a:spcPct val="100000"/>
                </a:lnSpc>
                <a:spcBef>
                  <a:spcPct val="0"/>
                </a:spcBef>
                <a:buSzTx/>
                <a:buFontTx/>
                <a:buNone/>
              </a:pPr>
              <a:t>2</a:t>
            </a:fld>
            <a:endParaRPr lang="en-US" altLang="en-US" sz="800"/>
          </a:p>
        </p:txBody>
      </p:sp>
      <p:sp>
        <p:nvSpPr>
          <p:cNvPr id="8194" name="Rectangle 2">
            <a:extLst>
              <a:ext uri="{FF2B5EF4-FFF2-40B4-BE49-F238E27FC236}">
                <a16:creationId xmlns:a16="http://schemas.microsoft.com/office/drawing/2014/main" id="{0D4A8A00-7E89-C8BB-4149-4636A21DCA50}"/>
              </a:ext>
            </a:extLst>
          </p:cNvPr>
          <p:cNvSpPr>
            <a:spLocks noChangeAspect="1" noChangeArrowheads="1" noTextEdit="1"/>
          </p:cNvSpPr>
          <p:nvPr>
            <p:ph type="sldImg"/>
          </p:nvPr>
        </p:nvSpPr>
        <p:spPr>
          <a:ln/>
        </p:spPr>
      </p:sp>
      <p:sp>
        <p:nvSpPr>
          <p:cNvPr id="8195" name="Rectangle 3">
            <a:extLst>
              <a:ext uri="{FF2B5EF4-FFF2-40B4-BE49-F238E27FC236}">
                <a16:creationId xmlns:a16="http://schemas.microsoft.com/office/drawing/2014/main" id="{A5538942-CFE4-12D3-CCFC-4408EBD812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11">
            <a:extLst>
              <a:ext uri="{FF2B5EF4-FFF2-40B4-BE49-F238E27FC236}">
                <a16:creationId xmlns:a16="http://schemas.microsoft.com/office/drawing/2014/main" id="{340E281E-4B88-25E7-48A4-DF70AA803A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E0ADA483-A6F4-48B3-9221-079E015139B7}" type="slidenum">
              <a:rPr lang="en-US" altLang="en-US" sz="800"/>
              <a:pPr>
                <a:lnSpc>
                  <a:spcPct val="100000"/>
                </a:lnSpc>
                <a:spcBef>
                  <a:spcPct val="0"/>
                </a:spcBef>
                <a:buSzTx/>
                <a:buFontTx/>
                <a:buNone/>
              </a:pPr>
              <a:t>6</a:t>
            </a:fld>
            <a:endParaRPr lang="en-US" altLang="en-US" sz="800"/>
          </a:p>
        </p:txBody>
      </p:sp>
      <p:sp>
        <p:nvSpPr>
          <p:cNvPr id="13314" name="Rectangle 2">
            <a:extLst>
              <a:ext uri="{FF2B5EF4-FFF2-40B4-BE49-F238E27FC236}">
                <a16:creationId xmlns:a16="http://schemas.microsoft.com/office/drawing/2014/main" id="{6D036FEE-3659-801F-0A6B-69ADB3EB6C75}"/>
              </a:ext>
            </a:extLst>
          </p:cNvPr>
          <p:cNvSpPr>
            <a:spLocks noChangeAspect="1" noChangeArrowheads="1" noTextEdit="1"/>
          </p:cNvSpPr>
          <p:nvPr>
            <p:ph type="sldImg"/>
          </p:nvPr>
        </p:nvSpPr>
        <p:spPr>
          <a:ln/>
        </p:spPr>
      </p:sp>
      <p:sp>
        <p:nvSpPr>
          <p:cNvPr id="13315" name="Rectangle 3">
            <a:extLst>
              <a:ext uri="{FF2B5EF4-FFF2-40B4-BE49-F238E27FC236}">
                <a16:creationId xmlns:a16="http://schemas.microsoft.com/office/drawing/2014/main" id="{96C74498-7AAA-A65F-748D-E997C0F303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1">
            <a:extLst>
              <a:ext uri="{FF2B5EF4-FFF2-40B4-BE49-F238E27FC236}">
                <a16:creationId xmlns:a16="http://schemas.microsoft.com/office/drawing/2014/main" id="{F21F63F6-5C04-20EF-4F41-6668D3EFB3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DD21D236-0D1C-46BB-8687-28978303AA8C}" type="slidenum">
              <a:rPr lang="en-US" altLang="en-US" sz="800"/>
              <a:pPr>
                <a:lnSpc>
                  <a:spcPct val="100000"/>
                </a:lnSpc>
                <a:spcBef>
                  <a:spcPct val="0"/>
                </a:spcBef>
                <a:buSzTx/>
                <a:buFontTx/>
                <a:buNone/>
              </a:pPr>
              <a:t>7</a:t>
            </a:fld>
            <a:endParaRPr lang="en-US" altLang="en-US" sz="800"/>
          </a:p>
        </p:txBody>
      </p:sp>
      <p:sp>
        <p:nvSpPr>
          <p:cNvPr id="15362" name="Rectangle 2">
            <a:extLst>
              <a:ext uri="{FF2B5EF4-FFF2-40B4-BE49-F238E27FC236}">
                <a16:creationId xmlns:a16="http://schemas.microsoft.com/office/drawing/2014/main" id="{37867C7D-7401-4ADF-65A7-E6355574B4CF}"/>
              </a:ext>
            </a:extLst>
          </p:cNvPr>
          <p:cNvSpPr>
            <a:spLocks noChangeAspect="1" noChangeArrowheads="1" noTextEdit="1"/>
          </p:cNvSpPr>
          <p:nvPr>
            <p:ph type="sldImg"/>
          </p:nvPr>
        </p:nvSpPr>
        <p:spPr>
          <a:ln/>
        </p:spPr>
      </p:sp>
      <p:sp>
        <p:nvSpPr>
          <p:cNvPr id="15363" name="Rectangle 3">
            <a:extLst>
              <a:ext uri="{FF2B5EF4-FFF2-40B4-BE49-F238E27FC236}">
                <a16:creationId xmlns:a16="http://schemas.microsoft.com/office/drawing/2014/main" id="{15F69655-B21A-13E2-0C24-793F083A90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1">
            <a:extLst>
              <a:ext uri="{FF2B5EF4-FFF2-40B4-BE49-F238E27FC236}">
                <a16:creationId xmlns:a16="http://schemas.microsoft.com/office/drawing/2014/main" id="{A5589DF2-2C87-0E72-1DFA-5EAC1F282D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89101206-57A8-48AA-A015-FE10D324CC4B}" type="slidenum">
              <a:rPr lang="en-US" altLang="en-US" sz="800"/>
              <a:pPr>
                <a:lnSpc>
                  <a:spcPct val="100000"/>
                </a:lnSpc>
                <a:spcBef>
                  <a:spcPct val="0"/>
                </a:spcBef>
                <a:buSzTx/>
                <a:buFontTx/>
                <a:buNone/>
              </a:pPr>
              <a:t>9</a:t>
            </a:fld>
            <a:endParaRPr lang="en-US" altLang="en-US" sz="800"/>
          </a:p>
        </p:txBody>
      </p:sp>
      <p:sp>
        <p:nvSpPr>
          <p:cNvPr id="18434" name="Rectangle 2">
            <a:extLst>
              <a:ext uri="{FF2B5EF4-FFF2-40B4-BE49-F238E27FC236}">
                <a16:creationId xmlns:a16="http://schemas.microsoft.com/office/drawing/2014/main" id="{E63FC688-0B33-E4B4-99BD-C877D9764E63}"/>
              </a:ext>
            </a:extLst>
          </p:cNvPr>
          <p:cNvSpPr>
            <a:spLocks noChangeAspect="1" noChangeArrowheads="1" noTextEdit="1"/>
          </p:cNvSpPr>
          <p:nvPr>
            <p:ph type="sldImg"/>
          </p:nvPr>
        </p:nvSpPr>
        <p:spPr>
          <a:ln/>
        </p:spPr>
      </p:sp>
      <p:sp>
        <p:nvSpPr>
          <p:cNvPr id="18435" name="Rectangle 3">
            <a:extLst>
              <a:ext uri="{FF2B5EF4-FFF2-40B4-BE49-F238E27FC236}">
                <a16:creationId xmlns:a16="http://schemas.microsoft.com/office/drawing/2014/main" id="{61B77AC5-BB18-BBF0-7D29-F45A1F1498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1">
            <a:extLst>
              <a:ext uri="{FF2B5EF4-FFF2-40B4-BE49-F238E27FC236}">
                <a16:creationId xmlns:a16="http://schemas.microsoft.com/office/drawing/2014/main" id="{A577F527-4DBD-A646-99AB-24340CB8AB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F2D33FFF-68D4-44C9-B4C8-0701DB595298}" type="slidenum">
              <a:rPr lang="en-US" altLang="en-US" sz="800"/>
              <a:pPr>
                <a:lnSpc>
                  <a:spcPct val="100000"/>
                </a:lnSpc>
                <a:spcBef>
                  <a:spcPct val="0"/>
                </a:spcBef>
                <a:buSzTx/>
                <a:buFontTx/>
                <a:buNone/>
              </a:pPr>
              <a:t>10</a:t>
            </a:fld>
            <a:endParaRPr lang="en-US" altLang="en-US" sz="800"/>
          </a:p>
        </p:txBody>
      </p:sp>
      <p:sp>
        <p:nvSpPr>
          <p:cNvPr id="20482" name="Rectangle 2">
            <a:extLst>
              <a:ext uri="{FF2B5EF4-FFF2-40B4-BE49-F238E27FC236}">
                <a16:creationId xmlns:a16="http://schemas.microsoft.com/office/drawing/2014/main" id="{98798F95-9217-9655-9FCC-177A646A4087}"/>
              </a:ext>
            </a:extLst>
          </p:cNvPr>
          <p:cNvSpPr>
            <a:spLocks noChangeAspect="1" noChangeArrowheads="1" noTextEdit="1"/>
          </p:cNvSpPr>
          <p:nvPr>
            <p:ph type="sldImg"/>
          </p:nvPr>
        </p:nvSpPr>
        <p:spPr>
          <a:ln/>
        </p:spPr>
      </p:sp>
      <p:sp>
        <p:nvSpPr>
          <p:cNvPr id="20483" name="Rectangle 3">
            <a:extLst>
              <a:ext uri="{FF2B5EF4-FFF2-40B4-BE49-F238E27FC236}">
                <a16:creationId xmlns:a16="http://schemas.microsoft.com/office/drawing/2014/main" id="{9FC69646-9B2B-F8EE-C9E9-042C5BA33F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1">
            <a:extLst>
              <a:ext uri="{FF2B5EF4-FFF2-40B4-BE49-F238E27FC236}">
                <a16:creationId xmlns:a16="http://schemas.microsoft.com/office/drawing/2014/main" id="{CCE14652-45BF-30D9-9AB5-D5D69001B1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734EEC59-BA7B-4E4A-88AD-D94497C80ECC}" type="slidenum">
              <a:rPr lang="en-US" altLang="en-US" sz="800"/>
              <a:pPr>
                <a:lnSpc>
                  <a:spcPct val="100000"/>
                </a:lnSpc>
                <a:spcBef>
                  <a:spcPct val="0"/>
                </a:spcBef>
                <a:buSzTx/>
                <a:buFontTx/>
                <a:buNone/>
              </a:pPr>
              <a:t>13</a:t>
            </a:fld>
            <a:endParaRPr lang="en-US" altLang="en-US" sz="800"/>
          </a:p>
        </p:txBody>
      </p:sp>
      <p:sp>
        <p:nvSpPr>
          <p:cNvPr id="24578" name="Rectangle 2">
            <a:extLst>
              <a:ext uri="{FF2B5EF4-FFF2-40B4-BE49-F238E27FC236}">
                <a16:creationId xmlns:a16="http://schemas.microsoft.com/office/drawing/2014/main" id="{403D8B03-6FF3-1A5B-8781-30960AA7A59C}"/>
              </a:ext>
            </a:extLst>
          </p:cNvPr>
          <p:cNvSpPr>
            <a:spLocks noChangeAspect="1" noChangeArrowheads="1" noTextEdit="1"/>
          </p:cNvSpPr>
          <p:nvPr>
            <p:ph type="sldImg"/>
          </p:nvPr>
        </p:nvSpPr>
        <p:spPr>
          <a:ln/>
        </p:spPr>
      </p:sp>
      <p:sp>
        <p:nvSpPr>
          <p:cNvPr id="24579" name="Rectangle 3">
            <a:extLst>
              <a:ext uri="{FF2B5EF4-FFF2-40B4-BE49-F238E27FC236}">
                <a16:creationId xmlns:a16="http://schemas.microsoft.com/office/drawing/2014/main" id="{3D9F00DB-5B58-2E73-0894-E5E6FAA98C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1">
            <a:extLst>
              <a:ext uri="{FF2B5EF4-FFF2-40B4-BE49-F238E27FC236}">
                <a16:creationId xmlns:a16="http://schemas.microsoft.com/office/drawing/2014/main" id="{1898DFA7-0E71-BF57-0871-BC229BCA1E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2193C83A-DA6E-48F3-8A7D-13F7DE898985}" type="slidenum">
              <a:rPr lang="en-US" altLang="en-US" sz="800"/>
              <a:pPr>
                <a:lnSpc>
                  <a:spcPct val="100000"/>
                </a:lnSpc>
                <a:spcBef>
                  <a:spcPct val="0"/>
                </a:spcBef>
                <a:buSzTx/>
                <a:buFontTx/>
                <a:buNone/>
              </a:pPr>
              <a:t>15</a:t>
            </a:fld>
            <a:endParaRPr lang="en-US" altLang="en-US" sz="800"/>
          </a:p>
        </p:txBody>
      </p:sp>
      <p:sp>
        <p:nvSpPr>
          <p:cNvPr id="27650" name="Rectangle 2">
            <a:extLst>
              <a:ext uri="{FF2B5EF4-FFF2-40B4-BE49-F238E27FC236}">
                <a16:creationId xmlns:a16="http://schemas.microsoft.com/office/drawing/2014/main" id="{ED70282E-6C88-9867-FB4F-6F97664EB541}"/>
              </a:ext>
            </a:extLst>
          </p:cNvPr>
          <p:cNvSpPr>
            <a:spLocks noChangeAspect="1" noChangeArrowheads="1" noTextEdit="1"/>
          </p:cNvSpPr>
          <p:nvPr>
            <p:ph type="sldImg"/>
          </p:nvPr>
        </p:nvSpPr>
        <p:spPr>
          <a:ln/>
        </p:spPr>
      </p:sp>
      <p:sp>
        <p:nvSpPr>
          <p:cNvPr id="27651" name="Rectangle 3">
            <a:extLst>
              <a:ext uri="{FF2B5EF4-FFF2-40B4-BE49-F238E27FC236}">
                <a16:creationId xmlns:a16="http://schemas.microsoft.com/office/drawing/2014/main" id="{6ED97363-B96F-0DC9-98F2-91F930793B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1">
            <a:extLst>
              <a:ext uri="{FF2B5EF4-FFF2-40B4-BE49-F238E27FC236}">
                <a16:creationId xmlns:a16="http://schemas.microsoft.com/office/drawing/2014/main" id="{32ADB73C-E500-3747-C9EE-4E0C90AAA7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7A5BA8FE-8052-4FA3-8745-B61320203F6C}" type="slidenum">
              <a:rPr lang="en-US" altLang="en-US" sz="800"/>
              <a:pPr>
                <a:lnSpc>
                  <a:spcPct val="100000"/>
                </a:lnSpc>
                <a:spcBef>
                  <a:spcPct val="0"/>
                </a:spcBef>
                <a:buSzTx/>
                <a:buFontTx/>
                <a:buNone/>
              </a:pPr>
              <a:t>16</a:t>
            </a:fld>
            <a:endParaRPr lang="en-US" altLang="en-US" sz="800"/>
          </a:p>
        </p:txBody>
      </p:sp>
      <p:sp>
        <p:nvSpPr>
          <p:cNvPr id="29698" name="Rectangle 2">
            <a:extLst>
              <a:ext uri="{FF2B5EF4-FFF2-40B4-BE49-F238E27FC236}">
                <a16:creationId xmlns:a16="http://schemas.microsoft.com/office/drawing/2014/main" id="{DD017514-E7F7-DB37-C79A-10B531ED0568}"/>
              </a:ext>
            </a:extLst>
          </p:cNvPr>
          <p:cNvSpPr>
            <a:spLocks noChangeAspect="1" noChangeArrowheads="1" noTextEdit="1"/>
          </p:cNvSpPr>
          <p:nvPr>
            <p:ph type="sldImg"/>
          </p:nvPr>
        </p:nvSpPr>
        <p:spPr>
          <a:ln/>
        </p:spPr>
      </p:sp>
      <p:sp>
        <p:nvSpPr>
          <p:cNvPr id="29699" name="Rectangle 3">
            <a:extLst>
              <a:ext uri="{FF2B5EF4-FFF2-40B4-BE49-F238E27FC236}">
                <a16:creationId xmlns:a16="http://schemas.microsoft.com/office/drawing/2014/main" id="{062F1C9C-B54C-06DD-0406-3DD65D702C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1">
            <a:extLst>
              <a:ext uri="{FF2B5EF4-FFF2-40B4-BE49-F238E27FC236}">
                <a16:creationId xmlns:a16="http://schemas.microsoft.com/office/drawing/2014/main" id="{B225E041-FD5C-7648-802F-E1E123C478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89CC5B9C-3885-4558-BD1F-17F6ADE8E54B}" type="slidenum">
              <a:rPr lang="en-US" altLang="en-US" sz="800"/>
              <a:pPr>
                <a:lnSpc>
                  <a:spcPct val="100000"/>
                </a:lnSpc>
                <a:spcBef>
                  <a:spcPct val="0"/>
                </a:spcBef>
                <a:buSzTx/>
                <a:buFontTx/>
                <a:buNone/>
              </a:pPr>
              <a:t>17</a:t>
            </a:fld>
            <a:endParaRPr lang="en-US" altLang="en-US" sz="800"/>
          </a:p>
        </p:txBody>
      </p:sp>
      <p:sp>
        <p:nvSpPr>
          <p:cNvPr id="31746" name="Rectangle 2">
            <a:extLst>
              <a:ext uri="{FF2B5EF4-FFF2-40B4-BE49-F238E27FC236}">
                <a16:creationId xmlns:a16="http://schemas.microsoft.com/office/drawing/2014/main" id="{C0305935-91AF-AECF-0E0B-C5556DF5E846}"/>
              </a:ext>
            </a:extLst>
          </p:cNvPr>
          <p:cNvSpPr>
            <a:spLocks noChangeAspect="1" noChangeArrowheads="1" noTextEdit="1"/>
          </p:cNvSpPr>
          <p:nvPr>
            <p:ph type="sldImg"/>
          </p:nvPr>
        </p:nvSpPr>
        <p:spPr>
          <a:ln/>
        </p:spPr>
      </p:sp>
      <p:sp>
        <p:nvSpPr>
          <p:cNvPr id="31747" name="Rectangle 3">
            <a:extLst>
              <a:ext uri="{FF2B5EF4-FFF2-40B4-BE49-F238E27FC236}">
                <a16:creationId xmlns:a16="http://schemas.microsoft.com/office/drawing/2014/main" id="{D6772FEC-BD06-EE9C-4BBD-5298A87ED0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1">
            <a:extLst>
              <a:ext uri="{FF2B5EF4-FFF2-40B4-BE49-F238E27FC236}">
                <a16:creationId xmlns:a16="http://schemas.microsoft.com/office/drawing/2014/main" id="{6DDF62DB-2481-F5F9-A74F-71D91531EE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1DE323FC-4CB1-48EE-A29A-823E2C8496A3}" type="slidenum">
              <a:rPr lang="en-US" altLang="en-US" sz="800"/>
              <a:pPr>
                <a:lnSpc>
                  <a:spcPct val="100000"/>
                </a:lnSpc>
                <a:spcBef>
                  <a:spcPct val="0"/>
                </a:spcBef>
                <a:buSzTx/>
                <a:buFontTx/>
                <a:buNone/>
              </a:pPr>
              <a:t>18</a:t>
            </a:fld>
            <a:endParaRPr lang="en-US" altLang="en-US" sz="800"/>
          </a:p>
        </p:txBody>
      </p:sp>
      <p:sp>
        <p:nvSpPr>
          <p:cNvPr id="33794" name="Rectangle 2">
            <a:extLst>
              <a:ext uri="{FF2B5EF4-FFF2-40B4-BE49-F238E27FC236}">
                <a16:creationId xmlns:a16="http://schemas.microsoft.com/office/drawing/2014/main" id="{C8624512-D7EA-AF91-323E-788A7A6D3575}"/>
              </a:ext>
            </a:extLst>
          </p:cNvPr>
          <p:cNvSpPr>
            <a:spLocks noChangeAspect="1" noChangeArrowheads="1" noTextEdit="1"/>
          </p:cNvSpPr>
          <p:nvPr>
            <p:ph type="sldImg"/>
          </p:nvPr>
        </p:nvSpPr>
        <p:spPr>
          <a:ln/>
        </p:spPr>
      </p:sp>
      <p:sp>
        <p:nvSpPr>
          <p:cNvPr id="33795" name="Rectangle 3">
            <a:extLst>
              <a:ext uri="{FF2B5EF4-FFF2-40B4-BE49-F238E27FC236}">
                <a16:creationId xmlns:a16="http://schemas.microsoft.com/office/drawing/2014/main" id="{C3FB0138-A64F-09FE-EEAE-BB0A60E3F9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11">
            <a:extLst>
              <a:ext uri="{FF2B5EF4-FFF2-40B4-BE49-F238E27FC236}">
                <a16:creationId xmlns:a16="http://schemas.microsoft.com/office/drawing/2014/main" id="{EF772BF5-8A9E-600C-4A75-7A379FE9EA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65929D70-BB82-4C37-BB85-F925F2AB9C98}" type="slidenum">
              <a:rPr lang="en-US" altLang="en-US" sz="800"/>
              <a:pPr>
                <a:lnSpc>
                  <a:spcPct val="100000"/>
                </a:lnSpc>
                <a:spcBef>
                  <a:spcPct val="0"/>
                </a:spcBef>
                <a:buSzTx/>
                <a:buFontTx/>
                <a:buNone/>
              </a:pPr>
              <a:t>19</a:t>
            </a:fld>
            <a:endParaRPr lang="en-US" altLang="en-US" sz="800"/>
          </a:p>
        </p:txBody>
      </p:sp>
      <p:sp>
        <p:nvSpPr>
          <p:cNvPr id="35842" name="Rectangle 2">
            <a:extLst>
              <a:ext uri="{FF2B5EF4-FFF2-40B4-BE49-F238E27FC236}">
                <a16:creationId xmlns:a16="http://schemas.microsoft.com/office/drawing/2014/main" id="{C2FC0F52-A90B-5C73-811A-15C92047AA30}"/>
              </a:ext>
            </a:extLst>
          </p:cNvPr>
          <p:cNvSpPr>
            <a:spLocks noChangeAspect="1" noChangeArrowheads="1" noTextEdit="1"/>
          </p:cNvSpPr>
          <p:nvPr>
            <p:ph type="sldImg"/>
          </p:nvPr>
        </p:nvSpPr>
        <p:spPr>
          <a:ln/>
        </p:spPr>
      </p:sp>
      <p:sp>
        <p:nvSpPr>
          <p:cNvPr id="35843" name="Rectangle 3">
            <a:extLst>
              <a:ext uri="{FF2B5EF4-FFF2-40B4-BE49-F238E27FC236}">
                <a16:creationId xmlns:a16="http://schemas.microsoft.com/office/drawing/2014/main" id="{45DE2519-4455-AF49-BCDD-6F4588FE0A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11">
            <a:extLst>
              <a:ext uri="{FF2B5EF4-FFF2-40B4-BE49-F238E27FC236}">
                <a16:creationId xmlns:a16="http://schemas.microsoft.com/office/drawing/2014/main" id="{1C5A95BA-3105-2588-5DEF-A9F3273607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C83C1FA1-CE5D-4CF2-AD7E-974F93CA4C3E}" type="slidenum">
              <a:rPr lang="en-US" altLang="en-US" sz="800"/>
              <a:pPr>
                <a:lnSpc>
                  <a:spcPct val="100000"/>
                </a:lnSpc>
                <a:spcBef>
                  <a:spcPct val="0"/>
                </a:spcBef>
                <a:buSzTx/>
                <a:buFontTx/>
                <a:buNone/>
              </a:pPr>
              <a:t>20</a:t>
            </a:fld>
            <a:endParaRPr lang="en-US" altLang="en-US" sz="800"/>
          </a:p>
        </p:txBody>
      </p:sp>
      <p:sp>
        <p:nvSpPr>
          <p:cNvPr id="37890" name="Rectangle 2">
            <a:extLst>
              <a:ext uri="{FF2B5EF4-FFF2-40B4-BE49-F238E27FC236}">
                <a16:creationId xmlns:a16="http://schemas.microsoft.com/office/drawing/2014/main" id="{3DD273B2-E932-2D82-0299-9C7EFF1E4CCE}"/>
              </a:ext>
            </a:extLst>
          </p:cNvPr>
          <p:cNvSpPr>
            <a:spLocks noChangeAspect="1" noChangeArrowheads="1" noTextEdit="1"/>
          </p:cNvSpPr>
          <p:nvPr>
            <p:ph type="sldImg"/>
          </p:nvPr>
        </p:nvSpPr>
        <p:spPr>
          <a:ln/>
        </p:spPr>
      </p:sp>
      <p:sp>
        <p:nvSpPr>
          <p:cNvPr id="37891" name="Rectangle 3">
            <a:extLst>
              <a:ext uri="{FF2B5EF4-FFF2-40B4-BE49-F238E27FC236}">
                <a16:creationId xmlns:a16="http://schemas.microsoft.com/office/drawing/2014/main" id="{B72EF9C1-5644-57F3-B715-42528AB4A4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11">
            <a:extLst>
              <a:ext uri="{FF2B5EF4-FFF2-40B4-BE49-F238E27FC236}">
                <a16:creationId xmlns:a16="http://schemas.microsoft.com/office/drawing/2014/main" id="{B673CC4D-F3E3-5D44-AD94-85019CA11E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1A7E37CD-848B-43B5-AB28-59996946F3F0}" type="slidenum">
              <a:rPr lang="en-US" altLang="en-US" sz="800"/>
              <a:pPr>
                <a:lnSpc>
                  <a:spcPct val="100000"/>
                </a:lnSpc>
                <a:spcBef>
                  <a:spcPct val="0"/>
                </a:spcBef>
                <a:buSzTx/>
                <a:buFontTx/>
                <a:buNone/>
              </a:pPr>
              <a:t>22</a:t>
            </a:fld>
            <a:endParaRPr lang="en-US" altLang="en-US" sz="800"/>
          </a:p>
        </p:txBody>
      </p:sp>
      <p:sp>
        <p:nvSpPr>
          <p:cNvPr id="40962" name="Rectangle 2">
            <a:extLst>
              <a:ext uri="{FF2B5EF4-FFF2-40B4-BE49-F238E27FC236}">
                <a16:creationId xmlns:a16="http://schemas.microsoft.com/office/drawing/2014/main" id="{45068696-12F6-011C-AA7D-7A0ABC7CEA4A}"/>
              </a:ext>
            </a:extLst>
          </p:cNvPr>
          <p:cNvSpPr>
            <a:spLocks noChangeAspect="1" noChangeArrowheads="1" noTextEdit="1"/>
          </p:cNvSpPr>
          <p:nvPr>
            <p:ph type="sldImg"/>
          </p:nvPr>
        </p:nvSpPr>
        <p:spPr>
          <a:ln/>
        </p:spPr>
      </p:sp>
      <p:sp>
        <p:nvSpPr>
          <p:cNvPr id="40963" name="Rectangle 3">
            <a:extLst>
              <a:ext uri="{FF2B5EF4-FFF2-40B4-BE49-F238E27FC236}">
                <a16:creationId xmlns:a16="http://schemas.microsoft.com/office/drawing/2014/main" id="{2EEA9871-9104-B99F-C8FD-B47005E086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11">
            <a:extLst>
              <a:ext uri="{FF2B5EF4-FFF2-40B4-BE49-F238E27FC236}">
                <a16:creationId xmlns:a16="http://schemas.microsoft.com/office/drawing/2014/main" id="{5E9B2E85-B56D-2FA5-7719-5D5826BD51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FA9B1886-5414-4855-886F-BE1F49910470}" type="slidenum">
              <a:rPr lang="en-US" altLang="en-US" sz="800"/>
              <a:pPr>
                <a:lnSpc>
                  <a:spcPct val="100000"/>
                </a:lnSpc>
                <a:spcBef>
                  <a:spcPct val="0"/>
                </a:spcBef>
                <a:buSzTx/>
                <a:buFontTx/>
                <a:buNone/>
              </a:pPr>
              <a:t>25</a:t>
            </a:fld>
            <a:endParaRPr lang="en-US" altLang="en-US" sz="800"/>
          </a:p>
        </p:txBody>
      </p:sp>
      <p:sp>
        <p:nvSpPr>
          <p:cNvPr id="45058" name="Rectangle 2">
            <a:extLst>
              <a:ext uri="{FF2B5EF4-FFF2-40B4-BE49-F238E27FC236}">
                <a16:creationId xmlns:a16="http://schemas.microsoft.com/office/drawing/2014/main" id="{092D10AD-FC62-9C60-6D1E-C844D3E711AE}"/>
              </a:ext>
            </a:extLst>
          </p:cNvPr>
          <p:cNvSpPr>
            <a:spLocks noChangeAspect="1" noChangeArrowheads="1" noTextEdit="1"/>
          </p:cNvSpPr>
          <p:nvPr>
            <p:ph type="sldImg"/>
          </p:nvPr>
        </p:nvSpPr>
        <p:spPr>
          <a:ln/>
        </p:spPr>
      </p:sp>
      <p:sp>
        <p:nvSpPr>
          <p:cNvPr id="45059" name="Rectangle 3">
            <a:extLst>
              <a:ext uri="{FF2B5EF4-FFF2-40B4-BE49-F238E27FC236}">
                <a16:creationId xmlns:a16="http://schemas.microsoft.com/office/drawing/2014/main" id="{1C327A89-F922-E110-1178-6D25F33F9C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11">
            <a:extLst>
              <a:ext uri="{FF2B5EF4-FFF2-40B4-BE49-F238E27FC236}">
                <a16:creationId xmlns:a16="http://schemas.microsoft.com/office/drawing/2014/main" id="{ADDE703E-FA04-651C-EAD0-D6C7986E28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576B5B7F-8D2E-4A07-A494-03B1AFAE779E}" type="slidenum">
              <a:rPr lang="en-US" altLang="en-US" sz="800"/>
              <a:pPr>
                <a:lnSpc>
                  <a:spcPct val="100000"/>
                </a:lnSpc>
                <a:spcBef>
                  <a:spcPct val="0"/>
                </a:spcBef>
                <a:buSzTx/>
                <a:buFontTx/>
                <a:buNone/>
              </a:pPr>
              <a:t>27</a:t>
            </a:fld>
            <a:endParaRPr lang="en-US" altLang="en-US" sz="800"/>
          </a:p>
        </p:txBody>
      </p:sp>
      <p:sp>
        <p:nvSpPr>
          <p:cNvPr id="48130" name="Rectangle 2">
            <a:extLst>
              <a:ext uri="{FF2B5EF4-FFF2-40B4-BE49-F238E27FC236}">
                <a16:creationId xmlns:a16="http://schemas.microsoft.com/office/drawing/2014/main" id="{32C5635E-E4DA-30A3-DDD8-4BD3735C6BEB}"/>
              </a:ext>
            </a:extLst>
          </p:cNvPr>
          <p:cNvSpPr>
            <a:spLocks noChangeAspect="1" noChangeArrowheads="1" noTextEdit="1"/>
          </p:cNvSpPr>
          <p:nvPr>
            <p:ph type="sldImg"/>
          </p:nvPr>
        </p:nvSpPr>
        <p:spPr>
          <a:ln/>
        </p:spPr>
      </p:sp>
      <p:sp>
        <p:nvSpPr>
          <p:cNvPr id="48131" name="Rectangle 3">
            <a:extLst>
              <a:ext uri="{FF2B5EF4-FFF2-40B4-BE49-F238E27FC236}">
                <a16:creationId xmlns:a16="http://schemas.microsoft.com/office/drawing/2014/main" id="{6DF709D5-97FF-2786-5880-06CF0841E4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11">
            <a:extLst>
              <a:ext uri="{FF2B5EF4-FFF2-40B4-BE49-F238E27FC236}">
                <a16:creationId xmlns:a16="http://schemas.microsoft.com/office/drawing/2014/main" id="{1E5EFEE6-8670-5412-273F-62902046BB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88E09DB8-9685-407E-820E-BC9C2965B16D}" type="slidenum">
              <a:rPr lang="en-US" altLang="en-US" sz="800"/>
              <a:pPr>
                <a:lnSpc>
                  <a:spcPct val="100000"/>
                </a:lnSpc>
                <a:spcBef>
                  <a:spcPct val="0"/>
                </a:spcBef>
                <a:buSzTx/>
                <a:buFontTx/>
                <a:buNone/>
              </a:pPr>
              <a:t>30</a:t>
            </a:fld>
            <a:endParaRPr lang="en-US" altLang="en-US" sz="800"/>
          </a:p>
        </p:txBody>
      </p:sp>
      <p:sp>
        <p:nvSpPr>
          <p:cNvPr id="52226" name="Rectangle 2">
            <a:extLst>
              <a:ext uri="{FF2B5EF4-FFF2-40B4-BE49-F238E27FC236}">
                <a16:creationId xmlns:a16="http://schemas.microsoft.com/office/drawing/2014/main" id="{02A8F8E3-D4A5-CB77-B4E2-F1FCDAAD4221}"/>
              </a:ext>
            </a:extLst>
          </p:cNvPr>
          <p:cNvSpPr>
            <a:spLocks noChangeAspect="1" noChangeArrowheads="1" noTextEdit="1"/>
          </p:cNvSpPr>
          <p:nvPr>
            <p:ph type="sldImg"/>
          </p:nvPr>
        </p:nvSpPr>
        <p:spPr>
          <a:ln/>
        </p:spPr>
      </p:sp>
      <p:sp>
        <p:nvSpPr>
          <p:cNvPr id="52227" name="Rectangle 3">
            <a:extLst>
              <a:ext uri="{FF2B5EF4-FFF2-40B4-BE49-F238E27FC236}">
                <a16:creationId xmlns:a16="http://schemas.microsoft.com/office/drawing/2014/main" id="{4FA1DBBE-BB79-29CE-E13A-8D37C86981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11">
            <a:extLst>
              <a:ext uri="{FF2B5EF4-FFF2-40B4-BE49-F238E27FC236}">
                <a16:creationId xmlns:a16="http://schemas.microsoft.com/office/drawing/2014/main" id="{3A428301-B337-13BB-D065-CDD13A39A2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F63D07DF-7623-49BC-9B61-ED1D09E9FDFB}" type="slidenum">
              <a:rPr lang="en-US" altLang="en-US" sz="800"/>
              <a:pPr>
                <a:lnSpc>
                  <a:spcPct val="100000"/>
                </a:lnSpc>
                <a:spcBef>
                  <a:spcPct val="0"/>
                </a:spcBef>
                <a:buSzTx/>
                <a:buFontTx/>
                <a:buNone/>
              </a:pPr>
              <a:t>33</a:t>
            </a:fld>
            <a:endParaRPr lang="en-US" altLang="en-US" sz="800"/>
          </a:p>
        </p:txBody>
      </p:sp>
      <p:sp>
        <p:nvSpPr>
          <p:cNvPr id="56322" name="Rectangle 2">
            <a:extLst>
              <a:ext uri="{FF2B5EF4-FFF2-40B4-BE49-F238E27FC236}">
                <a16:creationId xmlns:a16="http://schemas.microsoft.com/office/drawing/2014/main" id="{B84D895F-DEB7-7A37-4926-7B5B8EB71658}"/>
              </a:ext>
            </a:extLst>
          </p:cNvPr>
          <p:cNvSpPr>
            <a:spLocks noChangeAspect="1" noChangeArrowheads="1" noTextEdit="1"/>
          </p:cNvSpPr>
          <p:nvPr>
            <p:ph type="sldImg"/>
          </p:nvPr>
        </p:nvSpPr>
        <p:spPr>
          <a:ln/>
        </p:spPr>
      </p:sp>
      <p:sp>
        <p:nvSpPr>
          <p:cNvPr id="56323" name="Rectangle 3">
            <a:extLst>
              <a:ext uri="{FF2B5EF4-FFF2-40B4-BE49-F238E27FC236}">
                <a16:creationId xmlns:a16="http://schemas.microsoft.com/office/drawing/2014/main" id="{7BFB3624-EA14-6A81-B79C-917A598326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11">
            <a:extLst>
              <a:ext uri="{FF2B5EF4-FFF2-40B4-BE49-F238E27FC236}">
                <a16:creationId xmlns:a16="http://schemas.microsoft.com/office/drawing/2014/main" id="{7EE4F1D2-031C-43BE-D109-124187B1E0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837D87E2-068F-4E26-AE5F-41C94416EACC}" type="slidenum">
              <a:rPr lang="en-US" altLang="en-US" sz="800"/>
              <a:pPr>
                <a:lnSpc>
                  <a:spcPct val="100000"/>
                </a:lnSpc>
                <a:spcBef>
                  <a:spcPct val="0"/>
                </a:spcBef>
                <a:buSzTx/>
                <a:buFontTx/>
                <a:buNone/>
              </a:pPr>
              <a:t>34</a:t>
            </a:fld>
            <a:endParaRPr lang="en-US" altLang="en-US" sz="800"/>
          </a:p>
        </p:txBody>
      </p:sp>
      <p:sp>
        <p:nvSpPr>
          <p:cNvPr id="58370" name="Rectangle 2">
            <a:extLst>
              <a:ext uri="{FF2B5EF4-FFF2-40B4-BE49-F238E27FC236}">
                <a16:creationId xmlns:a16="http://schemas.microsoft.com/office/drawing/2014/main" id="{E5DFA14E-6D83-1726-444F-64F1238CB630}"/>
              </a:ext>
            </a:extLst>
          </p:cNvPr>
          <p:cNvSpPr>
            <a:spLocks noChangeAspect="1" noChangeArrowheads="1" noTextEdit="1"/>
          </p:cNvSpPr>
          <p:nvPr>
            <p:ph type="sldImg"/>
          </p:nvPr>
        </p:nvSpPr>
        <p:spPr>
          <a:ln/>
        </p:spPr>
      </p:sp>
      <p:sp>
        <p:nvSpPr>
          <p:cNvPr id="58371" name="Rectangle 3">
            <a:extLst>
              <a:ext uri="{FF2B5EF4-FFF2-40B4-BE49-F238E27FC236}">
                <a16:creationId xmlns:a16="http://schemas.microsoft.com/office/drawing/2014/main" id="{15589F86-063D-D27D-8320-CAC81A273F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11">
            <a:extLst>
              <a:ext uri="{FF2B5EF4-FFF2-40B4-BE49-F238E27FC236}">
                <a16:creationId xmlns:a16="http://schemas.microsoft.com/office/drawing/2014/main" id="{F24984EF-BCA0-960E-8376-10E42E0142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5497679F-12D2-4A4E-BEB9-DABC9EFD4D77}" type="slidenum">
              <a:rPr lang="en-US" altLang="en-US" sz="800"/>
              <a:pPr>
                <a:lnSpc>
                  <a:spcPct val="100000"/>
                </a:lnSpc>
                <a:spcBef>
                  <a:spcPct val="0"/>
                </a:spcBef>
                <a:buSzTx/>
                <a:buFontTx/>
                <a:buNone/>
              </a:pPr>
              <a:t>36</a:t>
            </a:fld>
            <a:endParaRPr lang="en-US" altLang="en-US" sz="800"/>
          </a:p>
        </p:txBody>
      </p:sp>
      <p:sp>
        <p:nvSpPr>
          <p:cNvPr id="61442" name="Rectangle 2">
            <a:extLst>
              <a:ext uri="{FF2B5EF4-FFF2-40B4-BE49-F238E27FC236}">
                <a16:creationId xmlns:a16="http://schemas.microsoft.com/office/drawing/2014/main" id="{BE89AD41-53DE-BCB3-9EBB-79D32249D870}"/>
              </a:ext>
            </a:extLst>
          </p:cNvPr>
          <p:cNvSpPr>
            <a:spLocks noChangeAspect="1" noChangeArrowheads="1" noTextEdit="1"/>
          </p:cNvSpPr>
          <p:nvPr>
            <p:ph type="sldImg"/>
          </p:nvPr>
        </p:nvSpPr>
        <p:spPr>
          <a:ln/>
        </p:spPr>
      </p:sp>
      <p:sp>
        <p:nvSpPr>
          <p:cNvPr id="61443" name="Rectangle 3">
            <a:extLst>
              <a:ext uri="{FF2B5EF4-FFF2-40B4-BE49-F238E27FC236}">
                <a16:creationId xmlns:a16="http://schemas.microsoft.com/office/drawing/2014/main" id="{A6A8396E-D831-3840-19D4-CB54570067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2" descr="PPt_CoverArt1">
            <a:extLst>
              <a:ext uri="{FF2B5EF4-FFF2-40B4-BE49-F238E27FC236}">
                <a16:creationId xmlns:a16="http://schemas.microsoft.com/office/drawing/2014/main" id="{176DDAE7-BC13-F125-78F1-2E9720489F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93888"/>
            <a:ext cx="9140825" cy="244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3">
            <a:extLst>
              <a:ext uri="{FF2B5EF4-FFF2-40B4-BE49-F238E27FC236}">
                <a16:creationId xmlns:a16="http://schemas.microsoft.com/office/drawing/2014/main" id="{C89A456D-1B15-9B04-CFEE-3460A695F79D}"/>
              </a:ext>
            </a:extLst>
          </p:cNvPr>
          <p:cNvSpPr>
            <a:spLocks noChangeArrowheads="1"/>
          </p:cNvSpPr>
          <p:nvPr/>
        </p:nvSpPr>
        <p:spPr bwMode="auto">
          <a:xfrm>
            <a:off x="4498975" y="6672263"/>
            <a:ext cx="2022475" cy="188912"/>
          </a:xfrm>
          <a:prstGeom prst="rect">
            <a:avLst/>
          </a:prstGeom>
          <a:noFill/>
          <a:ln>
            <a:noFill/>
          </a:ln>
        </p:spPr>
        <p:txBody>
          <a:bodyPr wrap="none" lIns="82124" tIns="41061" rIns="82124" bIns="41061" anchor="b" anchorCtr="1">
            <a:spAutoFit/>
          </a:bodyPr>
          <a:lstStyle>
            <a:lvl1pPr algn="ctr" defTabSz="814388">
              <a:lnSpc>
                <a:spcPct val="90000"/>
              </a:lnSpc>
              <a:defRPr sz="2400">
                <a:solidFill>
                  <a:schemeClr val="tx1"/>
                </a:solidFill>
                <a:latin typeface="Arial" charset="0"/>
              </a:defRPr>
            </a:lvl1pPr>
            <a:lvl2pPr marL="742950" indent="-285750" algn="ctr" defTabSz="814388">
              <a:lnSpc>
                <a:spcPct val="90000"/>
              </a:lnSpc>
              <a:defRPr sz="2400">
                <a:solidFill>
                  <a:schemeClr val="tx1"/>
                </a:solidFill>
                <a:latin typeface="Arial" charset="0"/>
              </a:defRPr>
            </a:lvl2pPr>
            <a:lvl3pPr marL="1143000" indent="-228600" algn="ctr" defTabSz="814388">
              <a:lnSpc>
                <a:spcPct val="90000"/>
              </a:lnSpc>
              <a:defRPr sz="2400">
                <a:solidFill>
                  <a:schemeClr val="tx1"/>
                </a:solidFill>
                <a:latin typeface="Arial" charset="0"/>
              </a:defRPr>
            </a:lvl3pPr>
            <a:lvl4pPr marL="1600200" indent="-228600" algn="ctr" defTabSz="814388">
              <a:lnSpc>
                <a:spcPct val="90000"/>
              </a:lnSpc>
              <a:defRPr sz="2400">
                <a:solidFill>
                  <a:schemeClr val="tx1"/>
                </a:solidFill>
                <a:latin typeface="Arial" charset="0"/>
              </a:defRPr>
            </a:lvl4pPr>
            <a:lvl5pPr marL="2057400" indent="-228600" algn="ctr" defTabSz="814388">
              <a:lnSpc>
                <a:spcPct val="90000"/>
              </a:lnSpc>
              <a:defRPr sz="2400">
                <a:solidFill>
                  <a:schemeClr val="tx1"/>
                </a:solidFill>
                <a:latin typeface="Arial" charset="0"/>
              </a:defRPr>
            </a:lvl5pPr>
            <a:lvl6pPr marL="2514600" indent="-228600" algn="ctr" defTabSz="8143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8143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8143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814388" eaLnBrk="0" fontAlgn="base" hangingPunct="0">
              <a:lnSpc>
                <a:spcPct val="90000"/>
              </a:lnSpc>
              <a:spcBef>
                <a:spcPct val="0"/>
              </a:spcBef>
              <a:spcAft>
                <a:spcPct val="0"/>
              </a:spcAft>
              <a:defRPr sz="2400">
                <a:solidFill>
                  <a:schemeClr val="tx1"/>
                </a:solidFill>
                <a:latin typeface="Arial" charset="0"/>
              </a:defRPr>
            </a:lvl9pPr>
          </a:lstStyle>
          <a:p>
            <a:pPr algn="l">
              <a:lnSpc>
                <a:spcPct val="100000"/>
              </a:lnSpc>
              <a:defRPr/>
            </a:pPr>
            <a:r>
              <a:rPr lang="en-US" altLang="en-US" sz="700">
                <a:solidFill>
                  <a:srgbClr val="D3D3D3"/>
                </a:solidFill>
              </a:rPr>
              <a:t>© 2007 Cisco Systems, Inc. All rights reserved.</a:t>
            </a:r>
          </a:p>
        </p:txBody>
      </p:sp>
      <p:sp>
        <p:nvSpPr>
          <p:cNvPr id="4" name="Rectangle 4">
            <a:extLst>
              <a:ext uri="{FF2B5EF4-FFF2-40B4-BE49-F238E27FC236}">
                <a16:creationId xmlns:a16="http://schemas.microsoft.com/office/drawing/2014/main" id="{EED86325-59B4-6765-0D25-A666472B0EE8}"/>
              </a:ext>
            </a:extLst>
          </p:cNvPr>
          <p:cNvSpPr>
            <a:spLocks noChangeArrowheads="1"/>
          </p:cNvSpPr>
          <p:nvPr/>
        </p:nvSpPr>
        <p:spPr bwMode="auto">
          <a:xfrm>
            <a:off x="7123113" y="6672263"/>
            <a:ext cx="650875" cy="188912"/>
          </a:xfrm>
          <a:prstGeom prst="rect">
            <a:avLst/>
          </a:prstGeom>
          <a:noFill/>
          <a:ln>
            <a:noFill/>
          </a:ln>
        </p:spPr>
        <p:txBody>
          <a:bodyPr wrap="none" lIns="82124" tIns="41061" rIns="82124" bIns="41061" anchor="b">
            <a:spAutoFit/>
          </a:bodyPr>
          <a:lstStyle>
            <a:lvl1pPr algn="ctr" defTabSz="814388">
              <a:lnSpc>
                <a:spcPct val="90000"/>
              </a:lnSpc>
              <a:defRPr sz="2400">
                <a:solidFill>
                  <a:schemeClr val="tx1"/>
                </a:solidFill>
                <a:latin typeface="Arial" charset="0"/>
              </a:defRPr>
            </a:lvl1pPr>
            <a:lvl2pPr marL="742950" indent="-285750" algn="ctr" defTabSz="814388">
              <a:lnSpc>
                <a:spcPct val="90000"/>
              </a:lnSpc>
              <a:defRPr sz="2400">
                <a:solidFill>
                  <a:schemeClr val="tx1"/>
                </a:solidFill>
                <a:latin typeface="Arial" charset="0"/>
              </a:defRPr>
            </a:lvl2pPr>
            <a:lvl3pPr marL="1143000" indent="-228600" algn="ctr" defTabSz="814388">
              <a:lnSpc>
                <a:spcPct val="90000"/>
              </a:lnSpc>
              <a:defRPr sz="2400">
                <a:solidFill>
                  <a:schemeClr val="tx1"/>
                </a:solidFill>
                <a:latin typeface="Arial" charset="0"/>
              </a:defRPr>
            </a:lvl3pPr>
            <a:lvl4pPr marL="1600200" indent="-228600" algn="ctr" defTabSz="814388">
              <a:lnSpc>
                <a:spcPct val="90000"/>
              </a:lnSpc>
              <a:defRPr sz="2400">
                <a:solidFill>
                  <a:schemeClr val="tx1"/>
                </a:solidFill>
                <a:latin typeface="Arial" charset="0"/>
              </a:defRPr>
            </a:lvl4pPr>
            <a:lvl5pPr marL="2057400" indent="-228600" algn="ctr" defTabSz="814388">
              <a:lnSpc>
                <a:spcPct val="90000"/>
              </a:lnSpc>
              <a:defRPr sz="2400">
                <a:solidFill>
                  <a:schemeClr val="tx1"/>
                </a:solidFill>
                <a:latin typeface="Arial" charset="0"/>
              </a:defRPr>
            </a:lvl5pPr>
            <a:lvl6pPr marL="2514600" indent="-228600" algn="ctr" defTabSz="8143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8143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8143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814388" eaLnBrk="0" fontAlgn="base" hangingPunct="0">
              <a:lnSpc>
                <a:spcPct val="90000"/>
              </a:lnSpc>
              <a:spcBef>
                <a:spcPct val="0"/>
              </a:spcBef>
              <a:spcAft>
                <a:spcPct val="0"/>
              </a:spcAft>
              <a:defRPr sz="2400">
                <a:solidFill>
                  <a:schemeClr val="tx1"/>
                </a:solidFill>
                <a:latin typeface="Arial" charset="0"/>
              </a:defRPr>
            </a:lvl9pPr>
          </a:lstStyle>
          <a:p>
            <a:pPr algn="r">
              <a:lnSpc>
                <a:spcPct val="100000"/>
              </a:lnSpc>
              <a:defRPr/>
            </a:pPr>
            <a:r>
              <a:rPr lang="en-US" altLang="en-US" sz="700">
                <a:solidFill>
                  <a:srgbClr val="D3D3D3"/>
                </a:solidFill>
              </a:rPr>
              <a:t>Cisco Public</a:t>
            </a:r>
          </a:p>
        </p:txBody>
      </p:sp>
      <p:sp>
        <p:nvSpPr>
          <p:cNvPr id="5" name="Rectangle 5">
            <a:extLst>
              <a:ext uri="{FF2B5EF4-FFF2-40B4-BE49-F238E27FC236}">
                <a16:creationId xmlns:a16="http://schemas.microsoft.com/office/drawing/2014/main" id="{DE187FCD-7630-C1DF-B2BB-AE739E0F5845}"/>
              </a:ext>
            </a:extLst>
          </p:cNvPr>
          <p:cNvSpPr>
            <a:spLocks noChangeArrowheads="1"/>
          </p:cNvSpPr>
          <p:nvPr/>
        </p:nvSpPr>
        <p:spPr bwMode="auto">
          <a:xfrm>
            <a:off x="193675" y="6565900"/>
            <a:ext cx="962025" cy="295275"/>
          </a:xfrm>
          <a:prstGeom prst="rect">
            <a:avLst/>
          </a:prstGeom>
          <a:noFill/>
          <a:ln>
            <a:noFill/>
          </a:ln>
        </p:spPr>
        <p:txBody>
          <a:bodyPr lIns="82124" tIns="41061" rIns="82124" bIns="41061" anchor="b">
            <a:spAutoFit/>
          </a:bodyPr>
          <a:lstStyle>
            <a:lvl1pPr algn="ctr" defTabSz="814388">
              <a:lnSpc>
                <a:spcPct val="90000"/>
              </a:lnSpc>
              <a:defRPr sz="2400">
                <a:solidFill>
                  <a:schemeClr val="tx1"/>
                </a:solidFill>
                <a:latin typeface="Arial" charset="0"/>
              </a:defRPr>
            </a:lvl1pPr>
            <a:lvl2pPr marL="742950" indent="-285750" algn="ctr" defTabSz="814388">
              <a:lnSpc>
                <a:spcPct val="90000"/>
              </a:lnSpc>
              <a:defRPr sz="2400">
                <a:solidFill>
                  <a:schemeClr val="tx1"/>
                </a:solidFill>
                <a:latin typeface="Arial" charset="0"/>
              </a:defRPr>
            </a:lvl2pPr>
            <a:lvl3pPr marL="1143000" indent="-228600" algn="ctr" defTabSz="814388">
              <a:lnSpc>
                <a:spcPct val="90000"/>
              </a:lnSpc>
              <a:defRPr sz="2400">
                <a:solidFill>
                  <a:schemeClr val="tx1"/>
                </a:solidFill>
                <a:latin typeface="Arial" charset="0"/>
              </a:defRPr>
            </a:lvl3pPr>
            <a:lvl4pPr marL="1600200" indent="-228600" algn="ctr" defTabSz="814388">
              <a:lnSpc>
                <a:spcPct val="90000"/>
              </a:lnSpc>
              <a:defRPr sz="2400">
                <a:solidFill>
                  <a:schemeClr val="tx1"/>
                </a:solidFill>
                <a:latin typeface="Arial" charset="0"/>
              </a:defRPr>
            </a:lvl4pPr>
            <a:lvl5pPr marL="2057400" indent="-228600" algn="ctr" defTabSz="814388">
              <a:lnSpc>
                <a:spcPct val="90000"/>
              </a:lnSpc>
              <a:defRPr sz="2400">
                <a:solidFill>
                  <a:schemeClr val="tx1"/>
                </a:solidFill>
                <a:latin typeface="Arial" charset="0"/>
              </a:defRPr>
            </a:lvl5pPr>
            <a:lvl6pPr marL="2514600" indent="-228600" algn="ctr" defTabSz="8143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8143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8143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814388" eaLnBrk="0" fontAlgn="base" hangingPunct="0">
              <a:lnSpc>
                <a:spcPct val="90000"/>
              </a:lnSpc>
              <a:spcBef>
                <a:spcPct val="0"/>
              </a:spcBef>
              <a:spcAft>
                <a:spcPct val="0"/>
              </a:spcAft>
              <a:defRPr sz="2400">
                <a:solidFill>
                  <a:schemeClr val="tx1"/>
                </a:solidFill>
                <a:latin typeface="Arial" charset="0"/>
              </a:defRPr>
            </a:lvl9pPr>
          </a:lstStyle>
          <a:p>
            <a:pPr algn="l">
              <a:lnSpc>
                <a:spcPct val="100000"/>
              </a:lnSpc>
              <a:defRPr/>
            </a:pPr>
            <a:r>
              <a:rPr lang="en-US" altLang="en-US" sz="700">
                <a:solidFill>
                  <a:srgbClr val="D3D3D3"/>
                </a:solidFill>
              </a:rPr>
              <a:t>ITE PC v4.0</a:t>
            </a:r>
          </a:p>
          <a:p>
            <a:pPr algn="l">
              <a:lnSpc>
                <a:spcPct val="100000"/>
              </a:lnSpc>
              <a:defRPr/>
            </a:pPr>
            <a:r>
              <a:rPr lang="en-US" altLang="en-US" sz="700">
                <a:solidFill>
                  <a:srgbClr val="D3D3D3"/>
                </a:solidFill>
              </a:rPr>
              <a:t>Chapter 1</a:t>
            </a:r>
          </a:p>
        </p:txBody>
      </p:sp>
      <p:sp>
        <p:nvSpPr>
          <p:cNvPr id="6" name="Rectangle 6">
            <a:extLst>
              <a:ext uri="{FF2B5EF4-FFF2-40B4-BE49-F238E27FC236}">
                <a16:creationId xmlns:a16="http://schemas.microsoft.com/office/drawing/2014/main" id="{25B64C2E-4EB7-C68C-9F18-468BB5ED2A40}"/>
              </a:ext>
            </a:extLst>
          </p:cNvPr>
          <p:cNvSpPr>
            <a:spLocks noChangeArrowheads="1"/>
          </p:cNvSpPr>
          <p:nvPr/>
        </p:nvSpPr>
        <p:spPr bwMode="auto">
          <a:xfrm>
            <a:off x="8596313" y="6626225"/>
            <a:ext cx="320675" cy="234950"/>
          </a:xfrm>
          <a:prstGeom prst="rect">
            <a:avLst/>
          </a:prstGeom>
          <a:noFill/>
          <a:ln w="9525" algn="ctr">
            <a:noFill/>
            <a:miter lim="800000"/>
            <a:headEnd/>
            <a:tailEnd/>
          </a:ln>
          <a:effectLst/>
        </p:spPr>
        <p:txBody>
          <a:bodyPr wrap="none" lIns="82124" tIns="41061" rIns="82124" bIns="41061" anchor="b">
            <a:spAutoFit/>
          </a:bodyPr>
          <a:lstStyle>
            <a:lvl1pPr defTabSz="814388">
              <a:defRPr sz="2400">
                <a:solidFill>
                  <a:schemeClr val="tx1"/>
                </a:solidFill>
                <a:latin typeface="Arial" panose="020B0604020202020204" pitchFamily="34" charset="0"/>
              </a:defRPr>
            </a:lvl1pPr>
            <a:lvl2pPr marL="742950" indent="-285750" defTabSz="814388">
              <a:defRPr sz="2400">
                <a:solidFill>
                  <a:schemeClr val="tx1"/>
                </a:solidFill>
                <a:latin typeface="Arial" panose="020B0604020202020204" pitchFamily="34" charset="0"/>
              </a:defRPr>
            </a:lvl2pPr>
            <a:lvl3pPr marL="1143000" indent="-228600" defTabSz="814388">
              <a:defRPr sz="2400">
                <a:solidFill>
                  <a:schemeClr val="tx1"/>
                </a:solidFill>
                <a:latin typeface="Arial" panose="020B0604020202020204" pitchFamily="34" charset="0"/>
              </a:defRPr>
            </a:lvl3pPr>
            <a:lvl4pPr marL="1600200" indent="-228600" defTabSz="814388">
              <a:defRPr sz="2400">
                <a:solidFill>
                  <a:schemeClr val="tx1"/>
                </a:solidFill>
                <a:latin typeface="Arial" panose="020B0604020202020204" pitchFamily="34" charset="0"/>
              </a:defRPr>
            </a:lvl4pPr>
            <a:lvl5pPr marL="2057400" indent="-228600" defTabSz="814388">
              <a:defRPr sz="2400">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2400">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2400">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2400">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2400">
                <a:solidFill>
                  <a:schemeClr val="tx1"/>
                </a:solidFill>
                <a:latin typeface="Arial" panose="020B0604020202020204" pitchFamily="34" charset="0"/>
              </a:defRPr>
            </a:lvl9pPr>
          </a:lstStyle>
          <a:p>
            <a:pPr algn="r">
              <a:defRPr/>
            </a:pPr>
            <a:fld id="{7FA4EA3D-7211-42CF-BDDE-9ADAE91397D5}" type="slidenum">
              <a:rPr lang="en-US" altLang="en-US" sz="1000" smtClean="0">
                <a:solidFill>
                  <a:srgbClr val="D3D3D3"/>
                </a:solidFill>
              </a:rPr>
              <a:pPr algn="r">
                <a:defRPr/>
              </a:pPr>
              <a:t>‹#›</a:t>
            </a:fld>
            <a:endParaRPr lang="en-US" altLang="en-US" sz="1000">
              <a:solidFill>
                <a:srgbClr val="D3D3D3"/>
              </a:solidFill>
            </a:endParaRPr>
          </a:p>
        </p:txBody>
      </p:sp>
      <p:pic>
        <p:nvPicPr>
          <p:cNvPr id="7" name="Picture 9" descr="Cisco_NewLogo">
            <a:extLst>
              <a:ext uri="{FF2B5EF4-FFF2-40B4-BE49-F238E27FC236}">
                <a16:creationId xmlns:a16="http://schemas.microsoft.com/office/drawing/2014/main" id="{BF3CD055-BC91-23DF-8049-EE119E28FD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3225" y="5940425"/>
            <a:ext cx="3354388"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0" descr="Cisco">
            <a:extLst>
              <a:ext uri="{FF2B5EF4-FFF2-40B4-BE49-F238E27FC236}">
                <a16:creationId xmlns:a16="http://schemas.microsoft.com/office/drawing/2014/main" id="{0B33562C-A9B8-079C-1006-DC7034C95A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063" y="119063"/>
            <a:ext cx="11715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7111" name="Rectangle 7"/>
          <p:cNvSpPr>
            <a:spLocks noGrp="1" noChangeArrowheads="1"/>
          </p:cNvSpPr>
          <p:nvPr>
            <p:ph type="ctrTitle"/>
          </p:nvPr>
        </p:nvSpPr>
        <p:spPr bwMode="white">
          <a:xfrm>
            <a:off x="311150" y="2671763"/>
            <a:ext cx="3768725" cy="830262"/>
          </a:xfrm>
          <a:ln/>
        </p:spPr>
        <p:txBody>
          <a:bodyPr anchor="ctr"/>
          <a:lstStyle>
            <a:lvl1pPr>
              <a:defRPr sz="3000" b="0">
                <a:solidFill>
                  <a:srgbClr val="FFFFFF"/>
                </a:solidFill>
              </a:defRPr>
            </a:lvl1pPr>
          </a:lstStyle>
          <a:p>
            <a:r>
              <a:rPr lang="en-US"/>
              <a:t>Click To Edit Master Title Style</a:t>
            </a:r>
          </a:p>
        </p:txBody>
      </p:sp>
      <p:sp>
        <p:nvSpPr>
          <p:cNvPr id="1327112" name="Rectangle 8"/>
          <p:cNvSpPr>
            <a:spLocks noGrp="1" noChangeArrowheads="1"/>
          </p:cNvSpPr>
          <p:nvPr>
            <p:ph type="subTitle" idx="1"/>
          </p:nvPr>
        </p:nvSpPr>
        <p:spPr>
          <a:xfrm>
            <a:off x="311150" y="4672013"/>
            <a:ext cx="4103688" cy="658812"/>
          </a:xfrm>
          <a:ln/>
        </p:spPr>
        <p:txBody>
          <a:bodyPr/>
          <a:lstStyle>
            <a:lvl1pPr marL="0" indent="0">
              <a:lnSpc>
                <a:spcPct val="90000"/>
              </a:lnSpc>
              <a:buFont typeface="Wingdings" pitchFamily="2" charset="2"/>
              <a:buNone/>
              <a:defRPr sz="2000" b="1">
                <a:solidFill>
                  <a:schemeClr val="bg2"/>
                </a:solidFill>
              </a:defRPr>
            </a:lvl1pPr>
          </a:lstStyle>
          <a:p>
            <a:r>
              <a:rPr lang="en-US"/>
              <a:t>Click to Edit Master Subtitle Style</a:t>
            </a:r>
          </a:p>
        </p:txBody>
      </p:sp>
    </p:spTree>
    <p:extLst>
      <p:ext uri="{BB962C8B-B14F-4D97-AF65-F5344CB8AC3E}">
        <p14:creationId xmlns:p14="http://schemas.microsoft.com/office/powerpoint/2010/main" val="1868160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59874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833082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5638" y="1900238"/>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2175" y="1900238"/>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77574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56686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92003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187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19130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02656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6669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627063"/>
            <a:ext cx="2035175" cy="48450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55638" y="627063"/>
            <a:ext cx="5957887" cy="48450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20112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859801E-02F9-3498-D55B-376FC12BCEE2}"/>
              </a:ext>
            </a:extLst>
          </p:cNvPr>
          <p:cNvSpPr>
            <a:spLocks noGrp="1" noChangeArrowheads="1"/>
          </p:cNvSpPr>
          <p:nvPr>
            <p:ph type="title"/>
          </p:nvPr>
        </p:nvSpPr>
        <p:spPr bwMode="auto">
          <a:xfrm>
            <a:off x="655638" y="627063"/>
            <a:ext cx="81454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2124" tIns="41061" rIns="82124" bIns="41061" numCol="1" anchor="b" anchorCtr="0" compatLnSpc="1">
            <a:prstTxWarp prst="textNoShape">
              <a:avLst/>
            </a:prstTxWarp>
          </a:bodyPr>
          <a:lstStyle/>
          <a:p>
            <a:pPr lvl="0"/>
            <a:r>
              <a:rPr lang="en-US" altLang="en-US"/>
              <a:t>Slide Title</a:t>
            </a:r>
          </a:p>
        </p:txBody>
      </p:sp>
      <p:sp>
        <p:nvSpPr>
          <p:cNvPr id="1326084" name="Rectangle 4">
            <a:extLst>
              <a:ext uri="{FF2B5EF4-FFF2-40B4-BE49-F238E27FC236}">
                <a16:creationId xmlns:a16="http://schemas.microsoft.com/office/drawing/2014/main" id="{0AD0D8AB-16F0-BD96-961A-FD724F2F3B40}"/>
              </a:ext>
            </a:extLst>
          </p:cNvPr>
          <p:cNvSpPr>
            <a:spLocks noChangeArrowheads="1"/>
          </p:cNvSpPr>
          <p:nvPr/>
        </p:nvSpPr>
        <p:spPr bwMode="auto">
          <a:xfrm>
            <a:off x="8596313" y="6626225"/>
            <a:ext cx="320675" cy="234950"/>
          </a:xfrm>
          <a:prstGeom prst="rect">
            <a:avLst/>
          </a:prstGeom>
          <a:noFill/>
          <a:ln w="9525" algn="ctr">
            <a:noFill/>
            <a:miter lim="800000"/>
            <a:headEnd/>
            <a:tailEnd/>
          </a:ln>
          <a:effectLst/>
        </p:spPr>
        <p:txBody>
          <a:bodyPr wrap="none" lIns="82124" tIns="41061" rIns="82124" bIns="41061" anchor="b">
            <a:spAutoFit/>
          </a:bodyPr>
          <a:lstStyle>
            <a:lvl1pPr defTabSz="814388">
              <a:defRPr sz="2400">
                <a:solidFill>
                  <a:schemeClr val="tx1"/>
                </a:solidFill>
                <a:latin typeface="Arial" panose="020B0604020202020204" pitchFamily="34" charset="0"/>
              </a:defRPr>
            </a:lvl1pPr>
            <a:lvl2pPr marL="742950" indent="-285750" defTabSz="814388">
              <a:defRPr sz="2400">
                <a:solidFill>
                  <a:schemeClr val="tx1"/>
                </a:solidFill>
                <a:latin typeface="Arial" panose="020B0604020202020204" pitchFamily="34" charset="0"/>
              </a:defRPr>
            </a:lvl2pPr>
            <a:lvl3pPr marL="1143000" indent="-228600" defTabSz="814388">
              <a:defRPr sz="2400">
                <a:solidFill>
                  <a:schemeClr val="tx1"/>
                </a:solidFill>
                <a:latin typeface="Arial" panose="020B0604020202020204" pitchFamily="34" charset="0"/>
              </a:defRPr>
            </a:lvl3pPr>
            <a:lvl4pPr marL="1600200" indent="-228600" defTabSz="814388">
              <a:defRPr sz="2400">
                <a:solidFill>
                  <a:schemeClr val="tx1"/>
                </a:solidFill>
                <a:latin typeface="Arial" panose="020B0604020202020204" pitchFamily="34" charset="0"/>
              </a:defRPr>
            </a:lvl4pPr>
            <a:lvl5pPr marL="2057400" indent="-228600" defTabSz="814388">
              <a:defRPr sz="2400">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2400">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2400">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2400">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2400">
                <a:solidFill>
                  <a:schemeClr val="tx1"/>
                </a:solidFill>
                <a:latin typeface="Arial" panose="020B0604020202020204" pitchFamily="34" charset="0"/>
              </a:defRPr>
            </a:lvl9pPr>
          </a:lstStyle>
          <a:p>
            <a:pPr algn="r">
              <a:defRPr/>
            </a:pPr>
            <a:fld id="{B2C36A72-65FB-499D-89E5-8B319D197F50}" type="slidenum">
              <a:rPr lang="en-US" altLang="en-US" sz="1000" smtClean="0"/>
              <a:pPr algn="r">
                <a:defRPr/>
              </a:pPr>
              <a:t>‹#›</a:t>
            </a:fld>
            <a:endParaRPr lang="en-US" altLang="en-US" sz="1000"/>
          </a:p>
        </p:txBody>
      </p:sp>
      <p:sp>
        <p:nvSpPr>
          <p:cNvPr id="1028" name="Rectangle 5">
            <a:extLst>
              <a:ext uri="{FF2B5EF4-FFF2-40B4-BE49-F238E27FC236}">
                <a16:creationId xmlns:a16="http://schemas.microsoft.com/office/drawing/2014/main" id="{969968F5-FEB0-2606-4F0B-E1D562C018DC}"/>
              </a:ext>
            </a:extLst>
          </p:cNvPr>
          <p:cNvSpPr>
            <a:spLocks noGrp="1" noChangeArrowheads="1"/>
          </p:cNvSpPr>
          <p:nvPr>
            <p:ph type="body" idx="1"/>
          </p:nvPr>
        </p:nvSpPr>
        <p:spPr bwMode="auto">
          <a:xfrm>
            <a:off x="655638" y="1900238"/>
            <a:ext cx="7940675"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2124" tIns="41061" rIns="82124" bIns="41061" numCol="1" anchor="t" anchorCtr="0" compatLnSpc="1">
            <a:prstTxWarp prst="textNoShape">
              <a:avLst/>
            </a:prstTxWarp>
          </a:bodyPr>
          <a:lstStyle/>
          <a:p>
            <a:pPr lvl="0"/>
            <a:r>
              <a:rPr lang="en-US" altLang="en-US"/>
              <a:t>Body Text</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9" name="Picture 6" descr="PPt_TopBand_Artwork">
            <a:extLst>
              <a:ext uri="{FF2B5EF4-FFF2-40B4-BE49-F238E27FC236}">
                <a16:creationId xmlns:a16="http://schemas.microsoft.com/office/drawing/2014/main" id="{8D9DA531-820A-7D21-332E-0E59E67DB16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08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91"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Lst>
  <p:txStyles>
    <p:titleStyle>
      <a:lvl1pPr algn="l" defTabSz="814388" rtl="0" eaLnBrk="0" fontAlgn="base" hangingPunct="0">
        <a:lnSpc>
          <a:spcPct val="90000"/>
        </a:lnSpc>
        <a:spcBef>
          <a:spcPct val="0"/>
        </a:spcBef>
        <a:spcAft>
          <a:spcPct val="0"/>
        </a:spcAft>
        <a:defRPr sz="3200" b="1">
          <a:solidFill>
            <a:srgbClr val="708CA1"/>
          </a:solidFill>
          <a:latin typeface="+mj-lt"/>
          <a:ea typeface="+mj-ea"/>
          <a:cs typeface="+mj-cs"/>
        </a:defRPr>
      </a:lvl1pPr>
      <a:lvl2pPr algn="l" defTabSz="814388" rtl="0" eaLnBrk="0" fontAlgn="base" hangingPunct="0">
        <a:lnSpc>
          <a:spcPct val="90000"/>
        </a:lnSpc>
        <a:spcBef>
          <a:spcPct val="0"/>
        </a:spcBef>
        <a:spcAft>
          <a:spcPct val="0"/>
        </a:spcAft>
        <a:defRPr sz="3200" b="1">
          <a:solidFill>
            <a:srgbClr val="708CA1"/>
          </a:solidFill>
          <a:latin typeface="Arial" charset="0"/>
        </a:defRPr>
      </a:lvl2pPr>
      <a:lvl3pPr algn="l" defTabSz="814388" rtl="0" eaLnBrk="0" fontAlgn="base" hangingPunct="0">
        <a:lnSpc>
          <a:spcPct val="90000"/>
        </a:lnSpc>
        <a:spcBef>
          <a:spcPct val="0"/>
        </a:spcBef>
        <a:spcAft>
          <a:spcPct val="0"/>
        </a:spcAft>
        <a:defRPr sz="3200" b="1">
          <a:solidFill>
            <a:srgbClr val="708CA1"/>
          </a:solidFill>
          <a:latin typeface="Arial" charset="0"/>
        </a:defRPr>
      </a:lvl3pPr>
      <a:lvl4pPr algn="l" defTabSz="814388" rtl="0" eaLnBrk="0" fontAlgn="base" hangingPunct="0">
        <a:lnSpc>
          <a:spcPct val="90000"/>
        </a:lnSpc>
        <a:spcBef>
          <a:spcPct val="0"/>
        </a:spcBef>
        <a:spcAft>
          <a:spcPct val="0"/>
        </a:spcAft>
        <a:defRPr sz="3200" b="1">
          <a:solidFill>
            <a:srgbClr val="708CA1"/>
          </a:solidFill>
          <a:latin typeface="Arial" charset="0"/>
        </a:defRPr>
      </a:lvl4pPr>
      <a:lvl5pPr algn="l" defTabSz="814388" rtl="0" eaLnBrk="0" fontAlgn="base" hangingPunct="0">
        <a:lnSpc>
          <a:spcPct val="90000"/>
        </a:lnSpc>
        <a:spcBef>
          <a:spcPct val="0"/>
        </a:spcBef>
        <a:spcAft>
          <a:spcPct val="0"/>
        </a:spcAft>
        <a:defRPr sz="3200" b="1">
          <a:solidFill>
            <a:srgbClr val="708CA1"/>
          </a:solidFill>
          <a:latin typeface="Arial" charset="0"/>
        </a:defRPr>
      </a:lvl5pPr>
      <a:lvl6pPr marL="457200" algn="l" defTabSz="814388" rtl="0" fontAlgn="base">
        <a:lnSpc>
          <a:spcPct val="90000"/>
        </a:lnSpc>
        <a:spcBef>
          <a:spcPct val="0"/>
        </a:spcBef>
        <a:spcAft>
          <a:spcPct val="0"/>
        </a:spcAft>
        <a:defRPr sz="3200" b="1">
          <a:solidFill>
            <a:srgbClr val="708CA1"/>
          </a:solidFill>
          <a:latin typeface="Arial" charset="0"/>
        </a:defRPr>
      </a:lvl6pPr>
      <a:lvl7pPr marL="914400" algn="l" defTabSz="814388" rtl="0" fontAlgn="base">
        <a:lnSpc>
          <a:spcPct val="90000"/>
        </a:lnSpc>
        <a:spcBef>
          <a:spcPct val="0"/>
        </a:spcBef>
        <a:spcAft>
          <a:spcPct val="0"/>
        </a:spcAft>
        <a:defRPr sz="3200" b="1">
          <a:solidFill>
            <a:srgbClr val="708CA1"/>
          </a:solidFill>
          <a:latin typeface="Arial" charset="0"/>
        </a:defRPr>
      </a:lvl7pPr>
      <a:lvl8pPr marL="1371600" algn="l" defTabSz="814388" rtl="0" fontAlgn="base">
        <a:lnSpc>
          <a:spcPct val="90000"/>
        </a:lnSpc>
        <a:spcBef>
          <a:spcPct val="0"/>
        </a:spcBef>
        <a:spcAft>
          <a:spcPct val="0"/>
        </a:spcAft>
        <a:defRPr sz="3200" b="1">
          <a:solidFill>
            <a:srgbClr val="708CA1"/>
          </a:solidFill>
          <a:latin typeface="Arial" charset="0"/>
        </a:defRPr>
      </a:lvl8pPr>
      <a:lvl9pPr marL="1828800" algn="l" defTabSz="814388" rtl="0" fontAlgn="base">
        <a:lnSpc>
          <a:spcPct val="90000"/>
        </a:lnSpc>
        <a:spcBef>
          <a:spcPct val="0"/>
        </a:spcBef>
        <a:spcAft>
          <a:spcPct val="0"/>
        </a:spcAft>
        <a:defRPr sz="3200" b="1">
          <a:solidFill>
            <a:srgbClr val="708CA1"/>
          </a:solidFill>
          <a:latin typeface="Arial" charset="0"/>
        </a:defRPr>
      </a:lvl9pPr>
    </p:titleStyle>
    <p:bodyStyle>
      <a:lvl1pPr marL="236538" indent="-236538" algn="l" defTabSz="814388" rtl="0" eaLnBrk="0" fontAlgn="base" hangingPunct="0">
        <a:lnSpc>
          <a:spcPct val="95000"/>
        </a:lnSpc>
        <a:spcBef>
          <a:spcPct val="50000"/>
        </a:spcBef>
        <a:spcAft>
          <a:spcPct val="0"/>
        </a:spcAft>
        <a:buClr>
          <a:srgbClr val="708CA1"/>
        </a:buClr>
        <a:buFont typeface="Wingdings" panose="05000000000000000000"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buChar cha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buChar cha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buChar cha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buChar char="»"/>
        <a:defRPr sz="2000">
          <a:solidFill>
            <a:schemeClr val="tx1"/>
          </a:solidFill>
          <a:latin typeface="+mn-lt"/>
        </a:defRPr>
      </a:lvl5pPr>
      <a:lvl6pPr marL="2062163" algn="l" defTabSz="814388" rtl="0" fontAlgn="base">
        <a:lnSpc>
          <a:spcPct val="95000"/>
        </a:lnSpc>
        <a:spcBef>
          <a:spcPct val="35000"/>
        </a:spcBef>
        <a:spcAft>
          <a:spcPct val="0"/>
        </a:spcAft>
        <a:buClr>
          <a:srgbClr val="708CA1"/>
        </a:buClr>
        <a:defRPr sz="2000">
          <a:solidFill>
            <a:schemeClr val="tx1"/>
          </a:solidFill>
          <a:latin typeface="+mn-lt"/>
        </a:defRPr>
      </a:lvl6pPr>
      <a:lvl7pPr marL="2519363" algn="l" defTabSz="814388" rtl="0" fontAlgn="base">
        <a:lnSpc>
          <a:spcPct val="95000"/>
        </a:lnSpc>
        <a:spcBef>
          <a:spcPct val="35000"/>
        </a:spcBef>
        <a:spcAft>
          <a:spcPct val="0"/>
        </a:spcAft>
        <a:buClr>
          <a:srgbClr val="708CA1"/>
        </a:buClr>
        <a:defRPr sz="2000">
          <a:solidFill>
            <a:schemeClr val="tx1"/>
          </a:solidFill>
          <a:latin typeface="+mn-lt"/>
        </a:defRPr>
      </a:lvl7pPr>
      <a:lvl8pPr marL="2976563" algn="l" defTabSz="814388" rtl="0" fontAlgn="base">
        <a:lnSpc>
          <a:spcPct val="95000"/>
        </a:lnSpc>
        <a:spcBef>
          <a:spcPct val="35000"/>
        </a:spcBef>
        <a:spcAft>
          <a:spcPct val="0"/>
        </a:spcAft>
        <a:buClr>
          <a:srgbClr val="708CA1"/>
        </a:buClr>
        <a:defRPr sz="2000">
          <a:solidFill>
            <a:schemeClr val="tx1"/>
          </a:solidFill>
          <a:latin typeface="+mn-lt"/>
        </a:defRPr>
      </a:lvl8pPr>
      <a:lvl9pPr marL="3433763" algn="l" defTabSz="814388" rtl="0" fontAlgn="base">
        <a:lnSpc>
          <a:spcPct val="95000"/>
        </a:lnSpc>
        <a:spcBef>
          <a:spcPct val="35000"/>
        </a:spcBef>
        <a:spcAft>
          <a:spcPct val="0"/>
        </a:spcAft>
        <a:buClr>
          <a:srgbClr val="708CA1"/>
        </a:buCl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A84270BC-6A49-52F3-4393-42F4F44F072E}"/>
              </a:ext>
            </a:extLst>
          </p:cNvPr>
          <p:cNvSpPr>
            <a:spLocks noGrp="1" noChangeArrowheads="1"/>
          </p:cNvSpPr>
          <p:nvPr>
            <p:ph type="ctrTitle" sz="quarter"/>
          </p:nvPr>
        </p:nvSpPr>
        <p:spPr>
          <a:xfrm>
            <a:off x="279400" y="2497138"/>
            <a:ext cx="4064000" cy="1004887"/>
          </a:xfrm>
          <a:noFill/>
        </p:spPr>
        <p:txBody>
          <a:bodyPr/>
          <a:lstStyle/>
          <a:p>
            <a:pPr eaLnBrk="1" hangingPunct="1">
              <a:lnSpc>
                <a:spcPct val="80000"/>
              </a:lnSpc>
              <a:spcAft>
                <a:spcPct val="20000"/>
              </a:spcAft>
            </a:pPr>
            <a:r>
              <a:rPr lang="en-US" altLang="en-US" sz="3600" b="1">
                <a:solidFill>
                  <a:schemeClr val="accent2"/>
                </a:solidFill>
              </a:rPr>
              <a:t>Data Link Layer</a:t>
            </a:r>
          </a:p>
        </p:txBody>
      </p:sp>
      <p:sp>
        <p:nvSpPr>
          <p:cNvPr id="5122" name="Rectangle 3">
            <a:extLst>
              <a:ext uri="{FF2B5EF4-FFF2-40B4-BE49-F238E27FC236}">
                <a16:creationId xmlns:a16="http://schemas.microsoft.com/office/drawing/2014/main" id="{8BCCC42D-6620-4FB0-F3C0-02F7D4029517}"/>
              </a:ext>
            </a:extLst>
          </p:cNvPr>
          <p:cNvSpPr>
            <a:spLocks noGrp="1" noChangeArrowheads="1"/>
          </p:cNvSpPr>
          <p:nvPr>
            <p:ph type="subTitle" sz="quarter" idx="1"/>
          </p:nvPr>
        </p:nvSpPr>
        <p:spPr>
          <a:xfrm>
            <a:off x="508000" y="4737100"/>
            <a:ext cx="6940550" cy="989013"/>
          </a:xfrm>
          <a:noFill/>
        </p:spPr>
        <p:txBody>
          <a:bodyPr/>
          <a:lstStyle/>
          <a:p>
            <a:pPr eaLnBrk="1" hangingPunct="1">
              <a:lnSpc>
                <a:spcPct val="80000"/>
              </a:lnSpc>
              <a:spcBef>
                <a:spcPct val="0"/>
              </a:spcBef>
              <a:spcAft>
                <a:spcPct val="20000"/>
              </a:spcAft>
            </a:pPr>
            <a:r>
              <a:rPr lang="en-US" altLang="en-US">
                <a:solidFill>
                  <a:schemeClr val="tx1"/>
                </a:solidFill>
              </a:rPr>
              <a:t>Dr. Muazzam A. Khan</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81AB788A-A98D-AB3A-7B49-0D9B9A5F54B7}"/>
              </a:ext>
            </a:extLst>
          </p:cNvPr>
          <p:cNvSpPr>
            <a:spLocks noGrp="1" noChangeArrowheads="1"/>
          </p:cNvSpPr>
          <p:nvPr>
            <p:ph type="title"/>
          </p:nvPr>
        </p:nvSpPr>
        <p:spPr>
          <a:xfrm>
            <a:off x="230188" y="627063"/>
            <a:ext cx="8570912" cy="665162"/>
          </a:xfrm>
        </p:spPr>
        <p:txBody>
          <a:bodyPr/>
          <a:lstStyle/>
          <a:p>
            <a:pPr eaLnBrk="1" hangingPunct="1"/>
            <a:r>
              <a:rPr lang="en-US" altLang="en-US"/>
              <a:t>Objectives</a:t>
            </a:r>
          </a:p>
        </p:txBody>
      </p:sp>
      <p:sp>
        <p:nvSpPr>
          <p:cNvPr id="968707" name="Rectangle 3">
            <a:extLst>
              <a:ext uri="{FF2B5EF4-FFF2-40B4-BE49-F238E27FC236}">
                <a16:creationId xmlns:a16="http://schemas.microsoft.com/office/drawing/2014/main" id="{F44CBFEB-E7DF-BDEB-25DA-2424B7AB8F3E}"/>
              </a:ext>
            </a:extLst>
          </p:cNvPr>
          <p:cNvSpPr>
            <a:spLocks noGrp="1" noChangeArrowheads="1"/>
          </p:cNvSpPr>
          <p:nvPr>
            <p:ph type="body" idx="1"/>
          </p:nvPr>
        </p:nvSpPr>
        <p:spPr>
          <a:xfrm>
            <a:off x="246063" y="1392238"/>
            <a:ext cx="8666162" cy="5251450"/>
          </a:xfrm>
        </p:spPr>
        <p:txBody>
          <a:bodyPr/>
          <a:lstStyle/>
          <a:p>
            <a:pPr marL="457200" indent="-457200" eaLnBrk="1" hangingPunct="1">
              <a:lnSpc>
                <a:spcPct val="85000"/>
              </a:lnSpc>
              <a:spcAft>
                <a:spcPct val="35000"/>
              </a:spcAft>
            </a:pPr>
            <a:r>
              <a:rPr lang="en-US" altLang="en-US"/>
              <a:t>Explain the role of </a:t>
            </a:r>
            <a:r>
              <a:rPr lang="en-US" altLang="en-US" b="1">
                <a:solidFill>
                  <a:schemeClr val="accent2"/>
                </a:solidFill>
              </a:rPr>
              <a:t>Data Link layer</a:t>
            </a:r>
            <a:r>
              <a:rPr lang="en-US" altLang="en-US"/>
              <a:t> protocols in data transmission. </a:t>
            </a:r>
          </a:p>
          <a:p>
            <a:pPr marL="457200" indent="-457200" eaLnBrk="1" hangingPunct="1">
              <a:lnSpc>
                <a:spcPct val="85000"/>
              </a:lnSpc>
              <a:spcAft>
                <a:spcPct val="35000"/>
              </a:spcAft>
            </a:pPr>
            <a:r>
              <a:rPr lang="en-US" altLang="en-US"/>
              <a:t>Describe the different types of </a:t>
            </a:r>
            <a:r>
              <a:rPr lang="en-US" altLang="en-US" b="1">
                <a:solidFill>
                  <a:schemeClr val="accent2"/>
                </a:solidFill>
              </a:rPr>
              <a:t>media access control methods</a:t>
            </a:r>
            <a:r>
              <a:rPr lang="en-US" altLang="en-US"/>
              <a:t>. </a:t>
            </a:r>
          </a:p>
          <a:p>
            <a:pPr marL="457200" indent="-457200" eaLnBrk="1" hangingPunct="1">
              <a:lnSpc>
                <a:spcPct val="85000"/>
              </a:lnSpc>
              <a:spcAft>
                <a:spcPct val="35000"/>
              </a:spcAft>
            </a:pPr>
            <a:r>
              <a:rPr lang="en-US" altLang="en-US"/>
              <a:t>Identify several common </a:t>
            </a:r>
            <a:r>
              <a:rPr lang="en-US" altLang="en-US" b="1">
                <a:solidFill>
                  <a:schemeClr val="accent2"/>
                </a:solidFill>
              </a:rPr>
              <a:t>logical network topologies</a:t>
            </a:r>
            <a:r>
              <a:rPr lang="en-US" altLang="en-US"/>
              <a:t> and describe how the logical topology determines the media access control method for that network. </a:t>
            </a:r>
          </a:p>
          <a:p>
            <a:pPr marL="457200" indent="-457200" eaLnBrk="1" hangingPunct="1">
              <a:lnSpc>
                <a:spcPct val="85000"/>
              </a:lnSpc>
              <a:spcAft>
                <a:spcPct val="35000"/>
              </a:spcAft>
            </a:pPr>
            <a:r>
              <a:rPr lang="en-US" altLang="en-US"/>
              <a:t>Explain the purpose of </a:t>
            </a:r>
            <a:r>
              <a:rPr lang="en-US" altLang="en-US" b="1">
                <a:solidFill>
                  <a:schemeClr val="accent2"/>
                </a:solidFill>
              </a:rPr>
              <a:t>encapsulating packets into frames</a:t>
            </a:r>
            <a:r>
              <a:rPr lang="en-US" altLang="en-US"/>
              <a:t> to facilitate media access. </a:t>
            </a:r>
          </a:p>
          <a:p>
            <a:pPr marL="457200" indent="-457200" eaLnBrk="1" hangingPunct="1">
              <a:lnSpc>
                <a:spcPct val="85000"/>
              </a:lnSpc>
              <a:spcAft>
                <a:spcPct val="35000"/>
              </a:spcAft>
            </a:pPr>
            <a:r>
              <a:rPr lang="en-US" altLang="en-US"/>
              <a:t>Describe the </a:t>
            </a:r>
            <a:r>
              <a:rPr lang="en-US" altLang="en-US" b="1">
                <a:solidFill>
                  <a:schemeClr val="accent2"/>
                </a:solidFill>
              </a:rPr>
              <a:t>Layer 2 frame structure</a:t>
            </a:r>
          </a:p>
          <a:p>
            <a:pPr marL="457200" indent="-457200" eaLnBrk="1" hangingPunct="1">
              <a:lnSpc>
                <a:spcPct val="85000"/>
              </a:lnSpc>
              <a:spcAft>
                <a:spcPct val="35000"/>
              </a:spcAft>
            </a:pPr>
            <a:r>
              <a:rPr lang="en-US" altLang="en-US"/>
              <a:t>Explain the role of key </a:t>
            </a:r>
            <a:r>
              <a:rPr lang="en-US" altLang="en-US" b="1">
                <a:solidFill>
                  <a:schemeClr val="accent2"/>
                </a:solidFill>
              </a:rPr>
              <a:t>frame header and trailer fields</a:t>
            </a:r>
            <a:endParaRPr lang="en-US" altLang="en-US" sz="2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68707">
                                            <p:txEl>
                                              <p:pRg st="0" end="0"/>
                                            </p:txEl>
                                          </p:spTgt>
                                        </p:tgtEl>
                                        <p:attrNameLst>
                                          <p:attrName>style.visibility</p:attrName>
                                        </p:attrNameLst>
                                      </p:cBhvr>
                                      <p:to>
                                        <p:strVal val="visible"/>
                                      </p:to>
                                    </p:set>
                                    <p:animEffect transition="in" filter="dissolve">
                                      <p:cBhvr>
                                        <p:cTn id="7" dur="500"/>
                                        <p:tgtEl>
                                          <p:spTgt spid="9687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68707">
                                            <p:txEl>
                                              <p:pRg st="1" end="1"/>
                                            </p:txEl>
                                          </p:spTgt>
                                        </p:tgtEl>
                                        <p:attrNameLst>
                                          <p:attrName>style.visibility</p:attrName>
                                        </p:attrNameLst>
                                      </p:cBhvr>
                                      <p:to>
                                        <p:strVal val="visible"/>
                                      </p:to>
                                    </p:set>
                                    <p:animEffect transition="in" filter="dissolve">
                                      <p:cBhvr>
                                        <p:cTn id="12" dur="500"/>
                                        <p:tgtEl>
                                          <p:spTgt spid="9687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68707">
                                            <p:txEl>
                                              <p:pRg st="2" end="2"/>
                                            </p:txEl>
                                          </p:spTgt>
                                        </p:tgtEl>
                                        <p:attrNameLst>
                                          <p:attrName>style.visibility</p:attrName>
                                        </p:attrNameLst>
                                      </p:cBhvr>
                                      <p:to>
                                        <p:strVal val="visible"/>
                                      </p:to>
                                    </p:set>
                                    <p:animEffect transition="in" filter="dissolve">
                                      <p:cBhvr>
                                        <p:cTn id="17" dur="500"/>
                                        <p:tgtEl>
                                          <p:spTgt spid="9687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68707">
                                            <p:txEl>
                                              <p:pRg st="3" end="3"/>
                                            </p:txEl>
                                          </p:spTgt>
                                        </p:tgtEl>
                                        <p:attrNameLst>
                                          <p:attrName>style.visibility</p:attrName>
                                        </p:attrNameLst>
                                      </p:cBhvr>
                                      <p:to>
                                        <p:strVal val="visible"/>
                                      </p:to>
                                    </p:set>
                                    <p:animEffect transition="in" filter="dissolve">
                                      <p:cBhvr>
                                        <p:cTn id="22" dur="500"/>
                                        <p:tgtEl>
                                          <p:spTgt spid="96870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968707">
                                            <p:txEl>
                                              <p:pRg st="4" end="4"/>
                                            </p:txEl>
                                          </p:spTgt>
                                        </p:tgtEl>
                                        <p:attrNameLst>
                                          <p:attrName>style.visibility</p:attrName>
                                        </p:attrNameLst>
                                      </p:cBhvr>
                                      <p:to>
                                        <p:strVal val="visible"/>
                                      </p:to>
                                    </p:set>
                                    <p:animEffect transition="in" filter="dissolve">
                                      <p:cBhvr>
                                        <p:cTn id="27" dur="500"/>
                                        <p:tgtEl>
                                          <p:spTgt spid="96870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968707">
                                            <p:txEl>
                                              <p:pRg st="5" end="5"/>
                                            </p:txEl>
                                          </p:spTgt>
                                        </p:tgtEl>
                                        <p:attrNameLst>
                                          <p:attrName>style.visibility</p:attrName>
                                        </p:attrNameLst>
                                      </p:cBhvr>
                                      <p:to>
                                        <p:strVal val="visible"/>
                                      </p:to>
                                    </p:set>
                                    <p:animEffect transition="in" filter="dissolve">
                                      <p:cBhvr>
                                        <p:cTn id="32" dur="500"/>
                                        <p:tgtEl>
                                          <p:spTgt spid="9687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8707"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2B5FEE7B-877B-3C8F-71C3-B2F49762613C}"/>
              </a:ext>
            </a:extLst>
          </p:cNvPr>
          <p:cNvSpPr>
            <a:spLocks noGrp="1" noChangeArrowheads="1"/>
          </p:cNvSpPr>
          <p:nvPr>
            <p:ph type="title"/>
          </p:nvPr>
        </p:nvSpPr>
        <p:spPr>
          <a:xfrm>
            <a:off x="642938" y="385763"/>
            <a:ext cx="8145462" cy="838200"/>
          </a:xfrm>
        </p:spPr>
        <p:txBody>
          <a:bodyPr/>
          <a:lstStyle/>
          <a:p>
            <a:r>
              <a:rPr lang="en-US" altLang="en-US"/>
              <a:t>Presentation CCN</a:t>
            </a:r>
          </a:p>
        </p:txBody>
      </p:sp>
      <p:sp>
        <p:nvSpPr>
          <p:cNvPr id="9218" name="Content Placeholder 2">
            <a:extLst>
              <a:ext uri="{FF2B5EF4-FFF2-40B4-BE49-F238E27FC236}">
                <a16:creationId xmlns:a16="http://schemas.microsoft.com/office/drawing/2014/main" id="{69AE841A-1286-C138-62BB-02B2CA289E8F}"/>
              </a:ext>
            </a:extLst>
          </p:cNvPr>
          <p:cNvSpPr>
            <a:spLocks noGrp="1" noChangeArrowheads="1"/>
          </p:cNvSpPr>
          <p:nvPr>
            <p:ph idx="1"/>
          </p:nvPr>
        </p:nvSpPr>
        <p:spPr>
          <a:xfrm>
            <a:off x="114300" y="1223963"/>
            <a:ext cx="8940800" cy="3571875"/>
          </a:xfrm>
        </p:spPr>
        <p:txBody>
          <a:bodyPr/>
          <a:lstStyle/>
          <a:p>
            <a:r>
              <a:rPr lang="en-US" altLang="en-US"/>
              <a:t>Topic Advance topic in Networks 01</a:t>
            </a:r>
          </a:p>
          <a:p>
            <a:r>
              <a:rPr lang="en-US" altLang="en-US"/>
              <a:t> Evolve (Problem?) Solution, Advance Version</a:t>
            </a:r>
          </a:p>
          <a:p>
            <a:r>
              <a:rPr lang="en-US" altLang="en-US"/>
              <a:t>1. Introduction 1.1. Applications of Tech 02 With Diagram </a:t>
            </a:r>
          </a:p>
          <a:p>
            <a:r>
              <a:rPr lang="en-US" altLang="en-US"/>
              <a:t>2. History 2026, 2025, 2024 etc Pro and Cons 04-05</a:t>
            </a:r>
          </a:p>
          <a:p>
            <a:r>
              <a:rPr lang="en-US" altLang="en-US"/>
              <a:t>(8-10 Tech) 02/03 Tech</a:t>
            </a:r>
          </a:p>
          <a:p>
            <a:r>
              <a:rPr lang="en-US" altLang="en-US"/>
              <a:t>3. Current Status of Technology 01</a:t>
            </a:r>
          </a:p>
          <a:p>
            <a:r>
              <a:rPr lang="en-US" altLang="en-US"/>
              <a:t>4. Existing Problems (Critically analyze) 01</a:t>
            </a:r>
          </a:p>
          <a:p>
            <a:r>
              <a:rPr lang="en-US" altLang="en-US"/>
              <a:t>5. Future of Technology. 01</a:t>
            </a:r>
          </a:p>
          <a:p>
            <a:r>
              <a:rPr lang="en-US" altLang="en-US"/>
              <a:t>6. Your Recommendations 01</a:t>
            </a:r>
          </a:p>
          <a:p>
            <a:r>
              <a:rPr lang="en-US" altLang="en-US"/>
              <a:t>7. References 01-02</a:t>
            </a:r>
          </a:p>
          <a:p>
            <a:r>
              <a:rPr lang="en-US" altLang="en-US"/>
              <a:t>A. Authors, Title, Where, When it was published?</a:t>
            </a:r>
          </a:p>
          <a:p>
            <a:endParaRPr lang="en-US" altLang="en-US"/>
          </a:p>
          <a:p>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E63A5FF6-C0F5-0284-D719-0CC48283FEF7}"/>
              </a:ext>
            </a:extLst>
          </p:cNvPr>
          <p:cNvSpPr>
            <a:spLocks noGrp="1" noChangeArrowheads="1"/>
          </p:cNvSpPr>
          <p:nvPr>
            <p:ph type="title"/>
          </p:nvPr>
        </p:nvSpPr>
        <p:spPr>
          <a:xfrm>
            <a:off x="273050" y="627063"/>
            <a:ext cx="8528050" cy="606425"/>
          </a:xfrm>
        </p:spPr>
        <p:txBody>
          <a:bodyPr/>
          <a:lstStyle/>
          <a:p>
            <a:pPr eaLnBrk="1" hangingPunct="1"/>
            <a:r>
              <a:rPr lang="en-US" altLang="en-US"/>
              <a:t>Data Link Layer Terms</a:t>
            </a:r>
          </a:p>
        </p:txBody>
      </p:sp>
      <p:pic>
        <p:nvPicPr>
          <p:cNvPr id="10242" name="Picture 4">
            <a:extLst>
              <a:ext uri="{FF2B5EF4-FFF2-40B4-BE49-F238E27FC236}">
                <a16:creationId xmlns:a16="http://schemas.microsoft.com/office/drawing/2014/main" id="{D0F204FE-D0DE-36B9-06FB-6CE11CB437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6531"/>
          <a:stretch>
            <a:fillRect/>
          </a:stretch>
        </p:blipFill>
        <p:spPr bwMode="auto">
          <a:xfrm>
            <a:off x="1382713" y="1243013"/>
            <a:ext cx="6348412" cy="561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10528C7C-EE03-08FF-01D6-54AF0280C815}"/>
              </a:ext>
            </a:extLst>
          </p:cNvPr>
          <p:cNvSpPr>
            <a:spLocks noGrp="1" noChangeArrowheads="1"/>
          </p:cNvSpPr>
          <p:nvPr>
            <p:ph type="title"/>
          </p:nvPr>
        </p:nvSpPr>
        <p:spPr>
          <a:xfrm>
            <a:off x="355600" y="627063"/>
            <a:ext cx="8445500" cy="647700"/>
          </a:xfrm>
        </p:spPr>
        <p:txBody>
          <a:bodyPr/>
          <a:lstStyle/>
          <a:p>
            <a:pPr eaLnBrk="1" hangingPunct="1">
              <a:lnSpc>
                <a:spcPct val="85000"/>
              </a:lnSpc>
            </a:pPr>
            <a:r>
              <a:rPr lang="en-US" altLang="en-US"/>
              <a:t>Data Link Layer – Accessing the Media</a:t>
            </a:r>
            <a:endParaRPr lang="en-US" altLang="en-US" i="1" u="sng">
              <a:solidFill>
                <a:schemeClr val="accent2"/>
              </a:solidFill>
            </a:endParaRPr>
          </a:p>
        </p:txBody>
      </p:sp>
      <p:sp>
        <p:nvSpPr>
          <p:cNvPr id="1334275" name="Rectangle 3">
            <a:extLst>
              <a:ext uri="{FF2B5EF4-FFF2-40B4-BE49-F238E27FC236}">
                <a16:creationId xmlns:a16="http://schemas.microsoft.com/office/drawing/2014/main" id="{9688F087-8C0E-F7C2-53C5-6F11C638438C}"/>
              </a:ext>
            </a:extLst>
          </p:cNvPr>
          <p:cNvSpPr>
            <a:spLocks noGrp="1" noChangeArrowheads="1"/>
          </p:cNvSpPr>
          <p:nvPr>
            <p:ph type="body" idx="1"/>
          </p:nvPr>
        </p:nvSpPr>
        <p:spPr>
          <a:xfrm>
            <a:off x="200025" y="1398588"/>
            <a:ext cx="8772525" cy="5233987"/>
          </a:xfrm>
        </p:spPr>
        <p:txBody>
          <a:bodyPr/>
          <a:lstStyle/>
          <a:p>
            <a:pPr lvl="1" indent="0" eaLnBrk="1" hangingPunct="1">
              <a:lnSpc>
                <a:spcPct val="85000"/>
              </a:lnSpc>
              <a:spcAft>
                <a:spcPct val="25000"/>
              </a:spcAft>
              <a:buFontTx/>
              <a:buNone/>
            </a:pPr>
            <a:endParaRPr lang="en-US" altLang="en-US" sz="2600"/>
          </a:p>
          <a:p>
            <a:pPr eaLnBrk="1" hangingPunct="1">
              <a:lnSpc>
                <a:spcPct val="85000"/>
              </a:lnSpc>
            </a:pPr>
            <a:r>
              <a:rPr lang="en-GB" altLang="en-US" sz="2600"/>
              <a:t>For network layer packets to be transferred from source host to destination host, they must traverse different physical networks. </a:t>
            </a:r>
          </a:p>
          <a:p>
            <a:pPr eaLnBrk="1" hangingPunct="1">
              <a:lnSpc>
                <a:spcPct val="85000"/>
              </a:lnSpc>
            </a:pPr>
            <a:endParaRPr lang="en-GB" altLang="en-US" sz="2600"/>
          </a:p>
          <a:p>
            <a:pPr eaLnBrk="1" hangingPunct="1">
              <a:lnSpc>
                <a:spcPct val="85000"/>
              </a:lnSpc>
            </a:pPr>
            <a:r>
              <a:rPr lang="en-GB" altLang="en-US" sz="2600"/>
              <a:t>These physical networks can consist of different types of physical media such as copper wires, microwaves, optical fibers, and satellite links.</a:t>
            </a:r>
          </a:p>
          <a:p>
            <a:pPr eaLnBrk="1" hangingPunct="1">
              <a:lnSpc>
                <a:spcPct val="85000"/>
              </a:lnSpc>
            </a:pPr>
            <a:r>
              <a:rPr lang="en-GB" altLang="en-US" sz="2600"/>
              <a:t>Data link layer prepares network layer packets for transmission and controls access to the physical media.</a:t>
            </a:r>
            <a:endParaRPr lang="en-US" altLang="en-US" sz="2600"/>
          </a:p>
          <a:p>
            <a:pPr lvl="1" indent="0" eaLnBrk="1" hangingPunct="1">
              <a:lnSpc>
                <a:spcPct val="85000"/>
              </a:lnSpc>
              <a:spcAft>
                <a:spcPct val="25000"/>
              </a:spcAft>
              <a:buFontTx/>
              <a:buNone/>
            </a:pPr>
            <a:endParaRPr lang="en-US" altLang="en-US" sz="26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34275">
                                            <p:txEl>
                                              <p:pRg st="1" end="1"/>
                                            </p:txEl>
                                          </p:spTgt>
                                        </p:tgtEl>
                                        <p:attrNameLst>
                                          <p:attrName>style.visibility</p:attrName>
                                        </p:attrNameLst>
                                      </p:cBhvr>
                                      <p:to>
                                        <p:strVal val="visible"/>
                                      </p:to>
                                    </p:set>
                                    <p:animEffect transition="in" filter="dissolve">
                                      <p:cBhvr>
                                        <p:cTn id="7" dur="500"/>
                                        <p:tgtEl>
                                          <p:spTgt spid="133427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34275">
                                            <p:txEl>
                                              <p:pRg st="3" end="3"/>
                                            </p:txEl>
                                          </p:spTgt>
                                        </p:tgtEl>
                                        <p:attrNameLst>
                                          <p:attrName>style.visibility</p:attrName>
                                        </p:attrNameLst>
                                      </p:cBhvr>
                                      <p:to>
                                        <p:strVal val="visible"/>
                                      </p:to>
                                    </p:set>
                                    <p:animEffect transition="in" filter="dissolve">
                                      <p:cBhvr>
                                        <p:cTn id="12" dur="500"/>
                                        <p:tgtEl>
                                          <p:spTgt spid="1334275">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34275">
                                            <p:txEl>
                                              <p:pRg st="4" end="4"/>
                                            </p:txEl>
                                          </p:spTgt>
                                        </p:tgtEl>
                                        <p:attrNameLst>
                                          <p:attrName>style.visibility</p:attrName>
                                        </p:attrNameLst>
                                      </p:cBhvr>
                                      <p:to>
                                        <p:strVal val="visible"/>
                                      </p:to>
                                    </p:set>
                                    <p:animEffect transition="in" filter="dissolve">
                                      <p:cBhvr>
                                        <p:cTn id="17" dur="500"/>
                                        <p:tgtEl>
                                          <p:spTgt spid="133427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427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9" name="Picture 11">
            <a:extLst>
              <a:ext uri="{FF2B5EF4-FFF2-40B4-BE49-F238E27FC236}">
                <a16:creationId xmlns:a16="http://schemas.microsoft.com/office/drawing/2014/main" id="{08979DA8-2560-02EB-A06C-938CEF8B6E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4275" y="1592263"/>
            <a:ext cx="6916738" cy="483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0" name="Rectangle 2">
            <a:extLst>
              <a:ext uri="{FF2B5EF4-FFF2-40B4-BE49-F238E27FC236}">
                <a16:creationId xmlns:a16="http://schemas.microsoft.com/office/drawing/2014/main" id="{119D0BC2-9089-C942-35C0-92F16E4E373A}"/>
              </a:ext>
            </a:extLst>
          </p:cNvPr>
          <p:cNvSpPr>
            <a:spLocks noGrp="1" noChangeArrowheads="1"/>
          </p:cNvSpPr>
          <p:nvPr>
            <p:ph type="title"/>
          </p:nvPr>
        </p:nvSpPr>
        <p:spPr/>
        <p:txBody>
          <a:bodyPr/>
          <a:lstStyle/>
          <a:p>
            <a:pPr eaLnBrk="1" hangingPunct="1"/>
            <a:r>
              <a:rPr lang="en-US" altLang="en-US"/>
              <a:t>Data Link Layer – Accessing the Media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2C1FAEE7-419B-D673-247B-43DC5918D326}"/>
              </a:ext>
            </a:extLst>
          </p:cNvPr>
          <p:cNvSpPr>
            <a:spLocks noGrp="1" noChangeArrowheads="1"/>
          </p:cNvSpPr>
          <p:nvPr>
            <p:ph type="title"/>
          </p:nvPr>
        </p:nvSpPr>
        <p:spPr/>
        <p:txBody>
          <a:bodyPr/>
          <a:lstStyle/>
          <a:p>
            <a:pPr eaLnBrk="1" hangingPunct="1"/>
            <a:r>
              <a:rPr lang="en-US" altLang="en-US"/>
              <a:t>Data Link Layer – Accessing the Media</a:t>
            </a:r>
          </a:p>
        </p:txBody>
      </p:sp>
      <p:sp>
        <p:nvSpPr>
          <p:cNvPr id="14338" name="Rectangle 3">
            <a:extLst>
              <a:ext uri="{FF2B5EF4-FFF2-40B4-BE49-F238E27FC236}">
                <a16:creationId xmlns:a16="http://schemas.microsoft.com/office/drawing/2014/main" id="{12B926B4-3A4D-25C3-AF08-27ED68038FA4}"/>
              </a:ext>
            </a:extLst>
          </p:cNvPr>
          <p:cNvSpPr>
            <a:spLocks noGrp="1" noChangeArrowheads="1"/>
          </p:cNvSpPr>
          <p:nvPr>
            <p:ph type="body" idx="1"/>
          </p:nvPr>
        </p:nvSpPr>
        <p:spPr>
          <a:xfrm>
            <a:off x="228600" y="1781175"/>
            <a:ext cx="8801100" cy="5076825"/>
          </a:xfrm>
        </p:spPr>
        <p:txBody>
          <a:bodyPr/>
          <a:lstStyle/>
          <a:p>
            <a:pPr eaLnBrk="1" hangingPunct="1"/>
            <a:r>
              <a:rPr lang="en-GB" altLang="en-US" sz="2200"/>
              <a:t>In any given exchange of network layer packets, there can be numerous data link layer and media transitions. </a:t>
            </a:r>
          </a:p>
          <a:p>
            <a:pPr eaLnBrk="1" hangingPunct="1"/>
            <a:endParaRPr lang="en-GB" altLang="en-US" sz="2200"/>
          </a:p>
          <a:p>
            <a:pPr eaLnBrk="1" hangingPunct="1"/>
            <a:r>
              <a:rPr lang="en-GB" altLang="en-US" sz="2200"/>
              <a:t>At each hop along the path, an intermediary device, processes the frame as follows:</a:t>
            </a:r>
          </a:p>
          <a:p>
            <a:pPr eaLnBrk="1" hangingPunct="1">
              <a:buFont typeface="Wingdings" panose="05000000000000000000" pitchFamily="2" charset="2"/>
              <a:buNone/>
            </a:pPr>
            <a:r>
              <a:rPr lang="en-GB" altLang="en-US" sz="2200"/>
              <a:t>1. Accepting the frame from a medium</a:t>
            </a:r>
          </a:p>
          <a:p>
            <a:pPr eaLnBrk="1" hangingPunct="1">
              <a:buFont typeface="Wingdings" panose="05000000000000000000" pitchFamily="2" charset="2"/>
              <a:buNone/>
            </a:pPr>
            <a:r>
              <a:rPr lang="en-GB" altLang="en-US" sz="2200"/>
              <a:t>2. Decapsulating the frame into a packet</a:t>
            </a:r>
          </a:p>
          <a:p>
            <a:pPr eaLnBrk="1" hangingPunct="1">
              <a:buFont typeface="Wingdings" panose="05000000000000000000" pitchFamily="2" charset="2"/>
              <a:buNone/>
            </a:pPr>
            <a:r>
              <a:rPr lang="en-GB" altLang="en-US" sz="2200"/>
              <a:t>3. Constructing a new frame appropriate for the next media</a:t>
            </a:r>
          </a:p>
          <a:p>
            <a:pPr eaLnBrk="1" hangingPunct="1">
              <a:buFont typeface="Wingdings" panose="05000000000000000000" pitchFamily="2" charset="2"/>
              <a:buNone/>
            </a:pPr>
            <a:r>
              <a:rPr lang="en-GB" altLang="en-US" sz="2200"/>
              <a:t>4. Forwarding the packet inside the new frame across the next segment of the physical network</a:t>
            </a:r>
            <a:endParaRPr lang="en-US" altLang="en-US" sz="2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1E3FE78B-3452-FFB1-A7AC-A2773408587E}"/>
              </a:ext>
            </a:extLst>
          </p:cNvPr>
          <p:cNvSpPr>
            <a:spLocks noGrp="1" noChangeArrowheads="1"/>
          </p:cNvSpPr>
          <p:nvPr>
            <p:ph type="title"/>
          </p:nvPr>
        </p:nvSpPr>
        <p:spPr/>
        <p:txBody>
          <a:bodyPr/>
          <a:lstStyle/>
          <a:p>
            <a:pPr eaLnBrk="1" hangingPunct="1"/>
            <a:r>
              <a:rPr lang="en-US" altLang="en-US" sz="4000"/>
              <a:t>Data Link Layer Services</a:t>
            </a:r>
          </a:p>
        </p:txBody>
      </p:sp>
      <p:sp>
        <p:nvSpPr>
          <p:cNvPr id="1336323" name="Rectangle 3">
            <a:extLst>
              <a:ext uri="{FF2B5EF4-FFF2-40B4-BE49-F238E27FC236}">
                <a16:creationId xmlns:a16="http://schemas.microsoft.com/office/drawing/2014/main" id="{782A0551-7BD8-DC65-9841-D4C3F4DACFB6}"/>
              </a:ext>
            </a:extLst>
          </p:cNvPr>
          <p:cNvSpPr>
            <a:spLocks noGrp="1" noChangeArrowheads="1"/>
          </p:cNvSpPr>
          <p:nvPr>
            <p:ph type="body" idx="1"/>
          </p:nvPr>
        </p:nvSpPr>
        <p:spPr>
          <a:xfrm>
            <a:off x="546100" y="1804988"/>
            <a:ext cx="8050213" cy="4681537"/>
          </a:xfrm>
        </p:spPr>
        <p:txBody>
          <a:bodyPr/>
          <a:lstStyle/>
          <a:p>
            <a:pPr eaLnBrk="1" hangingPunct="1">
              <a:spcAft>
                <a:spcPct val="80000"/>
              </a:spcAft>
              <a:buFont typeface="Wingdings" panose="05000000000000000000" pitchFamily="2" charset="2"/>
              <a:buNone/>
            </a:pPr>
            <a:r>
              <a:rPr lang="en-US" altLang="en-US" sz="2600"/>
              <a:t>Two basic services:</a:t>
            </a:r>
          </a:p>
          <a:p>
            <a:pPr eaLnBrk="1" hangingPunct="1">
              <a:spcAft>
                <a:spcPct val="80000"/>
              </a:spcAft>
            </a:pPr>
            <a:r>
              <a:rPr lang="en-US" altLang="en-US" sz="2600"/>
              <a:t>Allows the upper layers to access the media using techniques such as </a:t>
            </a:r>
            <a:r>
              <a:rPr lang="en-US" altLang="en-US" sz="2600" b="1" i="1">
                <a:solidFill>
                  <a:schemeClr val="accent2"/>
                </a:solidFill>
              </a:rPr>
              <a:t>framing </a:t>
            </a:r>
          </a:p>
          <a:p>
            <a:pPr eaLnBrk="1" hangingPunct="1">
              <a:spcAft>
                <a:spcPct val="80000"/>
              </a:spcAft>
            </a:pPr>
            <a:r>
              <a:rPr lang="en-US" altLang="en-US" sz="2600"/>
              <a:t>Controls how data is placed onto the media and is received from the media using techniques such as </a:t>
            </a:r>
            <a:r>
              <a:rPr lang="en-US" altLang="en-US" sz="2600" b="1" i="1">
                <a:solidFill>
                  <a:schemeClr val="accent2"/>
                </a:solidFill>
              </a:rPr>
              <a:t>media access control</a:t>
            </a:r>
            <a:r>
              <a:rPr lang="en-US" altLang="en-US" sz="2600"/>
              <a:t> and </a:t>
            </a:r>
            <a:r>
              <a:rPr lang="en-US" altLang="en-US" sz="2600" b="1" i="1">
                <a:solidFill>
                  <a:schemeClr val="accent2"/>
                </a:solidFill>
              </a:rPr>
              <a:t>error detection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36323">
                                            <p:txEl>
                                              <p:pRg st="0" end="0"/>
                                            </p:txEl>
                                          </p:spTgt>
                                        </p:tgtEl>
                                        <p:attrNameLst>
                                          <p:attrName>style.visibility</p:attrName>
                                        </p:attrNameLst>
                                      </p:cBhvr>
                                      <p:to>
                                        <p:strVal val="visible"/>
                                      </p:to>
                                    </p:set>
                                    <p:animEffect transition="in" filter="dissolve">
                                      <p:cBhvr>
                                        <p:cTn id="7" dur="500"/>
                                        <p:tgtEl>
                                          <p:spTgt spid="13363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36323">
                                            <p:txEl>
                                              <p:pRg st="1" end="1"/>
                                            </p:txEl>
                                          </p:spTgt>
                                        </p:tgtEl>
                                        <p:attrNameLst>
                                          <p:attrName>style.visibility</p:attrName>
                                        </p:attrNameLst>
                                      </p:cBhvr>
                                      <p:to>
                                        <p:strVal val="visible"/>
                                      </p:to>
                                    </p:set>
                                    <p:animEffect transition="in" filter="dissolve">
                                      <p:cBhvr>
                                        <p:cTn id="12" dur="500"/>
                                        <p:tgtEl>
                                          <p:spTgt spid="13363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36323">
                                            <p:txEl>
                                              <p:pRg st="2" end="2"/>
                                            </p:txEl>
                                          </p:spTgt>
                                        </p:tgtEl>
                                        <p:attrNameLst>
                                          <p:attrName>style.visibility</p:attrName>
                                        </p:attrNameLst>
                                      </p:cBhvr>
                                      <p:to>
                                        <p:strVal val="visible"/>
                                      </p:to>
                                    </p:set>
                                    <p:animEffect transition="in" filter="dissolve">
                                      <p:cBhvr>
                                        <p:cTn id="17" dur="500"/>
                                        <p:tgtEl>
                                          <p:spTgt spid="13363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632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4D374C53-930E-1793-C8CE-9F2BE0661123}"/>
              </a:ext>
            </a:extLst>
          </p:cNvPr>
          <p:cNvSpPr>
            <a:spLocks noGrp="1" noChangeArrowheads="1"/>
          </p:cNvSpPr>
          <p:nvPr>
            <p:ph type="title"/>
          </p:nvPr>
        </p:nvSpPr>
        <p:spPr>
          <a:xfrm>
            <a:off x="179388" y="627063"/>
            <a:ext cx="8621712" cy="593725"/>
          </a:xfrm>
        </p:spPr>
        <p:txBody>
          <a:bodyPr/>
          <a:lstStyle/>
          <a:p>
            <a:pPr eaLnBrk="1" hangingPunct="1"/>
            <a:r>
              <a:rPr lang="en-US" altLang="en-US"/>
              <a:t>Data Link Layer Protocols</a:t>
            </a:r>
          </a:p>
        </p:txBody>
      </p:sp>
      <p:sp>
        <p:nvSpPr>
          <p:cNvPr id="17410" name="Rectangle 3">
            <a:extLst>
              <a:ext uri="{FF2B5EF4-FFF2-40B4-BE49-F238E27FC236}">
                <a16:creationId xmlns:a16="http://schemas.microsoft.com/office/drawing/2014/main" id="{D74BB217-D3A3-DE12-D418-76B6321BD52D}"/>
              </a:ext>
            </a:extLst>
          </p:cNvPr>
          <p:cNvSpPr>
            <a:spLocks noGrp="1" noChangeArrowheads="1"/>
          </p:cNvSpPr>
          <p:nvPr>
            <p:ph type="body" idx="1"/>
          </p:nvPr>
        </p:nvSpPr>
        <p:spPr>
          <a:xfrm>
            <a:off x="166688" y="1266825"/>
            <a:ext cx="8777287" cy="5202238"/>
          </a:xfrm>
        </p:spPr>
        <p:txBody>
          <a:bodyPr/>
          <a:lstStyle/>
          <a:p>
            <a:pPr eaLnBrk="1" hangingPunct="1"/>
            <a:r>
              <a:rPr lang="en-US" altLang="en-US"/>
              <a:t>Data Link layer protocols are required to control access to the media</a:t>
            </a:r>
          </a:p>
          <a:p>
            <a:pPr eaLnBrk="1" hangingPunct="1"/>
            <a:endParaRPr lang="en-US" altLang="en-US"/>
          </a:p>
        </p:txBody>
      </p:sp>
      <p:pic>
        <p:nvPicPr>
          <p:cNvPr id="17411" name="Picture 4">
            <a:extLst>
              <a:ext uri="{FF2B5EF4-FFF2-40B4-BE49-F238E27FC236}">
                <a16:creationId xmlns:a16="http://schemas.microsoft.com/office/drawing/2014/main" id="{36FEE707-9162-B933-C165-535089B5BA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9000" y="1936750"/>
            <a:ext cx="7534275" cy="492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7" name="Picture 4">
            <a:extLst>
              <a:ext uri="{FF2B5EF4-FFF2-40B4-BE49-F238E27FC236}">
                <a16:creationId xmlns:a16="http://schemas.microsoft.com/office/drawing/2014/main" id="{C9E66B41-6828-8C09-E70D-2F60407BEE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1833"/>
          <a:stretch>
            <a:fillRect/>
          </a:stretch>
        </p:blipFill>
        <p:spPr bwMode="auto">
          <a:xfrm>
            <a:off x="4443413" y="1757363"/>
            <a:ext cx="4700587" cy="427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8" name="Rectangle 2">
            <a:extLst>
              <a:ext uri="{FF2B5EF4-FFF2-40B4-BE49-F238E27FC236}">
                <a16:creationId xmlns:a16="http://schemas.microsoft.com/office/drawing/2014/main" id="{4F1799ED-8B8B-C5B4-4EA9-4DE73DFA5AF7}"/>
              </a:ext>
            </a:extLst>
          </p:cNvPr>
          <p:cNvSpPr>
            <a:spLocks noGrp="1" noChangeArrowheads="1"/>
          </p:cNvSpPr>
          <p:nvPr>
            <p:ph type="title"/>
          </p:nvPr>
        </p:nvSpPr>
        <p:spPr>
          <a:xfrm>
            <a:off x="244475" y="627063"/>
            <a:ext cx="8556625" cy="606425"/>
          </a:xfrm>
        </p:spPr>
        <p:txBody>
          <a:bodyPr/>
          <a:lstStyle/>
          <a:p>
            <a:pPr eaLnBrk="1" hangingPunct="1"/>
            <a:r>
              <a:rPr lang="en-US" altLang="en-US"/>
              <a:t>Media Access Control</a:t>
            </a:r>
          </a:p>
        </p:txBody>
      </p:sp>
      <p:sp>
        <p:nvSpPr>
          <p:cNvPr id="19459" name="Rectangle 3">
            <a:extLst>
              <a:ext uri="{FF2B5EF4-FFF2-40B4-BE49-F238E27FC236}">
                <a16:creationId xmlns:a16="http://schemas.microsoft.com/office/drawing/2014/main" id="{09FD4138-CA44-E037-79F3-1C9E9DED7A2F}"/>
              </a:ext>
            </a:extLst>
          </p:cNvPr>
          <p:cNvSpPr>
            <a:spLocks noGrp="1" noChangeArrowheads="1"/>
          </p:cNvSpPr>
          <p:nvPr>
            <p:ph type="body" idx="1"/>
          </p:nvPr>
        </p:nvSpPr>
        <p:spPr>
          <a:xfrm>
            <a:off x="0" y="1366838"/>
            <a:ext cx="4857750" cy="5491162"/>
          </a:xfrm>
        </p:spPr>
        <p:txBody>
          <a:bodyPr/>
          <a:lstStyle/>
          <a:p>
            <a:pPr eaLnBrk="1" hangingPunct="1"/>
            <a:r>
              <a:rPr lang="en-US" altLang="en-US"/>
              <a:t>The technique used for getting the frame on and off media is called the </a:t>
            </a:r>
            <a:r>
              <a:rPr lang="en-US" altLang="en-US" b="1" i="1">
                <a:solidFill>
                  <a:schemeClr val="accent2"/>
                </a:solidFill>
              </a:rPr>
              <a:t>media access control method. </a:t>
            </a:r>
          </a:p>
          <a:p>
            <a:pPr eaLnBrk="1" hangingPunct="1"/>
            <a:r>
              <a:rPr lang="en-US" altLang="en-US"/>
              <a:t>The MAC methods define the processes by which network devices can access the network media and transmit frames in diverse network environments</a:t>
            </a:r>
            <a:endParaRPr lang="en-US" altLang="en-US" b="1" i="1">
              <a:solidFill>
                <a:schemeClr val="accent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2BC23245-3598-33E0-BA6D-CF3442CDD88D}"/>
              </a:ext>
            </a:extLst>
          </p:cNvPr>
          <p:cNvSpPr>
            <a:spLocks noGrp="1" noChangeArrowheads="1"/>
          </p:cNvSpPr>
          <p:nvPr>
            <p:ph type="title"/>
          </p:nvPr>
        </p:nvSpPr>
        <p:spPr>
          <a:xfrm>
            <a:off x="177800" y="627063"/>
            <a:ext cx="8623300" cy="701675"/>
          </a:xfrm>
        </p:spPr>
        <p:txBody>
          <a:bodyPr/>
          <a:lstStyle/>
          <a:p>
            <a:pPr eaLnBrk="1" hangingPunct="1"/>
            <a:r>
              <a:rPr lang="en-US" altLang="en-US" sz="3600"/>
              <a:t>The Data-Link PDU - </a:t>
            </a:r>
            <a:r>
              <a:rPr lang="en-US" altLang="en-US" sz="3600">
                <a:solidFill>
                  <a:schemeClr val="accent2"/>
                </a:solidFill>
              </a:rPr>
              <a:t>Frames</a:t>
            </a:r>
          </a:p>
        </p:txBody>
      </p:sp>
      <p:sp>
        <p:nvSpPr>
          <p:cNvPr id="1337347" name="Rectangle 3">
            <a:extLst>
              <a:ext uri="{FF2B5EF4-FFF2-40B4-BE49-F238E27FC236}">
                <a16:creationId xmlns:a16="http://schemas.microsoft.com/office/drawing/2014/main" id="{19AF26E0-91C9-0DCE-5569-A7192C8F59FA}"/>
              </a:ext>
            </a:extLst>
          </p:cNvPr>
          <p:cNvSpPr>
            <a:spLocks noGrp="1" noChangeArrowheads="1"/>
          </p:cNvSpPr>
          <p:nvPr>
            <p:ph type="body" idx="1"/>
          </p:nvPr>
        </p:nvSpPr>
        <p:spPr>
          <a:xfrm>
            <a:off x="315913" y="1436688"/>
            <a:ext cx="8553450" cy="4035425"/>
          </a:xfrm>
        </p:spPr>
        <p:txBody>
          <a:bodyPr/>
          <a:lstStyle/>
          <a:p>
            <a:pPr eaLnBrk="1" hangingPunct="1">
              <a:spcBef>
                <a:spcPct val="0"/>
              </a:spcBef>
              <a:spcAft>
                <a:spcPct val="100000"/>
              </a:spcAft>
            </a:pPr>
            <a:r>
              <a:rPr lang="en-US" altLang="en-US" sz="2800"/>
              <a:t>The Data Link layer prepares a frame for transfer across the local media by </a:t>
            </a:r>
            <a:r>
              <a:rPr lang="en-US" altLang="en-US" sz="2800" b="1" i="1">
                <a:solidFill>
                  <a:schemeClr val="accent2"/>
                </a:solidFill>
              </a:rPr>
              <a:t>encapsulating it with a header and a trailer.</a:t>
            </a:r>
          </a:p>
          <a:p>
            <a:pPr eaLnBrk="1" hangingPunct="1">
              <a:spcBef>
                <a:spcPct val="0"/>
              </a:spcBef>
              <a:spcAft>
                <a:spcPct val="100000"/>
              </a:spcAft>
            </a:pPr>
            <a:r>
              <a:rPr lang="en-US" altLang="en-US" sz="2800"/>
              <a:t>The Data Link layer frame includes:</a:t>
            </a:r>
          </a:p>
          <a:p>
            <a:pPr lvl="1" indent="0" eaLnBrk="1" hangingPunct="1">
              <a:spcBef>
                <a:spcPct val="0"/>
              </a:spcBef>
              <a:spcAft>
                <a:spcPct val="100000"/>
              </a:spcAft>
              <a:buFontTx/>
              <a:buNone/>
            </a:pPr>
            <a:r>
              <a:rPr lang="en-US" altLang="en-US" sz="2400" b="1">
                <a:solidFill>
                  <a:schemeClr val="accent2"/>
                </a:solidFill>
              </a:rPr>
              <a:t>Data</a:t>
            </a:r>
            <a:r>
              <a:rPr lang="en-US" altLang="en-US" sz="2400"/>
              <a:t> - The packet from the Network layer</a:t>
            </a:r>
          </a:p>
          <a:p>
            <a:pPr lvl="1" indent="0" eaLnBrk="1" hangingPunct="1">
              <a:spcBef>
                <a:spcPct val="0"/>
              </a:spcBef>
              <a:spcAft>
                <a:spcPct val="100000"/>
              </a:spcAft>
              <a:buFontTx/>
              <a:buNone/>
            </a:pPr>
            <a:r>
              <a:rPr lang="en-US" altLang="en-US" sz="2400" b="1">
                <a:solidFill>
                  <a:schemeClr val="accent2"/>
                </a:solidFill>
              </a:rPr>
              <a:t>Header</a:t>
            </a:r>
            <a:r>
              <a:rPr lang="en-US" altLang="en-US" sz="2400"/>
              <a:t> - Contains control information, such as addressing, and is located at the beginning of the PDU</a:t>
            </a:r>
          </a:p>
          <a:p>
            <a:pPr lvl="1" indent="0" eaLnBrk="1" hangingPunct="1">
              <a:spcBef>
                <a:spcPct val="0"/>
              </a:spcBef>
              <a:spcAft>
                <a:spcPct val="100000"/>
              </a:spcAft>
              <a:buFontTx/>
              <a:buNone/>
            </a:pPr>
            <a:r>
              <a:rPr lang="en-US" altLang="en-US" sz="2400" b="1">
                <a:solidFill>
                  <a:schemeClr val="accent2"/>
                </a:solidFill>
              </a:rPr>
              <a:t>Trailer</a:t>
            </a:r>
            <a:r>
              <a:rPr lang="en-US" altLang="en-US" sz="2400"/>
              <a:t> - Contains control information added to the end of the PDU (Protocol Data Unit)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37347">
                                            <p:txEl>
                                              <p:pRg st="0" end="0"/>
                                            </p:txEl>
                                          </p:spTgt>
                                        </p:tgtEl>
                                        <p:attrNameLst>
                                          <p:attrName>style.visibility</p:attrName>
                                        </p:attrNameLst>
                                      </p:cBhvr>
                                      <p:to>
                                        <p:strVal val="visible"/>
                                      </p:to>
                                    </p:set>
                                    <p:animEffect transition="in" filter="dissolve">
                                      <p:cBhvr>
                                        <p:cTn id="7" dur="500"/>
                                        <p:tgtEl>
                                          <p:spTgt spid="13373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37347">
                                            <p:txEl>
                                              <p:pRg st="1" end="1"/>
                                            </p:txEl>
                                          </p:spTgt>
                                        </p:tgtEl>
                                        <p:attrNameLst>
                                          <p:attrName>style.visibility</p:attrName>
                                        </p:attrNameLst>
                                      </p:cBhvr>
                                      <p:to>
                                        <p:strVal val="visible"/>
                                      </p:to>
                                    </p:set>
                                    <p:animEffect transition="in" filter="dissolve">
                                      <p:cBhvr>
                                        <p:cTn id="12" dur="500"/>
                                        <p:tgtEl>
                                          <p:spTgt spid="13373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37347">
                                            <p:txEl>
                                              <p:pRg st="2" end="2"/>
                                            </p:txEl>
                                          </p:spTgt>
                                        </p:tgtEl>
                                        <p:attrNameLst>
                                          <p:attrName>style.visibility</p:attrName>
                                        </p:attrNameLst>
                                      </p:cBhvr>
                                      <p:to>
                                        <p:strVal val="visible"/>
                                      </p:to>
                                    </p:set>
                                    <p:animEffect transition="in" filter="dissolve">
                                      <p:cBhvr>
                                        <p:cTn id="17" dur="500"/>
                                        <p:tgtEl>
                                          <p:spTgt spid="13373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37347">
                                            <p:txEl>
                                              <p:pRg st="3" end="3"/>
                                            </p:txEl>
                                          </p:spTgt>
                                        </p:tgtEl>
                                        <p:attrNameLst>
                                          <p:attrName>style.visibility</p:attrName>
                                        </p:attrNameLst>
                                      </p:cBhvr>
                                      <p:to>
                                        <p:strVal val="visible"/>
                                      </p:to>
                                    </p:set>
                                    <p:animEffect transition="in" filter="dissolve">
                                      <p:cBhvr>
                                        <p:cTn id="22" dur="500"/>
                                        <p:tgtEl>
                                          <p:spTgt spid="133734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37347">
                                            <p:txEl>
                                              <p:pRg st="4" end="4"/>
                                            </p:txEl>
                                          </p:spTgt>
                                        </p:tgtEl>
                                        <p:attrNameLst>
                                          <p:attrName>style.visibility</p:attrName>
                                        </p:attrNameLst>
                                      </p:cBhvr>
                                      <p:to>
                                        <p:strVal val="visible"/>
                                      </p:to>
                                    </p:set>
                                    <p:animEffect transition="in" filter="dissolve">
                                      <p:cBhvr>
                                        <p:cTn id="27" dur="500"/>
                                        <p:tgtEl>
                                          <p:spTgt spid="13373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7347" grpId="0" build="p" bldLvl="2"/>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29" name="Picture 4">
            <a:extLst>
              <a:ext uri="{FF2B5EF4-FFF2-40B4-BE49-F238E27FC236}">
                <a16:creationId xmlns:a16="http://schemas.microsoft.com/office/drawing/2014/main" id="{D2D7B345-05AA-EE6F-4BA8-173AC01058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84263"/>
            <a:ext cx="9144000" cy="526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0" name="Rectangle 2">
            <a:extLst>
              <a:ext uri="{FF2B5EF4-FFF2-40B4-BE49-F238E27FC236}">
                <a16:creationId xmlns:a16="http://schemas.microsoft.com/office/drawing/2014/main" id="{BF2F077D-494B-4CF6-11D1-F81976653D93}"/>
              </a:ext>
            </a:extLst>
          </p:cNvPr>
          <p:cNvSpPr>
            <a:spLocks noGrp="1" noChangeArrowheads="1"/>
          </p:cNvSpPr>
          <p:nvPr>
            <p:ph type="title"/>
          </p:nvPr>
        </p:nvSpPr>
        <p:spPr>
          <a:xfrm>
            <a:off x="204788" y="639763"/>
            <a:ext cx="8596312" cy="661987"/>
          </a:xfrm>
        </p:spPr>
        <p:txBody>
          <a:bodyPr/>
          <a:lstStyle/>
          <a:p>
            <a:pPr eaLnBrk="1" hangingPunct="1"/>
            <a:r>
              <a:rPr lang="en-US" altLang="en-US"/>
              <a:t>Formatting Data for Transmission</a:t>
            </a:r>
          </a:p>
        </p:txBody>
      </p:sp>
      <p:sp>
        <p:nvSpPr>
          <p:cNvPr id="1338373" name="Text Box 5">
            <a:extLst>
              <a:ext uri="{FF2B5EF4-FFF2-40B4-BE49-F238E27FC236}">
                <a16:creationId xmlns:a16="http://schemas.microsoft.com/office/drawing/2014/main" id="{90393AED-80E4-661A-E465-008A05756D07}"/>
              </a:ext>
            </a:extLst>
          </p:cNvPr>
          <p:cNvSpPr txBox="1">
            <a:spLocks noChangeArrowheads="1"/>
          </p:cNvSpPr>
          <p:nvPr/>
        </p:nvSpPr>
        <p:spPr bwMode="auto">
          <a:xfrm>
            <a:off x="169863" y="6348413"/>
            <a:ext cx="8726487"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buChar cha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buChar cha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buChar cha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buChar cha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9pPr>
          </a:lstStyle>
          <a:p>
            <a:pPr algn="ctr">
              <a:lnSpc>
                <a:spcPct val="90000"/>
              </a:lnSpc>
              <a:buClrTx/>
              <a:buFontTx/>
              <a:buNone/>
            </a:pPr>
            <a:r>
              <a:rPr lang="en-US" altLang="en-US" sz="2800" b="1" i="1">
                <a:solidFill>
                  <a:schemeClr val="accent2"/>
                </a:solidFill>
              </a:rPr>
              <a:t>More on frame fields later…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38373"/>
                                        </p:tgtEl>
                                        <p:attrNameLst>
                                          <p:attrName>style.visibility</p:attrName>
                                        </p:attrNameLst>
                                      </p:cBhvr>
                                      <p:to>
                                        <p:strVal val="visible"/>
                                      </p:to>
                                    </p:set>
                                    <p:animEffect transition="in" filter="dissolve">
                                      <p:cBhvr>
                                        <p:cTn id="7" dur="500"/>
                                        <p:tgtEl>
                                          <p:spTgt spid="1338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837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80F25FB1-860C-24D7-C470-D777F0B242C3}"/>
              </a:ext>
            </a:extLst>
          </p:cNvPr>
          <p:cNvSpPr>
            <a:spLocks noGrp="1" noChangeArrowheads="1"/>
          </p:cNvSpPr>
          <p:nvPr>
            <p:ph type="title"/>
          </p:nvPr>
        </p:nvSpPr>
        <p:spPr>
          <a:xfrm>
            <a:off x="192088" y="742950"/>
            <a:ext cx="8621712" cy="461963"/>
          </a:xfrm>
        </p:spPr>
        <p:txBody>
          <a:bodyPr/>
          <a:lstStyle/>
          <a:p>
            <a:pPr eaLnBrk="1" hangingPunct="1"/>
            <a:r>
              <a:rPr lang="en-US" altLang="en-US" sz="2800"/>
              <a:t>Data Link Layer – Hardware &amp; Software Layers</a:t>
            </a:r>
          </a:p>
        </p:txBody>
      </p:sp>
      <p:sp>
        <p:nvSpPr>
          <p:cNvPr id="23554" name="Rectangle 3">
            <a:extLst>
              <a:ext uri="{FF2B5EF4-FFF2-40B4-BE49-F238E27FC236}">
                <a16:creationId xmlns:a16="http://schemas.microsoft.com/office/drawing/2014/main" id="{BF3BD305-13AF-179B-A63D-A8FE220CF2E0}"/>
              </a:ext>
            </a:extLst>
          </p:cNvPr>
          <p:cNvSpPr>
            <a:spLocks noGrp="1" noChangeArrowheads="1"/>
          </p:cNvSpPr>
          <p:nvPr>
            <p:ph type="body" idx="1"/>
          </p:nvPr>
        </p:nvSpPr>
        <p:spPr>
          <a:xfrm>
            <a:off x="180975" y="1257300"/>
            <a:ext cx="8705850" cy="5211763"/>
          </a:xfrm>
        </p:spPr>
        <p:txBody>
          <a:bodyPr/>
          <a:lstStyle/>
          <a:p>
            <a:pPr eaLnBrk="1" hangingPunct="1"/>
            <a:r>
              <a:rPr lang="en-US" altLang="en-US"/>
              <a:t>An adapter is used to make the connection to the network</a:t>
            </a:r>
          </a:p>
          <a:p>
            <a:pPr eaLnBrk="1" hangingPunct="1"/>
            <a:r>
              <a:rPr lang="en-US" altLang="en-US"/>
              <a:t>The adapter manages the framing and media access method.</a:t>
            </a:r>
          </a:p>
        </p:txBody>
      </p:sp>
      <p:pic>
        <p:nvPicPr>
          <p:cNvPr id="23555" name="Picture 4">
            <a:extLst>
              <a:ext uri="{FF2B5EF4-FFF2-40B4-BE49-F238E27FC236}">
                <a16:creationId xmlns:a16="http://schemas.microsoft.com/office/drawing/2014/main" id="{AF01DDCB-BC70-433C-B0AE-45E6761D3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9940"/>
          <a:stretch>
            <a:fillRect/>
          </a:stretch>
        </p:blipFill>
        <p:spPr bwMode="auto">
          <a:xfrm>
            <a:off x="942975" y="2528888"/>
            <a:ext cx="6297613" cy="432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6" name="Text Box 5">
            <a:extLst>
              <a:ext uri="{FF2B5EF4-FFF2-40B4-BE49-F238E27FC236}">
                <a16:creationId xmlns:a16="http://schemas.microsoft.com/office/drawing/2014/main" id="{C0D925AC-2E9A-489F-599A-432F8CAD331D}"/>
              </a:ext>
            </a:extLst>
          </p:cNvPr>
          <p:cNvSpPr txBox="1">
            <a:spLocks noChangeArrowheads="1"/>
          </p:cNvSpPr>
          <p:nvPr/>
        </p:nvSpPr>
        <p:spPr bwMode="auto">
          <a:xfrm>
            <a:off x="6864350" y="3971925"/>
            <a:ext cx="2087563" cy="145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buChar cha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buChar cha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buChar cha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buChar cha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9pPr>
          </a:lstStyle>
          <a:p>
            <a:pPr>
              <a:lnSpc>
                <a:spcPct val="90000"/>
              </a:lnSpc>
              <a:buClrTx/>
              <a:buFontTx/>
              <a:buNone/>
            </a:pPr>
            <a:r>
              <a:rPr lang="en-US" altLang="en-US" sz="2000">
                <a:solidFill>
                  <a:schemeClr val="accent2"/>
                </a:solidFill>
              </a:rPr>
              <a:t>The NIC (Network Interface Card) connects the PC to the media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F5B94B80-0586-F1D6-5AB0-9506C5F2F34B}"/>
              </a:ext>
            </a:extLst>
          </p:cNvPr>
          <p:cNvSpPr>
            <a:spLocks noGrp="1" noChangeArrowheads="1"/>
          </p:cNvSpPr>
          <p:nvPr>
            <p:ph type="title"/>
          </p:nvPr>
        </p:nvSpPr>
        <p:spPr>
          <a:xfrm>
            <a:off x="301625" y="627063"/>
            <a:ext cx="8499475" cy="619125"/>
          </a:xfrm>
        </p:spPr>
        <p:txBody>
          <a:bodyPr/>
          <a:lstStyle/>
          <a:p>
            <a:pPr eaLnBrk="1" hangingPunct="1"/>
            <a:r>
              <a:rPr lang="en-US" altLang="en-US"/>
              <a:t>Data Link Sublayers- </a:t>
            </a:r>
            <a:r>
              <a:rPr lang="en-US" altLang="en-US">
                <a:solidFill>
                  <a:schemeClr val="accent2"/>
                </a:solidFill>
              </a:rPr>
              <a:t>LLC &amp; MAC</a:t>
            </a:r>
          </a:p>
        </p:txBody>
      </p:sp>
      <p:pic>
        <p:nvPicPr>
          <p:cNvPr id="25602" name="Picture 5">
            <a:extLst>
              <a:ext uri="{FF2B5EF4-FFF2-40B4-BE49-F238E27FC236}">
                <a16:creationId xmlns:a16="http://schemas.microsoft.com/office/drawing/2014/main" id="{A4AC7911-A067-9CD0-74CA-138FF13AE8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87450"/>
            <a:ext cx="9144000" cy="567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Picture 5">
            <a:extLst>
              <a:ext uri="{FF2B5EF4-FFF2-40B4-BE49-F238E27FC236}">
                <a16:creationId xmlns:a16="http://schemas.microsoft.com/office/drawing/2014/main" id="{92DEA3BC-8AA3-C1EE-6F7F-177342A2D3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470"/>
          <a:stretch>
            <a:fillRect/>
          </a:stretch>
        </p:blipFill>
        <p:spPr bwMode="auto">
          <a:xfrm>
            <a:off x="928688" y="1709738"/>
            <a:ext cx="7189787" cy="514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6" name="Rectangle 2">
            <a:extLst>
              <a:ext uri="{FF2B5EF4-FFF2-40B4-BE49-F238E27FC236}">
                <a16:creationId xmlns:a16="http://schemas.microsoft.com/office/drawing/2014/main" id="{309E63A3-3C1E-E75C-D9D4-0AC407399906}"/>
              </a:ext>
            </a:extLst>
          </p:cNvPr>
          <p:cNvSpPr>
            <a:spLocks noGrp="1" noChangeArrowheads="1"/>
          </p:cNvSpPr>
          <p:nvPr>
            <p:ph type="title"/>
          </p:nvPr>
        </p:nvSpPr>
        <p:spPr>
          <a:xfrm>
            <a:off x="192088" y="627063"/>
            <a:ext cx="8609012" cy="593725"/>
          </a:xfrm>
        </p:spPr>
        <p:txBody>
          <a:bodyPr/>
          <a:lstStyle/>
          <a:p>
            <a:pPr eaLnBrk="1" hangingPunct="1"/>
            <a:r>
              <a:rPr lang="en-US" altLang="en-US"/>
              <a:t>Data Link Layer – Protocols &amp; Standards</a:t>
            </a:r>
          </a:p>
        </p:txBody>
      </p:sp>
      <p:sp>
        <p:nvSpPr>
          <p:cNvPr id="26627" name="Rectangle 3">
            <a:extLst>
              <a:ext uri="{FF2B5EF4-FFF2-40B4-BE49-F238E27FC236}">
                <a16:creationId xmlns:a16="http://schemas.microsoft.com/office/drawing/2014/main" id="{511AC258-1ECC-0853-5964-E1AD05407C43}"/>
              </a:ext>
            </a:extLst>
          </p:cNvPr>
          <p:cNvSpPr>
            <a:spLocks noGrp="1" noChangeArrowheads="1"/>
          </p:cNvSpPr>
          <p:nvPr>
            <p:ph type="body" idx="1"/>
          </p:nvPr>
        </p:nvSpPr>
        <p:spPr>
          <a:xfrm>
            <a:off x="217488" y="1262063"/>
            <a:ext cx="8378825" cy="763587"/>
          </a:xfrm>
        </p:spPr>
        <p:txBody>
          <a:bodyPr/>
          <a:lstStyle/>
          <a:p>
            <a:pPr eaLnBrk="1" hangingPunct="1"/>
            <a:r>
              <a:rPr lang="en-US" altLang="en-US"/>
              <a:t>Protocols and standards used by the Data Link layer…</a:t>
            </a:r>
          </a:p>
        </p:txBody>
      </p:sp>
      <p:sp>
        <p:nvSpPr>
          <p:cNvPr id="1297414" name="Text Box 6">
            <a:extLst>
              <a:ext uri="{FF2B5EF4-FFF2-40B4-BE49-F238E27FC236}">
                <a16:creationId xmlns:a16="http://schemas.microsoft.com/office/drawing/2014/main" id="{ABAD3C1B-F510-E002-5FDC-D5B52EF856D7}"/>
              </a:ext>
            </a:extLst>
          </p:cNvPr>
          <p:cNvSpPr txBox="1">
            <a:spLocks noChangeArrowheads="1"/>
          </p:cNvSpPr>
          <p:nvPr/>
        </p:nvSpPr>
        <p:spPr bwMode="auto">
          <a:xfrm>
            <a:off x="996950" y="2728913"/>
            <a:ext cx="3179763"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buChar cha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buChar cha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buChar cha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buChar cha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9pPr>
          </a:lstStyle>
          <a:p>
            <a:pPr algn="ctr">
              <a:lnSpc>
                <a:spcPct val="65000"/>
              </a:lnSpc>
              <a:spcBef>
                <a:spcPct val="30000"/>
              </a:spcBef>
              <a:buClrTx/>
              <a:buFontTx/>
              <a:buNone/>
            </a:pPr>
            <a:r>
              <a:rPr lang="en-US" altLang="en-US" sz="1600" b="1">
                <a:solidFill>
                  <a:schemeClr val="accent2"/>
                </a:solidFill>
              </a:rPr>
              <a:t>International Organization for Standardization</a:t>
            </a:r>
            <a:r>
              <a:rPr lang="en-US" altLang="en-US"/>
              <a:t> </a:t>
            </a:r>
          </a:p>
        </p:txBody>
      </p:sp>
      <p:sp>
        <p:nvSpPr>
          <p:cNvPr id="1297415" name="Text Box 7">
            <a:extLst>
              <a:ext uri="{FF2B5EF4-FFF2-40B4-BE49-F238E27FC236}">
                <a16:creationId xmlns:a16="http://schemas.microsoft.com/office/drawing/2014/main" id="{5AFFCE60-5542-3544-BF4B-968F980F79C9}"/>
              </a:ext>
            </a:extLst>
          </p:cNvPr>
          <p:cNvSpPr txBox="1">
            <a:spLocks noChangeArrowheads="1"/>
          </p:cNvSpPr>
          <p:nvPr/>
        </p:nvSpPr>
        <p:spPr bwMode="auto">
          <a:xfrm>
            <a:off x="1162050" y="3783013"/>
            <a:ext cx="283845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buChar cha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buChar cha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buChar cha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buChar cha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9pPr>
          </a:lstStyle>
          <a:p>
            <a:pPr algn="ctr">
              <a:lnSpc>
                <a:spcPct val="65000"/>
              </a:lnSpc>
              <a:spcBef>
                <a:spcPct val="30000"/>
              </a:spcBef>
              <a:buClrTx/>
              <a:buFontTx/>
              <a:buNone/>
            </a:pPr>
            <a:r>
              <a:rPr lang="en-US" altLang="en-US" sz="1600" b="1">
                <a:solidFill>
                  <a:schemeClr val="accent2"/>
                </a:solidFill>
              </a:rPr>
              <a:t>Institute of Electrical and Electronics Engineers</a:t>
            </a:r>
            <a:r>
              <a:rPr lang="en-US" altLang="en-US"/>
              <a:t> </a:t>
            </a:r>
          </a:p>
        </p:txBody>
      </p:sp>
      <p:sp>
        <p:nvSpPr>
          <p:cNvPr id="1297417" name="Text Box 9">
            <a:extLst>
              <a:ext uri="{FF2B5EF4-FFF2-40B4-BE49-F238E27FC236}">
                <a16:creationId xmlns:a16="http://schemas.microsoft.com/office/drawing/2014/main" id="{AE6D47C2-0E78-BEAF-3DDE-CD3AC373E2D5}"/>
              </a:ext>
            </a:extLst>
          </p:cNvPr>
          <p:cNvSpPr txBox="1">
            <a:spLocks noChangeArrowheads="1"/>
          </p:cNvSpPr>
          <p:nvPr/>
        </p:nvSpPr>
        <p:spPr bwMode="auto">
          <a:xfrm>
            <a:off x="1081088" y="6170613"/>
            <a:ext cx="31797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buChar cha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buChar cha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buChar cha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buChar cha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9pPr>
          </a:lstStyle>
          <a:p>
            <a:pPr algn="ctr">
              <a:lnSpc>
                <a:spcPct val="90000"/>
              </a:lnSpc>
              <a:spcBef>
                <a:spcPct val="0"/>
              </a:spcBef>
              <a:buClrTx/>
              <a:buFontTx/>
              <a:buNone/>
            </a:pPr>
            <a:r>
              <a:rPr lang="en-US" altLang="en-US" sz="1600" b="1">
                <a:solidFill>
                  <a:schemeClr val="accent2"/>
                </a:solidFill>
              </a:rPr>
              <a:t>American National</a:t>
            </a:r>
          </a:p>
          <a:p>
            <a:pPr algn="ctr">
              <a:lnSpc>
                <a:spcPct val="90000"/>
              </a:lnSpc>
              <a:spcBef>
                <a:spcPct val="0"/>
              </a:spcBef>
              <a:buClrTx/>
              <a:buFontTx/>
              <a:buNone/>
            </a:pPr>
            <a:r>
              <a:rPr lang="en-US" altLang="en-US" sz="1600" b="1">
                <a:solidFill>
                  <a:schemeClr val="accent2"/>
                </a:solidFill>
              </a:rPr>
              <a:t>Standards Institute</a:t>
            </a:r>
          </a:p>
        </p:txBody>
      </p:sp>
      <p:sp>
        <p:nvSpPr>
          <p:cNvPr id="1297419" name="Text Box 11">
            <a:extLst>
              <a:ext uri="{FF2B5EF4-FFF2-40B4-BE49-F238E27FC236}">
                <a16:creationId xmlns:a16="http://schemas.microsoft.com/office/drawing/2014/main" id="{7F9EFEFC-D2FE-05D9-A4E7-A471E6D7C1E2}"/>
              </a:ext>
            </a:extLst>
          </p:cNvPr>
          <p:cNvSpPr txBox="1">
            <a:spLocks noChangeArrowheads="1"/>
          </p:cNvSpPr>
          <p:nvPr/>
        </p:nvSpPr>
        <p:spPr bwMode="auto">
          <a:xfrm>
            <a:off x="1028700" y="5110163"/>
            <a:ext cx="31797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buChar cha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buChar cha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buChar cha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buChar cha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9pPr>
          </a:lstStyle>
          <a:p>
            <a:pPr algn="ctr">
              <a:lnSpc>
                <a:spcPct val="90000"/>
              </a:lnSpc>
              <a:spcBef>
                <a:spcPct val="30000"/>
              </a:spcBef>
              <a:buClrTx/>
              <a:buFontTx/>
              <a:buNone/>
            </a:pPr>
            <a:r>
              <a:rPr lang="en-US" altLang="en-US" sz="1600" b="1">
                <a:solidFill>
                  <a:schemeClr val="accent2"/>
                </a:solidFill>
              </a:rPr>
              <a:t>International Telecommunication Union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97414"/>
                                        </p:tgtEl>
                                        <p:attrNameLst>
                                          <p:attrName>style.visibility</p:attrName>
                                        </p:attrNameLst>
                                      </p:cBhvr>
                                      <p:to>
                                        <p:strVal val="visible"/>
                                      </p:to>
                                    </p:set>
                                    <p:animEffect transition="in" filter="dissolve">
                                      <p:cBhvr>
                                        <p:cTn id="7" dur="500"/>
                                        <p:tgtEl>
                                          <p:spTgt spid="12974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97415"/>
                                        </p:tgtEl>
                                        <p:attrNameLst>
                                          <p:attrName>style.visibility</p:attrName>
                                        </p:attrNameLst>
                                      </p:cBhvr>
                                      <p:to>
                                        <p:strVal val="visible"/>
                                      </p:to>
                                    </p:set>
                                    <p:animEffect transition="in" filter="dissolve">
                                      <p:cBhvr>
                                        <p:cTn id="12" dur="500"/>
                                        <p:tgtEl>
                                          <p:spTgt spid="12974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97419"/>
                                        </p:tgtEl>
                                        <p:attrNameLst>
                                          <p:attrName>style.visibility</p:attrName>
                                        </p:attrNameLst>
                                      </p:cBhvr>
                                      <p:to>
                                        <p:strVal val="visible"/>
                                      </p:to>
                                    </p:set>
                                    <p:animEffect transition="in" filter="dissolve">
                                      <p:cBhvr>
                                        <p:cTn id="17" dur="500"/>
                                        <p:tgtEl>
                                          <p:spTgt spid="12974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297417"/>
                                        </p:tgtEl>
                                        <p:attrNameLst>
                                          <p:attrName>style.visibility</p:attrName>
                                        </p:attrNameLst>
                                      </p:cBhvr>
                                      <p:to>
                                        <p:strVal val="visible"/>
                                      </p:to>
                                    </p:set>
                                    <p:animEffect transition="in" filter="dissolve">
                                      <p:cBhvr>
                                        <p:cTn id="22" dur="500"/>
                                        <p:tgtEl>
                                          <p:spTgt spid="1297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7414" grpId="0"/>
      <p:bldP spid="1297415" grpId="0"/>
      <p:bldP spid="1297417" grpId="0"/>
      <p:bldP spid="12974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2F0E98E4-1E24-B878-D5C8-F3970580BF75}"/>
              </a:ext>
            </a:extLst>
          </p:cNvPr>
          <p:cNvSpPr>
            <a:spLocks noGrp="1" noChangeArrowheads="1"/>
          </p:cNvSpPr>
          <p:nvPr>
            <p:ph type="title"/>
          </p:nvPr>
        </p:nvSpPr>
        <p:spPr>
          <a:xfrm>
            <a:off x="655638" y="384175"/>
            <a:ext cx="8145462" cy="838200"/>
          </a:xfrm>
        </p:spPr>
        <p:txBody>
          <a:bodyPr/>
          <a:lstStyle/>
          <a:p>
            <a:pPr eaLnBrk="1" hangingPunct="1"/>
            <a:r>
              <a:rPr lang="en-US" altLang="en-US"/>
              <a:t>Media Access Control Techniques</a:t>
            </a:r>
          </a:p>
        </p:txBody>
      </p:sp>
      <p:sp>
        <p:nvSpPr>
          <p:cNvPr id="28674" name="Rectangle 3">
            <a:extLst>
              <a:ext uri="{FF2B5EF4-FFF2-40B4-BE49-F238E27FC236}">
                <a16:creationId xmlns:a16="http://schemas.microsoft.com/office/drawing/2014/main" id="{2EE65656-0E49-ADA3-7EFE-20EA135C092D}"/>
              </a:ext>
            </a:extLst>
          </p:cNvPr>
          <p:cNvSpPr>
            <a:spLocks noGrp="1" noChangeArrowheads="1"/>
          </p:cNvSpPr>
          <p:nvPr>
            <p:ph type="body" idx="1"/>
          </p:nvPr>
        </p:nvSpPr>
        <p:spPr>
          <a:xfrm>
            <a:off x="342900" y="1392238"/>
            <a:ext cx="8943975" cy="5076825"/>
          </a:xfrm>
        </p:spPr>
        <p:txBody>
          <a:bodyPr/>
          <a:lstStyle/>
          <a:p>
            <a:pPr eaLnBrk="1" hangingPunct="1"/>
            <a:r>
              <a:rPr lang="en-US" altLang="en-US"/>
              <a:t>The method of MAC used depends on</a:t>
            </a:r>
          </a:p>
          <a:p>
            <a:pPr lvl="1" eaLnBrk="1" hangingPunct="1">
              <a:buFont typeface="Arial" panose="020B0604020202020204" pitchFamily="34" charset="0"/>
              <a:buChar char="•"/>
            </a:pPr>
            <a:r>
              <a:rPr lang="en-US" altLang="en-US"/>
              <a:t>Media sharing: If and how the nodes share the media</a:t>
            </a:r>
          </a:p>
          <a:p>
            <a:pPr lvl="1" eaLnBrk="1" hangingPunct="1">
              <a:buFont typeface="Arial" panose="020B0604020202020204" pitchFamily="34" charset="0"/>
              <a:buChar char="•"/>
            </a:pPr>
            <a:r>
              <a:rPr lang="en-US" altLang="en-US"/>
              <a:t>Topology: How the connection between the nodes appears to the data link layer</a:t>
            </a:r>
          </a:p>
        </p:txBody>
      </p:sp>
      <p:pic>
        <p:nvPicPr>
          <p:cNvPr id="28675" name="Picture 4">
            <a:extLst>
              <a:ext uri="{FF2B5EF4-FFF2-40B4-BE49-F238E27FC236}">
                <a16:creationId xmlns:a16="http://schemas.microsoft.com/office/drawing/2014/main" id="{70FE7FD9-5C6E-D26D-484C-13FC90E4EF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0" y="2871788"/>
            <a:ext cx="5764213" cy="394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FC6F66C0-FC9C-F710-4A0D-B1A17EC69423}"/>
              </a:ext>
            </a:extLst>
          </p:cNvPr>
          <p:cNvSpPr>
            <a:spLocks noGrp="1" noChangeArrowheads="1"/>
          </p:cNvSpPr>
          <p:nvPr>
            <p:ph type="title"/>
          </p:nvPr>
        </p:nvSpPr>
        <p:spPr>
          <a:xfrm>
            <a:off x="655638" y="460375"/>
            <a:ext cx="8145462" cy="838200"/>
          </a:xfrm>
        </p:spPr>
        <p:txBody>
          <a:bodyPr/>
          <a:lstStyle/>
          <a:p>
            <a:pPr eaLnBrk="1" hangingPunct="1"/>
            <a:r>
              <a:rPr lang="en-US" altLang="en-US"/>
              <a:t>MAC for Shared Media</a:t>
            </a:r>
          </a:p>
        </p:txBody>
      </p:sp>
      <p:sp>
        <p:nvSpPr>
          <p:cNvPr id="30722" name="Rectangle 3">
            <a:extLst>
              <a:ext uri="{FF2B5EF4-FFF2-40B4-BE49-F238E27FC236}">
                <a16:creationId xmlns:a16="http://schemas.microsoft.com/office/drawing/2014/main" id="{7BC850DC-B29B-82B1-C636-9CFE6B8E15DB}"/>
              </a:ext>
            </a:extLst>
          </p:cNvPr>
          <p:cNvSpPr>
            <a:spLocks noGrp="1" noChangeArrowheads="1"/>
          </p:cNvSpPr>
          <p:nvPr>
            <p:ph type="body" idx="1"/>
          </p:nvPr>
        </p:nvSpPr>
        <p:spPr>
          <a:xfrm>
            <a:off x="285750" y="1392238"/>
            <a:ext cx="8658225" cy="5076825"/>
          </a:xfrm>
        </p:spPr>
        <p:txBody>
          <a:bodyPr/>
          <a:lstStyle/>
          <a:p>
            <a:pPr eaLnBrk="1" hangingPunct="1"/>
            <a:endParaRPr lang="en-US" altLang="en-US"/>
          </a:p>
          <a:p>
            <a:pPr eaLnBrk="1" hangingPunct="1"/>
            <a:r>
              <a:rPr lang="en-US" altLang="en-US"/>
              <a:t>Medium with multiple nodes. </a:t>
            </a:r>
          </a:p>
          <a:p>
            <a:pPr eaLnBrk="1" hangingPunct="1"/>
            <a:r>
              <a:rPr lang="en-US" altLang="en-US"/>
              <a:t>At any one time, there can be a number of devices attempting to send and receive data using the network media. </a:t>
            </a:r>
          </a:p>
          <a:p>
            <a:pPr eaLnBrk="1" hangingPunct="1"/>
            <a:r>
              <a:rPr lang="en-US" altLang="en-US"/>
              <a:t>The two basic MAC methods for shared media are as follows:</a:t>
            </a:r>
          </a:p>
          <a:p>
            <a:pPr lvl="1" eaLnBrk="1" hangingPunct="1"/>
            <a:r>
              <a:rPr lang="en-US" altLang="en-US"/>
              <a:t>■ Controlled: Each node has its own time to use the medium.</a:t>
            </a:r>
          </a:p>
          <a:p>
            <a:pPr lvl="1" eaLnBrk="1" hangingPunct="1"/>
            <a:r>
              <a:rPr lang="en-US" altLang="en-US"/>
              <a:t>■ Contention-based: All nodes compete for the use of the medium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40E3F005-5DBC-4175-4D9A-3C85F89F75EB}"/>
              </a:ext>
            </a:extLst>
          </p:cNvPr>
          <p:cNvSpPr>
            <a:spLocks noGrp="1" noChangeArrowheads="1"/>
          </p:cNvSpPr>
          <p:nvPr>
            <p:ph type="title"/>
          </p:nvPr>
        </p:nvSpPr>
        <p:spPr/>
        <p:txBody>
          <a:bodyPr/>
          <a:lstStyle/>
          <a:p>
            <a:pPr eaLnBrk="1" hangingPunct="1"/>
            <a:r>
              <a:rPr lang="en-US" altLang="en-US"/>
              <a:t>MAC for Shared Media</a:t>
            </a:r>
          </a:p>
        </p:txBody>
      </p:sp>
      <p:pic>
        <p:nvPicPr>
          <p:cNvPr id="32770" name="Picture 2">
            <a:extLst>
              <a:ext uri="{FF2B5EF4-FFF2-40B4-BE49-F238E27FC236}">
                <a16:creationId xmlns:a16="http://schemas.microsoft.com/office/drawing/2014/main" id="{6A0D2F63-C8F4-DD22-E0B8-EEA92C410E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638" y="1673225"/>
            <a:ext cx="7859712" cy="445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10B8AA6B-6352-9916-7213-D4DCAE2C51FE}"/>
              </a:ext>
            </a:extLst>
          </p:cNvPr>
          <p:cNvSpPr>
            <a:spLocks noGrp="1" noChangeArrowheads="1"/>
          </p:cNvSpPr>
          <p:nvPr>
            <p:ph type="title"/>
          </p:nvPr>
        </p:nvSpPr>
        <p:spPr>
          <a:xfrm>
            <a:off x="177800" y="627063"/>
            <a:ext cx="8766175" cy="619125"/>
          </a:xfrm>
        </p:spPr>
        <p:txBody>
          <a:bodyPr/>
          <a:lstStyle/>
          <a:p>
            <a:pPr eaLnBrk="1" hangingPunct="1"/>
            <a:r>
              <a:rPr lang="en-US" altLang="en-US" sz="2800"/>
              <a:t>MAC for Shared Media Environment</a:t>
            </a:r>
            <a:endParaRPr lang="en-US" altLang="en-US" sz="2800">
              <a:solidFill>
                <a:schemeClr val="accent2"/>
              </a:solidFill>
            </a:endParaRPr>
          </a:p>
        </p:txBody>
      </p:sp>
      <p:pic>
        <p:nvPicPr>
          <p:cNvPr id="34818" name="Picture 5">
            <a:extLst>
              <a:ext uri="{FF2B5EF4-FFF2-40B4-BE49-F238E27FC236}">
                <a16:creationId xmlns:a16="http://schemas.microsoft.com/office/drawing/2014/main" id="{5B814BCF-4F43-7F8F-BEEA-672E3B3729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195"/>
          <a:stretch>
            <a:fillRect/>
          </a:stretch>
        </p:blipFill>
        <p:spPr bwMode="auto">
          <a:xfrm>
            <a:off x="177800" y="1301750"/>
            <a:ext cx="8966200" cy="517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 name="Text Box 9">
            <a:extLst>
              <a:ext uri="{FF2B5EF4-FFF2-40B4-BE49-F238E27FC236}">
                <a16:creationId xmlns:a16="http://schemas.microsoft.com/office/drawing/2014/main" id="{44058440-379D-C505-4214-17525A8454AF}"/>
              </a:ext>
            </a:extLst>
          </p:cNvPr>
          <p:cNvSpPr txBox="1">
            <a:spLocks noChangeArrowheads="1"/>
          </p:cNvSpPr>
          <p:nvPr/>
        </p:nvSpPr>
        <p:spPr bwMode="auto">
          <a:xfrm>
            <a:off x="2592388" y="1719263"/>
            <a:ext cx="383540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buChar cha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buChar cha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buChar cha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buChar cha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9pPr>
          </a:lstStyle>
          <a:p>
            <a:pPr algn="ctr">
              <a:lnSpc>
                <a:spcPct val="90000"/>
              </a:lnSpc>
              <a:buClrTx/>
              <a:buFontTx/>
              <a:buNone/>
            </a:pPr>
            <a:r>
              <a:rPr lang="en-US" altLang="en-US" b="1" i="1">
                <a:solidFill>
                  <a:schemeClr val="accent2"/>
                </a:solidFill>
              </a:rPr>
              <a:t>AKA deterministic</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ED7169D6-279C-C9EA-170D-06C0F043948E}"/>
              </a:ext>
            </a:extLst>
          </p:cNvPr>
          <p:cNvSpPr>
            <a:spLocks noGrp="1" noChangeArrowheads="1"/>
          </p:cNvSpPr>
          <p:nvPr>
            <p:ph type="title"/>
          </p:nvPr>
        </p:nvSpPr>
        <p:spPr>
          <a:xfrm>
            <a:off x="655638" y="412750"/>
            <a:ext cx="8145462" cy="838200"/>
          </a:xfrm>
        </p:spPr>
        <p:txBody>
          <a:bodyPr/>
          <a:lstStyle/>
          <a:p>
            <a:pPr eaLnBrk="1" hangingPunct="1"/>
            <a:r>
              <a:rPr lang="en-US" altLang="en-US"/>
              <a:t>MAC for Shared Media</a:t>
            </a:r>
          </a:p>
        </p:txBody>
      </p:sp>
      <p:sp>
        <p:nvSpPr>
          <p:cNvPr id="5" name="Rectangle 3">
            <a:extLst>
              <a:ext uri="{FF2B5EF4-FFF2-40B4-BE49-F238E27FC236}">
                <a16:creationId xmlns:a16="http://schemas.microsoft.com/office/drawing/2014/main" id="{36086794-B3DD-FF31-8CCD-BEB0C590E879}"/>
              </a:ext>
            </a:extLst>
          </p:cNvPr>
          <p:cNvSpPr txBox="1">
            <a:spLocks noChangeArrowheads="1"/>
          </p:cNvSpPr>
          <p:nvPr/>
        </p:nvSpPr>
        <p:spPr bwMode="auto">
          <a:xfrm>
            <a:off x="200025" y="1392238"/>
            <a:ext cx="9129713" cy="5076825"/>
          </a:xfrm>
          <a:prstGeom prst="rect">
            <a:avLst/>
          </a:prstGeom>
          <a:noFill/>
          <a:ln w="9525" algn="ctr">
            <a:noFill/>
            <a:miter lim="800000"/>
            <a:headEnd/>
            <a:tailEnd/>
          </a:ln>
        </p:spPr>
        <p:txBody>
          <a:bodyPr lIns="82124" tIns="41061" rIns="82124" bIns="41061"/>
          <a:lstStyle/>
          <a:p>
            <a:pPr marL="236538" indent="-236538" defTabSz="814388" eaLnBrk="1" hangingPunct="1">
              <a:lnSpc>
                <a:spcPct val="95000"/>
              </a:lnSpc>
              <a:spcBef>
                <a:spcPct val="50000"/>
              </a:spcBef>
              <a:buClr>
                <a:srgbClr val="708CA1"/>
              </a:buClr>
              <a:buFont typeface="Wingdings" pitchFamily="2" charset="2"/>
              <a:buChar char="§"/>
              <a:defRPr/>
            </a:pPr>
            <a:r>
              <a:rPr lang="en-US" b="1" kern="0" dirty="0">
                <a:latin typeface="+mn-lt"/>
              </a:rPr>
              <a:t>Contention-Based Access for Shared Media </a:t>
            </a:r>
          </a:p>
          <a:p>
            <a:pPr marL="693738" lvl="1" indent="-236538" defTabSz="814388" eaLnBrk="1" hangingPunct="1">
              <a:lnSpc>
                <a:spcPct val="95000"/>
              </a:lnSpc>
              <a:spcBef>
                <a:spcPct val="50000"/>
              </a:spcBef>
              <a:buClr>
                <a:srgbClr val="708CA1"/>
              </a:buClr>
              <a:buFont typeface="Wingdings" pitchFamily="2" charset="2"/>
              <a:buChar char="§"/>
              <a:defRPr/>
            </a:pPr>
            <a:r>
              <a:rPr lang="en-US" kern="0" dirty="0">
                <a:latin typeface="+mn-lt"/>
              </a:rPr>
              <a:t>Allow any device to try to access the medium whenever it has data to send = </a:t>
            </a:r>
            <a:r>
              <a:rPr lang="en-US" kern="0" dirty="0">
                <a:solidFill>
                  <a:srgbClr val="FF0000"/>
                </a:solidFill>
                <a:latin typeface="+mn-lt"/>
              </a:rPr>
              <a:t>nondeterministic. </a:t>
            </a:r>
          </a:p>
          <a:p>
            <a:pPr marL="693738" lvl="1" indent="-236538" defTabSz="814388" eaLnBrk="1" hangingPunct="1">
              <a:lnSpc>
                <a:spcPct val="95000"/>
              </a:lnSpc>
              <a:spcBef>
                <a:spcPct val="50000"/>
              </a:spcBef>
              <a:buClr>
                <a:srgbClr val="708CA1"/>
              </a:buClr>
              <a:buFont typeface="Wingdings" pitchFamily="2" charset="2"/>
              <a:buChar char="§"/>
              <a:defRPr/>
            </a:pPr>
            <a:r>
              <a:rPr lang="en-US" kern="0" dirty="0">
                <a:latin typeface="+mn-lt"/>
              </a:rPr>
              <a:t>To prevent complete chaos on the media, these methods use a carrier sense multiple access (CSMA) process to first detect whether the media is carrying a signal. </a:t>
            </a:r>
          </a:p>
          <a:p>
            <a:pPr marL="693738" lvl="1" indent="-236538" defTabSz="814388" eaLnBrk="1" hangingPunct="1">
              <a:lnSpc>
                <a:spcPct val="95000"/>
              </a:lnSpc>
              <a:spcBef>
                <a:spcPct val="50000"/>
              </a:spcBef>
              <a:buClr>
                <a:srgbClr val="708CA1"/>
              </a:buClr>
              <a:buFont typeface="Wingdings" pitchFamily="2" charset="2"/>
              <a:buChar char="§"/>
              <a:defRPr/>
            </a:pPr>
            <a:r>
              <a:rPr lang="en-US" kern="0" dirty="0">
                <a:latin typeface="+mn-lt"/>
              </a:rPr>
              <a:t>When the device attempting to transmit sees that the media is busy, it will wait and try again after a short time period. </a:t>
            </a:r>
          </a:p>
          <a:p>
            <a:pPr marL="693738" lvl="1" indent="-236538" defTabSz="814388" eaLnBrk="1" hangingPunct="1">
              <a:lnSpc>
                <a:spcPct val="95000"/>
              </a:lnSpc>
              <a:spcBef>
                <a:spcPct val="50000"/>
              </a:spcBef>
              <a:buClr>
                <a:srgbClr val="708CA1"/>
              </a:buClr>
              <a:buFont typeface="Wingdings" pitchFamily="2" charset="2"/>
              <a:buChar char="§"/>
              <a:defRPr/>
            </a:pPr>
            <a:r>
              <a:rPr lang="en-US" kern="0" dirty="0">
                <a:latin typeface="+mn-lt"/>
              </a:rPr>
              <a:t>If no carrier signal is detected, the device transmits its data..</a:t>
            </a:r>
            <a:endParaRPr lang="en-US" sz="2000" kern="0" dirty="0">
              <a:latin typeface="+mn-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3" name="Picture 4">
            <a:extLst>
              <a:ext uri="{FF2B5EF4-FFF2-40B4-BE49-F238E27FC236}">
                <a16:creationId xmlns:a16="http://schemas.microsoft.com/office/drawing/2014/main" id="{AF4E09AE-2C80-F19A-E814-53A1F1F485B6}"/>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t="6477"/>
          <a:stretch>
            <a:fillRect/>
          </a:stretch>
        </p:blipFill>
        <p:spPr>
          <a:xfrm>
            <a:off x="0" y="1514475"/>
            <a:ext cx="9144000" cy="5343525"/>
          </a:xfrm>
          <a:noFill/>
        </p:spPr>
      </p:pic>
      <p:sp>
        <p:nvSpPr>
          <p:cNvPr id="38914" name="Rectangle 7">
            <a:extLst>
              <a:ext uri="{FF2B5EF4-FFF2-40B4-BE49-F238E27FC236}">
                <a16:creationId xmlns:a16="http://schemas.microsoft.com/office/drawing/2014/main" id="{2F652820-1915-33ED-C22E-01A29A6237D5}"/>
              </a:ext>
            </a:extLst>
          </p:cNvPr>
          <p:cNvSpPr>
            <a:spLocks noChangeArrowheads="1"/>
          </p:cNvSpPr>
          <p:nvPr/>
        </p:nvSpPr>
        <p:spPr bwMode="auto">
          <a:xfrm>
            <a:off x="209550" y="574675"/>
            <a:ext cx="8659813"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nchor="b"/>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buChar cha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buChar cha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buChar cha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buChar cha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9pPr>
          </a:lstStyle>
          <a:p>
            <a:pPr eaLnBrk="1" hangingPunct="1">
              <a:lnSpc>
                <a:spcPct val="90000"/>
              </a:lnSpc>
              <a:spcBef>
                <a:spcPct val="0"/>
              </a:spcBef>
              <a:buClrTx/>
              <a:buFontTx/>
              <a:buNone/>
            </a:pPr>
            <a:r>
              <a:rPr lang="en-US" altLang="en-US" sz="3400" b="1">
                <a:solidFill>
                  <a:srgbClr val="708CA1"/>
                </a:solidFill>
              </a:rPr>
              <a:t>Contention-based Access in a Shared Media Environment</a:t>
            </a:r>
          </a:p>
        </p:txBody>
      </p:sp>
      <p:sp>
        <p:nvSpPr>
          <p:cNvPr id="1330185" name="Text Box 9">
            <a:extLst>
              <a:ext uri="{FF2B5EF4-FFF2-40B4-BE49-F238E27FC236}">
                <a16:creationId xmlns:a16="http://schemas.microsoft.com/office/drawing/2014/main" id="{F29D925B-83A2-DEBA-54D5-9F687D3BABDD}"/>
              </a:ext>
            </a:extLst>
          </p:cNvPr>
          <p:cNvSpPr txBox="1">
            <a:spLocks noChangeArrowheads="1"/>
          </p:cNvSpPr>
          <p:nvPr/>
        </p:nvSpPr>
        <p:spPr bwMode="auto">
          <a:xfrm>
            <a:off x="966788" y="6243638"/>
            <a:ext cx="7434262"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buChar cha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buChar cha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buChar cha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buChar cha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9pPr>
          </a:lstStyle>
          <a:p>
            <a:pPr algn="ctr">
              <a:lnSpc>
                <a:spcPct val="90000"/>
              </a:lnSpc>
              <a:buClrTx/>
              <a:buFontTx/>
              <a:buNone/>
            </a:pPr>
            <a:r>
              <a:rPr lang="en-US" altLang="en-US" b="1" i="1">
                <a:solidFill>
                  <a:schemeClr val="accent2"/>
                </a:solidFill>
              </a:rPr>
              <a:t>Non Deterministic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30185"/>
                                        </p:tgtEl>
                                        <p:attrNameLst>
                                          <p:attrName>style.visibility</p:attrName>
                                        </p:attrNameLst>
                                      </p:cBhvr>
                                      <p:to>
                                        <p:strVal val="visible"/>
                                      </p:to>
                                    </p:set>
                                    <p:animEffect transition="in" filter="dissolve">
                                      <p:cBhvr>
                                        <p:cTn id="7" dur="500"/>
                                        <p:tgtEl>
                                          <p:spTgt spid="1330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018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BC0D4A0B-A3EF-628A-535A-DDF01AC26480}"/>
              </a:ext>
            </a:extLst>
          </p:cNvPr>
          <p:cNvSpPr>
            <a:spLocks noGrp="1" noChangeArrowheads="1"/>
          </p:cNvSpPr>
          <p:nvPr>
            <p:ph type="title"/>
          </p:nvPr>
        </p:nvSpPr>
        <p:spPr>
          <a:xfrm>
            <a:off x="655638" y="427038"/>
            <a:ext cx="8145462" cy="838200"/>
          </a:xfrm>
        </p:spPr>
        <p:txBody>
          <a:bodyPr/>
          <a:lstStyle/>
          <a:p>
            <a:pPr eaLnBrk="1" hangingPunct="1"/>
            <a:r>
              <a:rPr lang="en-US" altLang="en-US"/>
              <a:t>MAC for Shared Media</a:t>
            </a:r>
          </a:p>
        </p:txBody>
      </p:sp>
      <p:sp>
        <p:nvSpPr>
          <p:cNvPr id="5" name="Rectangle 3">
            <a:extLst>
              <a:ext uri="{FF2B5EF4-FFF2-40B4-BE49-F238E27FC236}">
                <a16:creationId xmlns:a16="http://schemas.microsoft.com/office/drawing/2014/main" id="{ABBD0FC6-BC29-B8DA-9D8B-8E957F7E4CDE}"/>
              </a:ext>
            </a:extLst>
          </p:cNvPr>
          <p:cNvSpPr txBox="1">
            <a:spLocks noChangeArrowheads="1"/>
          </p:cNvSpPr>
          <p:nvPr/>
        </p:nvSpPr>
        <p:spPr bwMode="auto">
          <a:xfrm>
            <a:off x="200025" y="1392238"/>
            <a:ext cx="8786813" cy="5076825"/>
          </a:xfrm>
          <a:prstGeom prst="rect">
            <a:avLst/>
          </a:prstGeom>
          <a:noFill/>
          <a:ln w="9525" algn="ctr">
            <a:noFill/>
            <a:miter lim="800000"/>
            <a:headEnd/>
            <a:tailEnd/>
          </a:ln>
        </p:spPr>
        <p:txBody>
          <a:bodyPr lIns="82124" tIns="41061" rIns="82124" bIns="41061"/>
          <a:lstStyle/>
          <a:p>
            <a:pPr marL="236538" indent="-236538" defTabSz="814388" eaLnBrk="1" hangingPunct="1">
              <a:lnSpc>
                <a:spcPct val="95000"/>
              </a:lnSpc>
              <a:spcBef>
                <a:spcPct val="50000"/>
              </a:spcBef>
              <a:buClr>
                <a:srgbClr val="708CA1"/>
              </a:buClr>
              <a:buFont typeface="Wingdings" pitchFamily="2" charset="2"/>
              <a:buChar char="§"/>
              <a:defRPr/>
            </a:pPr>
            <a:r>
              <a:rPr lang="en-US" b="1" kern="0" dirty="0">
                <a:latin typeface="+mn-lt"/>
              </a:rPr>
              <a:t>Contention-Based Access for Shared Media </a:t>
            </a:r>
          </a:p>
          <a:p>
            <a:pPr marL="693738" lvl="1" indent="-236538" defTabSz="814388" eaLnBrk="1" hangingPunct="1">
              <a:lnSpc>
                <a:spcPct val="95000"/>
              </a:lnSpc>
              <a:spcBef>
                <a:spcPct val="50000"/>
              </a:spcBef>
              <a:buClr>
                <a:srgbClr val="708CA1"/>
              </a:buClr>
              <a:buFont typeface="Wingdings" pitchFamily="2" charset="2"/>
              <a:buChar char="§"/>
              <a:defRPr/>
            </a:pPr>
            <a:r>
              <a:rPr lang="en-US" kern="0" dirty="0">
                <a:latin typeface="+mn-lt"/>
              </a:rPr>
              <a:t>It is possible that the CSMA process will fail and two devices will transmit at the same time. </a:t>
            </a:r>
          </a:p>
          <a:p>
            <a:pPr marL="693738" lvl="1" indent="-236538" defTabSz="814388" eaLnBrk="1" hangingPunct="1">
              <a:lnSpc>
                <a:spcPct val="95000"/>
              </a:lnSpc>
              <a:spcBef>
                <a:spcPct val="50000"/>
              </a:spcBef>
              <a:buClr>
                <a:srgbClr val="708CA1"/>
              </a:buClr>
              <a:buFont typeface="Wingdings" pitchFamily="2" charset="2"/>
              <a:buChar char="§"/>
              <a:defRPr/>
            </a:pPr>
            <a:r>
              <a:rPr lang="en-US" kern="0" dirty="0">
                <a:latin typeface="+mn-lt"/>
              </a:rPr>
              <a:t>This is called a </a:t>
            </a:r>
            <a:r>
              <a:rPr lang="en-US" b="1" kern="0" dirty="0">
                <a:latin typeface="+mn-lt"/>
              </a:rPr>
              <a:t>collision</a:t>
            </a:r>
            <a:r>
              <a:rPr lang="en-US" kern="0" dirty="0">
                <a:latin typeface="+mn-lt"/>
              </a:rPr>
              <a:t>. If a collision occurs, the data sent by both devices will be corrupted and will need to be re-sent.</a:t>
            </a:r>
          </a:p>
          <a:p>
            <a:pPr marL="693738" lvl="1" indent="-236538" defTabSz="814388" eaLnBrk="1" hangingPunct="1">
              <a:lnSpc>
                <a:spcPct val="95000"/>
              </a:lnSpc>
              <a:spcBef>
                <a:spcPct val="50000"/>
              </a:spcBef>
              <a:buClr>
                <a:srgbClr val="708CA1"/>
              </a:buClr>
              <a:buFont typeface="Wingdings" pitchFamily="2" charset="2"/>
              <a:buChar char="§"/>
              <a:defRPr/>
            </a:pPr>
            <a:r>
              <a:rPr lang="en-US" sz="2000" kern="0" dirty="0">
                <a:latin typeface="+mn-lt"/>
              </a:rPr>
              <a:t>CSMA is usually implemented in conjunction with a method for resolving the media contention. The two commonly used methods are</a:t>
            </a:r>
          </a:p>
          <a:p>
            <a:pPr marL="1150938" lvl="2" indent="-236538" defTabSz="814388" eaLnBrk="1" hangingPunct="1">
              <a:lnSpc>
                <a:spcPct val="95000"/>
              </a:lnSpc>
              <a:spcBef>
                <a:spcPct val="50000"/>
              </a:spcBef>
              <a:buClr>
                <a:srgbClr val="708CA1"/>
              </a:buClr>
              <a:defRPr/>
            </a:pPr>
            <a:r>
              <a:rPr lang="en-US" sz="2000" kern="0" dirty="0">
                <a:latin typeface="+mn-lt"/>
              </a:rPr>
              <a:t>■ CSMA/collision detect (CSMA/CD)</a:t>
            </a:r>
          </a:p>
          <a:p>
            <a:pPr marL="1150938" lvl="2" indent="-236538" defTabSz="814388" eaLnBrk="1" hangingPunct="1">
              <a:lnSpc>
                <a:spcPct val="95000"/>
              </a:lnSpc>
              <a:spcBef>
                <a:spcPct val="50000"/>
              </a:spcBef>
              <a:buClr>
                <a:srgbClr val="708CA1"/>
              </a:buClr>
              <a:defRPr/>
            </a:pPr>
            <a:r>
              <a:rPr lang="en-US" sz="2000" kern="0" dirty="0">
                <a:latin typeface="+mn-lt"/>
              </a:rPr>
              <a:t>■ CSMA/collision avoid (CSMA/CA)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2E6BB249-EB5B-194F-63A9-B3C2F8FDFC80}"/>
              </a:ext>
            </a:extLst>
          </p:cNvPr>
          <p:cNvSpPr>
            <a:spLocks noGrp="1" noChangeArrowheads="1"/>
          </p:cNvSpPr>
          <p:nvPr>
            <p:ph type="title"/>
          </p:nvPr>
        </p:nvSpPr>
        <p:spPr>
          <a:xfrm>
            <a:off x="274638" y="627063"/>
            <a:ext cx="8869362" cy="1023937"/>
          </a:xfrm>
        </p:spPr>
        <p:txBody>
          <a:bodyPr/>
          <a:lstStyle/>
          <a:p>
            <a:pPr eaLnBrk="1" hangingPunct="1"/>
            <a:r>
              <a:rPr lang="en-US" altLang="en-US" sz="3400"/>
              <a:t>Contention-based Access in a Shared Media Environment</a:t>
            </a:r>
          </a:p>
        </p:txBody>
      </p:sp>
      <p:sp>
        <p:nvSpPr>
          <p:cNvPr id="1341443" name="Rectangle 3">
            <a:extLst>
              <a:ext uri="{FF2B5EF4-FFF2-40B4-BE49-F238E27FC236}">
                <a16:creationId xmlns:a16="http://schemas.microsoft.com/office/drawing/2014/main" id="{0987664D-96DD-26AC-6592-6E66A9F96DCD}"/>
              </a:ext>
            </a:extLst>
          </p:cNvPr>
          <p:cNvSpPr>
            <a:spLocks noGrp="1" noChangeArrowheads="1"/>
          </p:cNvSpPr>
          <p:nvPr>
            <p:ph type="body" idx="1"/>
          </p:nvPr>
        </p:nvSpPr>
        <p:spPr>
          <a:xfrm>
            <a:off x="0" y="1771650"/>
            <a:ext cx="9144000" cy="4843463"/>
          </a:xfrm>
        </p:spPr>
        <p:txBody>
          <a:bodyPr/>
          <a:lstStyle/>
          <a:p>
            <a:pPr eaLnBrk="1" hangingPunct="1">
              <a:spcAft>
                <a:spcPct val="5000"/>
              </a:spcAft>
            </a:pPr>
            <a:r>
              <a:rPr lang="en-US" altLang="en-US" sz="2200"/>
              <a:t>Two CSMA methods:</a:t>
            </a:r>
          </a:p>
          <a:p>
            <a:pPr lvl="1" indent="0" eaLnBrk="1" hangingPunct="1">
              <a:spcAft>
                <a:spcPct val="5000"/>
              </a:spcAft>
              <a:buFontTx/>
              <a:buNone/>
            </a:pPr>
            <a:r>
              <a:rPr lang="en-US" altLang="en-US" sz="2200" b="1" i="1" u="sng">
                <a:solidFill>
                  <a:schemeClr val="accent2"/>
                </a:solidFill>
              </a:rPr>
              <a:t>CSMA/Collision Detection (CSMA/CD)</a:t>
            </a:r>
            <a:r>
              <a:rPr lang="en-US" altLang="en-US" sz="2200"/>
              <a:t> – </a:t>
            </a:r>
          </a:p>
          <a:p>
            <a:pPr lvl="1" indent="0" eaLnBrk="1" hangingPunct="1">
              <a:spcAft>
                <a:spcPct val="5000"/>
              </a:spcAft>
              <a:buFontTx/>
              <a:buNone/>
            </a:pPr>
            <a:r>
              <a:rPr lang="en-US" altLang="en-US" sz="2200"/>
              <a:t>The device monitors the media for the presence of a data signal.  </a:t>
            </a:r>
          </a:p>
          <a:p>
            <a:pPr lvl="1" indent="0" eaLnBrk="1" hangingPunct="1">
              <a:spcAft>
                <a:spcPct val="5000"/>
              </a:spcAft>
              <a:buFontTx/>
              <a:buNone/>
            </a:pPr>
            <a:r>
              <a:rPr lang="en-US" altLang="en-US" sz="2200"/>
              <a:t>If no signal is present, the device transmits (could result in collisions with other data)</a:t>
            </a:r>
          </a:p>
          <a:p>
            <a:pPr lvl="1" indent="0" eaLnBrk="1" hangingPunct="1">
              <a:spcAft>
                <a:spcPct val="5000"/>
              </a:spcAft>
              <a:buFontTx/>
              <a:buNone/>
            </a:pPr>
            <a:r>
              <a:rPr lang="en-US" altLang="en-US" sz="2200" b="1" i="1" u="sng">
                <a:solidFill>
                  <a:schemeClr val="accent2"/>
                </a:solidFill>
              </a:rPr>
              <a:t>CSMA/Collision Avoidance (CSMA/CA)</a:t>
            </a:r>
            <a:r>
              <a:rPr lang="en-US" altLang="en-US" sz="2200"/>
              <a:t> – </a:t>
            </a:r>
          </a:p>
          <a:p>
            <a:pPr lvl="1" indent="0" eaLnBrk="1" hangingPunct="1">
              <a:spcAft>
                <a:spcPct val="5000"/>
              </a:spcAft>
              <a:buFontTx/>
              <a:buNone/>
            </a:pPr>
            <a:r>
              <a:rPr lang="en-US" altLang="en-US" sz="2200"/>
              <a:t>The device examines the media for the presence of a data signal. </a:t>
            </a:r>
          </a:p>
          <a:p>
            <a:pPr lvl="1" indent="0" eaLnBrk="1" hangingPunct="1">
              <a:spcAft>
                <a:spcPct val="5000"/>
              </a:spcAft>
              <a:buFontTx/>
              <a:buNone/>
            </a:pPr>
            <a:r>
              <a:rPr lang="en-US" altLang="en-US" sz="2200"/>
              <a:t>If the media is free, the device </a:t>
            </a:r>
            <a:r>
              <a:rPr lang="en-US" altLang="en-US" sz="2200" b="1" i="1">
                <a:solidFill>
                  <a:schemeClr val="accent2"/>
                </a:solidFill>
              </a:rPr>
              <a:t>sends a notification</a:t>
            </a:r>
            <a:r>
              <a:rPr lang="en-US" altLang="en-US" sz="2200"/>
              <a:t> across the media of its intent to use it. The device then sends the data. </a:t>
            </a:r>
          </a:p>
          <a:p>
            <a:pPr eaLnBrk="1" hangingPunct="1">
              <a:spcAft>
                <a:spcPct val="5000"/>
              </a:spcAft>
            </a:pPr>
            <a:r>
              <a:rPr lang="en-US" altLang="en-US" sz="2200"/>
              <a:t>AKA </a:t>
            </a:r>
            <a:r>
              <a:rPr lang="en-US" altLang="en-US" sz="2200" b="1" i="1">
                <a:solidFill>
                  <a:schemeClr val="accent2"/>
                </a:solidFill>
              </a:rPr>
              <a:t>first come, first serve</a:t>
            </a:r>
            <a:r>
              <a:rPr lang="en-US" altLang="en-US" sz="2200"/>
              <a:t> and </a:t>
            </a:r>
            <a:r>
              <a:rPr lang="en-US" altLang="en-US" sz="2200" b="1" i="1">
                <a:solidFill>
                  <a:schemeClr val="accent2"/>
                </a:solidFill>
              </a:rPr>
              <a:t>non-deterministic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41443">
                                            <p:txEl>
                                              <p:pRg st="0" end="0"/>
                                            </p:txEl>
                                          </p:spTgt>
                                        </p:tgtEl>
                                        <p:attrNameLst>
                                          <p:attrName>style.visibility</p:attrName>
                                        </p:attrNameLst>
                                      </p:cBhvr>
                                      <p:to>
                                        <p:strVal val="visible"/>
                                      </p:to>
                                    </p:set>
                                    <p:animEffect transition="in" filter="dissolve">
                                      <p:cBhvr>
                                        <p:cTn id="7" dur="500"/>
                                        <p:tgtEl>
                                          <p:spTgt spid="13414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41443">
                                            <p:txEl>
                                              <p:pRg st="1" end="1"/>
                                            </p:txEl>
                                          </p:spTgt>
                                        </p:tgtEl>
                                        <p:attrNameLst>
                                          <p:attrName>style.visibility</p:attrName>
                                        </p:attrNameLst>
                                      </p:cBhvr>
                                      <p:to>
                                        <p:strVal val="visible"/>
                                      </p:to>
                                    </p:set>
                                    <p:animEffect transition="in" filter="dissolve">
                                      <p:cBhvr>
                                        <p:cTn id="12" dur="500"/>
                                        <p:tgtEl>
                                          <p:spTgt spid="13414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41443">
                                            <p:txEl>
                                              <p:pRg st="2" end="2"/>
                                            </p:txEl>
                                          </p:spTgt>
                                        </p:tgtEl>
                                        <p:attrNameLst>
                                          <p:attrName>style.visibility</p:attrName>
                                        </p:attrNameLst>
                                      </p:cBhvr>
                                      <p:to>
                                        <p:strVal val="visible"/>
                                      </p:to>
                                    </p:set>
                                    <p:animEffect transition="in" filter="dissolve">
                                      <p:cBhvr>
                                        <p:cTn id="17" dur="500"/>
                                        <p:tgtEl>
                                          <p:spTgt spid="13414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41443">
                                            <p:txEl>
                                              <p:pRg st="3" end="3"/>
                                            </p:txEl>
                                          </p:spTgt>
                                        </p:tgtEl>
                                        <p:attrNameLst>
                                          <p:attrName>style.visibility</p:attrName>
                                        </p:attrNameLst>
                                      </p:cBhvr>
                                      <p:to>
                                        <p:strVal val="visible"/>
                                      </p:to>
                                    </p:set>
                                    <p:animEffect transition="in" filter="dissolve">
                                      <p:cBhvr>
                                        <p:cTn id="22" dur="500"/>
                                        <p:tgtEl>
                                          <p:spTgt spid="134144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41443">
                                            <p:txEl>
                                              <p:pRg st="4" end="4"/>
                                            </p:txEl>
                                          </p:spTgt>
                                        </p:tgtEl>
                                        <p:attrNameLst>
                                          <p:attrName>style.visibility</p:attrName>
                                        </p:attrNameLst>
                                      </p:cBhvr>
                                      <p:to>
                                        <p:strVal val="visible"/>
                                      </p:to>
                                    </p:set>
                                    <p:animEffect transition="in" filter="dissolve">
                                      <p:cBhvr>
                                        <p:cTn id="27" dur="500"/>
                                        <p:tgtEl>
                                          <p:spTgt spid="134144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341443">
                                            <p:txEl>
                                              <p:pRg st="5" end="5"/>
                                            </p:txEl>
                                          </p:spTgt>
                                        </p:tgtEl>
                                        <p:attrNameLst>
                                          <p:attrName>style.visibility</p:attrName>
                                        </p:attrNameLst>
                                      </p:cBhvr>
                                      <p:to>
                                        <p:strVal val="visible"/>
                                      </p:to>
                                    </p:set>
                                    <p:animEffect transition="in" filter="dissolve">
                                      <p:cBhvr>
                                        <p:cTn id="32" dur="500"/>
                                        <p:tgtEl>
                                          <p:spTgt spid="134144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341443">
                                            <p:txEl>
                                              <p:pRg st="6" end="6"/>
                                            </p:txEl>
                                          </p:spTgt>
                                        </p:tgtEl>
                                        <p:attrNameLst>
                                          <p:attrName>style.visibility</p:attrName>
                                        </p:attrNameLst>
                                      </p:cBhvr>
                                      <p:to>
                                        <p:strVal val="visible"/>
                                      </p:to>
                                    </p:set>
                                    <p:animEffect transition="in" filter="dissolve">
                                      <p:cBhvr>
                                        <p:cTn id="37" dur="500"/>
                                        <p:tgtEl>
                                          <p:spTgt spid="134144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341443">
                                            <p:txEl>
                                              <p:pRg st="7" end="7"/>
                                            </p:txEl>
                                          </p:spTgt>
                                        </p:tgtEl>
                                        <p:attrNameLst>
                                          <p:attrName>style.visibility</p:attrName>
                                        </p:attrNameLst>
                                      </p:cBhvr>
                                      <p:to>
                                        <p:strVal val="visible"/>
                                      </p:to>
                                    </p:set>
                                    <p:animEffect transition="in" filter="dissolve">
                                      <p:cBhvr>
                                        <p:cTn id="42" dur="500"/>
                                        <p:tgtEl>
                                          <p:spTgt spid="13414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43" grpId="0" build="p" bldLvl="2"/>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2467" name="Rectangle 3">
            <a:extLst>
              <a:ext uri="{FF2B5EF4-FFF2-40B4-BE49-F238E27FC236}">
                <a16:creationId xmlns:a16="http://schemas.microsoft.com/office/drawing/2014/main" id="{59BE79CA-FD55-1F7E-821D-11EDCE8C0C0E}"/>
              </a:ext>
            </a:extLst>
          </p:cNvPr>
          <p:cNvSpPr>
            <a:spLocks noGrp="1" noChangeArrowheads="1"/>
          </p:cNvSpPr>
          <p:nvPr>
            <p:ph type="body" idx="1"/>
          </p:nvPr>
        </p:nvSpPr>
        <p:spPr>
          <a:xfrm>
            <a:off x="287338" y="1149350"/>
            <a:ext cx="8856662" cy="1455738"/>
          </a:xfrm>
        </p:spPr>
        <p:txBody>
          <a:bodyPr/>
          <a:lstStyle/>
          <a:p>
            <a:pPr eaLnBrk="1" hangingPunct="1"/>
            <a:r>
              <a:rPr lang="en-US" altLang="en-US" sz="2200"/>
              <a:t>In </a:t>
            </a:r>
            <a:r>
              <a:rPr lang="en-US" altLang="en-US" sz="2200" b="1">
                <a:solidFill>
                  <a:schemeClr val="accent2"/>
                </a:solidFill>
              </a:rPr>
              <a:t>point-to-point connections</a:t>
            </a:r>
            <a:r>
              <a:rPr lang="en-US" altLang="en-US" sz="2200"/>
              <a:t>, the Data Link layer has to determine whether the communication is half-duplex or full-duplex. </a:t>
            </a:r>
          </a:p>
          <a:p>
            <a:pPr eaLnBrk="1" hangingPunct="1"/>
            <a:r>
              <a:rPr lang="en-US" altLang="en-US" sz="2200" b="1" i="1" u="sng">
                <a:solidFill>
                  <a:schemeClr val="accent2"/>
                </a:solidFill>
              </a:rPr>
              <a:t>Half Duplex</a:t>
            </a:r>
            <a:r>
              <a:rPr lang="en-US" altLang="en-US" sz="2200"/>
              <a:t> – a station cannot transmit and receive simultaneously</a:t>
            </a:r>
          </a:p>
        </p:txBody>
      </p:sp>
      <p:sp>
        <p:nvSpPr>
          <p:cNvPr id="43010" name="Rectangle 4">
            <a:extLst>
              <a:ext uri="{FF2B5EF4-FFF2-40B4-BE49-F238E27FC236}">
                <a16:creationId xmlns:a16="http://schemas.microsoft.com/office/drawing/2014/main" id="{3BB6270D-FA75-82CB-1187-F0CB7F7B5349}"/>
              </a:ext>
            </a:extLst>
          </p:cNvPr>
          <p:cNvSpPr>
            <a:spLocks noGrp="1" noChangeArrowheads="1"/>
          </p:cNvSpPr>
          <p:nvPr>
            <p:ph type="title"/>
          </p:nvPr>
        </p:nvSpPr>
        <p:spPr>
          <a:xfrm>
            <a:off x="217488" y="627063"/>
            <a:ext cx="8583612" cy="533400"/>
          </a:xfrm>
          <a:noFill/>
        </p:spPr>
        <p:txBody>
          <a:bodyPr/>
          <a:lstStyle/>
          <a:p>
            <a:pPr eaLnBrk="1" hangingPunct="1"/>
            <a:r>
              <a:rPr lang="en-US" altLang="en-US" sz="2800"/>
              <a:t>Media Access Control For Non-Shared Media</a:t>
            </a:r>
          </a:p>
        </p:txBody>
      </p:sp>
      <p:pic>
        <p:nvPicPr>
          <p:cNvPr id="43011" name="Picture 5">
            <a:extLst>
              <a:ext uri="{FF2B5EF4-FFF2-40B4-BE49-F238E27FC236}">
                <a16:creationId xmlns:a16="http://schemas.microsoft.com/office/drawing/2014/main" id="{7B5CE9A4-BDDD-63A7-AA72-E5499685F3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1713" y="2611438"/>
            <a:ext cx="6850062"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42467">
                                            <p:txEl>
                                              <p:pRg st="0" end="0"/>
                                            </p:txEl>
                                          </p:spTgt>
                                        </p:tgtEl>
                                        <p:attrNameLst>
                                          <p:attrName>style.visibility</p:attrName>
                                        </p:attrNameLst>
                                      </p:cBhvr>
                                      <p:to>
                                        <p:strVal val="visible"/>
                                      </p:to>
                                    </p:set>
                                    <p:animEffect transition="in" filter="dissolve">
                                      <p:cBhvr>
                                        <p:cTn id="7" dur="500"/>
                                        <p:tgtEl>
                                          <p:spTgt spid="13424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42467">
                                            <p:txEl>
                                              <p:pRg st="1" end="1"/>
                                            </p:txEl>
                                          </p:spTgt>
                                        </p:tgtEl>
                                        <p:attrNameLst>
                                          <p:attrName>style.visibility</p:attrName>
                                        </p:attrNameLst>
                                      </p:cBhvr>
                                      <p:to>
                                        <p:strVal val="visible"/>
                                      </p:to>
                                    </p:set>
                                    <p:animEffect transition="in" filter="dissolve">
                                      <p:cBhvr>
                                        <p:cTn id="12" dur="500"/>
                                        <p:tgtEl>
                                          <p:spTgt spid="134246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246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C4A520AB-6F4D-496A-E3B6-A3F267C8C269}"/>
              </a:ext>
            </a:extLst>
          </p:cNvPr>
          <p:cNvSpPr>
            <a:spLocks noGrp="1" noChangeArrowheads="1"/>
          </p:cNvSpPr>
          <p:nvPr>
            <p:ph type="title"/>
          </p:nvPr>
        </p:nvSpPr>
        <p:spPr>
          <a:xfrm>
            <a:off x="217488" y="627063"/>
            <a:ext cx="8583612" cy="574675"/>
          </a:xfrm>
        </p:spPr>
        <p:txBody>
          <a:bodyPr/>
          <a:lstStyle/>
          <a:p>
            <a:pPr eaLnBrk="1" hangingPunct="1"/>
            <a:r>
              <a:rPr lang="en-US" altLang="en-US" sz="3000"/>
              <a:t>Media Access Control For Non-Shared Media</a:t>
            </a:r>
          </a:p>
        </p:txBody>
      </p:sp>
      <p:pic>
        <p:nvPicPr>
          <p:cNvPr id="44034" name="Picture 4">
            <a:extLst>
              <a:ext uri="{FF2B5EF4-FFF2-40B4-BE49-F238E27FC236}">
                <a16:creationId xmlns:a16="http://schemas.microsoft.com/office/drawing/2014/main" id="{6C9E91AD-721F-BA87-7895-81B7B97316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2000"/>
          <a:stretch>
            <a:fillRect/>
          </a:stretch>
        </p:blipFill>
        <p:spPr bwMode="auto">
          <a:xfrm>
            <a:off x="0" y="1873250"/>
            <a:ext cx="9144000" cy="482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5" name="Rectangle 7">
            <a:extLst>
              <a:ext uri="{FF2B5EF4-FFF2-40B4-BE49-F238E27FC236}">
                <a16:creationId xmlns:a16="http://schemas.microsoft.com/office/drawing/2014/main" id="{B00D4ED0-87C1-05BB-0347-648987FA8334}"/>
              </a:ext>
            </a:extLst>
          </p:cNvPr>
          <p:cNvSpPr>
            <a:spLocks noGrp="1" noChangeArrowheads="1"/>
          </p:cNvSpPr>
          <p:nvPr>
            <p:ph type="body" idx="1"/>
          </p:nvPr>
        </p:nvSpPr>
        <p:spPr>
          <a:xfrm>
            <a:off x="231775" y="1285875"/>
            <a:ext cx="8705850" cy="541338"/>
          </a:xfrm>
          <a:noFill/>
        </p:spPr>
        <p:txBody>
          <a:bodyPr/>
          <a:lstStyle/>
          <a:p>
            <a:pPr eaLnBrk="1" hangingPunct="1">
              <a:buFont typeface="Wingdings" panose="05000000000000000000" pitchFamily="2" charset="2"/>
              <a:buNone/>
            </a:pPr>
            <a:r>
              <a:rPr lang="en-US" altLang="en-US" sz="2200" b="1" i="1" u="sng">
                <a:solidFill>
                  <a:schemeClr val="accent2"/>
                </a:solidFill>
              </a:rPr>
              <a:t>Full Duplex</a:t>
            </a:r>
            <a:r>
              <a:rPr lang="en-US" altLang="en-US" sz="2200"/>
              <a:t> – a station can transmit and receive simultaneously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9FD43ABA-470C-361D-2D2A-818D839822EA}"/>
              </a:ext>
            </a:extLst>
          </p:cNvPr>
          <p:cNvSpPr>
            <a:spLocks noGrp="1" noChangeArrowheads="1"/>
          </p:cNvSpPr>
          <p:nvPr>
            <p:ph type="title"/>
          </p:nvPr>
        </p:nvSpPr>
        <p:spPr>
          <a:xfrm>
            <a:off x="328613" y="627063"/>
            <a:ext cx="8472487" cy="647700"/>
          </a:xfrm>
        </p:spPr>
        <p:txBody>
          <a:bodyPr/>
          <a:lstStyle/>
          <a:p>
            <a:pPr eaLnBrk="1" hangingPunct="1"/>
            <a:r>
              <a:rPr lang="en-US" altLang="en-US"/>
              <a:t>The</a:t>
            </a:r>
            <a:r>
              <a:rPr lang="en-US" altLang="en-US">
                <a:solidFill>
                  <a:schemeClr val="accent2"/>
                </a:solidFill>
              </a:rPr>
              <a:t> Topology</a:t>
            </a:r>
            <a:r>
              <a:rPr lang="en-US" altLang="en-US"/>
              <a:t> of a Network</a:t>
            </a:r>
          </a:p>
        </p:txBody>
      </p:sp>
      <p:sp>
        <p:nvSpPr>
          <p:cNvPr id="1343491" name="Rectangle 3">
            <a:extLst>
              <a:ext uri="{FF2B5EF4-FFF2-40B4-BE49-F238E27FC236}">
                <a16:creationId xmlns:a16="http://schemas.microsoft.com/office/drawing/2014/main" id="{F4D8717D-A484-DBF2-FB88-C2ECAFFA3CE0}"/>
              </a:ext>
            </a:extLst>
          </p:cNvPr>
          <p:cNvSpPr>
            <a:spLocks noGrp="1" noChangeArrowheads="1"/>
          </p:cNvSpPr>
          <p:nvPr>
            <p:ph type="body" idx="1"/>
          </p:nvPr>
        </p:nvSpPr>
        <p:spPr>
          <a:xfrm>
            <a:off x="190500" y="1339850"/>
            <a:ext cx="8734425" cy="5518150"/>
          </a:xfrm>
        </p:spPr>
        <p:txBody>
          <a:bodyPr/>
          <a:lstStyle/>
          <a:p>
            <a:pPr eaLnBrk="1" hangingPunct="1">
              <a:spcAft>
                <a:spcPct val="25000"/>
              </a:spcAft>
            </a:pPr>
            <a:r>
              <a:rPr lang="en-US" altLang="en-US"/>
              <a:t>The topology of a network is the arrangement/relationship of the network devices and the interconnections between them</a:t>
            </a:r>
          </a:p>
          <a:p>
            <a:pPr eaLnBrk="1" hangingPunct="1">
              <a:spcAft>
                <a:spcPct val="25000"/>
              </a:spcAft>
            </a:pPr>
            <a:r>
              <a:rPr lang="en-US" altLang="en-US"/>
              <a:t>Network topologies can be viewed at the </a:t>
            </a:r>
            <a:r>
              <a:rPr lang="en-US" altLang="en-US" b="1">
                <a:solidFill>
                  <a:schemeClr val="accent2"/>
                </a:solidFill>
              </a:rPr>
              <a:t>physical </a:t>
            </a:r>
            <a:r>
              <a:rPr lang="en-US" altLang="en-US"/>
              <a:t>level and the </a:t>
            </a:r>
            <a:r>
              <a:rPr lang="en-US" altLang="en-US" b="1">
                <a:solidFill>
                  <a:schemeClr val="accent2"/>
                </a:solidFill>
              </a:rPr>
              <a:t>logical </a:t>
            </a:r>
            <a:r>
              <a:rPr lang="en-US" altLang="en-US"/>
              <a:t>level.</a:t>
            </a:r>
          </a:p>
          <a:p>
            <a:pPr eaLnBrk="1" hangingPunct="1">
              <a:spcAft>
                <a:spcPct val="25000"/>
              </a:spcAft>
            </a:pPr>
            <a:r>
              <a:rPr lang="en-US" altLang="en-US" b="1" i="1" u="sng">
                <a:solidFill>
                  <a:schemeClr val="accent2"/>
                </a:solidFill>
              </a:rPr>
              <a:t>Physical Topology</a:t>
            </a:r>
            <a:r>
              <a:rPr lang="en-US" altLang="en-US"/>
              <a:t> -the arrangement of the nodes and the physical connections between them.</a:t>
            </a:r>
          </a:p>
          <a:p>
            <a:pPr eaLnBrk="1" hangingPunct="1">
              <a:spcAft>
                <a:spcPct val="25000"/>
              </a:spcAft>
            </a:pPr>
            <a:r>
              <a:rPr lang="en-US" altLang="en-US" b="1" i="1" u="sng">
                <a:solidFill>
                  <a:schemeClr val="accent2"/>
                </a:solidFill>
              </a:rPr>
              <a:t>Logical Topology</a:t>
            </a:r>
            <a:r>
              <a:rPr lang="en-US" altLang="en-US"/>
              <a:t> - the way a network transfers frames from one node to the next. The logical signal paths defined by Data Link layer protocols. The logical topology influences the type of network framing and media access control used.</a:t>
            </a:r>
          </a:p>
          <a:p>
            <a:pPr eaLnBrk="1" hangingPunct="1">
              <a:spcAft>
                <a:spcPct val="25000"/>
              </a:spcAft>
            </a:pPr>
            <a:r>
              <a:rPr lang="en-US" altLang="en-US" b="1" i="1">
                <a:solidFill>
                  <a:schemeClr val="accent2"/>
                </a:solidFill>
              </a:rPr>
              <a:t>NOTE:  The physical or cabled topology of a network will most likely </a:t>
            </a:r>
            <a:r>
              <a:rPr lang="en-US" altLang="en-US" b="1" i="1" u="sng">
                <a:solidFill>
                  <a:schemeClr val="accent2"/>
                </a:solidFill>
              </a:rPr>
              <a:t>not </a:t>
            </a:r>
            <a:r>
              <a:rPr lang="en-US" altLang="en-US" b="1" i="1">
                <a:solidFill>
                  <a:schemeClr val="accent2"/>
                </a:solidFill>
              </a:rPr>
              <a:t>be the same as the logical topology.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43491">
                                            <p:txEl>
                                              <p:pRg st="0" end="0"/>
                                            </p:txEl>
                                          </p:spTgt>
                                        </p:tgtEl>
                                        <p:attrNameLst>
                                          <p:attrName>style.visibility</p:attrName>
                                        </p:attrNameLst>
                                      </p:cBhvr>
                                      <p:to>
                                        <p:strVal val="visible"/>
                                      </p:to>
                                    </p:set>
                                    <p:animEffect transition="in" filter="dissolve">
                                      <p:cBhvr>
                                        <p:cTn id="7" dur="500"/>
                                        <p:tgtEl>
                                          <p:spTgt spid="13434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43491">
                                            <p:txEl>
                                              <p:pRg st="1" end="1"/>
                                            </p:txEl>
                                          </p:spTgt>
                                        </p:tgtEl>
                                        <p:attrNameLst>
                                          <p:attrName>style.visibility</p:attrName>
                                        </p:attrNameLst>
                                      </p:cBhvr>
                                      <p:to>
                                        <p:strVal val="visible"/>
                                      </p:to>
                                    </p:set>
                                    <p:animEffect transition="in" filter="dissolve">
                                      <p:cBhvr>
                                        <p:cTn id="12" dur="500"/>
                                        <p:tgtEl>
                                          <p:spTgt spid="13434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43491">
                                            <p:txEl>
                                              <p:pRg st="2" end="2"/>
                                            </p:txEl>
                                          </p:spTgt>
                                        </p:tgtEl>
                                        <p:attrNameLst>
                                          <p:attrName>style.visibility</p:attrName>
                                        </p:attrNameLst>
                                      </p:cBhvr>
                                      <p:to>
                                        <p:strVal val="visible"/>
                                      </p:to>
                                    </p:set>
                                    <p:animEffect transition="in" filter="dissolve">
                                      <p:cBhvr>
                                        <p:cTn id="17" dur="500"/>
                                        <p:tgtEl>
                                          <p:spTgt spid="13434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43491">
                                            <p:txEl>
                                              <p:pRg st="3" end="3"/>
                                            </p:txEl>
                                          </p:spTgt>
                                        </p:tgtEl>
                                        <p:attrNameLst>
                                          <p:attrName>style.visibility</p:attrName>
                                        </p:attrNameLst>
                                      </p:cBhvr>
                                      <p:to>
                                        <p:strVal val="visible"/>
                                      </p:to>
                                    </p:set>
                                    <p:animEffect transition="in" filter="dissolve">
                                      <p:cBhvr>
                                        <p:cTn id="22" dur="500"/>
                                        <p:tgtEl>
                                          <p:spTgt spid="13434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43491">
                                            <p:txEl>
                                              <p:pRg st="4" end="4"/>
                                            </p:txEl>
                                          </p:spTgt>
                                        </p:tgtEl>
                                        <p:attrNameLst>
                                          <p:attrName>style.visibility</p:attrName>
                                        </p:attrNameLst>
                                      </p:cBhvr>
                                      <p:to>
                                        <p:strVal val="visible"/>
                                      </p:to>
                                    </p:set>
                                    <p:animEffect transition="in" filter="dissolve">
                                      <p:cBhvr>
                                        <p:cTn id="27" dur="500"/>
                                        <p:tgtEl>
                                          <p:spTgt spid="13434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3491"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D541E6E4-D294-D37F-244B-3F0EBB7532EF}"/>
              </a:ext>
            </a:extLst>
          </p:cNvPr>
          <p:cNvSpPr>
            <a:spLocks noGrp="1" noChangeArrowheads="1"/>
          </p:cNvSpPr>
          <p:nvPr>
            <p:ph type="title"/>
          </p:nvPr>
        </p:nvSpPr>
        <p:spPr>
          <a:xfrm>
            <a:off x="230188" y="627063"/>
            <a:ext cx="8570912" cy="625475"/>
          </a:xfrm>
        </p:spPr>
        <p:txBody>
          <a:bodyPr/>
          <a:lstStyle/>
          <a:p>
            <a:pPr eaLnBrk="1" hangingPunct="1"/>
            <a:r>
              <a:rPr lang="en-US" altLang="en-US"/>
              <a:t>A Look at Logical Topologies</a:t>
            </a:r>
          </a:p>
        </p:txBody>
      </p:sp>
      <p:pic>
        <p:nvPicPr>
          <p:cNvPr id="47106" name="Picture 4">
            <a:extLst>
              <a:ext uri="{FF2B5EF4-FFF2-40B4-BE49-F238E27FC236}">
                <a16:creationId xmlns:a16="http://schemas.microsoft.com/office/drawing/2014/main" id="{74B9F257-4048-B162-B6AA-8402513942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266"/>
          <a:stretch>
            <a:fillRect/>
          </a:stretch>
        </p:blipFill>
        <p:spPr bwMode="auto">
          <a:xfrm>
            <a:off x="1276350" y="1379538"/>
            <a:ext cx="5899150" cy="547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69D4186A-E558-1E85-AC9D-F7351D715735}"/>
              </a:ext>
            </a:extLst>
          </p:cNvPr>
          <p:cNvSpPr>
            <a:spLocks noGrp="1" noChangeArrowheads="1"/>
          </p:cNvSpPr>
          <p:nvPr>
            <p:ph type="title"/>
          </p:nvPr>
        </p:nvSpPr>
        <p:spPr>
          <a:xfrm>
            <a:off x="192088" y="627063"/>
            <a:ext cx="8609012" cy="688975"/>
          </a:xfrm>
        </p:spPr>
        <p:txBody>
          <a:bodyPr/>
          <a:lstStyle/>
          <a:p>
            <a:pPr eaLnBrk="1" hangingPunct="1"/>
            <a:r>
              <a:rPr lang="en-US" altLang="en-US"/>
              <a:t>Logical Point-to-Point Topology</a:t>
            </a:r>
          </a:p>
        </p:txBody>
      </p:sp>
      <p:sp>
        <p:nvSpPr>
          <p:cNvPr id="49154" name="Rectangle 3">
            <a:extLst>
              <a:ext uri="{FF2B5EF4-FFF2-40B4-BE49-F238E27FC236}">
                <a16:creationId xmlns:a16="http://schemas.microsoft.com/office/drawing/2014/main" id="{63B74906-FDB7-D52B-145F-BCE6A7CB1DD8}"/>
              </a:ext>
            </a:extLst>
          </p:cNvPr>
          <p:cNvSpPr>
            <a:spLocks noGrp="1" noChangeArrowheads="1"/>
          </p:cNvSpPr>
          <p:nvPr>
            <p:ph type="body" idx="1"/>
          </p:nvPr>
        </p:nvSpPr>
        <p:spPr>
          <a:xfrm>
            <a:off x="192088" y="1409700"/>
            <a:ext cx="8693150" cy="1141413"/>
          </a:xfrm>
        </p:spPr>
        <p:txBody>
          <a:bodyPr/>
          <a:lstStyle/>
          <a:p>
            <a:pPr eaLnBrk="1" hangingPunct="1"/>
            <a:r>
              <a:rPr lang="en-US" altLang="en-US"/>
              <a:t>The logical connection between nodes is sometimes referred to as a </a:t>
            </a:r>
            <a:r>
              <a:rPr lang="en-US" altLang="en-US" b="1" i="1">
                <a:solidFill>
                  <a:schemeClr val="accent2"/>
                </a:solidFill>
              </a:rPr>
              <a:t>virtual circuit</a:t>
            </a:r>
          </a:p>
        </p:txBody>
      </p:sp>
      <p:pic>
        <p:nvPicPr>
          <p:cNvPr id="49155" name="Picture 4">
            <a:extLst>
              <a:ext uri="{FF2B5EF4-FFF2-40B4-BE49-F238E27FC236}">
                <a16:creationId xmlns:a16="http://schemas.microsoft.com/office/drawing/2014/main" id="{3882137E-AC6C-2AC7-C7B8-A8B559421F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98725"/>
            <a:ext cx="9144000" cy="435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5539" name="Rectangle 3">
            <a:extLst>
              <a:ext uri="{FF2B5EF4-FFF2-40B4-BE49-F238E27FC236}">
                <a16:creationId xmlns:a16="http://schemas.microsoft.com/office/drawing/2014/main" id="{EC099E76-36C0-79BF-6211-D29EE504C57C}"/>
              </a:ext>
            </a:extLst>
          </p:cNvPr>
          <p:cNvSpPr>
            <a:spLocks noGrp="1" noChangeArrowheads="1"/>
          </p:cNvSpPr>
          <p:nvPr>
            <p:ph type="body" idx="1"/>
          </p:nvPr>
        </p:nvSpPr>
        <p:spPr>
          <a:xfrm>
            <a:off x="231775" y="1273175"/>
            <a:ext cx="8637588" cy="5584825"/>
          </a:xfrm>
        </p:spPr>
        <p:txBody>
          <a:bodyPr/>
          <a:lstStyle/>
          <a:p>
            <a:pPr eaLnBrk="1" hangingPunct="1">
              <a:lnSpc>
                <a:spcPct val="85000"/>
              </a:lnSpc>
              <a:spcAft>
                <a:spcPct val="10000"/>
              </a:spcAft>
            </a:pPr>
            <a:r>
              <a:rPr lang="en-US" altLang="en-US"/>
              <a:t>Enables a number of nodes to communicate by using the </a:t>
            </a:r>
            <a:r>
              <a:rPr lang="en-US" altLang="en-US" b="1" i="1">
                <a:solidFill>
                  <a:schemeClr val="accent2"/>
                </a:solidFill>
              </a:rPr>
              <a:t>same shared media (AKA logical bus topology)</a:t>
            </a:r>
          </a:p>
          <a:p>
            <a:pPr eaLnBrk="1" hangingPunct="1">
              <a:lnSpc>
                <a:spcPct val="85000"/>
              </a:lnSpc>
              <a:spcAft>
                <a:spcPct val="10000"/>
              </a:spcAft>
            </a:pPr>
            <a:r>
              <a:rPr lang="en-US" altLang="en-US"/>
              <a:t>Data from only one node can be placed on the medium at a time</a:t>
            </a:r>
          </a:p>
          <a:p>
            <a:pPr eaLnBrk="1" hangingPunct="1">
              <a:lnSpc>
                <a:spcPct val="85000"/>
              </a:lnSpc>
              <a:spcAft>
                <a:spcPct val="10000"/>
              </a:spcAft>
            </a:pPr>
            <a:r>
              <a:rPr lang="en-US" altLang="en-US" b="1" i="1">
                <a:solidFill>
                  <a:schemeClr val="accent2"/>
                </a:solidFill>
              </a:rPr>
              <a:t>Every node sees all the frames that are on the medium</a:t>
            </a:r>
            <a:r>
              <a:rPr lang="en-US" altLang="en-US"/>
              <a:t>, but only the node to which the frame is addressed processes the contents of the frame</a:t>
            </a:r>
          </a:p>
          <a:p>
            <a:pPr eaLnBrk="1" hangingPunct="1">
              <a:lnSpc>
                <a:spcPct val="85000"/>
              </a:lnSpc>
              <a:spcAft>
                <a:spcPct val="10000"/>
              </a:spcAft>
            </a:pPr>
            <a:r>
              <a:rPr lang="en-US" altLang="en-US"/>
              <a:t>Requires a method to </a:t>
            </a:r>
            <a:r>
              <a:rPr lang="en-US" altLang="en-US" b="1" i="1">
                <a:solidFill>
                  <a:schemeClr val="accent2"/>
                </a:solidFill>
              </a:rPr>
              <a:t>regulate the transmission of data</a:t>
            </a:r>
            <a:r>
              <a:rPr lang="en-US" altLang="en-US"/>
              <a:t> and thereby </a:t>
            </a:r>
            <a:r>
              <a:rPr lang="en-US" altLang="en-US" b="1" i="1">
                <a:solidFill>
                  <a:schemeClr val="accent2"/>
                </a:solidFill>
              </a:rPr>
              <a:t>reduce collisions</a:t>
            </a:r>
            <a:r>
              <a:rPr lang="en-US" altLang="en-US"/>
              <a:t> between different signals</a:t>
            </a:r>
          </a:p>
          <a:p>
            <a:pPr eaLnBrk="1" hangingPunct="1">
              <a:lnSpc>
                <a:spcPct val="85000"/>
              </a:lnSpc>
              <a:spcAft>
                <a:spcPct val="10000"/>
              </a:spcAft>
            </a:pPr>
            <a:r>
              <a:rPr lang="en-US" altLang="en-US"/>
              <a:t>Media access control methods used by logical multi-access topologies are:</a:t>
            </a:r>
          </a:p>
          <a:p>
            <a:pPr lvl="1" indent="0" eaLnBrk="1" hangingPunct="1">
              <a:lnSpc>
                <a:spcPct val="85000"/>
              </a:lnSpc>
              <a:spcAft>
                <a:spcPct val="10000"/>
              </a:spcAft>
              <a:buFontTx/>
              <a:buNone/>
            </a:pPr>
            <a:r>
              <a:rPr lang="en-US" altLang="en-US" b="1">
                <a:solidFill>
                  <a:srgbClr val="708CA1"/>
                </a:solidFill>
              </a:rPr>
              <a:t>CSMA/CD</a:t>
            </a:r>
          </a:p>
          <a:p>
            <a:pPr lvl="1" indent="0" eaLnBrk="1" hangingPunct="1">
              <a:lnSpc>
                <a:spcPct val="85000"/>
              </a:lnSpc>
              <a:spcAft>
                <a:spcPct val="10000"/>
              </a:spcAft>
              <a:buFontTx/>
              <a:buNone/>
            </a:pPr>
            <a:r>
              <a:rPr lang="en-US" altLang="en-US" b="1">
                <a:solidFill>
                  <a:srgbClr val="708CA1"/>
                </a:solidFill>
              </a:rPr>
              <a:t>CSMA/CA</a:t>
            </a:r>
          </a:p>
          <a:p>
            <a:pPr lvl="1" indent="0" eaLnBrk="1" hangingPunct="1">
              <a:lnSpc>
                <a:spcPct val="85000"/>
              </a:lnSpc>
              <a:spcAft>
                <a:spcPct val="10000"/>
              </a:spcAft>
              <a:buFontTx/>
              <a:buNone/>
            </a:pPr>
            <a:r>
              <a:rPr lang="en-US" altLang="en-US" b="1">
                <a:solidFill>
                  <a:srgbClr val="708CA1"/>
                </a:solidFill>
              </a:rPr>
              <a:t>Token Passing</a:t>
            </a:r>
          </a:p>
        </p:txBody>
      </p:sp>
      <p:sp>
        <p:nvSpPr>
          <p:cNvPr id="50178" name="Rectangle 4">
            <a:extLst>
              <a:ext uri="{FF2B5EF4-FFF2-40B4-BE49-F238E27FC236}">
                <a16:creationId xmlns:a16="http://schemas.microsoft.com/office/drawing/2014/main" id="{45F3776F-9467-399A-DF35-39B30374AD51}"/>
              </a:ext>
            </a:extLst>
          </p:cNvPr>
          <p:cNvSpPr>
            <a:spLocks noChangeArrowheads="1"/>
          </p:cNvSpPr>
          <p:nvPr/>
        </p:nvSpPr>
        <p:spPr bwMode="auto">
          <a:xfrm>
            <a:off x="287338" y="627063"/>
            <a:ext cx="85137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nchor="b"/>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buChar cha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buChar cha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buChar cha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buChar cha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9pPr>
          </a:lstStyle>
          <a:p>
            <a:pPr eaLnBrk="1" hangingPunct="1">
              <a:lnSpc>
                <a:spcPct val="90000"/>
              </a:lnSpc>
              <a:spcBef>
                <a:spcPct val="0"/>
              </a:spcBef>
              <a:buClrTx/>
              <a:buFontTx/>
              <a:buNone/>
            </a:pPr>
            <a:r>
              <a:rPr lang="en-US" altLang="en-US" sz="3200" b="1">
                <a:solidFill>
                  <a:srgbClr val="708CA1"/>
                </a:solidFill>
              </a:rPr>
              <a:t>Logical Multi-Access Topology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45539">
                                            <p:txEl>
                                              <p:pRg st="0" end="0"/>
                                            </p:txEl>
                                          </p:spTgt>
                                        </p:tgtEl>
                                        <p:attrNameLst>
                                          <p:attrName>style.visibility</p:attrName>
                                        </p:attrNameLst>
                                      </p:cBhvr>
                                      <p:to>
                                        <p:strVal val="visible"/>
                                      </p:to>
                                    </p:set>
                                    <p:animEffect transition="in" filter="dissolve">
                                      <p:cBhvr>
                                        <p:cTn id="7" dur="500"/>
                                        <p:tgtEl>
                                          <p:spTgt spid="13455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45539">
                                            <p:txEl>
                                              <p:pRg st="1" end="1"/>
                                            </p:txEl>
                                          </p:spTgt>
                                        </p:tgtEl>
                                        <p:attrNameLst>
                                          <p:attrName>style.visibility</p:attrName>
                                        </p:attrNameLst>
                                      </p:cBhvr>
                                      <p:to>
                                        <p:strVal val="visible"/>
                                      </p:to>
                                    </p:set>
                                    <p:animEffect transition="in" filter="dissolve">
                                      <p:cBhvr>
                                        <p:cTn id="12" dur="500"/>
                                        <p:tgtEl>
                                          <p:spTgt spid="13455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45539">
                                            <p:txEl>
                                              <p:pRg st="2" end="2"/>
                                            </p:txEl>
                                          </p:spTgt>
                                        </p:tgtEl>
                                        <p:attrNameLst>
                                          <p:attrName>style.visibility</p:attrName>
                                        </p:attrNameLst>
                                      </p:cBhvr>
                                      <p:to>
                                        <p:strVal val="visible"/>
                                      </p:to>
                                    </p:set>
                                    <p:animEffect transition="in" filter="dissolve">
                                      <p:cBhvr>
                                        <p:cTn id="17" dur="500"/>
                                        <p:tgtEl>
                                          <p:spTgt spid="13455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45539">
                                            <p:txEl>
                                              <p:pRg st="3" end="3"/>
                                            </p:txEl>
                                          </p:spTgt>
                                        </p:tgtEl>
                                        <p:attrNameLst>
                                          <p:attrName>style.visibility</p:attrName>
                                        </p:attrNameLst>
                                      </p:cBhvr>
                                      <p:to>
                                        <p:strVal val="visible"/>
                                      </p:to>
                                    </p:set>
                                    <p:animEffect transition="in" filter="dissolve">
                                      <p:cBhvr>
                                        <p:cTn id="22" dur="500"/>
                                        <p:tgtEl>
                                          <p:spTgt spid="13455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45539">
                                            <p:txEl>
                                              <p:pRg st="4" end="4"/>
                                            </p:txEl>
                                          </p:spTgt>
                                        </p:tgtEl>
                                        <p:attrNameLst>
                                          <p:attrName>style.visibility</p:attrName>
                                        </p:attrNameLst>
                                      </p:cBhvr>
                                      <p:to>
                                        <p:strVal val="visible"/>
                                      </p:to>
                                    </p:set>
                                    <p:animEffect transition="in" filter="dissolve">
                                      <p:cBhvr>
                                        <p:cTn id="27" dur="500"/>
                                        <p:tgtEl>
                                          <p:spTgt spid="1345539">
                                            <p:txEl>
                                              <p:pRg st="4" end="4"/>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345539">
                                            <p:txEl>
                                              <p:pRg st="5" end="5"/>
                                            </p:txEl>
                                          </p:spTgt>
                                        </p:tgtEl>
                                        <p:attrNameLst>
                                          <p:attrName>style.visibility</p:attrName>
                                        </p:attrNameLst>
                                      </p:cBhvr>
                                      <p:to>
                                        <p:strVal val="visible"/>
                                      </p:to>
                                    </p:set>
                                    <p:animEffect transition="in" filter="dissolve">
                                      <p:cBhvr>
                                        <p:cTn id="30" dur="500"/>
                                        <p:tgtEl>
                                          <p:spTgt spid="1345539">
                                            <p:txEl>
                                              <p:pRg st="5" end="5"/>
                                            </p:txEl>
                                          </p:spTgt>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345539">
                                            <p:txEl>
                                              <p:pRg st="6" end="6"/>
                                            </p:txEl>
                                          </p:spTgt>
                                        </p:tgtEl>
                                        <p:attrNameLst>
                                          <p:attrName>style.visibility</p:attrName>
                                        </p:attrNameLst>
                                      </p:cBhvr>
                                      <p:to>
                                        <p:strVal val="visible"/>
                                      </p:to>
                                    </p:set>
                                    <p:animEffect transition="in" filter="dissolve">
                                      <p:cBhvr>
                                        <p:cTn id="33" dur="500"/>
                                        <p:tgtEl>
                                          <p:spTgt spid="1345539">
                                            <p:txEl>
                                              <p:pRg st="6" end="6"/>
                                            </p:txEl>
                                          </p:spTgt>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1345539">
                                            <p:txEl>
                                              <p:pRg st="7" end="7"/>
                                            </p:txEl>
                                          </p:spTgt>
                                        </p:tgtEl>
                                        <p:attrNameLst>
                                          <p:attrName>style.visibility</p:attrName>
                                        </p:attrNameLst>
                                      </p:cBhvr>
                                      <p:to>
                                        <p:strVal val="visible"/>
                                      </p:to>
                                    </p:set>
                                    <p:animEffect transition="in" filter="dissolve">
                                      <p:cBhvr>
                                        <p:cTn id="36" dur="500"/>
                                        <p:tgtEl>
                                          <p:spTgt spid="134553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5539"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32BF4E39-7879-C59D-9384-D0267528D564}"/>
              </a:ext>
            </a:extLst>
          </p:cNvPr>
          <p:cNvSpPr>
            <a:spLocks noGrp="1" noChangeArrowheads="1"/>
          </p:cNvSpPr>
          <p:nvPr>
            <p:ph type="title"/>
          </p:nvPr>
        </p:nvSpPr>
        <p:spPr>
          <a:xfrm>
            <a:off x="287338" y="627063"/>
            <a:ext cx="8513762" cy="557212"/>
          </a:xfrm>
        </p:spPr>
        <p:txBody>
          <a:bodyPr/>
          <a:lstStyle/>
          <a:p>
            <a:pPr eaLnBrk="1" hangingPunct="1"/>
            <a:r>
              <a:rPr lang="en-US" altLang="en-US"/>
              <a:t>Logical Multi-Access Topology</a:t>
            </a:r>
          </a:p>
        </p:txBody>
      </p:sp>
      <p:pic>
        <p:nvPicPr>
          <p:cNvPr id="51202" name="Picture 6">
            <a:extLst>
              <a:ext uri="{FF2B5EF4-FFF2-40B4-BE49-F238E27FC236}">
                <a16:creationId xmlns:a16="http://schemas.microsoft.com/office/drawing/2014/main" id="{A57C81A0-8F5E-4FE9-E768-794DE05080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2604" b="5042"/>
          <a:stretch>
            <a:fillRect/>
          </a:stretch>
        </p:blipFill>
        <p:spPr bwMode="auto">
          <a:xfrm>
            <a:off x="881063" y="2714625"/>
            <a:ext cx="6892925" cy="414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1993" name="Rectangle 9">
            <a:extLst>
              <a:ext uri="{FF2B5EF4-FFF2-40B4-BE49-F238E27FC236}">
                <a16:creationId xmlns:a16="http://schemas.microsoft.com/office/drawing/2014/main" id="{62D274C8-EAE7-2B65-5E3A-362DFE0670FD}"/>
              </a:ext>
            </a:extLst>
          </p:cNvPr>
          <p:cNvSpPr>
            <a:spLocks noGrp="1" noChangeArrowheads="1"/>
          </p:cNvSpPr>
          <p:nvPr>
            <p:ph type="body" idx="1"/>
          </p:nvPr>
        </p:nvSpPr>
        <p:spPr>
          <a:xfrm>
            <a:off x="195263" y="1323975"/>
            <a:ext cx="8442325" cy="6618288"/>
          </a:xfrm>
          <a:noFill/>
        </p:spPr>
        <p:txBody>
          <a:bodyPr/>
          <a:lstStyle/>
          <a:p>
            <a:pPr eaLnBrk="1" hangingPunct="1"/>
            <a:r>
              <a:rPr lang="en-US" altLang="en-US"/>
              <a:t>A frame sent from </a:t>
            </a:r>
            <a:r>
              <a:rPr lang="en-US" altLang="en-US" b="1">
                <a:solidFill>
                  <a:schemeClr val="accent2"/>
                </a:solidFill>
              </a:rPr>
              <a:t>source A</a:t>
            </a:r>
            <a:r>
              <a:rPr lang="en-US" altLang="en-US"/>
              <a:t> to </a:t>
            </a:r>
            <a:r>
              <a:rPr lang="en-US" altLang="en-US" b="1">
                <a:solidFill>
                  <a:schemeClr val="accent2"/>
                </a:solidFill>
              </a:rPr>
              <a:t>destination D</a:t>
            </a:r>
            <a:r>
              <a:rPr lang="en-US" altLang="en-US"/>
              <a:t> will be seen by all devices, including B, C, D, &amp; E.</a:t>
            </a:r>
          </a:p>
          <a:p>
            <a:pPr eaLnBrk="1" hangingPunct="1"/>
            <a:r>
              <a:rPr lang="en-US" altLang="en-US" b="1" i="1">
                <a:solidFill>
                  <a:schemeClr val="accent2"/>
                </a:solidFill>
              </a:rPr>
              <a:t>Only D, the destination, will process the frame.</a:t>
            </a:r>
          </a:p>
          <a:p>
            <a:pPr eaLnBrk="1" hangingPunct="1"/>
            <a:endParaRPr lang="en-US" altLang="en-US" b="1" i="1">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21993">
                                            <p:txEl>
                                              <p:pRg st="0" end="0"/>
                                            </p:txEl>
                                          </p:spTgt>
                                        </p:tgtEl>
                                        <p:attrNameLst>
                                          <p:attrName>style.visibility</p:attrName>
                                        </p:attrNameLst>
                                      </p:cBhvr>
                                      <p:to>
                                        <p:strVal val="visible"/>
                                      </p:to>
                                    </p:set>
                                    <p:animEffect transition="in" filter="dissolve">
                                      <p:cBhvr>
                                        <p:cTn id="7" dur="500"/>
                                        <p:tgtEl>
                                          <p:spTgt spid="132199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21993">
                                            <p:txEl>
                                              <p:pRg st="1" end="1"/>
                                            </p:txEl>
                                          </p:spTgt>
                                        </p:tgtEl>
                                        <p:attrNameLst>
                                          <p:attrName>style.visibility</p:attrName>
                                        </p:attrNameLst>
                                      </p:cBhvr>
                                      <p:to>
                                        <p:strVal val="visible"/>
                                      </p:to>
                                    </p:set>
                                    <p:animEffect transition="in" filter="dissolve">
                                      <p:cBhvr>
                                        <p:cTn id="12" dur="500"/>
                                        <p:tgtEl>
                                          <p:spTgt spid="132199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99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EBBC7096-B64B-D8C0-604B-EFD82CE6EF7C}"/>
              </a:ext>
            </a:extLst>
          </p:cNvPr>
          <p:cNvSpPr>
            <a:spLocks noGrp="1" noChangeArrowheads="1"/>
          </p:cNvSpPr>
          <p:nvPr>
            <p:ph type="title"/>
          </p:nvPr>
        </p:nvSpPr>
        <p:spPr>
          <a:xfrm>
            <a:off x="219075" y="627063"/>
            <a:ext cx="8582025" cy="579437"/>
          </a:xfrm>
        </p:spPr>
        <p:txBody>
          <a:bodyPr/>
          <a:lstStyle/>
          <a:p>
            <a:pPr eaLnBrk="1" hangingPunct="1"/>
            <a:r>
              <a:rPr lang="en-US" altLang="en-US"/>
              <a:t>Logical Ring Topology</a:t>
            </a:r>
          </a:p>
        </p:txBody>
      </p:sp>
      <p:sp>
        <p:nvSpPr>
          <p:cNvPr id="1346563" name="Rectangle 3">
            <a:extLst>
              <a:ext uri="{FF2B5EF4-FFF2-40B4-BE49-F238E27FC236}">
                <a16:creationId xmlns:a16="http://schemas.microsoft.com/office/drawing/2014/main" id="{989B8CE6-F596-614F-B4BC-F641D8315706}"/>
              </a:ext>
            </a:extLst>
          </p:cNvPr>
          <p:cNvSpPr>
            <a:spLocks noGrp="1" noChangeArrowheads="1"/>
          </p:cNvSpPr>
          <p:nvPr>
            <p:ph type="body" idx="1"/>
          </p:nvPr>
        </p:nvSpPr>
        <p:spPr>
          <a:xfrm>
            <a:off x="163513" y="1355725"/>
            <a:ext cx="8774112" cy="5133975"/>
          </a:xfrm>
        </p:spPr>
        <p:txBody>
          <a:bodyPr/>
          <a:lstStyle/>
          <a:p>
            <a:pPr eaLnBrk="1" hangingPunct="1">
              <a:spcAft>
                <a:spcPct val="40000"/>
              </a:spcAft>
            </a:pPr>
            <a:r>
              <a:rPr lang="en-US" altLang="en-US" sz="2800"/>
              <a:t>In a </a:t>
            </a:r>
            <a:r>
              <a:rPr lang="en-US" altLang="en-US" sz="2800" b="1" i="1">
                <a:solidFill>
                  <a:schemeClr val="accent2"/>
                </a:solidFill>
              </a:rPr>
              <a:t>logical ring</a:t>
            </a:r>
            <a:r>
              <a:rPr lang="en-US" altLang="en-US" sz="2800"/>
              <a:t>, all nodes around the ring between the source and destination node examine the frame</a:t>
            </a:r>
          </a:p>
          <a:p>
            <a:pPr lvl="1" indent="0" eaLnBrk="1" hangingPunct="1">
              <a:spcAft>
                <a:spcPct val="40000"/>
              </a:spcAft>
            </a:pPr>
            <a:r>
              <a:rPr lang="en-US" altLang="en-US" sz="2400" b="1">
                <a:solidFill>
                  <a:srgbClr val="708CA1"/>
                </a:solidFill>
              </a:rPr>
              <a:t>If the frame is not addressed to the node, the node passes the frame to the next node</a:t>
            </a:r>
          </a:p>
          <a:p>
            <a:pPr eaLnBrk="1" hangingPunct="1">
              <a:spcAft>
                <a:spcPct val="40000"/>
              </a:spcAft>
            </a:pPr>
            <a:r>
              <a:rPr lang="en-US" altLang="en-US" sz="2800"/>
              <a:t>This allows a ring to use a media access control technique called </a:t>
            </a:r>
            <a:r>
              <a:rPr lang="en-US" altLang="en-US" sz="2800" b="1" i="1">
                <a:solidFill>
                  <a:schemeClr val="accent2"/>
                </a:solidFill>
              </a:rPr>
              <a:t>token passing</a:t>
            </a:r>
          </a:p>
          <a:p>
            <a:pPr eaLnBrk="1" hangingPunct="1">
              <a:spcAft>
                <a:spcPct val="40000"/>
              </a:spcAft>
            </a:pPr>
            <a:r>
              <a:rPr lang="en-US" altLang="en-US" sz="2800"/>
              <a:t>In token passing, when there is no data being transmitted, a signal (known as a token) may be placed on the media and </a:t>
            </a:r>
            <a:r>
              <a:rPr lang="en-US" altLang="en-US" sz="2800" b="1" i="1">
                <a:solidFill>
                  <a:schemeClr val="accent2"/>
                </a:solidFill>
              </a:rPr>
              <a:t>a node can only place a data frame on the media when it has the token.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46563">
                                            <p:txEl>
                                              <p:pRg st="0" end="0"/>
                                            </p:txEl>
                                          </p:spTgt>
                                        </p:tgtEl>
                                        <p:attrNameLst>
                                          <p:attrName>style.visibility</p:attrName>
                                        </p:attrNameLst>
                                      </p:cBhvr>
                                      <p:to>
                                        <p:strVal val="visible"/>
                                      </p:to>
                                    </p:set>
                                    <p:animEffect transition="in" filter="dissolve">
                                      <p:cBhvr>
                                        <p:cTn id="7" dur="500"/>
                                        <p:tgtEl>
                                          <p:spTgt spid="134656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346563">
                                            <p:txEl>
                                              <p:pRg st="1" end="1"/>
                                            </p:txEl>
                                          </p:spTgt>
                                        </p:tgtEl>
                                        <p:attrNameLst>
                                          <p:attrName>style.visibility</p:attrName>
                                        </p:attrNameLst>
                                      </p:cBhvr>
                                      <p:to>
                                        <p:strVal val="visible"/>
                                      </p:to>
                                    </p:set>
                                    <p:animEffect transition="in" filter="dissolve">
                                      <p:cBhvr>
                                        <p:cTn id="10" dur="500"/>
                                        <p:tgtEl>
                                          <p:spTgt spid="1346563">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346563">
                                            <p:txEl>
                                              <p:pRg st="2" end="2"/>
                                            </p:txEl>
                                          </p:spTgt>
                                        </p:tgtEl>
                                        <p:attrNameLst>
                                          <p:attrName>style.visibility</p:attrName>
                                        </p:attrNameLst>
                                      </p:cBhvr>
                                      <p:to>
                                        <p:strVal val="visible"/>
                                      </p:to>
                                    </p:set>
                                    <p:animEffect transition="in" filter="dissolve">
                                      <p:cBhvr>
                                        <p:cTn id="15" dur="500"/>
                                        <p:tgtEl>
                                          <p:spTgt spid="1346563">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346563">
                                            <p:txEl>
                                              <p:pRg st="3" end="3"/>
                                            </p:txEl>
                                          </p:spTgt>
                                        </p:tgtEl>
                                        <p:attrNameLst>
                                          <p:attrName>style.visibility</p:attrName>
                                        </p:attrNameLst>
                                      </p:cBhvr>
                                      <p:to>
                                        <p:strVal val="visible"/>
                                      </p:to>
                                    </p:set>
                                    <p:animEffect transition="in" filter="dissolve">
                                      <p:cBhvr>
                                        <p:cTn id="20" dur="500"/>
                                        <p:tgtEl>
                                          <p:spTgt spid="13465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656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7589" name="Picture 5">
            <a:extLst>
              <a:ext uri="{FF2B5EF4-FFF2-40B4-BE49-F238E27FC236}">
                <a16:creationId xmlns:a16="http://schemas.microsoft.com/office/drawing/2014/main" id="{E7444C58-B25D-708B-5D65-CA104DE9AB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800" y="1711325"/>
            <a:ext cx="3859213" cy="201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7590" name="Picture 6">
            <a:extLst>
              <a:ext uri="{FF2B5EF4-FFF2-40B4-BE49-F238E27FC236}">
                <a16:creationId xmlns:a16="http://schemas.microsoft.com/office/drawing/2014/main" id="{0C1EADBE-BA1C-3C57-BEA4-68656DB813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513" y="4570413"/>
            <a:ext cx="3800475"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7591" name="Picture 7">
            <a:extLst>
              <a:ext uri="{FF2B5EF4-FFF2-40B4-BE49-F238E27FC236}">
                <a16:creationId xmlns:a16="http://schemas.microsoft.com/office/drawing/2014/main" id="{365423C9-DDC5-4C52-1223-EA7C5917BF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0388" y="4508500"/>
            <a:ext cx="4552950"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7592" name="Picture 8">
            <a:extLst>
              <a:ext uri="{FF2B5EF4-FFF2-40B4-BE49-F238E27FC236}">
                <a16:creationId xmlns:a16="http://schemas.microsoft.com/office/drawing/2014/main" id="{3E7057B2-8970-B2B0-D7B1-71EC840EA2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8938" y="1536700"/>
            <a:ext cx="4945062" cy="242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7" name="Rectangle 9">
            <a:extLst>
              <a:ext uri="{FF2B5EF4-FFF2-40B4-BE49-F238E27FC236}">
                <a16:creationId xmlns:a16="http://schemas.microsoft.com/office/drawing/2014/main" id="{4F7B39D9-9583-84E0-5EBF-84D8B0C1B290}"/>
              </a:ext>
            </a:extLst>
          </p:cNvPr>
          <p:cNvSpPr>
            <a:spLocks noGrp="1" noChangeArrowheads="1"/>
          </p:cNvSpPr>
          <p:nvPr>
            <p:ph type="title"/>
          </p:nvPr>
        </p:nvSpPr>
        <p:spPr>
          <a:xfrm>
            <a:off x="246063" y="668338"/>
            <a:ext cx="8145462" cy="579437"/>
          </a:xfrm>
          <a:noFill/>
        </p:spPr>
        <p:txBody>
          <a:bodyPr/>
          <a:lstStyle/>
          <a:p>
            <a:pPr eaLnBrk="1" hangingPunct="1"/>
            <a:r>
              <a:rPr lang="en-US" altLang="en-US"/>
              <a:t>Logical Ring Topology</a:t>
            </a:r>
          </a:p>
        </p:txBody>
      </p:sp>
      <p:sp>
        <p:nvSpPr>
          <p:cNvPr id="54278" name="Text Box 10">
            <a:extLst>
              <a:ext uri="{FF2B5EF4-FFF2-40B4-BE49-F238E27FC236}">
                <a16:creationId xmlns:a16="http://schemas.microsoft.com/office/drawing/2014/main" id="{CA510CBF-CC96-EF7D-63C3-BD3163E34993}"/>
              </a:ext>
            </a:extLst>
          </p:cNvPr>
          <p:cNvSpPr txBox="1">
            <a:spLocks noChangeArrowheads="1"/>
          </p:cNvSpPr>
          <p:nvPr/>
        </p:nvSpPr>
        <p:spPr bwMode="auto">
          <a:xfrm>
            <a:off x="312738" y="3670300"/>
            <a:ext cx="3919537"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buChar cha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buChar cha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buChar cha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buChar cha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9pPr>
          </a:lstStyle>
          <a:p>
            <a:pPr algn="ctr">
              <a:lnSpc>
                <a:spcPct val="90000"/>
              </a:lnSpc>
              <a:buClrTx/>
              <a:buFontTx/>
              <a:buNone/>
            </a:pPr>
            <a:endParaRPr lang="en-US" altLang="en-US"/>
          </a:p>
        </p:txBody>
      </p:sp>
      <p:sp>
        <p:nvSpPr>
          <p:cNvPr id="1347595" name="Text Box 11">
            <a:extLst>
              <a:ext uri="{FF2B5EF4-FFF2-40B4-BE49-F238E27FC236}">
                <a16:creationId xmlns:a16="http://schemas.microsoft.com/office/drawing/2014/main" id="{AD796467-8EFA-AF66-5253-C575BA65E83E}"/>
              </a:ext>
            </a:extLst>
          </p:cNvPr>
          <p:cNvSpPr txBox="1">
            <a:spLocks noChangeArrowheads="1"/>
          </p:cNvSpPr>
          <p:nvPr/>
        </p:nvSpPr>
        <p:spPr bwMode="auto">
          <a:xfrm>
            <a:off x="157163" y="3605213"/>
            <a:ext cx="4819650"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buChar cha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buChar cha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buChar cha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buChar cha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9pPr>
          </a:lstStyle>
          <a:p>
            <a:pPr algn="ctr">
              <a:lnSpc>
                <a:spcPct val="90000"/>
              </a:lnSpc>
              <a:buClrTx/>
              <a:buFontTx/>
              <a:buNone/>
            </a:pPr>
            <a:r>
              <a:rPr lang="en-US" altLang="en-US" sz="2000" b="1">
                <a:solidFill>
                  <a:schemeClr val="accent2"/>
                </a:solidFill>
              </a:rPr>
              <a:t>Node A can transmit once it has the electronic token</a:t>
            </a:r>
          </a:p>
        </p:txBody>
      </p:sp>
      <p:sp>
        <p:nvSpPr>
          <p:cNvPr id="54280" name="Rectangle 12">
            <a:extLst>
              <a:ext uri="{FF2B5EF4-FFF2-40B4-BE49-F238E27FC236}">
                <a16:creationId xmlns:a16="http://schemas.microsoft.com/office/drawing/2014/main" id="{23B07E78-CBD8-4986-9367-3DA16A0B922B}"/>
              </a:ext>
            </a:extLst>
          </p:cNvPr>
          <p:cNvSpPr>
            <a:spLocks noChangeArrowheads="1"/>
          </p:cNvSpPr>
          <p:nvPr/>
        </p:nvSpPr>
        <p:spPr bwMode="auto">
          <a:xfrm>
            <a:off x="0" y="4760913"/>
            <a:ext cx="1727200" cy="493712"/>
          </a:xfrm>
          <a:prstGeom prst="rect">
            <a:avLst/>
          </a:prstGeom>
          <a:solidFill>
            <a:schemeClr val="bg1"/>
          </a:solidFill>
          <a:ln w="9525">
            <a:solidFill>
              <a:schemeClr val="bg1"/>
            </a:solidFill>
            <a:miter lim="800000"/>
            <a:headEnd/>
            <a:tailEnd/>
          </a:ln>
        </p:spPr>
        <p:txBody>
          <a:bodyPr wrap="none" lIns="82124" tIns="41061" rIns="82124" bIns="41061" anchor="ct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pPr>
            <a:endParaRPr lang="en-US" altLang="en-US"/>
          </a:p>
        </p:txBody>
      </p:sp>
      <p:sp>
        <p:nvSpPr>
          <p:cNvPr id="54281" name="Rectangle 13">
            <a:extLst>
              <a:ext uri="{FF2B5EF4-FFF2-40B4-BE49-F238E27FC236}">
                <a16:creationId xmlns:a16="http://schemas.microsoft.com/office/drawing/2014/main" id="{78F2CF39-6E57-32CA-B88B-EBF7E34B92F4}"/>
              </a:ext>
            </a:extLst>
          </p:cNvPr>
          <p:cNvSpPr>
            <a:spLocks noChangeArrowheads="1"/>
          </p:cNvSpPr>
          <p:nvPr/>
        </p:nvSpPr>
        <p:spPr bwMode="auto">
          <a:xfrm>
            <a:off x="4041775" y="4767263"/>
            <a:ext cx="1727200" cy="493712"/>
          </a:xfrm>
          <a:prstGeom prst="rect">
            <a:avLst/>
          </a:prstGeom>
          <a:solidFill>
            <a:schemeClr val="bg1"/>
          </a:solidFill>
          <a:ln w="9525">
            <a:solidFill>
              <a:schemeClr val="bg1"/>
            </a:solidFill>
            <a:miter lim="800000"/>
            <a:headEnd/>
            <a:tailEnd/>
          </a:ln>
        </p:spPr>
        <p:txBody>
          <a:bodyPr wrap="none" lIns="82124" tIns="41061" rIns="82124" bIns="41061" anchor="ct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pPr>
            <a:endParaRPr lang="en-US" altLang="en-US"/>
          </a:p>
        </p:txBody>
      </p:sp>
      <p:sp>
        <p:nvSpPr>
          <p:cNvPr id="54282" name="Rectangle 14">
            <a:extLst>
              <a:ext uri="{FF2B5EF4-FFF2-40B4-BE49-F238E27FC236}">
                <a16:creationId xmlns:a16="http://schemas.microsoft.com/office/drawing/2014/main" id="{69D5B80C-496C-1134-571C-065F56464AFB}"/>
              </a:ext>
            </a:extLst>
          </p:cNvPr>
          <p:cNvSpPr>
            <a:spLocks noChangeArrowheads="1"/>
          </p:cNvSpPr>
          <p:nvPr/>
        </p:nvSpPr>
        <p:spPr bwMode="auto">
          <a:xfrm>
            <a:off x="5072063" y="6088063"/>
            <a:ext cx="1727200" cy="450850"/>
          </a:xfrm>
          <a:prstGeom prst="rect">
            <a:avLst/>
          </a:prstGeom>
          <a:solidFill>
            <a:schemeClr val="bg1"/>
          </a:solidFill>
          <a:ln w="9525">
            <a:solidFill>
              <a:schemeClr val="bg1"/>
            </a:solidFill>
            <a:miter lim="800000"/>
            <a:headEnd/>
            <a:tailEnd/>
          </a:ln>
        </p:spPr>
        <p:txBody>
          <a:bodyPr lIns="82124" tIns="41061" rIns="82124" bIns="41061" anchor="ct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pPr>
            <a:endParaRPr lang="en-US" altLang="en-US"/>
          </a:p>
        </p:txBody>
      </p:sp>
      <p:sp>
        <p:nvSpPr>
          <p:cNvPr id="54283" name="Rectangle 15">
            <a:extLst>
              <a:ext uri="{FF2B5EF4-FFF2-40B4-BE49-F238E27FC236}">
                <a16:creationId xmlns:a16="http://schemas.microsoft.com/office/drawing/2014/main" id="{AF2C50E5-00C4-22EC-2FAE-8B71A1CF2684}"/>
              </a:ext>
            </a:extLst>
          </p:cNvPr>
          <p:cNvSpPr>
            <a:spLocks noChangeArrowheads="1"/>
          </p:cNvSpPr>
          <p:nvPr/>
        </p:nvSpPr>
        <p:spPr bwMode="auto">
          <a:xfrm>
            <a:off x="6815138" y="5768975"/>
            <a:ext cx="566737" cy="493713"/>
          </a:xfrm>
          <a:prstGeom prst="rect">
            <a:avLst/>
          </a:prstGeom>
          <a:solidFill>
            <a:schemeClr val="bg1"/>
          </a:solidFill>
          <a:ln w="9525">
            <a:solidFill>
              <a:schemeClr val="bg1"/>
            </a:solidFill>
            <a:miter lim="800000"/>
            <a:headEnd/>
            <a:tailEnd/>
          </a:ln>
        </p:spPr>
        <p:txBody>
          <a:bodyPr lIns="82124" tIns="41061" rIns="82124" bIns="41061" anchor="ct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pPr>
            <a:endParaRPr lang="en-US" altLang="en-US"/>
          </a:p>
        </p:txBody>
      </p:sp>
      <p:sp>
        <p:nvSpPr>
          <p:cNvPr id="54284" name="Rectangle 16">
            <a:extLst>
              <a:ext uri="{FF2B5EF4-FFF2-40B4-BE49-F238E27FC236}">
                <a16:creationId xmlns:a16="http://schemas.microsoft.com/office/drawing/2014/main" id="{D22E4E72-32F0-FABA-9AAC-B25CF31E7099}"/>
              </a:ext>
            </a:extLst>
          </p:cNvPr>
          <p:cNvSpPr>
            <a:spLocks noChangeArrowheads="1"/>
          </p:cNvSpPr>
          <p:nvPr/>
        </p:nvSpPr>
        <p:spPr bwMode="auto">
          <a:xfrm>
            <a:off x="4057650" y="2054225"/>
            <a:ext cx="1727200" cy="522288"/>
          </a:xfrm>
          <a:prstGeom prst="rect">
            <a:avLst/>
          </a:prstGeom>
          <a:solidFill>
            <a:schemeClr val="bg1"/>
          </a:solidFill>
          <a:ln w="9525">
            <a:solidFill>
              <a:schemeClr val="bg1"/>
            </a:solidFill>
            <a:miter lim="800000"/>
            <a:headEnd/>
            <a:tailEnd/>
          </a:ln>
        </p:spPr>
        <p:txBody>
          <a:bodyPr lIns="82124" tIns="41061" rIns="82124" bIns="41061" anchor="ct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pPr>
            <a:endParaRPr lang="en-US" altLang="en-US"/>
          </a:p>
        </p:txBody>
      </p:sp>
      <p:sp>
        <p:nvSpPr>
          <p:cNvPr id="54285" name="Rectangle 17">
            <a:extLst>
              <a:ext uri="{FF2B5EF4-FFF2-40B4-BE49-F238E27FC236}">
                <a16:creationId xmlns:a16="http://schemas.microsoft.com/office/drawing/2014/main" id="{8A0E9520-C5A3-67A3-91CB-1EDF76378FF8}"/>
              </a:ext>
            </a:extLst>
          </p:cNvPr>
          <p:cNvSpPr>
            <a:spLocks noChangeArrowheads="1"/>
          </p:cNvSpPr>
          <p:nvPr/>
        </p:nvSpPr>
        <p:spPr bwMode="auto">
          <a:xfrm>
            <a:off x="5014913" y="3462338"/>
            <a:ext cx="1727200" cy="493712"/>
          </a:xfrm>
          <a:prstGeom prst="rect">
            <a:avLst/>
          </a:prstGeom>
          <a:solidFill>
            <a:schemeClr val="bg1"/>
          </a:solidFill>
          <a:ln w="9525">
            <a:solidFill>
              <a:schemeClr val="bg1"/>
            </a:solidFill>
            <a:miter lim="800000"/>
            <a:headEnd/>
            <a:tailEnd/>
          </a:ln>
        </p:spPr>
        <p:txBody>
          <a:bodyPr wrap="none" lIns="82124" tIns="41061" rIns="82124" bIns="41061" anchor="ct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pPr>
            <a:endParaRPr lang="en-US" altLang="en-US"/>
          </a:p>
        </p:txBody>
      </p:sp>
      <p:sp>
        <p:nvSpPr>
          <p:cNvPr id="54286" name="Rectangle 18">
            <a:extLst>
              <a:ext uri="{FF2B5EF4-FFF2-40B4-BE49-F238E27FC236}">
                <a16:creationId xmlns:a16="http://schemas.microsoft.com/office/drawing/2014/main" id="{AA7BCD1E-EE4E-F256-F488-59F4F5DD40EF}"/>
              </a:ext>
            </a:extLst>
          </p:cNvPr>
          <p:cNvSpPr>
            <a:spLocks noChangeArrowheads="1"/>
          </p:cNvSpPr>
          <p:nvPr/>
        </p:nvSpPr>
        <p:spPr bwMode="auto">
          <a:xfrm>
            <a:off x="7800975" y="2328863"/>
            <a:ext cx="1343025" cy="538162"/>
          </a:xfrm>
          <a:prstGeom prst="rect">
            <a:avLst/>
          </a:prstGeom>
          <a:solidFill>
            <a:schemeClr val="bg1"/>
          </a:solidFill>
          <a:ln w="9525">
            <a:solidFill>
              <a:schemeClr val="bg1"/>
            </a:solidFill>
            <a:miter lim="800000"/>
            <a:headEnd/>
            <a:tailEnd/>
          </a:ln>
        </p:spPr>
        <p:txBody>
          <a:bodyPr lIns="82124" tIns="41061" rIns="82124" bIns="41061" anchor="ct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pPr>
            <a:endParaRPr lang="en-US" altLang="en-US"/>
          </a:p>
        </p:txBody>
      </p:sp>
      <p:sp>
        <p:nvSpPr>
          <p:cNvPr id="54287" name="Rectangle 19">
            <a:extLst>
              <a:ext uri="{FF2B5EF4-FFF2-40B4-BE49-F238E27FC236}">
                <a16:creationId xmlns:a16="http://schemas.microsoft.com/office/drawing/2014/main" id="{9BE996E5-CBC8-3945-9213-323A3D24E00A}"/>
              </a:ext>
            </a:extLst>
          </p:cNvPr>
          <p:cNvSpPr>
            <a:spLocks noChangeArrowheads="1"/>
          </p:cNvSpPr>
          <p:nvPr/>
        </p:nvSpPr>
        <p:spPr bwMode="auto">
          <a:xfrm>
            <a:off x="6858000" y="3157538"/>
            <a:ext cx="550863" cy="493712"/>
          </a:xfrm>
          <a:prstGeom prst="rect">
            <a:avLst/>
          </a:prstGeom>
          <a:solidFill>
            <a:schemeClr val="bg1"/>
          </a:solidFill>
          <a:ln w="9525">
            <a:solidFill>
              <a:schemeClr val="bg1"/>
            </a:solidFill>
            <a:miter lim="800000"/>
            <a:headEnd/>
            <a:tailEnd/>
          </a:ln>
        </p:spPr>
        <p:txBody>
          <a:bodyPr lIns="82124" tIns="41061" rIns="82124" bIns="41061" anchor="ct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pPr>
            <a:endParaRPr lang="en-US" altLang="en-US"/>
          </a:p>
        </p:txBody>
      </p:sp>
      <p:sp>
        <p:nvSpPr>
          <p:cNvPr id="54288" name="Rectangle 20">
            <a:extLst>
              <a:ext uri="{FF2B5EF4-FFF2-40B4-BE49-F238E27FC236}">
                <a16:creationId xmlns:a16="http://schemas.microsoft.com/office/drawing/2014/main" id="{67F84CBD-9EFC-83E3-332D-871937C2B6C5}"/>
              </a:ext>
            </a:extLst>
          </p:cNvPr>
          <p:cNvSpPr>
            <a:spLocks noChangeArrowheads="1"/>
          </p:cNvSpPr>
          <p:nvPr/>
        </p:nvSpPr>
        <p:spPr bwMode="auto">
          <a:xfrm>
            <a:off x="7416800" y="2940050"/>
            <a:ext cx="1001713" cy="493713"/>
          </a:xfrm>
          <a:prstGeom prst="rect">
            <a:avLst/>
          </a:prstGeom>
          <a:solidFill>
            <a:schemeClr val="bg1"/>
          </a:solidFill>
          <a:ln w="9525">
            <a:solidFill>
              <a:schemeClr val="bg1"/>
            </a:solidFill>
            <a:miter lim="800000"/>
            <a:headEnd/>
            <a:tailEnd/>
          </a:ln>
        </p:spPr>
        <p:txBody>
          <a:bodyPr lIns="82124" tIns="41061" rIns="82124" bIns="41061" anchor="ct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347589"/>
                                        </p:tgtEl>
                                        <p:attrNameLst>
                                          <p:attrName>style.visibility</p:attrName>
                                        </p:attrNameLst>
                                      </p:cBhvr>
                                      <p:to>
                                        <p:strVal val="visible"/>
                                      </p:to>
                                    </p:set>
                                    <p:animEffect transition="in" filter="dissolve">
                                      <p:cBhvr>
                                        <p:cTn id="7" dur="500"/>
                                        <p:tgtEl>
                                          <p:spTgt spid="13475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47595"/>
                                        </p:tgtEl>
                                        <p:attrNameLst>
                                          <p:attrName>style.visibility</p:attrName>
                                        </p:attrNameLst>
                                      </p:cBhvr>
                                      <p:to>
                                        <p:strVal val="visible"/>
                                      </p:to>
                                    </p:set>
                                    <p:animEffect transition="in" filter="dissolve">
                                      <p:cBhvr>
                                        <p:cTn id="12" dur="500"/>
                                        <p:tgtEl>
                                          <p:spTgt spid="13475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347590"/>
                                        </p:tgtEl>
                                        <p:attrNameLst>
                                          <p:attrName>style.visibility</p:attrName>
                                        </p:attrNameLst>
                                      </p:cBhvr>
                                      <p:to>
                                        <p:strVal val="visible"/>
                                      </p:to>
                                    </p:set>
                                    <p:animEffect transition="in" filter="dissolve">
                                      <p:cBhvr>
                                        <p:cTn id="17" dur="500"/>
                                        <p:tgtEl>
                                          <p:spTgt spid="13475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347591"/>
                                        </p:tgtEl>
                                        <p:attrNameLst>
                                          <p:attrName>style.visibility</p:attrName>
                                        </p:attrNameLst>
                                      </p:cBhvr>
                                      <p:to>
                                        <p:strVal val="visible"/>
                                      </p:to>
                                    </p:set>
                                    <p:animEffect transition="in" filter="dissolve">
                                      <p:cBhvr>
                                        <p:cTn id="22" dur="500"/>
                                        <p:tgtEl>
                                          <p:spTgt spid="134759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347592"/>
                                        </p:tgtEl>
                                        <p:attrNameLst>
                                          <p:attrName>style.visibility</p:attrName>
                                        </p:attrNameLst>
                                      </p:cBhvr>
                                      <p:to>
                                        <p:strVal val="visible"/>
                                      </p:to>
                                    </p:set>
                                    <p:animEffect transition="in" filter="dissolve">
                                      <p:cBhvr>
                                        <p:cTn id="27" dur="500"/>
                                        <p:tgtEl>
                                          <p:spTgt spid="13475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759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825254F9-C282-72F4-214E-E6E7A4F447E0}"/>
              </a:ext>
            </a:extLst>
          </p:cNvPr>
          <p:cNvSpPr>
            <a:spLocks noGrp="1" noChangeArrowheads="1"/>
          </p:cNvSpPr>
          <p:nvPr>
            <p:ph type="title"/>
          </p:nvPr>
        </p:nvSpPr>
        <p:spPr>
          <a:xfrm>
            <a:off x="219075" y="627063"/>
            <a:ext cx="8582025" cy="528637"/>
          </a:xfrm>
        </p:spPr>
        <p:txBody>
          <a:bodyPr/>
          <a:lstStyle/>
          <a:p>
            <a:pPr eaLnBrk="1" hangingPunct="1"/>
            <a:r>
              <a:rPr lang="en-US" altLang="en-US"/>
              <a:t>Addressing and Framing Data</a:t>
            </a:r>
          </a:p>
        </p:txBody>
      </p:sp>
      <p:sp>
        <p:nvSpPr>
          <p:cNvPr id="55298" name="Rectangle 3">
            <a:extLst>
              <a:ext uri="{FF2B5EF4-FFF2-40B4-BE49-F238E27FC236}">
                <a16:creationId xmlns:a16="http://schemas.microsoft.com/office/drawing/2014/main" id="{52ED0E02-724B-8854-5176-915CB52C5977}"/>
              </a:ext>
            </a:extLst>
          </p:cNvPr>
          <p:cNvSpPr>
            <a:spLocks noGrp="1" noChangeArrowheads="1"/>
          </p:cNvSpPr>
          <p:nvPr>
            <p:ph type="body" idx="1"/>
          </p:nvPr>
        </p:nvSpPr>
        <p:spPr>
          <a:xfrm>
            <a:off x="368300" y="1228725"/>
            <a:ext cx="8228013" cy="5240338"/>
          </a:xfrm>
        </p:spPr>
        <p:txBody>
          <a:bodyPr/>
          <a:lstStyle/>
          <a:p>
            <a:pPr eaLnBrk="1" hangingPunct="1"/>
            <a:r>
              <a:rPr lang="en-US" altLang="en-US">
                <a:solidFill>
                  <a:schemeClr val="accent2"/>
                </a:solidFill>
              </a:rPr>
              <a:t>Packets are encapsulated into frames</a:t>
            </a:r>
            <a:r>
              <a:rPr lang="en-US" altLang="en-US"/>
              <a:t> at the Data Link Layer to facilitate the entry and exit of data on media</a:t>
            </a:r>
          </a:p>
          <a:p>
            <a:pPr eaLnBrk="1" hangingPunct="1"/>
            <a:endParaRPr lang="en-US" altLang="en-US"/>
          </a:p>
        </p:txBody>
      </p:sp>
      <p:pic>
        <p:nvPicPr>
          <p:cNvPr id="55299" name="Picture 4">
            <a:extLst>
              <a:ext uri="{FF2B5EF4-FFF2-40B4-BE49-F238E27FC236}">
                <a16:creationId xmlns:a16="http://schemas.microsoft.com/office/drawing/2014/main" id="{FB54BD4B-7F98-BF1A-E543-99B618C813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311"/>
          <a:stretch>
            <a:fillRect/>
          </a:stretch>
        </p:blipFill>
        <p:spPr bwMode="auto">
          <a:xfrm>
            <a:off x="649288" y="1928813"/>
            <a:ext cx="7435850" cy="492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C805232A-01E2-48B3-20F3-814C933B0641}"/>
              </a:ext>
            </a:extLst>
          </p:cNvPr>
          <p:cNvSpPr>
            <a:spLocks noGrp="1" noChangeArrowheads="1"/>
          </p:cNvSpPr>
          <p:nvPr>
            <p:ph type="title"/>
          </p:nvPr>
        </p:nvSpPr>
        <p:spPr>
          <a:xfrm>
            <a:off x="233363" y="627063"/>
            <a:ext cx="8567737" cy="604837"/>
          </a:xfrm>
        </p:spPr>
        <p:txBody>
          <a:bodyPr/>
          <a:lstStyle/>
          <a:p>
            <a:pPr eaLnBrk="1" hangingPunct="1"/>
            <a:r>
              <a:rPr lang="en-US" altLang="en-US"/>
              <a:t>Generic Frame Format</a:t>
            </a:r>
          </a:p>
        </p:txBody>
      </p:sp>
      <p:pic>
        <p:nvPicPr>
          <p:cNvPr id="57346" name="Picture 4">
            <a:extLst>
              <a:ext uri="{FF2B5EF4-FFF2-40B4-BE49-F238E27FC236}">
                <a16:creationId xmlns:a16="http://schemas.microsoft.com/office/drawing/2014/main" id="{E6905B62-22AD-5631-5308-7CCCF71B0D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406"/>
          <a:stretch>
            <a:fillRect/>
          </a:stretch>
        </p:blipFill>
        <p:spPr bwMode="auto">
          <a:xfrm>
            <a:off x="0" y="2903538"/>
            <a:ext cx="9144000"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7" name="Text Box 5">
            <a:extLst>
              <a:ext uri="{FF2B5EF4-FFF2-40B4-BE49-F238E27FC236}">
                <a16:creationId xmlns:a16="http://schemas.microsoft.com/office/drawing/2014/main" id="{4AE72599-6AEC-ECC2-A3E3-03CC9CB905AD}"/>
              </a:ext>
            </a:extLst>
          </p:cNvPr>
          <p:cNvSpPr txBox="1">
            <a:spLocks noChangeArrowheads="1"/>
          </p:cNvSpPr>
          <p:nvPr/>
        </p:nvSpPr>
        <p:spPr bwMode="auto">
          <a:xfrm>
            <a:off x="1684338" y="4976813"/>
            <a:ext cx="7053262" cy="143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buChar cha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buChar cha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buChar cha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buChar cha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9pPr>
          </a:lstStyle>
          <a:p>
            <a:pPr algn="ctr">
              <a:lnSpc>
                <a:spcPct val="90000"/>
              </a:lnSpc>
              <a:buClrTx/>
              <a:buFontTx/>
              <a:buNone/>
            </a:pPr>
            <a:r>
              <a:rPr lang="en-US" altLang="en-US" b="1" u="sng">
                <a:solidFill>
                  <a:srgbClr val="708CA1"/>
                </a:solidFill>
              </a:rPr>
              <a:t>Question</a:t>
            </a:r>
            <a:r>
              <a:rPr lang="en-US" altLang="en-US" b="1">
                <a:solidFill>
                  <a:srgbClr val="708CA1"/>
                </a:solidFill>
              </a:rPr>
              <a:t>:  What is contained within this field?</a:t>
            </a:r>
          </a:p>
          <a:p>
            <a:pPr algn="ctr">
              <a:lnSpc>
                <a:spcPct val="90000"/>
              </a:lnSpc>
              <a:buClrTx/>
              <a:buFontTx/>
              <a:buNone/>
            </a:pPr>
            <a:endParaRPr lang="en-US" altLang="en-US" b="1">
              <a:solidFill>
                <a:srgbClr val="708CA1"/>
              </a:solidFill>
            </a:endParaRPr>
          </a:p>
          <a:p>
            <a:pPr>
              <a:lnSpc>
                <a:spcPct val="90000"/>
              </a:lnSpc>
              <a:buClrTx/>
              <a:buFontTx/>
              <a:buNone/>
            </a:pPr>
            <a:r>
              <a:rPr lang="en-US" altLang="en-US" b="1" u="sng">
                <a:solidFill>
                  <a:srgbClr val="708CA1"/>
                </a:solidFill>
              </a:rPr>
              <a:t>Answer</a:t>
            </a:r>
            <a:r>
              <a:rPr lang="en-US" altLang="en-US" b="1">
                <a:solidFill>
                  <a:srgbClr val="708CA1"/>
                </a:solidFill>
              </a:rPr>
              <a:t>:</a:t>
            </a:r>
          </a:p>
        </p:txBody>
      </p:sp>
      <p:sp>
        <p:nvSpPr>
          <p:cNvPr id="57348" name="Line 6">
            <a:extLst>
              <a:ext uri="{FF2B5EF4-FFF2-40B4-BE49-F238E27FC236}">
                <a16:creationId xmlns:a16="http://schemas.microsoft.com/office/drawing/2014/main" id="{66398DB8-1D80-0884-CF02-9BD6BE9C035A}"/>
              </a:ext>
            </a:extLst>
          </p:cNvPr>
          <p:cNvSpPr>
            <a:spLocks noChangeShapeType="1"/>
          </p:cNvSpPr>
          <p:nvPr/>
        </p:nvSpPr>
        <p:spPr bwMode="auto">
          <a:xfrm flipV="1">
            <a:off x="5303838" y="3906838"/>
            <a:ext cx="0" cy="966787"/>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lIns="82124" tIns="41061" rIns="82124" bIns="41061" anchor="ctr">
            <a:spAutoFit/>
          </a:bodyP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3971762D-FD26-573A-B5A1-8BB1F9637AA1}"/>
              </a:ext>
            </a:extLst>
          </p:cNvPr>
          <p:cNvSpPr>
            <a:spLocks noGrp="1" noChangeArrowheads="1"/>
          </p:cNvSpPr>
          <p:nvPr>
            <p:ph type="title"/>
          </p:nvPr>
        </p:nvSpPr>
        <p:spPr>
          <a:xfrm>
            <a:off x="260350" y="627063"/>
            <a:ext cx="8596313" cy="660400"/>
          </a:xfrm>
        </p:spPr>
        <p:txBody>
          <a:bodyPr/>
          <a:lstStyle/>
          <a:p>
            <a:pPr eaLnBrk="1" hangingPunct="1"/>
            <a:r>
              <a:rPr lang="en-US" altLang="en-US"/>
              <a:t>Typical Frame Header Fields</a:t>
            </a:r>
          </a:p>
        </p:txBody>
      </p:sp>
      <p:sp>
        <p:nvSpPr>
          <p:cNvPr id="1348611" name="Rectangle 3">
            <a:extLst>
              <a:ext uri="{FF2B5EF4-FFF2-40B4-BE49-F238E27FC236}">
                <a16:creationId xmlns:a16="http://schemas.microsoft.com/office/drawing/2014/main" id="{AD19DCCC-27A5-4B4F-0091-5951C7B500B1}"/>
              </a:ext>
            </a:extLst>
          </p:cNvPr>
          <p:cNvSpPr>
            <a:spLocks noGrp="1" noChangeArrowheads="1"/>
          </p:cNvSpPr>
          <p:nvPr>
            <p:ph type="body" idx="1"/>
          </p:nvPr>
        </p:nvSpPr>
        <p:spPr>
          <a:xfrm>
            <a:off x="115888" y="1436688"/>
            <a:ext cx="8883650" cy="5222875"/>
          </a:xfrm>
        </p:spPr>
        <p:txBody>
          <a:bodyPr/>
          <a:lstStyle/>
          <a:p>
            <a:pPr eaLnBrk="1" hangingPunct="1">
              <a:buFont typeface="Wingdings" charset="2"/>
              <a:buChar char="§"/>
              <a:defRPr/>
            </a:pPr>
            <a:r>
              <a:rPr lang="en-US" altLang="en-US" sz="2200" b="1" dirty="0">
                <a:solidFill>
                  <a:schemeClr val="accent2"/>
                </a:solidFill>
              </a:rPr>
              <a:t>Start Frame field</a:t>
            </a:r>
            <a:r>
              <a:rPr lang="en-US" altLang="en-US" sz="2200" dirty="0"/>
              <a:t> - Indicates the beginning of the frame</a:t>
            </a:r>
          </a:p>
          <a:p>
            <a:pPr eaLnBrk="1" hangingPunct="1">
              <a:buFont typeface="Wingdings" charset="2"/>
              <a:buChar char="§"/>
              <a:defRPr/>
            </a:pPr>
            <a:r>
              <a:rPr lang="en-US" altLang="en-US" sz="2200" b="1" dirty="0">
                <a:solidFill>
                  <a:schemeClr val="accent2"/>
                </a:solidFill>
              </a:rPr>
              <a:t>Source and Destination address fields</a:t>
            </a:r>
            <a:endParaRPr lang="en-US" altLang="en-US" sz="2200" dirty="0"/>
          </a:p>
          <a:p>
            <a:pPr marL="0" indent="0" eaLnBrk="1" hangingPunct="1">
              <a:buFont typeface="Wingdings" charset="2"/>
              <a:buNone/>
              <a:defRPr/>
            </a:pPr>
            <a:r>
              <a:rPr lang="en-US" altLang="en-US" sz="2200" dirty="0"/>
              <a:t>    –  Indicates the source and destination nodes on the media</a:t>
            </a:r>
          </a:p>
          <a:p>
            <a:pPr eaLnBrk="1" hangingPunct="1">
              <a:buFont typeface="Wingdings" charset="2"/>
              <a:buChar char="§"/>
              <a:defRPr/>
            </a:pPr>
            <a:r>
              <a:rPr lang="en-US" altLang="en-US" sz="2200" b="1" dirty="0">
                <a:solidFill>
                  <a:schemeClr val="accent2"/>
                </a:solidFill>
              </a:rPr>
              <a:t>Priority/Quality of Service field</a:t>
            </a:r>
            <a:r>
              <a:rPr lang="en-US" altLang="en-US" sz="2200" dirty="0"/>
              <a:t> </a:t>
            </a:r>
          </a:p>
          <a:p>
            <a:pPr marL="0" indent="0" eaLnBrk="1" hangingPunct="1">
              <a:buFont typeface="Wingdings" charset="2"/>
              <a:buNone/>
              <a:defRPr/>
            </a:pPr>
            <a:r>
              <a:rPr lang="en-US" altLang="en-US" sz="2200" dirty="0"/>
              <a:t>   - Indicates a particular type of communication service for processing</a:t>
            </a:r>
          </a:p>
          <a:p>
            <a:pPr eaLnBrk="1" hangingPunct="1">
              <a:buFont typeface="Wingdings" charset="2"/>
              <a:buChar char="§"/>
              <a:defRPr/>
            </a:pPr>
            <a:r>
              <a:rPr lang="en-US" altLang="en-US" sz="2200" b="1" dirty="0">
                <a:solidFill>
                  <a:schemeClr val="accent2"/>
                </a:solidFill>
              </a:rPr>
              <a:t>Type field</a:t>
            </a:r>
            <a:r>
              <a:rPr lang="en-US" altLang="en-US" sz="2200" dirty="0"/>
              <a:t> - Indicates the upper layer service contained in the frame </a:t>
            </a:r>
          </a:p>
          <a:p>
            <a:pPr eaLnBrk="1" hangingPunct="1">
              <a:buFont typeface="Wingdings" charset="2"/>
              <a:buChar char="§"/>
              <a:defRPr/>
            </a:pPr>
            <a:r>
              <a:rPr lang="en-US" altLang="en-US" sz="2200" b="1" dirty="0">
                <a:solidFill>
                  <a:schemeClr val="accent2"/>
                </a:solidFill>
              </a:rPr>
              <a:t>Flow control field</a:t>
            </a:r>
            <a:r>
              <a:rPr lang="en-US" altLang="en-US" sz="2200" dirty="0"/>
              <a:t> - Used to start and stop traffic over the media</a:t>
            </a:r>
          </a:p>
          <a:p>
            <a:pPr eaLnBrk="1" hangingPunct="1">
              <a:buFont typeface="Wingdings" charset="2"/>
              <a:buChar char="§"/>
              <a:defRPr/>
            </a:pPr>
            <a:r>
              <a:rPr lang="en-US" altLang="en-US" sz="2200" b="1" dirty="0">
                <a:solidFill>
                  <a:schemeClr val="accent2"/>
                </a:solidFill>
              </a:rPr>
              <a:t>Congestion control field</a:t>
            </a:r>
            <a:r>
              <a:rPr lang="en-US" altLang="en-US" sz="2200" dirty="0"/>
              <a:t> - Indicates congestion in the media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48611">
                                            <p:txEl>
                                              <p:pRg st="0" end="0"/>
                                            </p:txEl>
                                          </p:spTgt>
                                        </p:tgtEl>
                                        <p:attrNameLst>
                                          <p:attrName>style.visibility</p:attrName>
                                        </p:attrNameLst>
                                      </p:cBhvr>
                                      <p:to>
                                        <p:strVal val="visible"/>
                                      </p:to>
                                    </p:set>
                                    <p:animEffect transition="in" filter="dissolve">
                                      <p:cBhvr>
                                        <p:cTn id="7" dur="500"/>
                                        <p:tgtEl>
                                          <p:spTgt spid="1348611">
                                            <p:txEl>
                                              <p:pRg st="0" end="0"/>
                                            </p:txEl>
                                          </p:spTgt>
                                        </p:tgtEl>
                                      </p:cBhvr>
                                    </p:animEffect>
                                  </p:childTnLst>
                                  <p:subTnLst>
                                    <p:animClr clrSpc="rgb" dir="cw">
                                      <p:cBhvr override="childStyle">
                                        <p:cTn dur="1" fill="hold" display="0" masterRel="nextClick" afterEffect="1"/>
                                        <p:tgtEl>
                                          <p:spTgt spid="1348611">
                                            <p:txEl>
                                              <p:pRg st="0" end="0"/>
                                            </p:txEl>
                                          </p:spTgt>
                                        </p:tgtEl>
                                        <p:attrNameLst>
                                          <p:attrName>ppt_c</p:attrName>
                                        </p:attrNameLst>
                                      </p:cBhvr>
                                      <p:to>
                                        <a:srgbClr val="808080"/>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48611">
                                            <p:txEl>
                                              <p:pRg st="1" end="1"/>
                                            </p:txEl>
                                          </p:spTgt>
                                        </p:tgtEl>
                                        <p:attrNameLst>
                                          <p:attrName>style.visibility</p:attrName>
                                        </p:attrNameLst>
                                      </p:cBhvr>
                                      <p:to>
                                        <p:strVal val="visible"/>
                                      </p:to>
                                    </p:set>
                                    <p:animEffect transition="in" filter="dissolve">
                                      <p:cBhvr>
                                        <p:cTn id="12" dur="500"/>
                                        <p:tgtEl>
                                          <p:spTgt spid="1348611">
                                            <p:txEl>
                                              <p:pRg st="1" end="1"/>
                                            </p:txEl>
                                          </p:spTgt>
                                        </p:tgtEl>
                                      </p:cBhvr>
                                    </p:animEffect>
                                  </p:childTnLst>
                                  <p:subTnLst>
                                    <p:animClr clrSpc="rgb" dir="cw">
                                      <p:cBhvr override="childStyle">
                                        <p:cTn dur="1" fill="hold" display="0" masterRel="nextClick" afterEffect="1"/>
                                        <p:tgtEl>
                                          <p:spTgt spid="1348611">
                                            <p:txEl>
                                              <p:pRg st="1" end="1"/>
                                            </p:txEl>
                                          </p:spTgt>
                                        </p:tgtEl>
                                        <p:attrNameLst>
                                          <p:attrName>ppt_c</p:attrName>
                                        </p:attrNameLst>
                                      </p:cBhvr>
                                      <p:to>
                                        <a:srgbClr val="808080"/>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48611">
                                            <p:txEl>
                                              <p:pRg st="2" end="2"/>
                                            </p:txEl>
                                          </p:spTgt>
                                        </p:tgtEl>
                                        <p:attrNameLst>
                                          <p:attrName>style.visibility</p:attrName>
                                        </p:attrNameLst>
                                      </p:cBhvr>
                                      <p:to>
                                        <p:strVal val="visible"/>
                                      </p:to>
                                    </p:set>
                                    <p:animEffect transition="in" filter="dissolve">
                                      <p:cBhvr>
                                        <p:cTn id="17" dur="500"/>
                                        <p:tgtEl>
                                          <p:spTgt spid="1348611">
                                            <p:txEl>
                                              <p:pRg st="2" end="2"/>
                                            </p:txEl>
                                          </p:spTgt>
                                        </p:tgtEl>
                                      </p:cBhvr>
                                    </p:animEffect>
                                  </p:childTnLst>
                                  <p:subTnLst>
                                    <p:animClr clrSpc="rgb" dir="cw">
                                      <p:cBhvr override="childStyle">
                                        <p:cTn dur="1" fill="hold" display="0" masterRel="nextClick" afterEffect="1"/>
                                        <p:tgtEl>
                                          <p:spTgt spid="1348611">
                                            <p:txEl>
                                              <p:pRg st="2" end="2"/>
                                            </p:txEl>
                                          </p:spTgt>
                                        </p:tgtEl>
                                        <p:attrNameLst>
                                          <p:attrName>ppt_c</p:attrName>
                                        </p:attrNameLst>
                                      </p:cBhvr>
                                      <p:to>
                                        <a:srgbClr val="808080"/>
                                      </p:to>
                                    </p:animClr>
                                  </p:sub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48611">
                                            <p:txEl>
                                              <p:pRg st="3" end="3"/>
                                            </p:txEl>
                                          </p:spTgt>
                                        </p:tgtEl>
                                        <p:attrNameLst>
                                          <p:attrName>style.visibility</p:attrName>
                                        </p:attrNameLst>
                                      </p:cBhvr>
                                      <p:to>
                                        <p:strVal val="visible"/>
                                      </p:to>
                                    </p:set>
                                    <p:animEffect transition="in" filter="dissolve">
                                      <p:cBhvr>
                                        <p:cTn id="22" dur="500"/>
                                        <p:tgtEl>
                                          <p:spTgt spid="1348611">
                                            <p:txEl>
                                              <p:pRg st="3" end="3"/>
                                            </p:txEl>
                                          </p:spTgt>
                                        </p:tgtEl>
                                      </p:cBhvr>
                                    </p:animEffect>
                                  </p:childTnLst>
                                  <p:subTnLst>
                                    <p:animClr clrSpc="rgb" dir="cw">
                                      <p:cBhvr override="childStyle">
                                        <p:cTn dur="1" fill="hold" display="0" masterRel="nextClick" afterEffect="1"/>
                                        <p:tgtEl>
                                          <p:spTgt spid="1348611">
                                            <p:txEl>
                                              <p:pRg st="3" end="3"/>
                                            </p:txEl>
                                          </p:spTgt>
                                        </p:tgtEl>
                                        <p:attrNameLst>
                                          <p:attrName>ppt_c</p:attrName>
                                        </p:attrNameLst>
                                      </p:cBhvr>
                                      <p:to>
                                        <a:srgbClr val="808080"/>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48611">
                                            <p:txEl>
                                              <p:pRg st="4" end="4"/>
                                            </p:txEl>
                                          </p:spTgt>
                                        </p:tgtEl>
                                        <p:attrNameLst>
                                          <p:attrName>style.visibility</p:attrName>
                                        </p:attrNameLst>
                                      </p:cBhvr>
                                      <p:to>
                                        <p:strVal val="visible"/>
                                      </p:to>
                                    </p:set>
                                    <p:animEffect transition="in" filter="dissolve">
                                      <p:cBhvr>
                                        <p:cTn id="27" dur="500"/>
                                        <p:tgtEl>
                                          <p:spTgt spid="1348611">
                                            <p:txEl>
                                              <p:pRg st="4" end="4"/>
                                            </p:txEl>
                                          </p:spTgt>
                                        </p:tgtEl>
                                      </p:cBhvr>
                                    </p:animEffect>
                                  </p:childTnLst>
                                  <p:subTnLst>
                                    <p:animClr clrSpc="rgb" dir="cw">
                                      <p:cBhvr override="childStyle">
                                        <p:cTn dur="1" fill="hold" display="0" masterRel="nextClick" afterEffect="1"/>
                                        <p:tgtEl>
                                          <p:spTgt spid="1348611">
                                            <p:txEl>
                                              <p:pRg st="4" end="4"/>
                                            </p:txEl>
                                          </p:spTgt>
                                        </p:tgtEl>
                                        <p:attrNameLst>
                                          <p:attrName>ppt_c</p:attrName>
                                        </p:attrNameLst>
                                      </p:cBhvr>
                                      <p:to>
                                        <a:srgbClr val="808080"/>
                                      </p:to>
                                    </p:animClr>
                                  </p:sub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348611">
                                            <p:txEl>
                                              <p:pRg st="5" end="5"/>
                                            </p:txEl>
                                          </p:spTgt>
                                        </p:tgtEl>
                                        <p:attrNameLst>
                                          <p:attrName>style.visibility</p:attrName>
                                        </p:attrNameLst>
                                      </p:cBhvr>
                                      <p:to>
                                        <p:strVal val="visible"/>
                                      </p:to>
                                    </p:set>
                                    <p:animEffect transition="in" filter="dissolve">
                                      <p:cBhvr>
                                        <p:cTn id="32" dur="500"/>
                                        <p:tgtEl>
                                          <p:spTgt spid="1348611">
                                            <p:txEl>
                                              <p:pRg st="5" end="5"/>
                                            </p:txEl>
                                          </p:spTgt>
                                        </p:tgtEl>
                                      </p:cBhvr>
                                    </p:animEffect>
                                  </p:childTnLst>
                                  <p:subTnLst>
                                    <p:animClr clrSpc="rgb" dir="cw">
                                      <p:cBhvr override="childStyle">
                                        <p:cTn dur="1" fill="hold" display="0" masterRel="nextClick" afterEffect="1"/>
                                        <p:tgtEl>
                                          <p:spTgt spid="1348611">
                                            <p:txEl>
                                              <p:pRg st="5" end="5"/>
                                            </p:txEl>
                                          </p:spTgt>
                                        </p:tgtEl>
                                        <p:attrNameLst>
                                          <p:attrName>ppt_c</p:attrName>
                                        </p:attrNameLst>
                                      </p:cBhvr>
                                      <p:to>
                                        <a:srgbClr val="808080"/>
                                      </p:to>
                                    </p:animClr>
                                  </p:sub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348611">
                                            <p:txEl>
                                              <p:pRg st="6" end="6"/>
                                            </p:txEl>
                                          </p:spTgt>
                                        </p:tgtEl>
                                        <p:attrNameLst>
                                          <p:attrName>style.visibility</p:attrName>
                                        </p:attrNameLst>
                                      </p:cBhvr>
                                      <p:to>
                                        <p:strVal val="visible"/>
                                      </p:to>
                                    </p:set>
                                    <p:animEffect transition="in" filter="dissolve">
                                      <p:cBhvr>
                                        <p:cTn id="37" dur="500"/>
                                        <p:tgtEl>
                                          <p:spTgt spid="1348611">
                                            <p:txEl>
                                              <p:pRg st="6" end="6"/>
                                            </p:txEl>
                                          </p:spTgt>
                                        </p:tgtEl>
                                      </p:cBhvr>
                                    </p:animEffect>
                                  </p:childTnLst>
                                  <p:subTnLst>
                                    <p:animClr clrSpc="rgb" dir="cw">
                                      <p:cBhvr override="childStyle">
                                        <p:cTn dur="1" fill="hold" display="0" masterRel="nextClick" afterEffect="1"/>
                                        <p:tgtEl>
                                          <p:spTgt spid="1348611">
                                            <p:txEl>
                                              <p:pRg st="6" end="6"/>
                                            </p:txEl>
                                          </p:spTgt>
                                        </p:tgtEl>
                                        <p:attrNameLst>
                                          <p:attrName>ppt_c</p:attrName>
                                        </p:attrNameLst>
                                      </p:cBhvr>
                                      <p:to>
                                        <a:srgbClr val="808080"/>
                                      </p:to>
                                    </p:animClr>
                                  </p:sub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348611">
                                            <p:txEl>
                                              <p:pRg st="7" end="7"/>
                                            </p:txEl>
                                          </p:spTgt>
                                        </p:tgtEl>
                                        <p:attrNameLst>
                                          <p:attrName>style.visibility</p:attrName>
                                        </p:attrNameLst>
                                      </p:cBhvr>
                                      <p:to>
                                        <p:strVal val="visible"/>
                                      </p:to>
                                    </p:set>
                                    <p:animEffect transition="in" filter="dissolve">
                                      <p:cBhvr>
                                        <p:cTn id="42" dur="500"/>
                                        <p:tgtEl>
                                          <p:spTgt spid="1348611">
                                            <p:txEl>
                                              <p:pRg st="7" end="7"/>
                                            </p:txEl>
                                          </p:spTgt>
                                        </p:tgtEl>
                                      </p:cBhvr>
                                    </p:animEffect>
                                  </p:childTnLst>
                                  <p:subTnLst>
                                    <p:animClr clrSpc="rgb" dir="cw">
                                      <p:cBhvr override="childStyle">
                                        <p:cTn dur="1" fill="hold" display="0" masterRel="nextClick" afterEffect="1"/>
                                        <p:tgtEl>
                                          <p:spTgt spid="1348611">
                                            <p:txEl>
                                              <p:pRg st="7" end="7"/>
                                            </p:txEl>
                                          </p:spTgt>
                                        </p:tgtEl>
                                        <p:attrNameLst>
                                          <p:attrName>ppt_c</p:attrName>
                                        </p:attrNameLst>
                                      </p:cBhvr>
                                      <p:to>
                                        <a:srgbClr val="80808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8611"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0BCD22D4-086C-227F-DD5C-6B333C877FDD}"/>
              </a:ext>
            </a:extLst>
          </p:cNvPr>
          <p:cNvSpPr>
            <a:spLocks noGrp="1" noChangeArrowheads="1"/>
          </p:cNvSpPr>
          <p:nvPr>
            <p:ph type="title"/>
          </p:nvPr>
        </p:nvSpPr>
        <p:spPr>
          <a:xfrm>
            <a:off x="219075" y="627063"/>
            <a:ext cx="8582025" cy="687387"/>
          </a:xfrm>
        </p:spPr>
        <p:txBody>
          <a:bodyPr/>
          <a:lstStyle/>
          <a:p>
            <a:pPr eaLnBrk="1" hangingPunct="1"/>
            <a:r>
              <a:rPr lang="en-US" altLang="en-US"/>
              <a:t>The Role of the Frame Trailer- </a:t>
            </a:r>
            <a:r>
              <a:rPr lang="en-US" altLang="en-US">
                <a:solidFill>
                  <a:schemeClr val="accent2"/>
                </a:solidFill>
              </a:rPr>
              <a:t>FCS Field</a:t>
            </a:r>
          </a:p>
        </p:txBody>
      </p:sp>
      <p:pic>
        <p:nvPicPr>
          <p:cNvPr id="60418" name="Picture 5">
            <a:extLst>
              <a:ext uri="{FF2B5EF4-FFF2-40B4-BE49-F238E27FC236}">
                <a16:creationId xmlns:a16="http://schemas.microsoft.com/office/drawing/2014/main" id="{79697666-868B-A966-526F-1EBC811022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78000"/>
            <a:ext cx="9144000" cy="344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5846" name="Rectangle 6">
            <a:extLst>
              <a:ext uri="{FF2B5EF4-FFF2-40B4-BE49-F238E27FC236}">
                <a16:creationId xmlns:a16="http://schemas.microsoft.com/office/drawing/2014/main" id="{190A4F8F-DC2B-2311-C60A-8AF8DF8C985E}"/>
              </a:ext>
            </a:extLst>
          </p:cNvPr>
          <p:cNvSpPr>
            <a:spLocks noGrp="1" noChangeArrowheads="1"/>
          </p:cNvSpPr>
          <p:nvPr>
            <p:ph type="body" idx="1"/>
          </p:nvPr>
        </p:nvSpPr>
        <p:spPr>
          <a:xfrm>
            <a:off x="231775" y="5708650"/>
            <a:ext cx="8650288" cy="733425"/>
          </a:xfrm>
        </p:spPr>
        <p:txBody>
          <a:bodyPr/>
          <a:lstStyle/>
          <a:p>
            <a:pPr eaLnBrk="1" hangingPunct="1">
              <a:lnSpc>
                <a:spcPct val="85000"/>
              </a:lnSpc>
            </a:pPr>
            <a:r>
              <a:rPr lang="en-US" altLang="en-US"/>
              <a:t>The calculated value placed in the FCS field is called the </a:t>
            </a:r>
            <a:r>
              <a:rPr lang="en-US" altLang="en-US" b="1" i="1">
                <a:solidFill>
                  <a:schemeClr val="accent2"/>
                </a:solidFill>
              </a:rPr>
              <a:t>CRC (cyclic redundancy check)</a:t>
            </a:r>
          </a:p>
        </p:txBody>
      </p:sp>
      <p:sp>
        <p:nvSpPr>
          <p:cNvPr id="1315847" name="Oval 7">
            <a:extLst>
              <a:ext uri="{FF2B5EF4-FFF2-40B4-BE49-F238E27FC236}">
                <a16:creationId xmlns:a16="http://schemas.microsoft.com/office/drawing/2014/main" id="{2C32CDC4-C7CB-2EAD-464D-DD8197790882}"/>
              </a:ext>
            </a:extLst>
          </p:cNvPr>
          <p:cNvSpPr>
            <a:spLocks noChangeArrowheads="1"/>
          </p:cNvSpPr>
          <p:nvPr/>
        </p:nvSpPr>
        <p:spPr bwMode="auto">
          <a:xfrm>
            <a:off x="4381500" y="3416300"/>
            <a:ext cx="1460500" cy="431800"/>
          </a:xfrm>
          <a:prstGeom prst="ellipse">
            <a:avLst/>
          </a:pr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lIns="82124" tIns="41061" rIns="82124" bIns="41061" anchor="ct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15847"/>
                                        </p:tgtEl>
                                        <p:attrNameLst>
                                          <p:attrName>style.visibility</p:attrName>
                                        </p:attrNameLst>
                                      </p:cBhvr>
                                      <p:to>
                                        <p:strVal val="visible"/>
                                      </p:to>
                                    </p:set>
                                    <p:animEffect transition="in" filter="dissolve">
                                      <p:cBhvr>
                                        <p:cTn id="7" dur="500"/>
                                        <p:tgtEl>
                                          <p:spTgt spid="13158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15846">
                                            <p:txEl>
                                              <p:pRg st="0" end="0"/>
                                            </p:txEl>
                                          </p:spTgt>
                                        </p:tgtEl>
                                        <p:attrNameLst>
                                          <p:attrName>style.visibility</p:attrName>
                                        </p:attrNameLst>
                                      </p:cBhvr>
                                      <p:to>
                                        <p:strVal val="visible"/>
                                      </p:to>
                                    </p:set>
                                    <p:animEffect transition="in" filter="dissolve">
                                      <p:cBhvr>
                                        <p:cTn id="12" dur="500"/>
                                        <p:tgtEl>
                                          <p:spTgt spid="131584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5846" grpId="0" build="p"/>
      <p:bldP spid="131584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E846D9D7-7EF7-1513-5B5A-462D7D3892C0}"/>
              </a:ext>
            </a:extLst>
          </p:cNvPr>
          <p:cNvSpPr>
            <a:spLocks noGrp="1" noChangeArrowheads="1"/>
          </p:cNvSpPr>
          <p:nvPr>
            <p:ph type="title"/>
          </p:nvPr>
        </p:nvSpPr>
        <p:spPr>
          <a:xfrm>
            <a:off x="233363" y="627063"/>
            <a:ext cx="8567737" cy="769937"/>
          </a:xfrm>
        </p:spPr>
        <p:txBody>
          <a:bodyPr/>
          <a:lstStyle/>
          <a:p>
            <a:pPr eaLnBrk="1" hangingPunct="1"/>
            <a:r>
              <a:rPr lang="en-US" altLang="en-US"/>
              <a:t>The Role of the Frame Trailer – </a:t>
            </a:r>
            <a:r>
              <a:rPr lang="en-US" altLang="en-US">
                <a:solidFill>
                  <a:schemeClr val="accent2"/>
                </a:solidFill>
              </a:rPr>
              <a:t>Stop Frame</a:t>
            </a:r>
          </a:p>
        </p:txBody>
      </p:sp>
      <p:pic>
        <p:nvPicPr>
          <p:cNvPr id="62466" name="Picture 4">
            <a:extLst>
              <a:ext uri="{FF2B5EF4-FFF2-40B4-BE49-F238E27FC236}">
                <a16:creationId xmlns:a16="http://schemas.microsoft.com/office/drawing/2014/main" id="{C9F16FC1-6B74-DA88-8D23-2A1EDB172B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33675"/>
            <a:ext cx="9144000" cy="304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89" name="Picture 5">
            <a:extLst>
              <a:ext uri="{FF2B5EF4-FFF2-40B4-BE49-F238E27FC236}">
                <a16:creationId xmlns:a16="http://schemas.microsoft.com/office/drawing/2014/main" id="{73AB2514-8939-3F07-FC55-8E0548681C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2025" y="1347788"/>
            <a:ext cx="7656513"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0" name="Rectangle 2">
            <a:extLst>
              <a:ext uri="{FF2B5EF4-FFF2-40B4-BE49-F238E27FC236}">
                <a16:creationId xmlns:a16="http://schemas.microsoft.com/office/drawing/2014/main" id="{80DD4F53-4D33-079B-275D-03EE331D6D35}"/>
              </a:ext>
            </a:extLst>
          </p:cNvPr>
          <p:cNvSpPr>
            <a:spLocks noGrp="1" noChangeArrowheads="1"/>
          </p:cNvSpPr>
          <p:nvPr>
            <p:ph type="title"/>
          </p:nvPr>
        </p:nvSpPr>
        <p:spPr>
          <a:xfrm>
            <a:off x="287338" y="627063"/>
            <a:ext cx="8513762" cy="565150"/>
          </a:xfrm>
        </p:spPr>
        <p:txBody>
          <a:bodyPr/>
          <a:lstStyle/>
          <a:p>
            <a:pPr eaLnBrk="1" hangingPunct="1"/>
            <a:r>
              <a:rPr lang="en-US" altLang="en-US"/>
              <a:t>Layer 2 Protocols Covered</a:t>
            </a:r>
          </a:p>
        </p:txBody>
      </p:sp>
      <p:sp>
        <p:nvSpPr>
          <p:cNvPr id="63491" name="Rectangle 3">
            <a:extLst>
              <a:ext uri="{FF2B5EF4-FFF2-40B4-BE49-F238E27FC236}">
                <a16:creationId xmlns:a16="http://schemas.microsoft.com/office/drawing/2014/main" id="{A908F8FC-B97A-AB02-2A5D-FD7F0B2E850E}"/>
              </a:ext>
            </a:extLst>
          </p:cNvPr>
          <p:cNvSpPr>
            <a:spLocks noGrp="1" noChangeArrowheads="1"/>
          </p:cNvSpPr>
          <p:nvPr>
            <p:ph type="body" idx="1"/>
          </p:nvPr>
        </p:nvSpPr>
        <p:spPr>
          <a:xfrm>
            <a:off x="230188" y="4710113"/>
            <a:ext cx="5006975" cy="1908175"/>
          </a:xfrm>
        </p:spPr>
        <p:txBody>
          <a:bodyPr/>
          <a:lstStyle/>
          <a:p>
            <a:pPr eaLnBrk="1" hangingPunct="1">
              <a:lnSpc>
                <a:spcPct val="75000"/>
              </a:lnSpc>
            </a:pPr>
            <a:r>
              <a:rPr lang="en-US" altLang="en-US" sz="2000"/>
              <a:t>Ethernet </a:t>
            </a:r>
          </a:p>
          <a:p>
            <a:pPr eaLnBrk="1" hangingPunct="1">
              <a:lnSpc>
                <a:spcPct val="75000"/>
              </a:lnSpc>
            </a:pPr>
            <a:r>
              <a:rPr lang="en-US" altLang="en-US" sz="2000"/>
              <a:t>Point-to-Point Protocol (PPP) </a:t>
            </a:r>
          </a:p>
          <a:p>
            <a:pPr eaLnBrk="1" hangingPunct="1">
              <a:lnSpc>
                <a:spcPct val="75000"/>
              </a:lnSpc>
            </a:pPr>
            <a:r>
              <a:rPr lang="en-US" altLang="en-US" sz="2000"/>
              <a:t>High-Level Data Link Control (HDLC)</a:t>
            </a:r>
          </a:p>
          <a:p>
            <a:pPr eaLnBrk="1" hangingPunct="1">
              <a:lnSpc>
                <a:spcPct val="75000"/>
              </a:lnSpc>
            </a:pPr>
            <a:r>
              <a:rPr lang="en-US" altLang="en-US" sz="2000"/>
              <a:t>Frame Relay </a:t>
            </a:r>
          </a:p>
          <a:p>
            <a:pPr eaLnBrk="1" hangingPunct="1">
              <a:lnSpc>
                <a:spcPct val="75000"/>
              </a:lnSpc>
            </a:pPr>
            <a:r>
              <a:rPr lang="en-US" altLang="en-US" sz="2000"/>
              <a:t>Asynchronous Transfer Mode (ATM)</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BE8CB253-591F-B43A-52DE-74C4609DBD89}"/>
              </a:ext>
            </a:extLst>
          </p:cNvPr>
          <p:cNvSpPr>
            <a:spLocks noGrp="1" noChangeArrowheads="1"/>
          </p:cNvSpPr>
          <p:nvPr>
            <p:ph type="title"/>
          </p:nvPr>
        </p:nvSpPr>
        <p:spPr>
          <a:xfrm>
            <a:off x="290513" y="627063"/>
            <a:ext cx="8510587" cy="641350"/>
          </a:xfrm>
        </p:spPr>
        <p:txBody>
          <a:bodyPr/>
          <a:lstStyle/>
          <a:p>
            <a:pPr eaLnBrk="1" hangingPunct="1"/>
            <a:r>
              <a:rPr lang="en-US" altLang="en-US" sz="3600"/>
              <a:t>Selecting a Layer 2 Protocol</a:t>
            </a:r>
          </a:p>
        </p:txBody>
      </p:sp>
      <p:sp>
        <p:nvSpPr>
          <p:cNvPr id="1361923" name="Rectangle 3">
            <a:extLst>
              <a:ext uri="{FF2B5EF4-FFF2-40B4-BE49-F238E27FC236}">
                <a16:creationId xmlns:a16="http://schemas.microsoft.com/office/drawing/2014/main" id="{971CDEE9-BA9E-951A-F5C4-E449C6E70C17}"/>
              </a:ext>
            </a:extLst>
          </p:cNvPr>
          <p:cNvSpPr>
            <a:spLocks noGrp="1" noChangeArrowheads="1"/>
          </p:cNvSpPr>
          <p:nvPr>
            <p:ph type="body" idx="1"/>
          </p:nvPr>
        </p:nvSpPr>
        <p:spPr>
          <a:xfrm>
            <a:off x="225425" y="1509713"/>
            <a:ext cx="8370888" cy="4721225"/>
          </a:xfrm>
        </p:spPr>
        <p:txBody>
          <a:bodyPr/>
          <a:lstStyle/>
          <a:p>
            <a:pPr eaLnBrk="1" hangingPunct="1">
              <a:lnSpc>
                <a:spcPct val="85000"/>
              </a:lnSpc>
              <a:spcAft>
                <a:spcPct val="35000"/>
              </a:spcAft>
            </a:pPr>
            <a:r>
              <a:rPr lang="en-US" altLang="en-US" sz="3200"/>
              <a:t>When implementing a Layer 2 protocol in a network, the following factors should be considered:</a:t>
            </a:r>
          </a:p>
          <a:p>
            <a:pPr lvl="1" indent="0" eaLnBrk="1" hangingPunct="1">
              <a:lnSpc>
                <a:spcPct val="85000"/>
              </a:lnSpc>
              <a:spcAft>
                <a:spcPct val="35000"/>
              </a:spcAft>
            </a:pPr>
            <a:r>
              <a:rPr lang="en-US" altLang="en-US" sz="2800" b="1">
                <a:solidFill>
                  <a:schemeClr val="accent2"/>
                </a:solidFill>
              </a:rPr>
              <a:t>Geographic scope of the network</a:t>
            </a:r>
          </a:p>
          <a:p>
            <a:pPr lvl="1" indent="0" eaLnBrk="1" hangingPunct="1">
              <a:lnSpc>
                <a:spcPct val="85000"/>
              </a:lnSpc>
              <a:spcAft>
                <a:spcPct val="35000"/>
              </a:spcAft>
            </a:pPr>
            <a:r>
              <a:rPr lang="en-US" altLang="en-US" sz="2800" b="1">
                <a:solidFill>
                  <a:schemeClr val="accent2"/>
                </a:solidFill>
              </a:rPr>
              <a:t>The physical layer implementation</a:t>
            </a:r>
          </a:p>
          <a:p>
            <a:pPr lvl="1" indent="0" eaLnBrk="1" hangingPunct="1">
              <a:lnSpc>
                <a:spcPct val="85000"/>
              </a:lnSpc>
              <a:spcAft>
                <a:spcPct val="35000"/>
              </a:spcAft>
            </a:pPr>
            <a:r>
              <a:rPr lang="en-US" altLang="en-US" sz="2800" b="1">
                <a:solidFill>
                  <a:schemeClr val="accent2"/>
                </a:solidFill>
              </a:rPr>
              <a:t>The number of hosts to be connected</a:t>
            </a:r>
          </a:p>
          <a:p>
            <a:pPr eaLnBrk="1" hangingPunct="1">
              <a:lnSpc>
                <a:spcPct val="85000"/>
              </a:lnSpc>
              <a:spcAft>
                <a:spcPct val="35000"/>
              </a:spcAft>
            </a:pPr>
            <a:r>
              <a:rPr lang="en-US" altLang="en-US" sz="3200" b="1" i="1" u="sng">
                <a:solidFill>
                  <a:schemeClr val="accent1"/>
                </a:solidFill>
              </a:rPr>
              <a:t>Note</a:t>
            </a:r>
            <a:r>
              <a:rPr lang="en-US" altLang="en-US" sz="3200" b="1" i="1">
                <a:solidFill>
                  <a:schemeClr val="accent1"/>
                </a:solidFill>
              </a:rPr>
              <a:t>:  Layer 2 protocols are independent of the upper layer protocols used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61923">
                                            <p:txEl>
                                              <p:pRg st="0" end="0"/>
                                            </p:txEl>
                                          </p:spTgt>
                                        </p:tgtEl>
                                        <p:attrNameLst>
                                          <p:attrName>style.visibility</p:attrName>
                                        </p:attrNameLst>
                                      </p:cBhvr>
                                      <p:to>
                                        <p:strVal val="visible"/>
                                      </p:to>
                                    </p:set>
                                    <p:animEffect transition="in" filter="dissolve">
                                      <p:cBhvr>
                                        <p:cTn id="7" dur="500"/>
                                        <p:tgtEl>
                                          <p:spTgt spid="136192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361923">
                                            <p:txEl>
                                              <p:pRg st="1" end="1"/>
                                            </p:txEl>
                                          </p:spTgt>
                                        </p:tgtEl>
                                        <p:attrNameLst>
                                          <p:attrName>style.visibility</p:attrName>
                                        </p:attrNameLst>
                                      </p:cBhvr>
                                      <p:to>
                                        <p:strVal val="visible"/>
                                      </p:to>
                                    </p:set>
                                    <p:animEffect transition="in" filter="dissolve">
                                      <p:cBhvr>
                                        <p:cTn id="10" dur="500"/>
                                        <p:tgtEl>
                                          <p:spTgt spid="136192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361923">
                                            <p:txEl>
                                              <p:pRg st="2" end="2"/>
                                            </p:txEl>
                                          </p:spTgt>
                                        </p:tgtEl>
                                        <p:attrNameLst>
                                          <p:attrName>style.visibility</p:attrName>
                                        </p:attrNameLst>
                                      </p:cBhvr>
                                      <p:to>
                                        <p:strVal val="visible"/>
                                      </p:to>
                                    </p:set>
                                    <p:animEffect transition="in" filter="dissolve">
                                      <p:cBhvr>
                                        <p:cTn id="13" dur="500"/>
                                        <p:tgtEl>
                                          <p:spTgt spid="1361923">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361923">
                                            <p:txEl>
                                              <p:pRg st="3" end="3"/>
                                            </p:txEl>
                                          </p:spTgt>
                                        </p:tgtEl>
                                        <p:attrNameLst>
                                          <p:attrName>style.visibility</p:attrName>
                                        </p:attrNameLst>
                                      </p:cBhvr>
                                      <p:to>
                                        <p:strVal val="visible"/>
                                      </p:to>
                                    </p:set>
                                    <p:animEffect transition="in" filter="dissolve">
                                      <p:cBhvr>
                                        <p:cTn id="16" dur="500"/>
                                        <p:tgtEl>
                                          <p:spTgt spid="1361923">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361923">
                                            <p:txEl>
                                              <p:pRg st="4" end="4"/>
                                            </p:txEl>
                                          </p:spTgt>
                                        </p:tgtEl>
                                        <p:attrNameLst>
                                          <p:attrName>style.visibility</p:attrName>
                                        </p:attrNameLst>
                                      </p:cBhvr>
                                      <p:to>
                                        <p:strVal val="visible"/>
                                      </p:to>
                                    </p:set>
                                    <p:animEffect transition="in" filter="dissolve">
                                      <p:cBhvr>
                                        <p:cTn id="21" dur="500"/>
                                        <p:tgtEl>
                                          <p:spTgt spid="13619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2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FC4380FB-E5ED-97D2-0AC8-2F2BD04F8FE3}"/>
              </a:ext>
            </a:extLst>
          </p:cNvPr>
          <p:cNvSpPr>
            <a:spLocks noGrp="1" noChangeArrowheads="1"/>
          </p:cNvSpPr>
          <p:nvPr>
            <p:ph type="title"/>
          </p:nvPr>
        </p:nvSpPr>
        <p:spPr>
          <a:xfrm>
            <a:off x="163513" y="627063"/>
            <a:ext cx="8637587" cy="661987"/>
          </a:xfrm>
        </p:spPr>
        <p:txBody>
          <a:bodyPr/>
          <a:lstStyle/>
          <a:p>
            <a:pPr eaLnBrk="1" hangingPunct="1"/>
            <a:r>
              <a:rPr lang="en-US" altLang="en-US"/>
              <a:t>Ethernet Protocol for LANs</a:t>
            </a:r>
          </a:p>
        </p:txBody>
      </p:sp>
      <p:sp>
        <p:nvSpPr>
          <p:cNvPr id="1353731" name="Rectangle 3">
            <a:extLst>
              <a:ext uri="{FF2B5EF4-FFF2-40B4-BE49-F238E27FC236}">
                <a16:creationId xmlns:a16="http://schemas.microsoft.com/office/drawing/2014/main" id="{2701DFD1-5B52-2E5B-D140-54CAB7EBECB5}"/>
              </a:ext>
            </a:extLst>
          </p:cNvPr>
          <p:cNvSpPr>
            <a:spLocks noGrp="1" noChangeArrowheads="1"/>
          </p:cNvSpPr>
          <p:nvPr>
            <p:ph type="body" idx="1"/>
          </p:nvPr>
        </p:nvSpPr>
        <p:spPr>
          <a:xfrm>
            <a:off x="12700" y="1292225"/>
            <a:ext cx="8939213" cy="5530850"/>
          </a:xfrm>
        </p:spPr>
        <p:txBody>
          <a:bodyPr/>
          <a:lstStyle/>
          <a:p>
            <a:pPr eaLnBrk="1" hangingPunct="1"/>
            <a:r>
              <a:rPr lang="en-US" altLang="en-US"/>
              <a:t>Ethernet is a family of networking technologies </a:t>
            </a:r>
            <a:r>
              <a:rPr lang="en-US" altLang="en-US" b="1" i="1">
                <a:solidFill>
                  <a:schemeClr val="accent2"/>
                </a:solidFill>
              </a:rPr>
              <a:t>IEEE 802.2 and 802.3 standards</a:t>
            </a:r>
          </a:p>
          <a:p>
            <a:pPr eaLnBrk="1" hangingPunct="1"/>
            <a:r>
              <a:rPr lang="en-US" altLang="en-US"/>
              <a:t>Ethernet is the most widely used LAN technology and supports data bandwidths of 10, 100, 1000, or 10,000 Mbps.</a:t>
            </a:r>
          </a:p>
          <a:p>
            <a:pPr eaLnBrk="1" hangingPunct="1"/>
            <a:r>
              <a:rPr lang="en-US" altLang="en-US"/>
              <a:t>Ethernet standards define both the </a:t>
            </a:r>
            <a:r>
              <a:rPr lang="en-US" altLang="en-US" b="1">
                <a:solidFill>
                  <a:schemeClr val="accent2"/>
                </a:solidFill>
              </a:rPr>
              <a:t>Layer 2 protocols</a:t>
            </a:r>
            <a:r>
              <a:rPr lang="en-US" altLang="en-US"/>
              <a:t> and the </a:t>
            </a:r>
            <a:r>
              <a:rPr lang="en-US" altLang="en-US" b="1">
                <a:solidFill>
                  <a:schemeClr val="accent2"/>
                </a:solidFill>
              </a:rPr>
              <a:t>Layer 1 technologies</a:t>
            </a:r>
            <a:endParaRPr lang="en-US" altLang="en-US" b="1"/>
          </a:p>
          <a:p>
            <a:pPr eaLnBrk="1" hangingPunct="1"/>
            <a:r>
              <a:rPr lang="en-US" altLang="en-US"/>
              <a:t>Ethernet provides </a:t>
            </a:r>
            <a:r>
              <a:rPr lang="en-US" altLang="en-US" b="1">
                <a:solidFill>
                  <a:schemeClr val="accent2"/>
                </a:solidFill>
              </a:rPr>
              <a:t>unacknowledged connectionless service</a:t>
            </a:r>
            <a:r>
              <a:rPr lang="en-US" altLang="en-US"/>
              <a:t> over a shared media using </a:t>
            </a:r>
            <a:r>
              <a:rPr lang="en-US" altLang="en-US" b="1">
                <a:solidFill>
                  <a:schemeClr val="accent2"/>
                </a:solidFill>
              </a:rPr>
              <a:t>CSMA/CD</a:t>
            </a:r>
            <a:r>
              <a:rPr lang="en-US" altLang="en-US"/>
              <a:t> as the media access methods.</a:t>
            </a:r>
          </a:p>
          <a:p>
            <a:pPr eaLnBrk="1" hangingPunct="1"/>
            <a:r>
              <a:rPr lang="en-US" altLang="en-US"/>
              <a:t>An Ethernet MAC address is </a:t>
            </a:r>
            <a:r>
              <a:rPr lang="en-US" altLang="en-US" b="1">
                <a:solidFill>
                  <a:schemeClr val="accent2"/>
                </a:solidFill>
              </a:rPr>
              <a:t>48 bits</a:t>
            </a:r>
            <a:r>
              <a:rPr lang="en-US" altLang="en-US"/>
              <a:t> and is generally represented in </a:t>
            </a:r>
            <a:r>
              <a:rPr lang="en-US" altLang="en-US" b="1">
                <a:solidFill>
                  <a:schemeClr val="accent2"/>
                </a:solidFill>
              </a:rPr>
              <a:t>hexadecimal</a:t>
            </a:r>
            <a:r>
              <a:rPr lang="en-US" altLang="en-US"/>
              <a:t> format.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53731">
                                            <p:txEl>
                                              <p:pRg st="0" end="0"/>
                                            </p:txEl>
                                          </p:spTgt>
                                        </p:tgtEl>
                                        <p:attrNameLst>
                                          <p:attrName>style.visibility</p:attrName>
                                        </p:attrNameLst>
                                      </p:cBhvr>
                                      <p:to>
                                        <p:strVal val="visible"/>
                                      </p:to>
                                    </p:set>
                                    <p:animEffect transition="in" filter="dissolve">
                                      <p:cBhvr>
                                        <p:cTn id="7" dur="500"/>
                                        <p:tgtEl>
                                          <p:spTgt spid="1353731">
                                            <p:txEl>
                                              <p:pRg st="0" end="0"/>
                                            </p:txEl>
                                          </p:spTgt>
                                        </p:tgtEl>
                                      </p:cBhvr>
                                    </p:animEffect>
                                  </p:childTnLst>
                                  <p:subTnLst>
                                    <p:animClr clrSpc="rgb" dir="cw">
                                      <p:cBhvr override="childStyle">
                                        <p:cTn dur="1" fill="hold" display="0" masterRel="nextClick" afterEffect="1"/>
                                        <p:tgtEl>
                                          <p:spTgt spid="1353731">
                                            <p:txEl>
                                              <p:pRg st="0" end="0"/>
                                            </p:txEl>
                                          </p:spTgt>
                                        </p:tgtEl>
                                        <p:attrNameLst>
                                          <p:attrName>ppt_c</p:attrName>
                                        </p:attrNameLst>
                                      </p:cBhvr>
                                      <p:to>
                                        <a:srgbClr val="808080"/>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53731">
                                            <p:txEl>
                                              <p:pRg st="1" end="1"/>
                                            </p:txEl>
                                          </p:spTgt>
                                        </p:tgtEl>
                                        <p:attrNameLst>
                                          <p:attrName>style.visibility</p:attrName>
                                        </p:attrNameLst>
                                      </p:cBhvr>
                                      <p:to>
                                        <p:strVal val="visible"/>
                                      </p:to>
                                    </p:set>
                                    <p:animEffect transition="in" filter="dissolve">
                                      <p:cBhvr>
                                        <p:cTn id="12" dur="500"/>
                                        <p:tgtEl>
                                          <p:spTgt spid="1353731">
                                            <p:txEl>
                                              <p:pRg st="1" end="1"/>
                                            </p:txEl>
                                          </p:spTgt>
                                        </p:tgtEl>
                                      </p:cBhvr>
                                    </p:animEffect>
                                  </p:childTnLst>
                                  <p:subTnLst>
                                    <p:animClr clrSpc="rgb" dir="cw">
                                      <p:cBhvr override="childStyle">
                                        <p:cTn dur="1" fill="hold" display="0" masterRel="nextClick" afterEffect="1"/>
                                        <p:tgtEl>
                                          <p:spTgt spid="1353731">
                                            <p:txEl>
                                              <p:pRg st="1" end="1"/>
                                            </p:txEl>
                                          </p:spTgt>
                                        </p:tgtEl>
                                        <p:attrNameLst>
                                          <p:attrName>ppt_c</p:attrName>
                                        </p:attrNameLst>
                                      </p:cBhvr>
                                      <p:to>
                                        <a:srgbClr val="808080"/>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53731">
                                            <p:txEl>
                                              <p:pRg st="2" end="2"/>
                                            </p:txEl>
                                          </p:spTgt>
                                        </p:tgtEl>
                                        <p:attrNameLst>
                                          <p:attrName>style.visibility</p:attrName>
                                        </p:attrNameLst>
                                      </p:cBhvr>
                                      <p:to>
                                        <p:strVal val="visible"/>
                                      </p:to>
                                    </p:set>
                                    <p:animEffect transition="in" filter="dissolve">
                                      <p:cBhvr>
                                        <p:cTn id="17" dur="500"/>
                                        <p:tgtEl>
                                          <p:spTgt spid="1353731">
                                            <p:txEl>
                                              <p:pRg st="2" end="2"/>
                                            </p:txEl>
                                          </p:spTgt>
                                        </p:tgtEl>
                                      </p:cBhvr>
                                    </p:animEffect>
                                  </p:childTnLst>
                                  <p:subTnLst>
                                    <p:animClr clrSpc="rgb" dir="cw">
                                      <p:cBhvr override="childStyle">
                                        <p:cTn dur="1" fill="hold" display="0" masterRel="nextClick" afterEffect="1"/>
                                        <p:tgtEl>
                                          <p:spTgt spid="1353731">
                                            <p:txEl>
                                              <p:pRg st="2" end="2"/>
                                            </p:txEl>
                                          </p:spTgt>
                                        </p:tgtEl>
                                        <p:attrNameLst>
                                          <p:attrName>ppt_c</p:attrName>
                                        </p:attrNameLst>
                                      </p:cBhvr>
                                      <p:to>
                                        <a:srgbClr val="808080"/>
                                      </p:to>
                                    </p:animClr>
                                  </p:sub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53731">
                                            <p:txEl>
                                              <p:pRg st="3" end="3"/>
                                            </p:txEl>
                                          </p:spTgt>
                                        </p:tgtEl>
                                        <p:attrNameLst>
                                          <p:attrName>style.visibility</p:attrName>
                                        </p:attrNameLst>
                                      </p:cBhvr>
                                      <p:to>
                                        <p:strVal val="visible"/>
                                      </p:to>
                                    </p:set>
                                    <p:animEffect transition="in" filter="dissolve">
                                      <p:cBhvr>
                                        <p:cTn id="22" dur="500"/>
                                        <p:tgtEl>
                                          <p:spTgt spid="1353731">
                                            <p:txEl>
                                              <p:pRg st="3" end="3"/>
                                            </p:txEl>
                                          </p:spTgt>
                                        </p:tgtEl>
                                      </p:cBhvr>
                                    </p:animEffect>
                                  </p:childTnLst>
                                  <p:subTnLst>
                                    <p:animClr clrSpc="rgb" dir="cw">
                                      <p:cBhvr override="childStyle">
                                        <p:cTn dur="1" fill="hold" display="0" masterRel="nextClick" afterEffect="1"/>
                                        <p:tgtEl>
                                          <p:spTgt spid="1353731">
                                            <p:txEl>
                                              <p:pRg st="3" end="3"/>
                                            </p:txEl>
                                          </p:spTgt>
                                        </p:tgtEl>
                                        <p:attrNameLst>
                                          <p:attrName>ppt_c</p:attrName>
                                        </p:attrNameLst>
                                      </p:cBhvr>
                                      <p:to>
                                        <a:srgbClr val="808080"/>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53731">
                                            <p:txEl>
                                              <p:pRg st="4" end="4"/>
                                            </p:txEl>
                                          </p:spTgt>
                                        </p:tgtEl>
                                        <p:attrNameLst>
                                          <p:attrName>style.visibility</p:attrName>
                                        </p:attrNameLst>
                                      </p:cBhvr>
                                      <p:to>
                                        <p:strVal val="visible"/>
                                      </p:to>
                                    </p:set>
                                    <p:animEffect transition="in" filter="dissolve">
                                      <p:cBhvr>
                                        <p:cTn id="27" dur="500"/>
                                        <p:tgtEl>
                                          <p:spTgt spid="1353731">
                                            <p:txEl>
                                              <p:pRg st="4" end="4"/>
                                            </p:txEl>
                                          </p:spTgt>
                                        </p:tgtEl>
                                      </p:cBhvr>
                                    </p:animEffect>
                                  </p:childTnLst>
                                  <p:subTnLst>
                                    <p:animClr clrSpc="rgb" dir="cw">
                                      <p:cBhvr override="childStyle">
                                        <p:cTn dur="1" fill="hold" display="0" masterRel="nextClick" afterEffect="1"/>
                                        <p:tgtEl>
                                          <p:spTgt spid="1353731">
                                            <p:txEl>
                                              <p:pRg st="4" end="4"/>
                                            </p:txEl>
                                          </p:spTgt>
                                        </p:tgtEl>
                                        <p:attrNameLst>
                                          <p:attrName>ppt_c</p:attrName>
                                        </p:attrNameLst>
                                      </p:cBhvr>
                                      <p:to>
                                        <a:srgbClr val="80808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3731"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D41605E2-A6F8-50E4-2B76-47B2127065BD}"/>
              </a:ext>
            </a:extLst>
          </p:cNvPr>
          <p:cNvSpPr>
            <a:spLocks noGrp="1" noChangeArrowheads="1"/>
          </p:cNvSpPr>
          <p:nvPr>
            <p:ph type="title"/>
          </p:nvPr>
        </p:nvSpPr>
        <p:spPr>
          <a:xfrm>
            <a:off x="246063" y="627063"/>
            <a:ext cx="8555037" cy="620712"/>
          </a:xfrm>
        </p:spPr>
        <p:txBody>
          <a:bodyPr/>
          <a:lstStyle/>
          <a:p>
            <a:pPr eaLnBrk="1" hangingPunct="1"/>
            <a:r>
              <a:rPr lang="en-US" altLang="en-US"/>
              <a:t>The Ethernet II Frame</a:t>
            </a:r>
          </a:p>
        </p:txBody>
      </p:sp>
      <p:pic>
        <p:nvPicPr>
          <p:cNvPr id="66562" name="Picture 4">
            <a:extLst>
              <a:ext uri="{FF2B5EF4-FFF2-40B4-BE49-F238E27FC236}">
                <a16:creationId xmlns:a16="http://schemas.microsoft.com/office/drawing/2014/main" id="{4A425DA9-B9D0-6B9A-2E83-316E019A7A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7416"/>
          <a:stretch>
            <a:fillRect/>
          </a:stretch>
        </p:blipFill>
        <p:spPr bwMode="auto">
          <a:xfrm>
            <a:off x="41275" y="1420813"/>
            <a:ext cx="8980488" cy="514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13DB9E8F-4C75-9435-0EE4-457584CE06A0}"/>
              </a:ext>
            </a:extLst>
          </p:cNvPr>
          <p:cNvSpPr>
            <a:spLocks noGrp="1" noChangeArrowheads="1"/>
          </p:cNvSpPr>
          <p:nvPr>
            <p:ph type="title"/>
          </p:nvPr>
        </p:nvSpPr>
        <p:spPr>
          <a:xfrm>
            <a:off x="163513" y="627063"/>
            <a:ext cx="8637587" cy="674687"/>
          </a:xfrm>
        </p:spPr>
        <p:txBody>
          <a:bodyPr/>
          <a:lstStyle/>
          <a:p>
            <a:pPr eaLnBrk="1" hangingPunct="1"/>
            <a:r>
              <a:rPr lang="en-US" altLang="en-US"/>
              <a:t>Point-to-Point Protocol (PPP) for WANs</a:t>
            </a:r>
          </a:p>
        </p:txBody>
      </p:sp>
      <p:sp>
        <p:nvSpPr>
          <p:cNvPr id="1354755" name="Rectangle 3">
            <a:extLst>
              <a:ext uri="{FF2B5EF4-FFF2-40B4-BE49-F238E27FC236}">
                <a16:creationId xmlns:a16="http://schemas.microsoft.com/office/drawing/2014/main" id="{D91BA158-BBF0-2A4A-E715-A1E1DCE4D4AE}"/>
              </a:ext>
            </a:extLst>
          </p:cNvPr>
          <p:cNvSpPr>
            <a:spLocks noGrp="1" noChangeArrowheads="1"/>
          </p:cNvSpPr>
          <p:nvPr>
            <p:ph type="body" idx="1"/>
          </p:nvPr>
        </p:nvSpPr>
        <p:spPr>
          <a:xfrm>
            <a:off x="165100" y="1422400"/>
            <a:ext cx="8785225" cy="5168900"/>
          </a:xfrm>
        </p:spPr>
        <p:txBody>
          <a:bodyPr/>
          <a:lstStyle/>
          <a:p>
            <a:pPr eaLnBrk="1" hangingPunct="1">
              <a:spcAft>
                <a:spcPct val="35000"/>
              </a:spcAft>
            </a:pPr>
            <a:r>
              <a:rPr lang="en-US" altLang="en-US" b="1">
                <a:solidFill>
                  <a:schemeClr val="accent2"/>
                </a:solidFill>
              </a:rPr>
              <a:t>Point-to-Point Protocol (PPP)</a:t>
            </a:r>
            <a:r>
              <a:rPr lang="en-US" altLang="en-US"/>
              <a:t> is a WAN protocol used to deliver frames between two nodes</a:t>
            </a:r>
          </a:p>
          <a:p>
            <a:pPr eaLnBrk="1" hangingPunct="1">
              <a:spcAft>
                <a:spcPct val="35000"/>
              </a:spcAft>
            </a:pPr>
            <a:r>
              <a:rPr lang="en-US" altLang="en-US"/>
              <a:t>PPP remains the protocol of choice to implement many </a:t>
            </a:r>
            <a:r>
              <a:rPr lang="en-US" altLang="en-US" b="1">
                <a:solidFill>
                  <a:schemeClr val="accent2"/>
                </a:solidFill>
              </a:rPr>
              <a:t>serial WANs</a:t>
            </a:r>
          </a:p>
          <a:p>
            <a:pPr eaLnBrk="1" hangingPunct="1">
              <a:spcAft>
                <a:spcPct val="35000"/>
              </a:spcAft>
            </a:pPr>
            <a:r>
              <a:rPr lang="en-US" altLang="en-US"/>
              <a:t>PPP can be used on various physical media, including twisted pair, fiber optic lines, and satellite transmission.</a:t>
            </a:r>
          </a:p>
          <a:p>
            <a:pPr eaLnBrk="1" hangingPunct="1">
              <a:spcAft>
                <a:spcPct val="35000"/>
              </a:spcAft>
            </a:pPr>
            <a:r>
              <a:rPr lang="en-US" altLang="en-US"/>
              <a:t>PPP also allows the two nodes to negotiate options within the PPP session including:</a:t>
            </a:r>
          </a:p>
          <a:p>
            <a:pPr lvl="1" indent="0" eaLnBrk="1" hangingPunct="1">
              <a:spcAft>
                <a:spcPct val="35000"/>
              </a:spcAft>
              <a:buFontTx/>
              <a:buNone/>
            </a:pPr>
            <a:r>
              <a:rPr lang="en-US" altLang="en-US" b="1">
                <a:solidFill>
                  <a:srgbClr val="708CA1"/>
                </a:solidFill>
              </a:rPr>
              <a:t>authentication, compression, and multilink (the use of multiple physical connections)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54755">
                                            <p:txEl>
                                              <p:pRg st="0" end="0"/>
                                            </p:txEl>
                                          </p:spTgt>
                                        </p:tgtEl>
                                        <p:attrNameLst>
                                          <p:attrName>style.visibility</p:attrName>
                                        </p:attrNameLst>
                                      </p:cBhvr>
                                      <p:to>
                                        <p:strVal val="visible"/>
                                      </p:to>
                                    </p:set>
                                    <p:animEffect transition="in" filter="dissolve">
                                      <p:cBhvr>
                                        <p:cTn id="7" dur="500"/>
                                        <p:tgtEl>
                                          <p:spTgt spid="13547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54755">
                                            <p:txEl>
                                              <p:pRg st="1" end="1"/>
                                            </p:txEl>
                                          </p:spTgt>
                                        </p:tgtEl>
                                        <p:attrNameLst>
                                          <p:attrName>style.visibility</p:attrName>
                                        </p:attrNameLst>
                                      </p:cBhvr>
                                      <p:to>
                                        <p:strVal val="visible"/>
                                      </p:to>
                                    </p:set>
                                    <p:animEffect transition="in" filter="dissolve">
                                      <p:cBhvr>
                                        <p:cTn id="12" dur="500"/>
                                        <p:tgtEl>
                                          <p:spTgt spid="13547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54755">
                                            <p:txEl>
                                              <p:pRg st="2" end="2"/>
                                            </p:txEl>
                                          </p:spTgt>
                                        </p:tgtEl>
                                        <p:attrNameLst>
                                          <p:attrName>style.visibility</p:attrName>
                                        </p:attrNameLst>
                                      </p:cBhvr>
                                      <p:to>
                                        <p:strVal val="visible"/>
                                      </p:to>
                                    </p:set>
                                    <p:animEffect transition="in" filter="dissolve">
                                      <p:cBhvr>
                                        <p:cTn id="17" dur="500"/>
                                        <p:tgtEl>
                                          <p:spTgt spid="13547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54755">
                                            <p:txEl>
                                              <p:pRg st="3" end="3"/>
                                            </p:txEl>
                                          </p:spTgt>
                                        </p:tgtEl>
                                        <p:attrNameLst>
                                          <p:attrName>style.visibility</p:attrName>
                                        </p:attrNameLst>
                                      </p:cBhvr>
                                      <p:to>
                                        <p:strVal val="visible"/>
                                      </p:to>
                                    </p:set>
                                    <p:animEffect transition="in" filter="dissolve">
                                      <p:cBhvr>
                                        <p:cTn id="22" dur="500"/>
                                        <p:tgtEl>
                                          <p:spTgt spid="1354755">
                                            <p:txEl>
                                              <p:pRg st="3" end="3"/>
                                            </p:txEl>
                                          </p:spTgt>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354755">
                                            <p:txEl>
                                              <p:pRg st="4" end="4"/>
                                            </p:txEl>
                                          </p:spTgt>
                                        </p:tgtEl>
                                        <p:attrNameLst>
                                          <p:attrName>style.visibility</p:attrName>
                                        </p:attrNameLst>
                                      </p:cBhvr>
                                      <p:to>
                                        <p:strVal val="visible"/>
                                      </p:to>
                                    </p:set>
                                    <p:animEffect transition="in" filter="dissolve">
                                      <p:cBhvr>
                                        <p:cTn id="25" dur="500"/>
                                        <p:tgtEl>
                                          <p:spTgt spid="13547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4755"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A6C65084-86C2-64D3-91B6-63C73132D9DC}"/>
              </a:ext>
            </a:extLst>
          </p:cNvPr>
          <p:cNvSpPr>
            <a:spLocks noGrp="1" noChangeArrowheads="1"/>
          </p:cNvSpPr>
          <p:nvPr>
            <p:ph type="title"/>
          </p:nvPr>
        </p:nvSpPr>
        <p:spPr>
          <a:xfrm>
            <a:off x="192088" y="627063"/>
            <a:ext cx="8609012" cy="742950"/>
          </a:xfrm>
        </p:spPr>
        <p:txBody>
          <a:bodyPr/>
          <a:lstStyle/>
          <a:p>
            <a:pPr eaLnBrk="1" hangingPunct="1"/>
            <a:r>
              <a:rPr lang="en-US" altLang="en-US"/>
              <a:t>PPP Frame</a:t>
            </a:r>
          </a:p>
        </p:txBody>
      </p:sp>
      <p:pic>
        <p:nvPicPr>
          <p:cNvPr id="68610" name="Picture 4">
            <a:extLst>
              <a:ext uri="{FF2B5EF4-FFF2-40B4-BE49-F238E27FC236}">
                <a16:creationId xmlns:a16="http://schemas.microsoft.com/office/drawing/2014/main" id="{56AD7F92-0B92-EEC3-5815-C05FBC3F48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75" y="1263650"/>
            <a:ext cx="8924925" cy="555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5781" name="Line 5">
            <a:extLst>
              <a:ext uri="{FF2B5EF4-FFF2-40B4-BE49-F238E27FC236}">
                <a16:creationId xmlns:a16="http://schemas.microsoft.com/office/drawing/2014/main" id="{E9DA97FB-C828-8449-1D71-36B38F7D371A}"/>
              </a:ext>
            </a:extLst>
          </p:cNvPr>
          <p:cNvSpPr>
            <a:spLocks noChangeShapeType="1"/>
          </p:cNvSpPr>
          <p:nvPr/>
        </p:nvSpPr>
        <p:spPr bwMode="auto">
          <a:xfrm>
            <a:off x="7150100" y="3822700"/>
            <a:ext cx="9525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lIns="82124" tIns="41061" rIns="82124" bIns="41061" anchor="ctr">
            <a:spAutoFit/>
          </a:bodyPr>
          <a:lstStyle/>
          <a:p>
            <a:endParaRPr lang="en-US"/>
          </a:p>
        </p:txBody>
      </p:sp>
      <p:sp>
        <p:nvSpPr>
          <p:cNvPr id="1355782" name="Line 6">
            <a:extLst>
              <a:ext uri="{FF2B5EF4-FFF2-40B4-BE49-F238E27FC236}">
                <a16:creationId xmlns:a16="http://schemas.microsoft.com/office/drawing/2014/main" id="{A3039582-C57E-D218-1480-089B3BD402C8}"/>
              </a:ext>
            </a:extLst>
          </p:cNvPr>
          <p:cNvSpPr>
            <a:spLocks noChangeShapeType="1"/>
          </p:cNvSpPr>
          <p:nvPr/>
        </p:nvSpPr>
        <p:spPr bwMode="auto">
          <a:xfrm flipV="1">
            <a:off x="1143000" y="4102100"/>
            <a:ext cx="31750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lIns="82124" tIns="41061" rIns="82124" bIns="41061" anchor="ctr">
            <a:spAutoFit/>
          </a:bodyPr>
          <a:lstStyle/>
          <a:p>
            <a:endParaRPr lang="en-US"/>
          </a:p>
        </p:txBody>
      </p:sp>
      <p:sp>
        <p:nvSpPr>
          <p:cNvPr id="1355783" name="Text Box 7">
            <a:extLst>
              <a:ext uri="{FF2B5EF4-FFF2-40B4-BE49-F238E27FC236}">
                <a16:creationId xmlns:a16="http://schemas.microsoft.com/office/drawing/2014/main" id="{3CBAB82D-514B-C067-B3BB-840A2F7562E4}"/>
              </a:ext>
            </a:extLst>
          </p:cNvPr>
          <p:cNvSpPr txBox="1">
            <a:spLocks noChangeArrowheads="1"/>
          </p:cNvSpPr>
          <p:nvPr/>
        </p:nvSpPr>
        <p:spPr bwMode="auto">
          <a:xfrm>
            <a:off x="4178300" y="3860800"/>
            <a:ext cx="1193800"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buChar cha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buChar cha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buChar cha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buChar cha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buChar char="»"/>
              <a:defRPr sz="2000">
                <a:solidFill>
                  <a:schemeClr val="tx1"/>
                </a:solidFill>
                <a:latin typeface="Arial" panose="020B0604020202020204" pitchFamily="34" charset="0"/>
              </a:defRPr>
            </a:lvl9pPr>
          </a:lstStyle>
          <a:p>
            <a:pPr algn="ctr">
              <a:lnSpc>
                <a:spcPct val="90000"/>
              </a:lnSpc>
              <a:buClrTx/>
              <a:buFontTx/>
              <a:buNone/>
            </a:pPr>
            <a:r>
              <a:rPr lang="en-US" altLang="en-US" sz="1600" b="1">
                <a:solidFill>
                  <a:schemeClr val="accent2"/>
                </a:solidFill>
              </a:rPr>
              <a:t>WHY?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355781"/>
                                        </p:tgtEl>
                                        <p:attrNameLst>
                                          <p:attrName>style.visibility</p:attrName>
                                        </p:attrNameLst>
                                      </p:cBhvr>
                                      <p:to>
                                        <p:strVal val="visible"/>
                                      </p:to>
                                    </p:set>
                                    <p:animEffect transition="in" filter="dissolve">
                                      <p:cBhvr>
                                        <p:cTn id="7" dur="500"/>
                                        <p:tgtEl>
                                          <p:spTgt spid="1355781"/>
                                        </p:tgtEl>
                                      </p:cBhvr>
                                    </p:animEffect>
                                  </p:childTnLst>
                                </p:cTn>
                              </p:par>
                              <p:par>
                                <p:cTn id="8" presetID="9" presetClass="entr" presetSubtype="0" fill="hold" nodeType="withEffect">
                                  <p:stCondLst>
                                    <p:cond delay="0"/>
                                  </p:stCondLst>
                                  <p:childTnLst>
                                    <p:set>
                                      <p:cBhvr>
                                        <p:cTn id="9" dur="1" fill="hold">
                                          <p:stCondLst>
                                            <p:cond delay="0"/>
                                          </p:stCondLst>
                                        </p:cTn>
                                        <p:tgtEl>
                                          <p:spTgt spid="1355782"/>
                                        </p:tgtEl>
                                        <p:attrNameLst>
                                          <p:attrName>style.visibility</p:attrName>
                                        </p:attrNameLst>
                                      </p:cBhvr>
                                      <p:to>
                                        <p:strVal val="visible"/>
                                      </p:to>
                                    </p:set>
                                    <p:animEffect transition="in" filter="dissolve">
                                      <p:cBhvr>
                                        <p:cTn id="10" dur="500"/>
                                        <p:tgtEl>
                                          <p:spTgt spid="135578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355783"/>
                                        </p:tgtEl>
                                        <p:attrNameLst>
                                          <p:attrName>style.visibility</p:attrName>
                                        </p:attrNameLst>
                                      </p:cBhvr>
                                      <p:to>
                                        <p:strVal val="visible"/>
                                      </p:to>
                                    </p:set>
                                    <p:animEffect transition="in" filter="dissolve">
                                      <p:cBhvr>
                                        <p:cTn id="15" dur="500"/>
                                        <p:tgtEl>
                                          <p:spTgt spid="13557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578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F3E7390C-5AE2-4C31-21B9-19F0921F9E7D}"/>
              </a:ext>
            </a:extLst>
          </p:cNvPr>
          <p:cNvSpPr>
            <a:spLocks noGrp="1" noChangeArrowheads="1"/>
          </p:cNvSpPr>
          <p:nvPr>
            <p:ph type="title"/>
          </p:nvPr>
        </p:nvSpPr>
        <p:spPr>
          <a:xfrm>
            <a:off x="260350" y="627063"/>
            <a:ext cx="8540750" cy="633412"/>
          </a:xfrm>
        </p:spPr>
        <p:txBody>
          <a:bodyPr/>
          <a:lstStyle/>
          <a:p>
            <a:pPr eaLnBrk="1" hangingPunct="1"/>
            <a:r>
              <a:rPr lang="en-US" altLang="en-US"/>
              <a:t>Wireless Protocol for LANs</a:t>
            </a:r>
          </a:p>
        </p:txBody>
      </p:sp>
      <p:sp>
        <p:nvSpPr>
          <p:cNvPr id="1356803" name="Rectangle 3">
            <a:extLst>
              <a:ext uri="{FF2B5EF4-FFF2-40B4-BE49-F238E27FC236}">
                <a16:creationId xmlns:a16="http://schemas.microsoft.com/office/drawing/2014/main" id="{C7FC9F8A-9589-FB39-E1E2-B315F9F6DD05}"/>
              </a:ext>
            </a:extLst>
          </p:cNvPr>
          <p:cNvSpPr>
            <a:spLocks noGrp="1" noChangeArrowheads="1"/>
          </p:cNvSpPr>
          <p:nvPr>
            <p:ph type="body" idx="1"/>
          </p:nvPr>
        </p:nvSpPr>
        <p:spPr>
          <a:xfrm>
            <a:off x="177800" y="1300163"/>
            <a:ext cx="8759825" cy="5557837"/>
          </a:xfrm>
        </p:spPr>
        <p:txBody>
          <a:bodyPr/>
          <a:lstStyle/>
          <a:p>
            <a:pPr eaLnBrk="1" hangingPunct="1">
              <a:lnSpc>
                <a:spcPct val="85000"/>
              </a:lnSpc>
              <a:spcAft>
                <a:spcPct val="20000"/>
              </a:spcAft>
            </a:pPr>
            <a:r>
              <a:rPr lang="en-US" altLang="en-US" sz="2000"/>
              <a:t>The Standard </a:t>
            </a:r>
            <a:r>
              <a:rPr lang="en-US" altLang="en-US" sz="2000" b="1">
                <a:solidFill>
                  <a:schemeClr val="accent2"/>
                </a:solidFill>
              </a:rPr>
              <a:t>IEEE 802.11</a:t>
            </a:r>
            <a:r>
              <a:rPr lang="en-US" altLang="en-US" sz="2000"/>
              <a:t> is commonly referred to as </a:t>
            </a:r>
            <a:r>
              <a:rPr lang="en-US" altLang="en-US" sz="2000" b="1">
                <a:solidFill>
                  <a:schemeClr val="accent2"/>
                </a:solidFill>
              </a:rPr>
              <a:t>Wi-Fi</a:t>
            </a:r>
          </a:p>
          <a:p>
            <a:pPr eaLnBrk="1" hangingPunct="1">
              <a:lnSpc>
                <a:spcPct val="85000"/>
              </a:lnSpc>
              <a:spcAft>
                <a:spcPct val="20000"/>
              </a:spcAft>
            </a:pPr>
            <a:r>
              <a:rPr lang="en-US" altLang="en-US" sz="2000"/>
              <a:t>Uses a </a:t>
            </a:r>
            <a:r>
              <a:rPr lang="en-US" altLang="en-US" sz="2000" b="1">
                <a:solidFill>
                  <a:schemeClr val="accent2"/>
                </a:solidFill>
              </a:rPr>
              <a:t>48-bit</a:t>
            </a:r>
            <a:r>
              <a:rPr lang="en-US" altLang="en-US" sz="2000"/>
              <a:t> addressing scheme as other 802 LANs, however there are many differences at the MAC sublayer and Physical layer</a:t>
            </a:r>
          </a:p>
          <a:p>
            <a:pPr eaLnBrk="1" hangingPunct="1">
              <a:lnSpc>
                <a:spcPct val="85000"/>
              </a:lnSpc>
              <a:spcAft>
                <a:spcPct val="20000"/>
              </a:spcAft>
            </a:pPr>
            <a:r>
              <a:rPr lang="en-US" altLang="en-US" sz="2000"/>
              <a:t>A wireless environment requires special considerations since external factors may interfere with data transfer and it is </a:t>
            </a:r>
            <a:r>
              <a:rPr lang="en-US" altLang="en-US" sz="2000" b="1" i="1">
                <a:solidFill>
                  <a:schemeClr val="tx2"/>
                </a:solidFill>
              </a:rPr>
              <a:t>difficult to control access</a:t>
            </a:r>
          </a:p>
          <a:p>
            <a:pPr eaLnBrk="1" hangingPunct="1">
              <a:lnSpc>
                <a:spcPct val="85000"/>
              </a:lnSpc>
              <a:spcAft>
                <a:spcPct val="20000"/>
              </a:spcAft>
            </a:pPr>
            <a:r>
              <a:rPr lang="en-US" altLang="en-US" sz="2000"/>
              <a:t>802.11 networks use a contention-based system with the </a:t>
            </a:r>
            <a:r>
              <a:rPr lang="en-US" altLang="en-US" sz="2000" b="1" i="1">
                <a:solidFill>
                  <a:schemeClr val="accent2"/>
                </a:solidFill>
              </a:rPr>
              <a:t>Carrier Sense Multiple Access/Collision Avoidance (CSMA/CA)</a:t>
            </a:r>
            <a:r>
              <a:rPr lang="en-US" altLang="en-US" sz="2000"/>
              <a:t> media access process.</a:t>
            </a:r>
          </a:p>
          <a:p>
            <a:pPr eaLnBrk="1" hangingPunct="1">
              <a:lnSpc>
                <a:spcPct val="85000"/>
              </a:lnSpc>
              <a:spcAft>
                <a:spcPct val="20000"/>
              </a:spcAft>
            </a:pPr>
            <a:r>
              <a:rPr lang="en-US" altLang="en-US" sz="2000"/>
              <a:t>CSMA/CA specifies a random backoff procedure for all nodes that are waiting to transmit</a:t>
            </a:r>
          </a:p>
          <a:p>
            <a:pPr eaLnBrk="1" hangingPunct="1">
              <a:lnSpc>
                <a:spcPct val="85000"/>
              </a:lnSpc>
              <a:spcAft>
                <a:spcPct val="20000"/>
              </a:spcAft>
            </a:pPr>
            <a:r>
              <a:rPr lang="en-US" altLang="en-US" sz="2000"/>
              <a:t>802.11 networks also use Data Link</a:t>
            </a:r>
            <a:r>
              <a:rPr lang="en-US" altLang="en-US" sz="2000" b="1" i="1">
                <a:solidFill>
                  <a:schemeClr val="accent2"/>
                </a:solidFill>
              </a:rPr>
              <a:t> acknowledgements</a:t>
            </a:r>
            <a:r>
              <a:rPr lang="en-US" altLang="en-US" sz="2000"/>
              <a:t> to confirm that a frame is received successfully</a:t>
            </a:r>
          </a:p>
          <a:p>
            <a:pPr eaLnBrk="1" hangingPunct="1">
              <a:lnSpc>
                <a:spcPct val="85000"/>
              </a:lnSpc>
              <a:spcAft>
                <a:spcPct val="20000"/>
              </a:spcAft>
            </a:pPr>
            <a:r>
              <a:rPr lang="en-US" altLang="en-US" sz="2000"/>
              <a:t>If the sending station does not detect the acknowledgement frame, the data frame is retransmitted.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56803">
                                            <p:txEl>
                                              <p:pRg st="0" end="0"/>
                                            </p:txEl>
                                          </p:spTgt>
                                        </p:tgtEl>
                                        <p:attrNameLst>
                                          <p:attrName>style.visibility</p:attrName>
                                        </p:attrNameLst>
                                      </p:cBhvr>
                                      <p:to>
                                        <p:strVal val="visible"/>
                                      </p:to>
                                    </p:set>
                                    <p:animEffect transition="in" filter="dissolve">
                                      <p:cBhvr>
                                        <p:cTn id="7" dur="500"/>
                                        <p:tgtEl>
                                          <p:spTgt spid="13568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56803">
                                            <p:txEl>
                                              <p:pRg st="1" end="1"/>
                                            </p:txEl>
                                          </p:spTgt>
                                        </p:tgtEl>
                                        <p:attrNameLst>
                                          <p:attrName>style.visibility</p:attrName>
                                        </p:attrNameLst>
                                      </p:cBhvr>
                                      <p:to>
                                        <p:strVal val="visible"/>
                                      </p:to>
                                    </p:set>
                                    <p:animEffect transition="in" filter="dissolve">
                                      <p:cBhvr>
                                        <p:cTn id="12" dur="500"/>
                                        <p:tgtEl>
                                          <p:spTgt spid="13568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56803">
                                            <p:txEl>
                                              <p:pRg st="2" end="2"/>
                                            </p:txEl>
                                          </p:spTgt>
                                        </p:tgtEl>
                                        <p:attrNameLst>
                                          <p:attrName>style.visibility</p:attrName>
                                        </p:attrNameLst>
                                      </p:cBhvr>
                                      <p:to>
                                        <p:strVal val="visible"/>
                                      </p:to>
                                    </p:set>
                                    <p:animEffect transition="in" filter="dissolve">
                                      <p:cBhvr>
                                        <p:cTn id="17" dur="500"/>
                                        <p:tgtEl>
                                          <p:spTgt spid="135680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56803">
                                            <p:txEl>
                                              <p:pRg st="3" end="3"/>
                                            </p:txEl>
                                          </p:spTgt>
                                        </p:tgtEl>
                                        <p:attrNameLst>
                                          <p:attrName>style.visibility</p:attrName>
                                        </p:attrNameLst>
                                      </p:cBhvr>
                                      <p:to>
                                        <p:strVal val="visible"/>
                                      </p:to>
                                    </p:set>
                                    <p:animEffect transition="in" filter="dissolve">
                                      <p:cBhvr>
                                        <p:cTn id="22" dur="500"/>
                                        <p:tgtEl>
                                          <p:spTgt spid="135680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56803">
                                            <p:txEl>
                                              <p:pRg st="4" end="4"/>
                                            </p:txEl>
                                          </p:spTgt>
                                        </p:tgtEl>
                                        <p:attrNameLst>
                                          <p:attrName>style.visibility</p:attrName>
                                        </p:attrNameLst>
                                      </p:cBhvr>
                                      <p:to>
                                        <p:strVal val="visible"/>
                                      </p:to>
                                    </p:set>
                                    <p:animEffect transition="in" filter="dissolve">
                                      <p:cBhvr>
                                        <p:cTn id="27" dur="500"/>
                                        <p:tgtEl>
                                          <p:spTgt spid="135680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356803">
                                            <p:txEl>
                                              <p:pRg st="5" end="5"/>
                                            </p:txEl>
                                          </p:spTgt>
                                        </p:tgtEl>
                                        <p:attrNameLst>
                                          <p:attrName>style.visibility</p:attrName>
                                        </p:attrNameLst>
                                      </p:cBhvr>
                                      <p:to>
                                        <p:strVal val="visible"/>
                                      </p:to>
                                    </p:set>
                                    <p:animEffect transition="in" filter="dissolve">
                                      <p:cBhvr>
                                        <p:cTn id="32" dur="500"/>
                                        <p:tgtEl>
                                          <p:spTgt spid="135680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356803">
                                            <p:txEl>
                                              <p:pRg st="6" end="6"/>
                                            </p:txEl>
                                          </p:spTgt>
                                        </p:tgtEl>
                                        <p:attrNameLst>
                                          <p:attrName>style.visibility</p:attrName>
                                        </p:attrNameLst>
                                      </p:cBhvr>
                                      <p:to>
                                        <p:strVal val="visible"/>
                                      </p:to>
                                    </p:set>
                                    <p:animEffect transition="in" filter="dissolve">
                                      <p:cBhvr>
                                        <p:cTn id="37" dur="500"/>
                                        <p:tgtEl>
                                          <p:spTgt spid="135680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680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4E1BA4FB-09A8-DF54-FF12-788D75624E51}"/>
              </a:ext>
            </a:extLst>
          </p:cNvPr>
          <p:cNvSpPr>
            <a:spLocks noGrp="1" noChangeArrowheads="1"/>
          </p:cNvSpPr>
          <p:nvPr>
            <p:ph type="title"/>
          </p:nvPr>
        </p:nvSpPr>
        <p:spPr/>
        <p:txBody>
          <a:bodyPr/>
          <a:lstStyle/>
          <a:p>
            <a:pPr eaLnBrk="1" hangingPunct="1"/>
            <a:r>
              <a:rPr lang="en-US" altLang="en-US"/>
              <a:t>802.11 Wireless Frame</a:t>
            </a:r>
          </a:p>
        </p:txBody>
      </p:sp>
      <p:pic>
        <p:nvPicPr>
          <p:cNvPr id="70658" name="Picture 4">
            <a:extLst>
              <a:ext uri="{FF2B5EF4-FFF2-40B4-BE49-F238E27FC236}">
                <a16:creationId xmlns:a16="http://schemas.microsoft.com/office/drawing/2014/main" id="{76E77F11-DA94-8587-46B4-0A7635046C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8908"/>
          <a:stretch>
            <a:fillRect/>
          </a:stretch>
        </p:blipFill>
        <p:spPr bwMode="auto">
          <a:xfrm>
            <a:off x="381000" y="1722438"/>
            <a:ext cx="8175625" cy="513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E2B6D05D-E720-4F02-8388-E08F13ADB18B}"/>
              </a:ext>
            </a:extLst>
          </p:cNvPr>
          <p:cNvSpPr>
            <a:spLocks noGrp="1" noChangeArrowheads="1"/>
          </p:cNvSpPr>
          <p:nvPr>
            <p:ph type="title"/>
          </p:nvPr>
        </p:nvSpPr>
        <p:spPr>
          <a:xfrm>
            <a:off x="192088" y="585788"/>
            <a:ext cx="8609012" cy="620712"/>
          </a:xfrm>
        </p:spPr>
        <p:txBody>
          <a:bodyPr/>
          <a:lstStyle/>
          <a:p>
            <a:pPr eaLnBrk="1" hangingPunct="1"/>
            <a:r>
              <a:rPr lang="en-US" altLang="en-US"/>
              <a:t>802.11 Wireless Frame Fields</a:t>
            </a:r>
          </a:p>
        </p:txBody>
      </p:sp>
      <p:sp>
        <p:nvSpPr>
          <p:cNvPr id="71682" name="Rectangle 3">
            <a:extLst>
              <a:ext uri="{FF2B5EF4-FFF2-40B4-BE49-F238E27FC236}">
                <a16:creationId xmlns:a16="http://schemas.microsoft.com/office/drawing/2014/main" id="{255D3248-7F0B-1574-A8BE-058C93E0A656}"/>
              </a:ext>
            </a:extLst>
          </p:cNvPr>
          <p:cNvSpPr>
            <a:spLocks noGrp="1" noChangeArrowheads="1"/>
          </p:cNvSpPr>
          <p:nvPr>
            <p:ph type="body" idx="1"/>
          </p:nvPr>
        </p:nvSpPr>
        <p:spPr>
          <a:xfrm>
            <a:off x="219075" y="1217613"/>
            <a:ext cx="8745538" cy="5456237"/>
          </a:xfrm>
        </p:spPr>
        <p:txBody>
          <a:bodyPr/>
          <a:lstStyle/>
          <a:p>
            <a:pPr eaLnBrk="1" hangingPunct="1">
              <a:lnSpc>
                <a:spcPct val="90000"/>
              </a:lnSpc>
              <a:spcAft>
                <a:spcPct val="20000"/>
              </a:spcAft>
            </a:pPr>
            <a:r>
              <a:rPr lang="en-US" altLang="en-US" sz="2000">
                <a:solidFill>
                  <a:schemeClr val="accent2"/>
                </a:solidFill>
              </a:rPr>
              <a:t>Protocol Version field</a:t>
            </a:r>
            <a:r>
              <a:rPr lang="en-US" altLang="en-US" sz="2000"/>
              <a:t> - Version of 802.11 frame in use</a:t>
            </a:r>
          </a:p>
          <a:p>
            <a:pPr eaLnBrk="1" hangingPunct="1">
              <a:lnSpc>
                <a:spcPct val="90000"/>
              </a:lnSpc>
              <a:spcAft>
                <a:spcPct val="20000"/>
              </a:spcAft>
            </a:pPr>
            <a:r>
              <a:rPr lang="en-US" altLang="en-US" sz="2000">
                <a:solidFill>
                  <a:schemeClr val="accent2"/>
                </a:solidFill>
              </a:rPr>
              <a:t>Type and Subtype fields</a:t>
            </a:r>
            <a:r>
              <a:rPr lang="en-US" altLang="en-US" sz="2000"/>
              <a:t> - Identifies one of three functions and sub functions of the frame: control, data, and management</a:t>
            </a:r>
          </a:p>
          <a:p>
            <a:pPr eaLnBrk="1" hangingPunct="1">
              <a:lnSpc>
                <a:spcPct val="90000"/>
              </a:lnSpc>
              <a:spcAft>
                <a:spcPct val="20000"/>
              </a:spcAft>
            </a:pPr>
            <a:r>
              <a:rPr lang="en-US" altLang="en-US" sz="2000">
                <a:solidFill>
                  <a:schemeClr val="accent2"/>
                </a:solidFill>
              </a:rPr>
              <a:t>To DS field</a:t>
            </a:r>
            <a:r>
              <a:rPr lang="en-US" altLang="en-US" sz="2000"/>
              <a:t> - Set to 1 in data frames destined for the distribution system (devices in the wireless structure)</a:t>
            </a:r>
          </a:p>
          <a:p>
            <a:pPr eaLnBrk="1" hangingPunct="1">
              <a:lnSpc>
                <a:spcPct val="90000"/>
              </a:lnSpc>
              <a:spcAft>
                <a:spcPct val="20000"/>
              </a:spcAft>
            </a:pPr>
            <a:r>
              <a:rPr lang="en-US" altLang="en-US" sz="2000">
                <a:solidFill>
                  <a:schemeClr val="accent2"/>
                </a:solidFill>
              </a:rPr>
              <a:t>From DS field</a:t>
            </a:r>
            <a:r>
              <a:rPr lang="en-US" altLang="en-US" sz="2000"/>
              <a:t> - Set to 1 in data frames exiting the distribution system</a:t>
            </a:r>
          </a:p>
          <a:p>
            <a:pPr eaLnBrk="1" hangingPunct="1">
              <a:lnSpc>
                <a:spcPct val="90000"/>
              </a:lnSpc>
              <a:spcAft>
                <a:spcPct val="20000"/>
              </a:spcAft>
            </a:pPr>
            <a:r>
              <a:rPr lang="en-US" altLang="en-US" sz="2000">
                <a:solidFill>
                  <a:schemeClr val="accent2"/>
                </a:solidFill>
              </a:rPr>
              <a:t>More Fragments field</a:t>
            </a:r>
            <a:r>
              <a:rPr lang="en-US" altLang="en-US" sz="2000"/>
              <a:t> - Set to 1 for frames that have another fragment </a:t>
            </a:r>
          </a:p>
          <a:p>
            <a:pPr eaLnBrk="1" hangingPunct="1">
              <a:lnSpc>
                <a:spcPct val="90000"/>
              </a:lnSpc>
              <a:spcAft>
                <a:spcPct val="20000"/>
              </a:spcAft>
            </a:pPr>
            <a:r>
              <a:rPr lang="en-US" altLang="en-US" sz="2000">
                <a:solidFill>
                  <a:schemeClr val="accent2"/>
                </a:solidFill>
              </a:rPr>
              <a:t>Retry field</a:t>
            </a:r>
            <a:r>
              <a:rPr lang="en-US" altLang="en-US" sz="2000"/>
              <a:t> - Set to 1 if the frame is a retransmission of an earlier frame</a:t>
            </a:r>
          </a:p>
          <a:p>
            <a:pPr eaLnBrk="1" hangingPunct="1">
              <a:lnSpc>
                <a:spcPct val="90000"/>
              </a:lnSpc>
              <a:spcAft>
                <a:spcPct val="20000"/>
              </a:spcAft>
            </a:pPr>
            <a:r>
              <a:rPr lang="en-US" altLang="en-US" sz="2000">
                <a:solidFill>
                  <a:schemeClr val="accent2"/>
                </a:solidFill>
              </a:rPr>
              <a:t>Power Management field</a:t>
            </a:r>
            <a:r>
              <a:rPr lang="en-US" altLang="en-US" sz="2000"/>
              <a:t> - Set to 1 to indicate that a node will be in power-save mode</a:t>
            </a:r>
          </a:p>
          <a:p>
            <a:pPr eaLnBrk="1" hangingPunct="1">
              <a:lnSpc>
                <a:spcPct val="90000"/>
              </a:lnSpc>
              <a:spcAft>
                <a:spcPct val="20000"/>
              </a:spcAft>
            </a:pPr>
            <a:r>
              <a:rPr lang="en-US" altLang="en-US" sz="2000">
                <a:solidFill>
                  <a:schemeClr val="accent2"/>
                </a:solidFill>
              </a:rPr>
              <a:t>More Data field</a:t>
            </a:r>
            <a:r>
              <a:rPr lang="en-US" altLang="en-US" sz="2000"/>
              <a:t> - Set to 1 to indicate to a node in power-save mode that more frames are buffered for that node</a:t>
            </a:r>
          </a:p>
          <a:p>
            <a:pPr eaLnBrk="1" hangingPunct="1">
              <a:lnSpc>
                <a:spcPct val="90000"/>
              </a:lnSpc>
              <a:spcAft>
                <a:spcPct val="20000"/>
              </a:spcAft>
            </a:pPr>
            <a:r>
              <a:rPr lang="en-US" altLang="en-US" sz="2000">
                <a:solidFill>
                  <a:schemeClr val="accent2"/>
                </a:solidFill>
              </a:rPr>
              <a:t>Wired Equivalent Privacy (WEP) field</a:t>
            </a:r>
            <a:r>
              <a:rPr lang="en-US" altLang="en-US" sz="2000"/>
              <a:t> - Set to 1 if the frame contains WEP encrypted information for security</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3">
            <a:extLst>
              <a:ext uri="{FF2B5EF4-FFF2-40B4-BE49-F238E27FC236}">
                <a16:creationId xmlns:a16="http://schemas.microsoft.com/office/drawing/2014/main" id="{F4005748-D712-C32A-A3E7-32ADBA01716F}"/>
              </a:ext>
            </a:extLst>
          </p:cNvPr>
          <p:cNvSpPr>
            <a:spLocks noGrp="1" noChangeArrowheads="1"/>
          </p:cNvSpPr>
          <p:nvPr>
            <p:ph type="body" idx="1"/>
          </p:nvPr>
        </p:nvSpPr>
        <p:spPr>
          <a:xfrm>
            <a:off x="177800" y="1216025"/>
            <a:ext cx="8966200" cy="5286375"/>
          </a:xfrm>
        </p:spPr>
        <p:txBody>
          <a:bodyPr/>
          <a:lstStyle/>
          <a:p>
            <a:pPr eaLnBrk="1" hangingPunct="1">
              <a:lnSpc>
                <a:spcPct val="85000"/>
              </a:lnSpc>
              <a:spcBef>
                <a:spcPct val="25000"/>
              </a:spcBef>
              <a:spcAft>
                <a:spcPct val="5000"/>
              </a:spcAft>
            </a:pPr>
            <a:r>
              <a:rPr lang="en-US" altLang="en-US" sz="2000">
                <a:solidFill>
                  <a:schemeClr val="accent2"/>
                </a:solidFill>
              </a:rPr>
              <a:t>Order field</a:t>
            </a:r>
            <a:r>
              <a:rPr lang="en-US" altLang="en-US" sz="2000"/>
              <a:t> - Set to 1 in a data type frame that uses Strictly Ordered service class (does not need reordering)</a:t>
            </a:r>
          </a:p>
          <a:p>
            <a:pPr eaLnBrk="1" hangingPunct="1">
              <a:lnSpc>
                <a:spcPct val="85000"/>
              </a:lnSpc>
              <a:spcBef>
                <a:spcPct val="25000"/>
              </a:spcBef>
              <a:spcAft>
                <a:spcPct val="5000"/>
              </a:spcAft>
            </a:pPr>
            <a:r>
              <a:rPr lang="en-US" altLang="en-US" sz="2000">
                <a:solidFill>
                  <a:schemeClr val="accent2"/>
                </a:solidFill>
              </a:rPr>
              <a:t>Duration/ID field</a:t>
            </a:r>
            <a:r>
              <a:rPr lang="en-US" altLang="en-US" sz="2000"/>
              <a:t> - Depending on the type of frame, represents either the time, in microseconds, required to transmit the frame or an association identity (AID) for the station that transmitted the frame</a:t>
            </a:r>
          </a:p>
          <a:p>
            <a:pPr eaLnBrk="1" hangingPunct="1">
              <a:lnSpc>
                <a:spcPct val="85000"/>
              </a:lnSpc>
              <a:spcBef>
                <a:spcPct val="25000"/>
              </a:spcBef>
              <a:spcAft>
                <a:spcPct val="5000"/>
              </a:spcAft>
            </a:pPr>
            <a:r>
              <a:rPr lang="en-US" altLang="en-US" sz="2000">
                <a:solidFill>
                  <a:schemeClr val="accent2"/>
                </a:solidFill>
              </a:rPr>
              <a:t>Destination Address (DA) field</a:t>
            </a:r>
            <a:r>
              <a:rPr lang="en-US" altLang="en-US" sz="2000"/>
              <a:t> - MAC address of the final destination node in the network</a:t>
            </a:r>
          </a:p>
          <a:p>
            <a:pPr eaLnBrk="1" hangingPunct="1">
              <a:lnSpc>
                <a:spcPct val="85000"/>
              </a:lnSpc>
              <a:spcBef>
                <a:spcPct val="25000"/>
              </a:spcBef>
              <a:spcAft>
                <a:spcPct val="5000"/>
              </a:spcAft>
            </a:pPr>
            <a:r>
              <a:rPr lang="en-US" altLang="en-US" sz="2000">
                <a:solidFill>
                  <a:schemeClr val="accent2"/>
                </a:solidFill>
              </a:rPr>
              <a:t>Source Address (SA) field</a:t>
            </a:r>
            <a:r>
              <a:rPr lang="en-US" altLang="en-US" sz="2000"/>
              <a:t> - MAC address of the node the initiated the frame</a:t>
            </a:r>
          </a:p>
          <a:p>
            <a:pPr eaLnBrk="1" hangingPunct="1">
              <a:lnSpc>
                <a:spcPct val="85000"/>
              </a:lnSpc>
              <a:spcBef>
                <a:spcPct val="25000"/>
              </a:spcBef>
              <a:spcAft>
                <a:spcPct val="5000"/>
              </a:spcAft>
            </a:pPr>
            <a:r>
              <a:rPr lang="en-US" altLang="en-US" sz="2000">
                <a:solidFill>
                  <a:schemeClr val="accent2"/>
                </a:solidFill>
              </a:rPr>
              <a:t>Receiver Address (RA) field</a:t>
            </a:r>
            <a:r>
              <a:rPr lang="en-US" altLang="en-US" sz="2000"/>
              <a:t> - MAC address that identifies the wireless device that is the immediate recipient of the frame</a:t>
            </a:r>
          </a:p>
          <a:p>
            <a:pPr eaLnBrk="1" hangingPunct="1">
              <a:lnSpc>
                <a:spcPct val="85000"/>
              </a:lnSpc>
              <a:spcBef>
                <a:spcPct val="25000"/>
              </a:spcBef>
              <a:spcAft>
                <a:spcPct val="5000"/>
              </a:spcAft>
            </a:pPr>
            <a:r>
              <a:rPr lang="en-US" altLang="en-US" sz="2000">
                <a:solidFill>
                  <a:schemeClr val="accent2"/>
                </a:solidFill>
              </a:rPr>
              <a:t>Transmitter Address (TA) field</a:t>
            </a:r>
            <a:r>
              <a:rPr lang="en-US" altLang="en-US" sz="2000"/>
              <a:t> - MAC address that identifies the wireless device that transmitted the frame</a:t>
            </a:r>
          </a:p>
          <a:p>
            <a:pPr eaLnBrk="1" hangingPunct="1">
              <a:lnSpc>
                <a:spcPct val="85000"/>
              </a:lnSpc>
              <a:spcBef>
                <a:spcPct val="25000"/>
              </a:spcBef>
              <a:spcAft>
                <a:spcPct val="5000"/>
              </a:spcAft>
            </a:pPr>
            <a:r>
              <a:rPr lang="en-US" altLang="en-US" sz="2000">
                <a:solidFill>
                  <a:schemeClr val="accent2"/>
                </a:solidFill>
              </a:rPr>
              <a:t>Sequence Number field</a:t>
            </a:r>
            <a:r>
              <a:rPr lang="en-US" altLang="en-US" sz="2000"/>
              <a:t> - Indicates the sequence number assigned to the frame; retransmitted frames are identified by duplicate sequence numbers</a:t>
            </a:r>
          </a:p>
          <a:p>
            <a:pPr eaLnBrk="1" hangingPunct="1">
              <a:lnSpc>
                <a:spcPct val="85000"/>
              </a:lnSpc>
              <a:spcBef>
                <a:spcPct val="25000"/>
              </a:spcBef>
              <a:spcAft>
                <a:spcPct val="5000"/>
              </a:spcAft>
            </a:pPr>
            <a:r>
              <a:rPr lang="en-US" altLang="en-US" sz="2000">
                <a:solidFill>
                  <a:schemeClr val="accent2"/>
                </a:solidFill>
              </a:rPr>
              <a:t>Fragment Number field</a:t>
            </a:r>
            <a:r>
              <a:rPr lang="en-US" altLang="en-US" sz="2000"/>
              <a:t> - Indicates the number for each fragment of a frame</a:t>
            </a:r>
          </a:p>
          <a:p>
            <a:pPr eaLnBrk="1" hangingPunct="1">
              <a:lnSpc>
                <a:spcPct val="85000"/>
              </a:lnSpc>
              <a:spcBef>
                <a:spcPct val="25000"/>
              </a:spcBef>
              <a:spcAft>
                <a:spcPct val="5000"/>
              </a:spcAft>
            </a:pPr>
            <a:r>
              <a:rPr lang="en-US" altLang="en-US" sz="2000">
                <a:solidFill>
                  <a:schemeClr val="accent2"/>
                </a:solidFill>
              </a:rPr>
              <a:t>Frame Body field</a:t>
            </a:r>
            <a:r>
              <a:rPr lang="en-US" altLang="en-US" sz="2000"/>
              <a:t> - Contains the information being transported; for data frames, typically an IP packet</a:t>
            </a:r>
          </a:p>
          <a:p>
            <a:pPr eaLnBrk="1" hangingPunct="1">
              <a:lnSpc>
                <a:spcPct val="85000"/>
              </a:lnSpc>
              <a:spcBef>
                <a:spcPct val="25000"/>
              </a:spcBef>
              <a:spcAft>
                <a:spcPct val="5000"/>
              </a:spcAft>
            </a:pPr>
            <a:r>
              <a:rPr lang="en-US" altLang="en-US" sz="2000">
                <a:solidFill>
                  <a:schemeClr val="accent2"/>
                </a:solidFill>
              </a:rPr>
              <a:t>FCS field</a:t>
            </a:r>
            <a:r>
              <a:rPr lang="en-US" altLang="en-US" sz="2000"/>
              <a:t> - Contains a 32-bit cyclic redundancy check (CRC) of the frame</a:t>
            </a:r>
          </a:p>
        </p:txBody>
      </p:sp>
      <p:sp>
        <p:nvSpPr>
          <p:cNvPr id="72706" name="Rectangle 4">
            <a:extLst>
              <a:ext uri="{FF2B5EF4-FFF2-40B4-BE49-F238E27FC236}">
                <a16:creationId xmlns:a16="http://schemas.microsoft.com/office/drawing/2014/main" id="{1582821B-1565-18AF-46EC-4C1C648CD60B}"/>
              </a:ext>
            </a:extLst>
          </p:cNvPr>
          <p:cNvSpPr>
            <a:spLocks noGrp="1" noChangeArrowheads="1"/>
          </p:cNvSpPr>
          <p:nvPr>
            <p:ph type="title"/>
          </p:nvPr>
        </p:nvSpPr>
        <p:spPr>
          <a:xfrm>
            <a:off x="192088" y="585788"/>
            <a:ext cx="8609012" cy="620712"/>
          </a:xfrm>
          <a:noFill/>
        </p:spPr>
        <p:txBody>
          <a:bodyPr/>
          <a:lstStyle/>
          <a:p>
            <a:pPr eaLnBrk="1" hangingPunct="1"/>
            <a:r>
              <a:rPr lang="en-US" altLang="en-US"/>
              <a:t>802.11 Wireless Frame Fields Cont’d…</a:t>
            </a:r>
          </a:p>
        </p:txBody>
      </p:sp>
    </p:spTree>
  </p:cSld>
  <p:clrMapOvr>
    <a:masterClrMapping/>
  </p:clrMapOvr>
</p:sld>
</file>

<file path=ppt/theme/theme1.xml><?xml version="1.0" encoding="utf-8"?>
<a:theme xmlns:a="http://schemas.openxmlformats.org/drawingml/2006/main" name="PPT-TMPLT-WHT_C">
  <a:themeElements>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PPT-TMPLT-WHT_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2"/>
          </a:solidFill>
          <a:prstDash val="solid"/>
          <a:round/>
          <a:headEnd type="none" w="med" len="med"/>
          <a:tailEnd type="triangl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2"/>
          </a:solidFill>
          <a:prstDash val="solid"/>
          <a:round/>
          <a:headEnd type="none" w="med" len="med"/>
          <a:tailEnd type="triangl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Ciscopresentationwhite.10.3.06</Template>
  <TotalTime>755</TotalTime>
  <Pages>28</Pages>
  <Words>2418</Words>
  <Application>Microsoft Office PowerPoint</Application>
  <PresentationFormat>On-screen Show (4:3)</PresentationFormat>
  <Paragraphs>232</Paragraphs>
  <Slides>47</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Wingdings</vt:lpstr>
      <vt:lpstr>PPT-TMPLT-WHT_C</vt:lpstr>
      <vt:lpstr>Data Link Layer</vt:lpstr>
      <vt:lpstr>Objectives</vt:lpstr>
      <vt:lpstr>Presentation CCN</vt:lpstr>
      <vt:lpstr>Data Link Layer Terms</vt:lpstr>
      <vt:lpstr>Data Link Layer – Accessing the Media</vt:lpstr>
      <vt:lpstr>Data Link Layer – Accessing the Media</vt:lpstr>
      <vt:lpstr>Data Link Layer – Accessing the Media</vt:lpstr>
      <vt:lpstr>Data Link Layer Services</vt:lpstr>
      <vt:lpstr>Data Link Layer Protocols</vt:lpstr>
      <vt:lpstr>Media Access Control</vt:lpstr>
      <vt:lpstr>The Data-Link PDU - Frames</vt:lpstr>
      <vt:lpstr>Formatting Data for Transmission</vt:lpstr>
      <vt:lpstr>Data Link Layer – Hardware &amp; Software Layers</vt:lpstr>
      <vt:lpstr>Data Link Sublayers- LLC &amp; MAC</vt:lpstr>
      <vt:lpstr>Data Link Layer – Protocols &amp; Standards</vt:lpstr>
      <vt:lpstr>Media Access Control Techniques</vt:lpstr>
      <vt:lpstr>MAC for Shared Media</vt:lpstr>
      <vt:lpstr>MAC for Shared Media</vt:lpstr>
      <vt:lpstr>MAC for Shared Media Environment</vt:lpstr>
      <vt:lpstr>MAC for Shared Media</vt:lpstr>
      <vt:lpstr>PowerPoint Presentation</vt:lpstr>
      <vt:lpstr>MAC for Shared Media</vt:lpstr>
      <vt:lpstr>Contention-based Access in a Shared Media Environment</vt:lpstr>
      <vt:lpstr>Media Access Control For Non-Shared Media</vt:lpstr>
      <vt:lpstr>Media Access Control For Non-Shared Media</vt:lpstr>
      <vt:lpstr>The Topology of a Network</vt:lpstr>
      <vt:lpstr>A Look at Logical Topologies</vt:lpstr>
      <vt:lpstr>Logical Point-to-Point Topology</vt:lpstr>
      <vt:lpstr>PowerPoint Presentation</vt:lpstr>
      <vt:lpstr>Logical Multi-Access Topology</vt:lpstr>
      <vt:lpstr>Logical Ring Topology</vt:lpstr>
      <vt:lpstr>Logical Ring Topology</vt:lpstr>
      <vt:lpstr>Addressing and Framing Data</vt:lpstr>
      <vt:lpstr>Generic Frame Format</vt:lpstr>
      <vt:lpstr>Typical Frame Header Fields</vt:lpstr>
      <vt:lpstr>The Role of the Frame Trailer- FCS Field</vt:lpstr>
      <vt:lpstr>The Role of the Frame Trailer – Stop Frame</vt:lpstr>
      <vt:lpstr>Layer 2 Protocols Covered</vt:lpstr>
      <vt:lpstr>Selecting a Layer 2 Protocol</vt:lpstr>
      <vt:lpstr>Ethernet Protocol for LANs</vt:lpstr>
      <vt:lpstr>The Ethernet II Frame</vt:lpstr>
      <vt:lpstr>Point-to-Point Protocol (PPP) for WANs</vt:lpstr>
      <vt:lpstr>PPP Frame</vt:lpstr>
      <vt:lpstr>Wireless Protocol for LANs</vt:lpstr>
      <vt:lpstr>802.11 Wireless Frame</vt:lpstr>
      <vt:lpstr>802.11 Wireless Frame Fields</vt:lpstr>
      <vt:lpstr>802.11 Wireless Frame Fields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Link Layer</dc:title>
  <dc:creator>Microsoft Office User</dc:creator>
  <cp:lastModifiedBy>Saqib Bedar</cp:lastModifiedBy>
  <cp:revision>6</cp:revision>
  <cp:lastPrinted>1999-01-27T00:54:54Z</cp:lastPrinted>
  <dcterms:created xsi:type="dcterms:W3CDTF">2018-04-12T18:52:20Z</dcterms:created>
  <dcterms:modified xsi:type="dcterms:W3CDTF">2026-04-28T06:08:08Z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Jenita Bangloy">
    <vt:lpwstr>12.21.01 - Copyright date changed to 2002</vt:lpwstr>
  </property>
  <property fmtid="{D5CDD505-2E9C-101B-9397-08002B2CF9AE}" pid="3" name="Jenita ">
    <vt:lpwstr>12.21.01 - Line tool now defaults to 3 points size and black color. Previous version created white line which is not visible</vt:lpwstr>
  </property>
  <property fmtid="{D5CDD505-2E9C-101B-9397-08002B2CF9AE}" pid="4" name="JBangloy">
    <vt:lpwstr>12.21.01 - All remaining Helvetica changed to Arial</vt:lpwstr>
  </property>
</Properties>
</file>