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gif" ContentType="image/gif"/>
  <Default Extension="rels" ContentType="application/vnd.openxmlformats-package.relationships+xml"/>
  <Default Extension="wmf" ContentType="image/x-w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notesMasterIdLst>
    <p:notesMasterId r:id="rId38"/>
  </p:notesMasterIdLst>
  <p:handoutMasterIdLst>
    <p:handoutMasterId r:id="rId39"/>
  </p:handoutMasterIdLst>
  <p:sldIdLst>
    <p:sldId id="256" r:id="rId2"/>
    <p:sldId id="480" r:id="rId3"/>
    <p:sldId id="482" r:id="rId4"/>
    <p:sldId id="481" r:id="rId5"/>
    <p:sldId id="455" r:id="rId6"/>
    <p:sldId id="485" r:id="rId7"/>
    <p:sldId id="420" r:id="rId8"/>
    <p:sldId id="430" r:id="rId9"/>
    <p:sldId id="431" r:id="rId10"/>
    <p:sldId id="454" r:id="rId11"/>
    <p:sldId id="483" r:id="rId12"/>
    <p:sldId id="470" r:id="rId13"/>
    <p:sldId id="438" r:id="rId14"/>
    <p:sldId id="440" r:id="rId15"/>
    <p:sldId id="442" r:id="rId16"/>
    <p:sldId id="443" r:id="rId17"/>
    <p:sldId id="444" r:id="rId18"/>
    <p:sldId id="445" r:id="rId19"/>
    <p:sldId id="446" r:id="rId20"/>
    <p:sldId id="447" r:id="rId21"/>
    <p:sldId id="448" r:id="rId22"/>
    <p:sldId id="422" r:id="rId23"/>
    <p:sldId id="475" r:id="rId24"/>
    <p:sldId id="477" r:id="rId25"/>
    <p:sldId id="484" r:id="rId26"/>
    <p:sldId id="472" r:id="rId27"/>
    <p:sldId id="457" r:id="rId28"/>
    <p:sldId id="433" r:id="rId29"/>
    <p:sldId id="434" r:id="rId30"/>
    <p:sldId id="474" r:id="rId31"/>
    <p:sldId id="435" r:id="rId32"/>
    <p:sldId id="459" r:id="rId33"/>
    <p:sldId id="458" r:id="rId34"/>
    <p:sldId id="451" r:id="rId35"/>
    <p:sldId id="469" r:id="rId36"/>
    <p:sldId id="437" r:id="rId37"/>
  </p:sldIdLst>
  <p:sldSz cx="12192000" cy="6858000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B8E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25" autoAdjust="0"/>
    <p:restoredTop sz="95833"/>
  </p:normalViewPr>
  <p:slideViewPr>
    <p:cSldViewPr snapToGrid="0">
      <p:cViewPr varScale="1">
        <p:scale>
          <a:sx n="103" d="100"/>
          <a:sy n="103" d="100"/>
        </p:scale>
        <p:origin x="736" y="168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2904" y="5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handoutMaster" Target="handoutMasters/handout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327391-93DD-4944-A710-67B7BEF2BCAF}" type="datetimeFigureOut">
              <a:rPr lang="id-ID" smtClean="0"/>
              <a:pPr/>
              <a:t>28/05/18</a:t>
            </a:fld>
            <a:endParaRPr lang="id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94F612-E237-40F1-98BB-77FB1F235FDC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9303019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B1C564-8956-4920-A1F1-156C090E0363}" type="datetimeFigureOut">
              <a:rPr lang="en-IN" smtClean="0"/>
              <a:pPr/>
              <a:t>28/05/18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6E7F0-81FD-47B9-9D0C-E3B7564D416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03828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C38DD1-33AA-4996-977A-42B26A155BBE}" type="slidenum">
              <a:rPr lang="id-ID" smtClean="0"/>
              <a:pPr/>
              <a:t>4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5967870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36E7F0-81FD-47B9-9D0C-E3B7564D416F}" type="slidenum">
              <a:rPr lang="en-IN" smtClean="0"/>
              <a:pPr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95443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97251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5"/>
          <p:cNvSpPr>
            <a:spLocks/>
          </p:cNvSpPr>
          <p:nvPr userDrawn="1"/>
        </p:nvSpPr>
        <p:spPr bwMode="auto">
          <a:xfrm flipH="1">
            <a:off x="9930136" y="-637092"/>
            <a:ext cx="2711791" cy="2711789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15" name="Freeform 5"/>
          <p:cNvSpPr>
            <a:spLocks/>
          </p:cNvSpPr>
          <p:nvPr userDrawn="1"/>
        </p:nvSpPr>
        <p:spPr bwMode="auto">
          <a:xfrm flipH="1">
            <a:off x="8535301" y="921256"/>
            <a:ext cx="982576" cy="982576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16" name="Freeform 5"/>
          <p:cNvSpPr>
            <a:spLocks/>
          </p:cNvSpPr>
          <p:nvPr userDrawn="1"/>
        </p:nvSpPr>
        <p:spPr bwMode="auto">
          <a:xfrm flipH="1">
            <a:off x="8690348" y="-296897"/>
            <a:ext cx="672480" cy="67248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17" name="Freeform 5"/>
          <p:cNvSpPr>
            <a:spLocks/>
          </p:cNvSpPr>
          <p:nvPr userDrawn="1"/>
        </p:nvSpPr>
        <p:spPr bwMode="auto">
          <a:xfrm flipH="1">
            <a:off x="6892774" y="1381250"/>
            <a:ext cx="1081310" cy="108131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18" name="Freeform 5"/>
          <p:cNvSpPr>
            <a:spLocks/>
          </p:cNvSpPr>
          <p:nvPr userDrawn="1"/>
        </p:nvSpPr>
        <p:spPr bwMode="auto">
          <a:xfrm flipH="1">
            <a:off x="7644119" y="215697"/>
            <a:ext cx="521440" cy="52144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19" name="Freeform 5"/>
          <p:cNvSpPr>
            <a:spLocks/>
          </p:cNvSpPr>
          <p:nvPr userDrawn="1"/>
        </p:nvSpPr>
        <p:spPr bwMode="auto">
          <a:xfrm flipH="1">
            <a:off x="9305255" y="2655843"/>
            <a:ext cx="1337469" cy="1337469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0" name="Freeform 5"/>
          <p:cNvSpPr>
            <a:spLocks/>
          </p:cNvSpPr>
          <p:nvPr userDrawn="1"/>
        </p:nvSpPr>
        <p:spPr bwMode="auto">
          <a:xfrm flipH="1">
            <a:off x="11073361" y="2461388"/>
            <a:ext cx="672480" cy="67248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1" name="Freeform 5"/>
          <p:cNvSpPr>
            <a:spLocks/>
          </p:cNvSpPr>
          <p:nvPr userDrawn="1"/>
        </p:nvSpPr>
        <p:spPr bwMode="auto">
          <a:xfrm flipH="1">
            <a:off x="10870156" y="3855256"/>
            <a:ext cx="521440" cy="52144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2" name="Freeform 5"/>
          <p:cNvSpPr>
            <a:spLocks/>
          </p:cNvSpPr>
          <p:nvPr userDrawn="1"/>
        </p:nvSpPr>
        <p:spPr bwMode="auto">
          <a:xfrm flipH="1">
            <a:off x="8352858" y="2453988"/>
            <a:ext cx="521761" cy="521761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3" name="Freeform 5"/>
          <p:cNvSpPr>
            <a:spLocks/>
          </p:cNvSpPr>
          <p:nvPr userDrawn="1"/>
        </p:nvSpPr>
        <p:spPr bwMode="auto">
          <a:xfrm flipH="1">
            <a:off x="11801991" y="3355185"/>
            <a:ext cx="672480" cy="67248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4" name="Freeform 5"/>
          <p:cNvSpPr>
            <a:spLocks/>
          </p:cNvSpPr>
          <p:nvPr userDrawn="1"/>
        </p:nvSpPr>
        <p:spPr bwMode="auto">
          <a:xfrm flipH="1">
            <a:off x="12086289" y="2172540"/>
            <a:ext cx="385460" cy="38546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708006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5"/>
          <p:cNvSpPr>
            <a:spLocks/>
          </p:cNvSpPr>
          <p:nvPr userDrawn="1"/>
        </p:nvSpPr>
        <p:spPr bwMode="auto">
          <a:xfrm flipH="1">
            <a:off x="9930136" y="-637092"/>
            <a:ext cx="2711791" cy="2711789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15" name="Freeform 5"/>
          <p:cNvSpPr>
            <a:spLocks/>
          </p:cNvSpPr>
          <p:nvPr userDrawn="1"/>
        </p:nvSpPr>
        <p:spPr bwMode="auto">
          <a:xfrm flipH="1">
            <a:off x="8535301" y="921256"/>
            <a:ext cx="982576" cy="982576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16" name="Freeform 5"/>
          <p:cNvSpPr>
            <a:spLocks/>
          </p:cNvSpPr>
          <p:nvPr userDrawn="1"/>
        </p:nvSpPr>
        <p:spPr bwMode="auto">
          <a:xfrm flipH="1">
            <a:off x="8690348" y="-296897"/>
            <a:ext cx="672480" cy="67248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17" name="Freeform 5"/>
          <p:cNvSpPr>
            <a:spLocks/>
          </p:cNvSpPr>
          <p:nvPr userDrawn="1"/>
        </p:nvSpPr>
        <p:spPr bwMode="auto">
          <a:xfrm flipH="1">
            <a:off x="6892774" y="1381250"/>
            <a:ext cx="1081310" cy="108131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18" name="Freeform 5"/>
          <p:cNvSpPr>
            <a:spLocks/>
          </p:cNvSpPr>
          <p:nvPr userDrawn="1"/>
        </p:nvSpPr>
        <p:spPr bwMode="auto">
          <a:xfrm flipH="1">
            <a:off x="7644119" y="215697"/>
            <a:ext cx="521440" cy="52144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19" name="Freeform 5"/>
          <p:cNvSpPr>
            <a:spLocks/>
          </p:cNvSpPr>
          <p:nvPr userDrawn="1"/>
        </p:nvSpPr>
        <p:spPr bwMode="auto">
          <a:xfrm flipH="1">
            <a:off x="9305255" y="2655843"/>
            <a:ext cx="1337469" cy="1337469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0" name="Freeform 5"/>
          <p:cNvSpPr>
            <a:spLocks/>
          </p:cNvSpPr>
          <p:nvPr userDrawn="1"/>
        </p:nvSpPr>
        <p:spPr bwMode="auto">
          <a:xfrm flipH="1">
            <a:off x="11073361" y="2461388"/>
            <a:ext cx="672480" cy="67248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1" name="Freeform 5"/>
          <p:cNvSpPr>
            <a:spLocks/>
          </p:cNvSpPr>
          <p:nvPr userDrawn="1"/>
        </p:nvSpPr>
        <p:spPr bwMode="auto">
          <a:xfrm flipH="1">
            <a:off x="10870156" y="3855256"/>
            <a:ext cx="521440" cy="52144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2" name="Freeform 5"/>
          <p:cNvSpPr>
            <a:spLocks/>
          </p:cNvSpPr>
          <p:nvPr userDrawn="1"/>
        </p:nvSpPr>
        <p:spPr bwMode="auto">
          <a:xfrm flipH="1">
            <a:off x="8352858" y="2453988"/>
            <a:ext cx="521761" cy="521761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3" name="Freeform 5"/>
          <p:cNvSpPr>
            <a:spLocks/>
          </p:cNvSpPr>
          <p:nvPr userDrawn="1"/>
        </p:nvSpPr>
        <p:spPr bwMode="auto">
          <a:xfrm flipH="1">
            <a:off x="11801991" y="3355185"/>
            <a:ext cx="672480" cy="67248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4" name="Freeform 5"/>
          <p:cNvSpPr>
            <a:spLocks/>
          </p:cNvSpPr>
          <p:nvPr userDrawn="1"/>
        </p:nvSpPr>
        <p:spPr bwMode="auto">
          <a:xfrm flipH="1">
            <a:off x="12086289" y="2172540"/>
            <a:ext cx="385460" cy="38546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grpSp>
        <p:nvGrpSpPr>
          <p:cNvPr id="25" name="Group 24"/>
          <p:cNvGrpSpPr/>
          <p:nvPr userDrawn="1"/>
        </p:nvGrpSpPr>
        <p:grpSpPr>
          <a:xfrm>
            <a:off x="347419" y="6409324"/>
            <a:ext cx="224082" cy="221156"/>
            <a:chOff x="4328868" y="5502988"/>
            <a:chExt cx="500307" cy="493774"/>
          </a:xfrm>
        </p:grpSpPr>
        <p:sp>
          <p:nvSpPr>
            <p:cNvPr id="26" name="Freeform 25">
              <a:hlinkClick r:id="" action="ppaction://hlinkshowjump?jump=previousslide"/>
            </p:cNvPr>
            <p:cNvSpPr>
              <a:spLocks/>
            </p:cNvSpPr>
            <p:nvPr userDrawn="1"/>
          </p:nvSpPr>
          <p:spPr bwMode="auto">
            <a:xfrm>
              <a:off x="4520555" y="5649754"/>
              <a:ext cx="116933" cy="200242"/>
            </a:xfrm>
            <a:custGeom>
              <a:avLst/>
              <a:gdLst>
                <a:gd name="T0" fmla="*/ 417 w 425"/>
                <a:gd name="T1" fmla="*/ 77 h 728"/>
                <a:gd name="T2" fmla="*/ 131 w 425"/>
                <a:gd name="T3" fmla="*/ 364 h 728"/>
                <a:gd name="T4" fmla="*/ 417 w 425"/>
                <a:gd name="T5" fmla="*/ 650 h 728"/>
                <a:gd name="T6" fmla="*/ 425 w 425"/>
                <a:gd name="T7" fmla="*/ 667 h 728"/>
                <a:gd name="T8" fmla="*/ 417 w 425"/>
                <a:gd name="T9" fmla="*/ 684 h 728"/>
                <a:gd name="T10" fmla="*/ 381 w 425"/>
                <a:gd name="T11" fmla="*/ 720 h 728"/>
                <a:gd name="T12" fmla="*/ 364 w 425"/>
                <a:gd name="T13" fmla="*/ 728 h 728"/>
                <a:gd name="T14" fmla="*/ 347 w 425"/>
                <a:gd name="T15" fmla="*/ 720 h 728"/>
                <a:gd name="T16" fmla="*/ 8 w 425"/>
                <a:gd name="T17" fmla="*/ 381 h 728"/>
                <a:gd name="T18" fmla="*/ 0 w 425"/>
                <a:gd name="T19" fmla="*/ 364 h 728"/>
                <a:gd name="T20" fmla="*/ 8 w 425"/>
                <a:gd name="T21" fmla="*/ 347 h 728"/>
                <a:gd name="T22" fmla="*/ 347 w 425"/>
                <a:gd name="T23" fmla="*/ 7 h 728"/>
                <a:gd name="T24" fmla="*/ 364 w 425"/>
                <a:gd name="T25" fmla="*/ 0 h 728"/>
                <a:gd name="T26" fmla="*/ 381 w 425"/>
                <a:gd name="T27" fmla="*/ 7 h 728"/>
                <a:gd name="T28" fmla="*/ 417 w 425"/>
                <a:gd name="T29" fmla="*/ 44 h 728"/>
                <a:gd name="T30" fmla="*/ 425 w 425"/>
                <a:gd name="T31" fmla="*/ 60 h 728"/>
                <a:gd name="T32" fmla="*/ 417 w 425"/>
                <a:gd name="T33" fmla="*/ 77 h 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25" h="728">
                  <a:moveTo>
                    <a:pt x="417" y="77"/>
                  </a:moveTo>
                  <a:cubicBezTo>
                    <a:pt x="131" y="364"/>
                    <a:pt x="131" y="364"/>
                    <a:pt x="131" y="364"/>
                  </a:cubicBezTo>
                  <a:cubicBezTo>
                    <a:pt x="417" y="650"/>
                    <a:pt x="417" y="650"/>
                    <a:pt x="417" y="650"/>
                  </a:cubicBezTo>
                  <a:cubicBezTo>
                    <a:pt x="422" y="655"/>
                    <a:pt x="425" y="661"/>
                    <a:pt x="425" y="667"/>
                  </a:cubicBezTo>
                  <a:cubicBezTo>
                    <a:pt x="425" y="673"/>
                    <a:pt x="422" y="680"/>
                    <a:pt x="417" y="684"/>
                  </a:cubicBezTo>
                  <a:cubicBezTo>
                    <a:pt x="381" y="720"/>
                    <a:pt x="381" y="720"/>
                    <a:pt x="381" y="720"/>
                  </a:cubicBezTo>
                  <a:cubicBezTo>
                    <a:pt x="377" y="725"/>
                    <a:pt x="370" y="728"/>
                    <a:pt x="364" y="728"/>
                  </a:cubicBezTo>
                  <a:cubicBezTo>
                    <a:pt x="358" y="728"/>
                    <a:pt x="352" y="725"/>
                    <a:pt x="347" y="720"/>
                  </a:cubicBezTo>
                  <a:cubicBezTo>
                    <a:pt x="8" y="381"/>
                    <a:pt x="8" y="381"/>
                    <a:pt x="8" y="381"/>
                  </a:cubicBezTo>
                  <a:cubicBezTo>
                    <a:pt x="3" y="376"/>
                    <a:pt x="0" y="369"/>
                    <a:pt x="0" y="364"/>
                  </a:cubicBezTo>
                  <a:cubicBezTo>
                    <a:pt x="0" y="358"/>
                    <a:pt x="3" y="351"/>
                    <a:pt x="8" y="347"/>
                  </a:cubicBezTo>
                  <a:cubicBezTo>
                    <a:pt x="347" y="7"/>
                    <a:pt x="347" y="7"/>
                    <a:pt x="347" y="7"/>
                  </a:cubicBezTo>
                  <a:cubicBezTo>
                    <a:pt x="352" y="3"/>
                    <a:pt x="358" y="0"/>
                    <a:pt x="364" y="0"/>
                  </a:cubicBezTo>
                  <a:cubicBezTo>
                    <a:pt x="370" y="0"/>
                    <a:pt x="377" y="3"/>
                    <a:pt x="381" y="7"/>
                  </a:cubicBezTo>
                  <a:cubicBezTo>
                    <a:pt x="417" y="44"/>
                    <a:pt x="417" y="44"/>
                    <a:pt x="417" y="44"/>
                  </a:cubicBezTo>
                  <a:cubicBezTo>
                    <a:pt x="422" y="48"/>
                    <a:pt x="425" y="54"/>
                    <a:pt x="425" y="60"/>
                  </a:cubicBezTo>
                  <a:cubicBezTo>
                    <a:pt x="425" y="66"/>
                    <a:pt x="422" y="73"/>
                    <a:pt x="417" y="77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27" name="Freeform 26">
              <a:hlinkClick r:id="" action="ppaction://hlinkshowjump?jump=previousslide"/>
            </p:cNvPr>
            <p:cNvSpPr>
              <a:spLocks noEditPoints="1"/>
            </p:cNvSpPr>
            <p:nvPr userDrawn="1"/>
          </p:nvSpPr>
          <p:spPr bwMode="auto">
            <a:xfrm>
              <a:off x="4328868" y="5502988"/>
              <a:ext cx="500307" cy="493774"/>
            </a:xfrm>
            <a:custGeom>
              <a:avLst/>
              <a:gdLst>
                <a:gd name="T0" fmla="*/ 2355 w 2753"/>
                <a:gd name="T1" fmla="*/ 114 h 2716"/>
                <a:gd name="T2" fmla="*/ 2639 w 2753"/>
                <a:gd name="T3" fmla="*/ 399 h 2716"/>
                <a:gd name="T4" fmla="*/ 2639 w 2753"/>
                <a:gd name="T5" fmla="*/ 2317 h 2716"/>
                <a:gd name="T6" fmla="*/ 2355 w 2753"/>
                <a:gd name="T7" fmla="*/ 2602 h 2716"/>
                <a:gd name="T8" fmla="*/ 398 w 2753"/>
                <a:gd name="T9" fmla="*/ 2602 h 2716"/>
                <a:gd name="T10" fmla="*/ 113 w 2753"/>
                <a:gd name="T11" fmla="*/ 2317 h 2716"/>
                <a:gd name="T12" fmla="*/ 113 w 2753"/>
                <a:gd name="T13" fmla="*/ 399 h 2716"/>
                <a:gd name="T14" fmla="*/ 398 w 2753"/>
                <a:gd name="T15" fmla="*/ 114 h 2716"/>
                <a:gd name="T16" fmla="*/ 2355 w 2753"/>
                <a:gd name="T17" fmla="*/ 114 h 2716"/>
                <a:gd name="T18" fmla="*/ 2355 w 2753"/>
                <a:gd name="T19" fmla="*/ 0 h 2716"/>
                <a:gd name="T20" fmla="*/ 398 w 2753"/>
                <a:gd name="T21" fmla="*/ 0 h 2716"/>
                <a:gd name="T22" fmla="*/ 0 w 2753"/>
                <a:gd name="T23" fmla="*/ 399 h 2716"/>
                <a:gd name="T24" fmla="*/ 0 w 2753"/>
                <a:gd name="T25" fmla="*/ 2317 h 2716"/>
                <a:gd name="T26" fmla="*/ 398 w 2753"/>
                <a:gd name="T27" fmla="*/ 2716 h 2716"/>
                <a:gd name="T28" fmla="*/ 2355 w 2753"/>
                <a:gd name="T29" fmla="*/ 2716 h 2716"/>
                <a:gd name="T30" fmla="*/ 2753 w 2753"/>
                <a:gd name="T31" fmla="*/ 2317 h 2716"/>
                <a:gd name="T32" fmla="*/ 2753 w 2753"/>
                <a:gd name="T33" fmla="*/ 399 h 2716"/>
                <a:gd name="T34" fmla="*/ 2355 w 2753"/>
                <a:gd name="T35" fmla="*/ 0 h 27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53" h="2716">
                  <a:moveTo>
                    <a:pt x="2355" y="114"/>
                  </a:moveTo>
                  <a:cubicBezTo>
                    <a:pt x="2512" y="114"/>
                    <a:pt x="2639" y="242"/>
                    <a:pt x="2639" y="399"/>
                  </a:cubicBezTo>
                  <a:cubicBezTo>
                    <a:pt x="2639" y="2317"/>
                    <a:pt x="2639" y="2317"/>
                    <a:pt x="2639" y="2317"/>
                  </a:cubicBezTo>
                  <a:cubicBezTo>
                    <a:pt x="2639" y="2474"/>
                    <a:pt x="2512" y="2602"/>
                    <a:pt x="2355" y="2602"/>
                  </a:cubicBezTo>
                  <a:cubicBezTo>
                    <a:pt x="398" y="2602"/>
                    <a:pt x="398" y="2602"/>
                    <a:pt x="398" y="2602"/>
                  </a:cubicBezTo>
                  <a:cubicBezTo>
                    <a:pt x="241" y="2602"/>
                    <a:pt x="113" y="2474"/>
                    <a:pt x="113" y="2317"/>
                  </a:cubicBezTo>
                  <a:cubicBezTo>
                    <a:pt x="113" y="399"/>
                    <a:pt x="113" y="399"/>
                    <a:pt x="113" y="399"/>
                  </a:cubicBezTo>
                  <a:cubicBezTo>
                    <a:pt x="113" y="242"/>
                    <a:pt x="241" y="114"/>
                    <a:pt x="398" y="114"/>
                  </a:cubicBezTo>
                  <a:cubicBezTo>
                    <a:pt x="2355" y="114"/>
                    <a:pt x="2355" y="114"/>
                    <a:pt x="2355" y="114"/>
                  </a:cubicBezTo>
                  <a:moveTo>
                    <a:pt x="2355" y="0"/>
                  </a:moveTo>
                  <a:cubicBezTo>
                    <a:pt x="398" y="0"/>
                    <a:pt x="398" y="0"/>
                    <a:pt x="398" y="0"/>
                  </a:cubicBezTo>
                  <a:cubicBezTo>
                    <a:pt x="178" y="0"/>
                    <a:pt x="0" y="179"/>
                    <a:pt x="0" y="399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0" y="2538"/>
                    <a:pt x="178" y="2716"/>
                    <a:pt x="398" y="2716"/>
                  </a:cubicBezTo>
                  <a:cubicBezTo>
                    <a:pt x="2355" y="2716"/>
                    <a:pt x="2355" y="2716"/>
                    <a:pt x="2355" y="2716"/>
                  </a:cubicBezTo>
                  <a:cubicBezTo>
                    <a:pt x="2575" y="2716"/>
                    <a:pt x="2753" y="2538"/>
                    <a:pt x="2753" y="2317"/>
                  </a:cubicBezTo>
                  <a:cubicBezTo>
                    <a:pt x="2753" y="399"/>
                    <a:pt x="2753" y="399"/>
                    <a:pt x="2753" y="399"/>
                  </a:cubicBezTo>
                  <a:cubicBezTo>
                    <a:pt x="2753" y="179"/>
                    <a:pt x="2575" y="0"/>
                    <a:pt x="2355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  <p:grpSp>
        <p:nvGrpSpPr>
          <p:cNvPr id="28" name="Group 27"/>
          <p:cNvGrpSpPr/>
          <p:nvPr userDrawn="1"/>
        </p:nvGrpSpPr>
        <p:grpSpPr>
          <a:xfrm flipH="1">
            <a:off x="657355" y="6409324"/>
            <a:ext cx="224082" cy="221156"/>
            <a:chOff x="4328868" y="5502988"/>
            <a:chExt cx="500307" cy="493774"/>
          </a:xfrm>
        </p:grpSpPr>
        <p:sp>
          <p:nvSpPr>
            <p:cNvPr id="29" name="Freeform 28">
              <a:hlinkClick r:id="" action="ppaction://hlinkshowjump?jump=nextslide"/>
            </p:cNvPr>
            <p:cNvSpPr>
              <a:spLocks/>
            </p:cNvSpPr>
            <p:nvPr userDrawn="1"/>
          </p:nvSpPr>
          <p:spPr bwMode="auto">
            <a:xfrm>
              <a:off x="4520556" y="5649754"/>
              <a:ext cx="116933" cy="200242"/>
            </a:xfrm>
            <a:custGeom>
              <a:avLst/>
              <a:gdLst>
                <a:gd name="T0" fmla="*/ 417 w 425"/>
                <a:gd name="T1" fmla="*/ 77 h 728"/>
                <a:gd name="T2" fmla="*/ 131 w 425"/>
                <a:gd name="T3" fmla="*/ 364 h 728"/>
                <a:gd name="T4" fmla="*/ 417 w 425"/>
                <a:gd name="T5" fmla="*/ 650 h 728"/>
                <a:gd name="T6" fmla="*/ 425 w 425"/>
                <a:gd name="T7" fmla="*/ 667 h 728"/>
                <a:gd name="T8" fmla="*/ 417 w 425"/>
                <a:gd name="T9" fmla="*/ 684 h 728"/>
                <a:gd name="T10" fmla="*/ 381 w 425"/>
                <a:gd name="T11" fmla="*/ 720 h 728"/>
                <a:gd name="T12" fmla="*/ 364 w 425"/>
                <a:gd name="T13" fmla="*/ 728 h 728"/>
                <a:gd name="T14" fmla="*/ 347 w 425"/>
                <a:gd name="T15" fmla="*/ 720 h 728"/>
                <a:gd name="T16" fmla="*/ 8 w 425"/>
                <a:gd name="T17" fmla="*/ 381 h 728"/>
                <a:gd name="T18" fmla="*/ 0 w 425"/>
                <a:gd name="T19" fmla="*/ 364 h 728"/>
                <a:gd name="T20" fmla="*/ 8 w 425"/>
                <a:gd name="T21" fmla="*/ 347 h 728"/>
                <a:gd name="T22" fmla="*/ 347 w 425"/>
                <a:gd name="T23" fmla="*/ 7 h 728"/>
                <a:gd name="T24" fmla="*/ 364 w 425"/>
                <a:gd name="T25" fmla="*/ 0 h 728"/>
                <a:gd name="T26" fmla="*/ 381 w 425"/>
                <a:gd name="T27" fmla="*/ 7 h 728"/>
                <a:gd name="T28" fmla="*/ 417 w 425"/>
                <a:gd name="T29" fmla="*/ 44 h 728"/>
                <a:gd name="T30" fmla="*/ 425 w 425"/>
                <a:gd name="T31" fmla="*/ 60 h 728"/>
                <a:gd name="T32" fmla="*/ 417 w 425"/>
                <a:gd name="T33" fmla="*/ 77 h 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25" h="728">
                  <a:moveTo>
                    <a:pt x="417" y="77"/>
                  </a:moveTo>
                  <a:cubicBezTo>
                    <a:pt x="131" y="364"/>
                    <a:pt x="131" y="364"/>
                    <a:pt x="131" y="364"/>
                  </a:cubicBezTo>
                  <a:cubicBezTo>
                    <a:pt x="417" y="650"/>
                    <a:pt x="417" y="650"/>
                    <a:pt x="417" y="650"/>
                  </a:cubicBezTo>
                  <a:cubicBezTo>
                    <a:pt x="422" y="655"/>
                    <a:pt x="425" y="661"/>
                    <a:pt x="425" y="667"/>
                  </a:cubicBezTo>
                  <a:cubicBezTo>
                    <a:pt x="425" y="673"/>
                    <a:pt x="422" y="680"/>
                    <a:pt x="417" y="684"/>
                  </a:cubicBezTo>
                  <a:cubicBezTo>
                    <a:pt x="381" y="720"/>
                    <a:pt x="381" y="720"/>
                    <a:pt x="381" y="720"/>
                  </a:cubicBezTo>
                  <a:cubicBezTo>
                    <a:pt x="377" y="725"/>
                    <a:pt x="370" y="728"/>
                    <a:pt x="364" y="728"/>
                  </a:cubicBezTo>
                  <a:cubicBezTo>
                    <a:pt x="358" y="728"/>
                    <a:pt x="352" y="725"/>
                    <a:pt x="347" y="720"/>
                  </a:cubicBezTo>
                  <a:cubicBezTo>
                    <a:pt x="8" y="381"/>
                    <a:pt x="8" y="381"/>
                    <a:pt x="8" y="381"/>
                  </a:cubicBezTo>
                  <a:cubicBezTo>
                    <a:pt x="3" y="376"/>
                    <a:pt x="0" y="369"/>
                    <a:pt x="0" y="364"/>
                  </a:cubicBezTo>
                  <a:cubicBezTo>
                    <a:pt x="0" y="358"/>
                    <a:pt x="3" y="351"/>
                    <a:pt x="8" y="347"/>
                  </a:cubicBezTo>
                  <a:cubicBezTo>
                    <a:pt x="347" y="7"/>
                    <a:pt x="347" y="7"/>
                    <a:pt x="347" y="7"/>
                  </a:cubicBezTo>
                  <a:cubicBezTo>
                    <a:pt x="352" y="3"/>
                    <a:pt x="358" y="0"/>
                    <a:pt x="364" y="0"/>
                  </a:cubicBezTo>
                  <a:cubicBezTo>
                    <a:pt x="370" y="0"/>
                    <a:pt x="377" y="3"/>
                    <a:pt x="381" y="7"/>
                  </a:cubicBezTo>
                  <a:cubicBezTo>
                    <a:pt x="417" y="44"/>
                    <a:pt x="417" y="44"/>
                    <a:pt x="417" y="44"/>
                  </a:cubicBezTo>
                  <a:cubicBezTo>
                    <a:pt x="422" y="48"/>
                    <a:pt x="425" y="54"/>
                    <a:pt x="425" y="60"/>
                  </a:cubicBezTo>
                  <a:cubicBezTo>
                    <a:pt x="425" y="66"/>
                    <a:pt x="422" y="73"/>
                    <a:pt x="417" y="77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30" name="Freeform 29">
              <a:hlinkClick r:id="" action="ppaction://hlinkshowjump?jump=nextslide"/>
            </p:cNvPr>
            <p:cNvSpPr>
              <a:spLocks noEditPoints="1"/>
            </p:cNvSpPr>
            <p:nvPr userDrawn="1"/>
          </p:nvSpPr>
          <p:spPr bwMode="auto">
            <a:xfrm>
              <a:off x="4328868" y="5502988"/>
              <a:ext cx="500307" cy="493774"/>
            </a:xfrm>
            <a:custGeom>
              <a:avLst/>
              <a:gdLst>
                <a:gd name="T0" fmla="*/ 2355 w 2753"/>
                <a:gd name="T1" fmla="*/ 114 h 2716"/>
                <a:gd name="T2" fmla="*/ 2639 w 2753"/>
                <a:gd name="T3" fmla="*/ 399 h 2716"/>
                <a:gd name="T4" fmla="*/ 2639 w 2753"/>
                <a:gd name="T5" fmla="*/ 2317 h 2716"/>
                <a:gd name="T6" fmla="*/ 2355 w 2753"/>
                <a:gd name="T7" fmla="*/ 2602 h 2716"/>
                <a:gd name="T8" fmla="*/ 398 w 2753"/>
                <a:gd name="T9" fmla="*/ 2602 h 2716"/>
                <a:gd name="T10" fmla="*/ 113 w 2753"/>
                <a:gd name="T11" fmla="*/ 2317 h 2716"/>
                <a:gd name="T12" fmla="*/ 113 w 2753"/>
                <a:gd name="T13" fmla="*/ 399 h 2716"/>
                <a:gd name="T14" fmla="*/ 398 w 2753"/>
                <a:gd name="T15" fmla="*/ 114 h 2716"/>
                <a:gd name="T16" fmla="*/ 2355 w 2753"/>
                <a:gd name="T17" fmla="*/ 114 h 2716"/>
                <a:gd name="T18" fmla="*/ 2355 w 2753"/>
                <a:gd name="T19" fmla="*/ 0 h 2716"/>
                <a:gd name="T20" fmla="*/ 398 w 2753"/>
                <a:gd name="T21" fmla="*/ 0 h 2716"/>
                <a:gd name="T22" fmla="*/ 0 w 2753"/>
                <a:gd name="T23" fmla="*/ 399 h 2716"/>
                <a:gd name="T24" fmla="*/ 0 w 2753"/>
                <a:gd name="T25" fmla="*/ 2317 h 2716"/>
                <a:gd name="T26" fmla="*/ 398 w 2753"/>
                <a:gd name="T27" fmla="*/ 2716 h 2716"/>
                <a:gd name="T28" fmla="*/ 2355 w 2753"/>
                <a:gd name="T29" fmla="*/ 2716 h 2716"/>
                <a:gd name="T30" fmla="*/ 2753 w 2753"/>
                <a:gd name="T31" fmla="*/ 2317 h 2716"/>
                <a:gd name="T32" fmla="*/ 2753 w 2753"/>
                <a:gd name="T33" fmla="*/ 399 h 2716"/>
                <a:gd name="T34" fmla="*/ 2355 w 2753"/>
                <a:gd name="T35" fmla="*/ 0 h 27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53" h="2716">
                  <a:moveTo>
                    <a:pt x="2355" y="114"/>
                  </a:moveTo>
                  <a:cubicBezTo>
                    <a:pt x="2512" y="114"/>
                    <a:pt x="2639" y="242"/>
                    <a:pt x="2639" y="399"/>
                  </a:cubicBezTo>
                  <a:cubicBezTo>
                    <a:pt x="2639" y="2317"/>
                    <a:pt x="2639" y="2317"/>
                    <a:pt x="2639" y="2317"/>
                  </a:cubicBezTo>
                  <a:cubicBezTo>
                    <a:pt x="2639" y="2474"/>
                    <a:pt x="2512" y="2602"/>
                    <a:pt x="2355" y="2602"/>
                  </a:cubicBezTo>
                  <a:cubicBezTo>
                    <a:pt x="398" y="2602"/>
                    <a:pt x="398" y="2602"/>
                    <a:pt x="398" y="2602"/>
                  </a:cubicBezTo>
                  <a:cubicBezTo>
                    <a:pt x="241" y="2602"/>
                    <a:pt x="113" y="2474"/>
                    <a:pt x="113" y="2317"/>
                  </a:cubicBezTo>
                  <a:cubicBezTo>
                    <a:pt x="113" y="399"/>
                    <a:pt x="113" y="399"/>
                    <a:pt x="113" y="399"/>
                  </a:cubicBezTo>
                  <a:cubicBezTo>
                    <a:pt x="113" y="242"/>
                    <a:pt x="241" y="114"/>
                    <a:pt x="398" y="114"/>
                  </a:cubicBezTo>
                  <a:cubicBezTo>
                    <a:pt x="2355" y="114"/>
                    <a:pt x="2355" y="114"/>
                    <a:pt x="2355" y="114"/>
                  </a:cubicBezTo>
                  <a:moveTo>
                    <a:pt x="2355" y="0"/>
                  </a:moveTo>
                  <a:cubicBezTo>
                    <a:pt x="398" y="0"/>
                    <a:pt x="398" y="0"/>
                    <a:pt x="398" y="0"/>
                  </a:cubicBezTo>
                  <a:cubicBezTo>
                    <a:pt x="178" y="0"/>
                    <a:pt x="0" y="179"/>
                    <a:pt x="0" y="399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0" y="2538"/>
                    <a:pt x="178" y="2716"/>
                    <a:pt x="398" y="2716"/>
                  </a:cubicBezTo>
                  <a:cubicBezTo>
                    <a:pt x="2355" y="2716"/>
                    <a:pt x="2355" y="2716"/>
                    <a:pt x="2355" y="2716"/>
                  </a:cubicBezTo>
                  <a:cubicBezTo>
                    <a:pt x="2575" y="2716"/>
                    <a:pt x="2753" y="2538"/>
                    <a:pt x="2753" y="2317"/>
                  </a:cubicBezTo>
                  <a:cubicBezTo>
                    <a:pt x="2753" y="399"/>
                    <a:pt x="2753" y="399"/>
                    <a:pt x="2753" y="399"/>
                  </a:cubicBezTo>
                  <a:cubicBezTo>
                    <a:pt x="2753" y="179"/>
                    <a:pt x="2575" y="0"/>
                    <a:pt x="2355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</p:spTree>
    <p:extLst>
      <p:ext uri="{BB962C8B-B14F-4D97-AF65-F5344CB8AC3E}">
        <p14:creationId xmlns:p14="http://schemas.microsoft.com/office/powerpoint/2010/main" val="511254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-1"/>
            <a:ext cx="12192000" cy="4152123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4" name="Freeform 5"/>
          <p:cNvSpPr>
            <a:spLocks/>
          </p:cNvSpPr>
          <p:nvPr userDrawn="1"/>
        </p:nvSpPr>
        <p:spPr bwMode="auto">
          <a:xfrm flipH="1">
            <a:off x="9930136" y="-637092"/>
            <a:ext cx="2711791" cy="2711789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15" name="Freeform 5"/>
          <p:cNvSpPr>
            <a:spLocks/>
          </p:cNvSpPr>
          <p:nvPr userDrawn="1"/>
        </p:nvSpPr>
        <p:spPr bwMode="auto">
          <a:xfrm flipH="1">
            <a:off x="8535301" y="921256"/>
            <a:ext cx="982576" cy="982576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16" name="Freeform 5"/>
          <p:cNvSpPr>
            <a:spLocks/>
          </p:cNvSpPr>
          <p:nvPr userDrawn="1"/>
        </p:nvSpPr>
        <p:spPr bwMode="auto">
          <a:xfrm flipH="1">
            <a:off x="8690348" y="-296897"/>
            <a:ext cx="672480" cy="67248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17" name="Freeform 5"/>
          <p:cNvSpPr>
            <a:spLocks/>
          </p:cNvSpPr>
          <p:nvPr userDrawn="1"/>
        </p:nvSpPr>
        <p:spPr bwMode="auto">
          <a:xfrm flipH="1">
            <a:off x="6892774" y="1381250"/>
            <a:ext cx="1081310" cy="108131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18" name="Freeform 5"/>
          <p:cNvSpPr>
            <a:spLocks/>
          </p:cNvSpPr>
          <p:nvPr userDrawn="1"/>
        </p:nvSpPr>
        <p:spPr bwMode="auto">
          <a:xfrm flipH="1">
            <a:off x="7644119" y="215697"/>
            <a:ext cx="521440" cy="52144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19" name="Freeform 5"/>
          <p:cNvSpPr>
            <a:spLocks/>
          </p:cNvSpPr>
          <p:nvPr userDrawn="1"/>
        </p:nvSpPr>
        <p:spPr bwMode="auto">
          <a:xfrm flipH="1">
            <a:off x="9305255" y="2655843"/>
            <a:ext cx="1337469" cy="1337469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0" name="Freeform 5"/>
          <p:cNvSpPr>
            <a:spLocks/>
          </p:cNvSpPr>
          <p:nvPr userDrawn="1"/>
        </p:nvSpPr>
        <p:spPr bwMode="auto">
          <a:xfrm flipH="1">
            <a:off x="11073361" y="2461388"/>
            <a:ext cx="672480" cy="67248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1" name="Freeform 5"/>
          <p:cNvSpPr>
            <a:spLocks/>
          </p:cNvSpPr>
          <p:nvPr userDrawn="1"/>
        </p:nvSpPr>
        <p:spPr bwMode="auto">
          <a:xfrm flipH="1">
            <a:off x="10870156" y="3855256"/>
            <a:ext cx="521440" cy="52144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2" name="Freeform 5"/>
          <p:cNvSpPr>
            <a:spLocks/>
          </p:cNvSpPr>
          <p:nvPr userDrawn="1"/>
        </p:nvSpPr>
        <p:spPr bwMode="auto">
          <a:xfrm flipH="1">
            <a:off x="8352858" y="2453988"/>
            <a:ext cx="521761" cy="521761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3" name="Freeform 5"/>
          <p:cNvSpPr>
            <a:spLocks/>
          </p:cNvSpPr>
          <p:nvPr userDrawn="1"/>
        </p:nvSpPr>
        <p:spPr bwMode="auto">
          <a:xfrm flipH="1">
            <a:off x="11801991" y="3355185"/>
            <a:ext cx="672480" cy="67248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4" name="Freeform 5"/>
          <p:cNvSpPr>
            <a:spLocks/>
          </p:cNvSpPr>
          <p:nvPr userDrawn="1"/>
        </p:nvSpPr>
        <p:spPr bwMode="auto">
          <a:xfrm flipH="1">
            <a:off x="12086289" y="2172540"/>
            <a:ext cx="385460" cy="38546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grpSp>
        <p:nvGrpSpPr>
          <p:cNvPr id="25" name="Group 24"/>
          <p:cNvGrpSpPr/>
          <p:nvPr userDrawn="1"/>
        </p:nvGrpSpPr>
        <p:grpSpPr>
          <a:xfrm>
            <a:off x="347419" y="6409324"/>
            <a:ext cx="224082" cy="221156"/>
            <a:chOff x="4328868" y="5502988"/>
            <a:chExt cx="500307" cy="493774"/>
          </a:xfrm>
        </p:grpSpPr>
        <p:sp>
          <p:nvSpPr>
            <p:cNvPr id="26" name="Freeform 25">
              <a:hlinkClick r:id="" action="ppaction://hlinkshowjump?jump=previousslide"/>
            </p:cNvPr>
            <p:cNvSpPr>
              <a:spLocks/>
            </p:cNvSpPr>
            <p:nvPr userDrawn="1"/>
          </p:nvSpPr>
          <p:spPr bwMode="auto">
            <a:xfrm>
              <a:off x="4520555" y="5649754"/>
              <a:ext cx="116933" cy="200242"/>
            </a:xfrm>
            <a:custGeom>
              <a:avLst/>
              <a:gdLst>
                <a:gd name="T0" fmla="*/ 417 w 425"/>
                <a:gd name="T1" fmla="*/ 77 h 728"/>
                <a:gd name="T2" fmla="*/ 131 w 425"/>
                <a:gd name="T3" fmla="*/ 364 h 728"/>
                <a:gd name="T4" fmla="*/ 417 w 425"/>
                <a:gd name="T5" fmla="*/ 650 h 728"/>
                <a:gd name="T6" fmla="*/ 425 w 425"/>
                <a:gd name="T7" fmla="*/ 667 h 728"/>
                <a:gd name="T8" fmla="*/ 417 w 425"/>
                <a:gd name="T9" fmla="*/ 684 h 728"/>
                <a:gd name="T10" fmla="*/ 381 w 425"/>
                <a:gd name="T11" fmla="*/ 720 h 728"/>
                <a:gd name="T12" fmla="*/ 364 w 425"/>
                <a:gd name="T13" fmla="*/ 728 h 728"/>
                <a:gd name="T14" fmla="*/ 347 w 425"/>
                <a:gd name="T15" fmla="*/ 720 h 728"/>
                <a:gd name="T16" fmla="*/ 8 w 425"/>
                <a:gd name="T17" fmla="*/ 381 h 728"/>
                <a:gd name="T18" fmla="*/ 0 w 425"/>
                <a:gd name="T19" fmla="*/ 364 h 728"/>
                <a:gd name="T20" fmla="*/ 8 w 425"/>
                <a:gd name="T21" fmla="*/ 347 h 728"/>
                <a:gd name="T22" fmla="*/ 347 w 425"/>
                <a:gd name="T23" fmla="*/ 7 h 728"/>
                <a:gd name="T24" fmla="*/ 364 w 425"/>
                <a:gd name="T25" fmla="*/ 0 h 728"/>
                <a:gd name="T26" fmla="*/ 381 w 425"/>
                <a:gd name="T27" fmla="*/ 7 h 728"/>
                <a:gd name="T28" fmla="*/ 417 w 425"/>
                <a:gd name="T29" fmla="*/ 44 h 728"/>
                <a:gd name="T30" fmla="*/ 425 w 425"/>
                <a:gd name="T31" fmla="*/ 60 h 728"/>
                <a:gd name="T32" fmla="*/ 417 w 425"/>
                <a:gd name="T33" fmla="*/ 77 h 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25" h="728">
                  <a:moveTo>
                    <a:pt x="417" y="77"/>
                  </a:moveTo>
                  <a:cubicBezTo>
                    <a:pt x="131" y="364"/>
                    <a:pt x="131" y="364"/>
                    <a:pt x="131" y="364"/>
                  </a:cubicBezTo>
                  <a:cubicBezTo>
                    <a:pt x="417" y="650"/>
                    <a:pt x="417" y="650"/>
                    <a:pt x="417" y="650"/>
                  </a:cubicBezTo>
                  <a:cubicBezTo>
                    <a:pt x="422" y="655"/>
                    <a:pt x="425" y="661"/>
                    <a:pt x="425" y="667"/>
                  </a:cubicBezTo>
                  <a:cubicBezTo>
                    <a:pt x="425" y="673"/>
                    <a:pt x="422" y="680"/>
                    <a:pt x="417" y="684"/>
                  </a:cubicBezTo>
                  <a:cubicBezTo>
                    <a:pt x="381" y="720"/>
                    <a:pt x="381" y="720"/>
                    <a:pt x="381" y="720"/>
                  </a:cubicBezTo>
                  <a:cubicBezTo>
                    <a:pt x="377" y="725"/>
                    <a:pt x="370" y="728"/>
                    <a:pt x="364" y="728"/>
                  </a:cubicBezTo>
                  <a:cubicBezTo>
                    <a:pt x="358" y="728"/>
                    <a:pt x="352" y="725"/>
                    <a:pt x="347" y="720"/>
                  </a:cubicBezTo>
                  <a:cubicBezTo>
                    <a:pt x="8" y="381"/>
                    <a:pt x="8" y="381"/>
                    <a:pt x="8" y="381"/>
                  </a:cubicBezTo>
                  <a:cubicBezTo>
                    <a:pt x="3" y="376"/>
                    <a:pt x="0" y="369"/>
                    <a:pt x="0" y="364"/>
                  </a:cubicBezTo>
                  <a:cubicBezTo>
                    <a:pt x="0" y="358"/>
                    <a:pt x="3" y="351"/>
                    <a:pt x="8" y="347"/>
                  </a:cubicBezTo>
                  <a:cubicBezTo>
                    <a:pt x="347" y="7"/>
                    <a:pt x="347" y="7"/>
                    <a:pt x="347" y="7"/>
                  </a:cubicBezTo>
                  <a:cubicBezTo>
                    <a:pt x="352" y="3"/>
                    <a:pt x="358" y="0"/>
                    <a:pt x="364" y="0"/>
                  </a:cubicBezTo>
                  <a:cubicBezTo>
                    <a:pt x="370" y="0"/>
                    <a:pt x="377" y="3"/>
                    <a:pt x="381" y="7"/>
                  </a:cubicBezTo>
                  <a:cubicBezTo>
                    <a:pt x="417" y="44"/>
                    <a:pt x="417" y="44"/>
                    <a:pt x="417" y="44"/>
                  </a:cubicBezTo>
                  <a:cubicBezTo>
                    <a:pt x="422" y="48"/>
                    <a:pt x="425" y="54"/>
                    <a:pt x="425" y="60"/>
                  </a:cubicBezTo>
                  <a:cubicBezTo>
                    <a:pt x="425" y="66"/>
                    <a:pt x="422" y="73"/>
                    <a:pt x="417" y="77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27" name="Freeform 26">
              <a:hlinkClick r:id="" action="ppaction://hlinkshowjump?jump=previousslide"/>
            </p:cNvPr>
            <p:cNvSpPr>
              <a:spLocks noEditPoints="1"/>
            </p:cNvSpPr>
            <p:nvPr userDrawn="1"/>
          </p:nvSpPr>
          <p:spPr bwMode="auto">
            <a:xfrm>
              <a:off x="4328868" y="5502988"/>
              <a:ext cx="500307" cy="493774"/>
            </a:xfrm>
            <a:custGeom>
              <a:avLst/>
              <a:gdLst>
                <a:gd name="T0" fmla="*/ 2355 w 2753"/>
                <a:gd name="T1" fmla="*/ 114 h 2716"/>
                <a:gd name="T2" fmla="*/ 2639 w 2753"/>
                <a:gd name="T3" fmla="*/ 399 h 2716"/>
                <a:gd name="T4" fmla="*/ 2639 w 2753"/>
                <a:gd name="T5" fmla="*/ 2317 h 2716"/>
                <a:gd name="T6" fmla="*/ 2355 w 2753"/>
                <a:gd name="T7" fmla="*/ 2602 h 2716"/>
                <a:gd name="T8" fmla="*/ 398 w 2753"/>
                <a:gd name="T9" fmla="*/ 2602 h 2716"/>
                <a:gd name="T10" fmla="*/ 113 w 2753"/>
                <a:gd name="T11" fmla="*/ 2317 h 2716"/>
                <a:gd name="T12" fmla="*/ 113 w 2753"/>
                <a:gd name="T13" fmla="*/ 399 h 2716"/>
                <a:gd name="T14" fmla="*/ 398 w 2753"/>
                <a:gd name="T15" fmla="*/ 114 h 2716"/>
                <a:gd name="T16" fmla="*/ 2355 w 2753"/>
                <a:gd name="T17" fmla="*/ 114 h 2716"/>
                <a:gd name="T18" fmla="*/ 2355 w 2753"/>
                <a:gd name="T19" fmla="*/ 0 h 2716"/>
                <a:gd name="T20" fmla="*/ 398 w 2753"/>
                <a:gd name="T21" fmla="*/ 0 h 2716"/>
                <a:gd name="T22" fmla="*/ 0 w 2753"/>
                <a:gd name="T23" fmla="*/ 399 h 2716"/>
                <a:gd name="T24" fmla="*/ 0 w 2753"/>
                <a:gd name="T25" fmla="*/ 2317 h 2716"/>
                <a:gd name="T26" fmla="*/ 398 w 2753"/>
                <a:gd name="T27" fmla="*/ 2716 h 2716"/>
                <a:gd name="T28" fmla="*/ 2355 w 2753"/>
                <a:gd name="T29" fmla="*/ 2716 h 2716"/>
                <a:gd name="T30" fmla="*/ 2753 w 2753"/>
                <a:gd name="T31" fmla="*/ 2317 h 2716"/>
                <a:gd name="T32" fmla="*/ 2753 w 2753"/>
                <a:gd name="T33" fmla="*/ 399 h 2716"/>
                <a:gd name="T34" fmla="*/ 2355 w 2753"/>
                <a:gd name="T35" fmla="*/ 0 h 27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53" h="2716">
                  <a:moveTo>
                    <a:pt x="2355" y="114"/>
                  </a:moveTo>
                  <a:cubicBezTo>
                    <a:pt x="2512" y="114"/>
                    <a:pt x="2639" y="242"/>
                    <a:pt x="2639" y="399"/>
                  </a:cubicBezTo>
                  <a:cubicBezTo>
                    <a:pt x="2639" y="2317"/>
                    <a:pt x="2639" y="2317"/>
                    <a:pt x="2639" y="2317"/>
                  </a:cubicBezTo>
                  <a:cubicBezTo>
                    <a:pt x="2639" y="2474"/>
                    <a:pt x="2512" y="2602"/>
                    <a:pt x="2355" y="2602"/>
                  </a:cubicBezTo>
                  <a:cubicBezTo>
                    <a:pt x="398" y="2602"/>
                    <a:pt x="398" y="2602"/>
                    <a:pt x="398" y="2602"/>
                  </a:cubicBezTo>
                  <a:cubicBezTo>
                    <a:pt x="241" y="2602"/>
                    <a:pt x="113" y="2474"/>
                    <a:pt x="113" y="2317"/>
                  </a:cubicBezTo>
                  <a:cubicBezTo>
                    <a:pt x="113" y="399"/>
                    <a:pt x="113" y="399"/>
                    <a:pt x="113" y="399"/>
                  </a:cubicBezTo>
                  <a:cubicBezTo>
                    <a:pt x="113" y="242"/>
                    <a:pt x="241" y="114"/>
                    <a:pt x="398" y="114"/>
                  </a:cubicBezTo>
                  <a:cubicBezTo>
                    <a:pt x="2355" y="114"/>
                    <a:pt x="2355" y="114"/>
                    <a:pt x="2355" y="114"/>
                  </a:cubicBezTo>
                  <a:moveTo>
                    <a:pt x="2355" y="0"/>
                  </a:moveTo>
                  <a:cubicBezTo>
                    <a:pt x="398" y="0"/>
                    <a:pt x="398" y="0"/>
                    <a:pt x="398" y="0"/>
                  </a:cubicBezTo>
                  <a:cubicBezTo>
                    <a:pt x="178" y="0"/>
                    <a:pt x="0" y="179"/>
                    <a:pt x="0" y="399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0" y="2538"/>
                    <a:pt x="178" y="2716"/>
                    <a:pt x="398" y="2716"/>
                  </a:cubicBezTo>
                  <a:cubicBezTo>
                    <a:pt x="2355" y="2716"/>
                    <a:pt x="2355" y="2716"/>
                    <a:pt x="2355" y="2716"/>
                  </a:cubicBezTo>
                  <a:cubicBezTo>
                    <a:pt x="2575" y="2716"/>
                    <a:pt x="2753" y="2538"/>
                    <a:pt x="2753" y="2317"/>
                  </a:cubicBezTo>
                  <a:cubicBezTo>
                    <a:pt x="2753" y="399"/>
                    <a:pt x="2753" y="399"/>
                    <a:pt x="2753" y="399"/>
                  </a:cubicBezTo>
                  <a:cubicBezTo>
                    <a:pt x="2753" y="179"/>
                    <a:pt x="2575" y="0"/>
                    <a:pt x="2355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  <p:grpSp>
        <p:nvGrpSpPr>
          <p:cNvPr id="28" name="Group 27"/>
          <p:cNvGrpSpPr/>
          <p:nvPr userDrawn="1"/>
        </p:nvGrpSpPr>
        <p:grpSpPr>
          <a:xfrm flipH="1">
            <a:off x="657355" y="6409324"/>
            <a:ext cx="224082" cy="221156"/>
            <a:chOff x="4328868" y="5502988"/>
            <a:chExt cx="500307" cy="493774"/>
          </a:xfrm>
        </p:grpSpPr>
        <p:sp>
          <p:nvSpPr>
            <p:cNvPr id="29" name="Freeform 28">
              <a:hlinkClick r:id="" action="ppaction://hlinkshowjump?jump=nextslide"/>
            </p:cNvPr>
            <p:cNvSpPr>
              <a:spLocks/>
            </p:cNvSpPr>
            <p:nvPr userDrawn="1"/>
          </p:nvSpPr>
          <p:spPr bwMode="auto">
            <a:xfrm>
              <a:off x="4520556" y="5649754"/>
              <a:ext cx="116933" cy="200242"/>
            </a:xfrm>
            <a:custGeom>
              <a:avLst/>
              <a:gdLst>
                <a:gd name="T0" fmla="*/ 417 w 425"/>
                <a:gd name="T1" fmla="*/ 77 h 728"/>
                <a:gd name="T2" fmla="*/ 131 w 425"/>
                <a:gd name="T3" fmla="*/ 364 h 728"/>
                <a:gd name="T4" fmla="*/ 417 w 425"/>
                <a:gd name="T5" fmla="*/ 650 h 728"/>
                <a:gd name="T6" fmla="*/ 425 w 425"/>
                <a:gd name="T7" fmla="*/ 667 h 728"/>
                <a:gd name="T8" fmla="*/ 417 w 425"/>
                <a:gd name="T9" fmla="*/ 684 h 728"/>
                <a:gd name="T10" fmla="*/ 381 w 425"/>
                <a:gd name="T11" fmla="*/ 720 h 728"/>
                <a:gd name="T12" fmla="*/ 364 w 425"/>
                <a:gd name="T13" fmla="*/ 728 h 728"/>
                <a:gd name="T14" fmla="*/ 347 w 425"/>
                <a:gd name="T15" fmla="*/ 720 h 728"/>
                <a:gd name="T16" fmla="*/ 8 w 425"/>
                <a:gd name="T17" fmla="*/ 381 h 728"/>
                <a:gd name="T18" fmla="*/ 0 w 425"/>
                <a:gd name="T19" fmla="*/ 364 h 728"/>
                <a:gd name="T20" fmla="*/ 8 w 425"/>
                <a:gd name="T21" fmla="*/ 347 h 728"/>
                <a:gd name="T22" fmla="*/ 347 w 425"/>
                <a:gd name="T23" fmla="*/ 7 h 728"/>
                <a:gd name="T24" fmla="*/ 364 w 425"/>
                <a:gd name="T25" fmla="*/ 0 h 728"/>
                <a:gd name="T26" fmla="*/ 381 w 425"/>
                <a:gd name="T27" fmla="*/ 7 h 728"/>
                <a:gd name="T28" fmla="*/ 417 w 425"/>
                <a:gd name="T29" fmla="*/ 44 h 728"/>
                <a:gd name="T30" fmla="*/ 425 w 425"/>
                <a:gd name="T31" fmla="*/ 60 h 728"/>
                <a:gd name="T32" fmla="*/ 417 w 425"/>
                <a:gd name="T33" fmla="*/ 77 h 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25" h="728">
                  <a:moveTo>
                    <a:pt x="417" y="77"/>
                  </a:moveTo>
                  <a:cubicBezTo>
                    <a:pt x="131" y="364"/>
                    <a:pt x="131" y="364"/>
                    <a:pt x="131" y="364"/>
                  </a:cubicBezTo>
                  <a:cubicBezTo>
                    <a:pt x="417" y="650"/>
                    <a:pt x="417" y="650"/>
                    <a:pt x="417" y="650"/>
                  </a:cubicBezTo>
                  <a:cubicBezTo>
                    <a:pt x="422" y="655"/>
                    <a:pt x="425" y="661"/>
                    <a:pt x="425" y="667"/>
                  </a:cubicBezTo>
                  <a:cubicBezTo>
                    <a:pt x="425" y="673"/>
                    <a:pt x="422" y="680"/>
                    <a:pt x="417" y="684"/>
                  </a:cubicBezTo>
                  <a:cubicBezTo>
                    <a:pt x="381" y="720"/>
                    <a:pt x="381" y="720"/>
                    <a:pt x="381" y="720"/>
                  </a:cubicBezTo>
                  <a:cubicBezTo>
                    <a:pt x="377" y="725"/>
                    <a:pt x="370" y="728"/>
                    <a:pt x="364" y="728"/>
                  </a:cubicBezTo>
                  <a:cubicBezTo>
                    <a:pt x="358" y="728"/>
                    <a:pt x="352" y="725"/>
                    <a:pt x="347" y="720"/>
                  </a:cubicBezTo>
                  <a:cubicBezTo>
                    <a:pt x="8" y="381"/>
                    <a:pt x="8" y="381"/>
                    <a:pt x="8" y="381"/>
                  </a:cubicBezTo>
                  <a:cubicBezTo>
                    <a:pt x="3" y="376"/>
                    <a:pt x="0" y="369"/>
                    <a:pt x="0" y="364"/>
                  </a:cubicBezTo>
                  <a:cubicBezTo>
                    <a:pt x="0" y="358"/>
                    <a:pt x="3" y="351"/>
                    <a:pt x="8" y="347"/>
                  </a:cubicBezTo>
                  <a:cubicBezTo>
                    <a:pt x="347" y="7"/>
                    <a:pt x="347" y="7"/>
                    <a:pt x="347" y="7"/>
                  </a:cubicBezTo>
                  <a:cubicBezTo>
                    <a:pt x="352" y="3"/>
                    <a:pt x="358" y="0"/>
                    <a:pt x="364" y="0"/>
                  </a:cubicBezTo>
                  <a:cubicBezTo>
                    <a:pt x="370" y="0"/>
                    <a:pt x="377" y="3"/>
                    <a:pt x="381" y="7"/>
                  </a:cubicBezTo>
                  <a:cubicBezTo>
                    <a:pt x="417" y="44"/>
                    <a:pt x="417" y="44"/>
                    <a:pt x="417" y="44"/>
                  </a:cubicBezTo>
                  <a:cubicBezTo>
                    <a:pt x="422" y="48"/>
                    <a:pt x="425" y="54"/>
                    <a:pt x="425" y="60"/>
                  </a:cubicBezTo>
                  <a:cubicBezTo>
                    <a:pt x="425" y="66"/>
                    <a:pt x="422" y="73"/>
                    <a:pt x="417" y="77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30" name="Freeform 29">
              <a:hlinkClick r:id="" action="ppaction://hlinkshowjump?jump=nextslide"/>
            </p:cNvPr>
            <p:cNvSpPr>
              <a:spLocks noEditPoints="1"/>
            </p:cNvSpPr>
            <p:nvPr userDrawn="1"/>
          </p:nvSpPr>
          <p:spPr bwMode="auto">
            <a:xfrm>
              <a:off x="4328868" y="5502988"/>
              <a:ext cx="500307" cy="493774"/>
            </a:xfrm>
            <a:custGeom>
              <a:avLst/>
              <a:gdLst>
                <a:gd name="T0" fmla="*/ 2355 w 2753"/>
                <a:gd name="T1" fmla="*/ 114 h 2716"/>
                <a:gd name="T2" fmla="*/ 2639 w 2753"/>
                <a:gd name="T3" fmla="*/ 399 h 2716"/>
                <a:gd name="T4" fmla="*/ 2639 w 2753"/>
                <a:gd name="T5" fmla="*/ 2317 h 2716"/>
                <a:gd name="T6" fmla="*/ 2355 w 2753"/>
                <a:gd name="T7" fmla="*/ 2602 h 2716"/>
                <a:gd name="T8" fmla="*/ 398 w 2753"/>
                <a:gd name="T9" fmla="*/ 2602 h 2716"/>
                <a:gd name="T10" fmla="*/ 113 w 2753"/>
                <a:gd name="T11" fmla="*/ 2317 h 2716"/>
                <a:gd name="T12" fmla="*/ 113 w 2753"/>
                <a:gd name="T13" fmla="*/ 399 h 2716"/>
                <a:gd name="T14" fmla="*/ 398 w 2753"/>
                <a:gd name="T15" fmla="*/ 114 h 2716"/>
                <a:gd name="T16" fmla="*/ 2355 w 2753"/>
                <a:gd name="T17" fmla="*/ 114 h 2716"/>
                <a:gd name="T18" fmla="*/ 2355 w 2753"/>
                <a:gd name="T19" fmla="*/ 0 h 2716"/>
                <a:gd name="T20" fmla="*/ 398 w 2753"/>
                <a:gd name="T21" fmla="*/ 0 h 2716"/>
                <a:gd name="T22" fmla="*/ 0 w 2753"/>
                <a:gd name="T23" fmla="*/ 399 h 2716"/>
                <a:gd name="T24" fmla="*/ 0 w 2753"/>
                <a:gd name="T25" fmla="*/ 2317 h 2716"/>
                <a:gd name="T26" fmla="*/ 398 w 2753"/>
                <a:gd name="T27" fmla="*/ 2716 h 2716"/>
                <a:gd name="T28" fmla="*/ 2355 w 2753"/>
                <a:gd name="T29" fmla="*/ 2716 h 2716"/>
                <a:gd name="T30" fmla="*/ 2753 w 2753"/>
                <a:gd name="T31" fmla="*/ 2317 h 2716"/>
                <a:gd name="T32" fmla="*/ 2753 w 2753"/>
                <a:gd name="T33" fmla="*/ 399 h 2716"/>
                <a:gd name="T34" fmla="*/ 2355 w 2753"/>
                <a:gd name="T35" fmla="*/ 0 h 27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53" h="2716">
                  <a:moveTo>
                    <a:pt x="2355" y="114"/>
                  </a:moveTo>
                  <a:cubicBezTo>
                    <a:pt x="2512" y="114"/>
                    <a:pt x="2639" y="242"/>
                    <a:pt x="2639" y="399"/>
                  </a:cubicBezTo>
                  <a:cubicBezTo>
                    <a:pt x="2639" y="2317"/>
                    <a:pt x="2639" y="2317"/>
                    <a:pt x="2639" y="2317"/>
                  </a:cubicBezTo>
                  <a:cubicBezTo>
                    <a:pt x="2639" y="2474"/>
                    <a:pt x="2512" y="2602"/>
                    <a:pt x="2355" y="2602"/>
                  </a:cubicBezTo>
                  <a:cubicBezTo>
                    <a:pt x="398" y="2602"/>
                    <a:pt x="398" y="2602"/>
                    <a:pt x="398" y="2602"/>
                  </a:cubicBezTo>
                  <a:cubicBezTo>
                    <a:pt x="241" y="2602"/>
                    <a:pt x="113" y="2474"/>
                    <a:pt x="113" y="2317"/>
                  </a:cubicBezTo>
                  <a:cubicBezTo>
                    <a:pt x="113" y="399"/>
                    <a:pt x="113" y="399"/>
                    <a:pt x="113" y="399"/>
                  </a:cubicBezTo>
                  <a:cubicBezTo>
                    <a:pt x="113" y="242"/>
                    <a:pt x="241" y="114"/>
                    <a:pt x="398" y="114"/>
                  </a:cubicBezTo>
                  <a:cubicBezTo>
                    <a:pt x="2355" y="114"/>
                    <a:pt x="2355" y="114"/>
                    <a:pt x="2355" y="114"/>
                  </a:cubicBezTo>
                  <a:moveTo>
                    <a:pt x="2355" y="0"/>
                  </a:moveTo>
                  <a:cubicBezTo>
                    <a:pt x="398" y="0"/>
                    <a:pt x="398" y="0"/>
                    <a:pt x="398" y="0"/>
                  </a:cubicBezTo>
                  <a:cubicBezTo>
                    <a:pt x="178" y="0"/>
                    <a:pt x="0" y="179"/>
                    <a:pt x="0" y="399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0" y="2538"/>
                    <a:pt x="178" y="2716"/>
                    <a:pt x="398" y="2716"/>
                  </a:cubicBezTo>
                  <a:cubicBezTo>
                    <a:pt x="2355" y="2716"/>
                    <a:pt x="2355" y="2716"/>
                    <a:pt x="2355" y="2716"/>
                  </a:cubicBezTo>
                  <a:cubicBezTo>
                    <a:pt x="2575" y="2716"/>
                    <a:pt x="2753" y="2538"/>
                    <a:pt x="2753" y="2317"/>
                  </a:cubicBezTo>
                  <a:cubicBezTo>
                    <a:pt x="2753" y="399"/>
                    <a:pt x="2753" y="399"/>
                    <a:pt x="2753" y="399"/>
                  </a:cubicBezTo>
                  <a:cubicBezTo>
                    <a:pt x="2753" y="179"/>
                    <a:pt x="2575" y="0"/>
                    <a:pt x="2355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  <p:sp>
        <p:nvSpPr>
          <p:cNvPr id="31" name="Freeform 5"/>
          <p:cNvSpPr>
            <a:spLocks/>
          </p:cNvSpPr>
          <p:nvPr userDrawn="1"/>
        </p:nvSpPr>
        <p:spPr bwMode="auto">
          <a:xfrm flipH="1">
            <a:off x="11486507" y="174661"/>
            <a:ext cx="530831" cy="530831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2" name="TextBox 31"/>
          <p:cNvSpPr txBox="1"/>
          <p:nvPr userDrawn="1"/>
        </p:nvSpPr>
        <p:spPr>
          <a:xfrm>
            <a:off x="11526134" y="245136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60E2A6B-A809-4840-BF14-8648BC0BDF87}" type="slidenum">
              <a:rPr lang="id-ID" sz="1800" b="1" smtClean="0">
                <a:solidFill>
                  <a:schemeClr val="tx2">
                    <a:lumMod val="50000"/>
                  </a:schemeClr>
                </a:solidFill>
              </a:rPr>
              <a:pPr algn="ctr"/>
              <a:t>‹#›</a:t>
            </a:fld>
            <a:endParaRPr lang="id-ID" sz="18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5265737" y="921256"/>
            <a:ext cx="1660525" cy="1658937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3603751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00"/>
                            </p:stCondLst>
                            <p:childTnLst>
                              <p:par>
                                <p:cTn id="57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31" grpId="0" animBg="1"/>
      <p:bldP spid="32" grpId="0"/>
    </p:bldLst>
  </p:timing>
  <p:extLst mod="1"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 flipV="1">
            <a:off x="0" y="4152122"/>
            <a:ext cx="12192000" cy="2705878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4" name="Freeform 5"/>
          <p:cNvSpPr>
            <a:spLocks/>
          </p:cNvSpPr>
          <p:nvPr userDrawn="1"/>
        </p:nvSpPr>
        <p:spPr bwMode="auto">
          <a:xfrm flipH="1">
            <a:off x="9930136" y="-637092"/>
            <a:ext cx="2711791" cy="2711789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15" name="Freeform 5"/>
          <p:cNvSpPr>
            <a:spLocks/>
          </p:cNvSpPr>
          <p:nvPr userDrawn="1"/>
        </p:nvSpPr>
        <p:spPr bwMode="auto">
          <a:xfrm flipH="1">
            <a:off x="8535301" y="921256"/>
            <a:ext cx="982576" cy="982576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16" name="Freeform 5"/>
          <p:cNvSpPr>
            <a:spLocks/>
          </p:cNvSpPr>
          <p:nvPr userDrawn="1"/>
        </p:nvSpPr>
        <p:spPr bwMode="auto">
          <a:xfrm flipH="1">
            <a:off x="8690348" y="-296897"/>
            <a:ext cx="672480" cy="67248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17" name="Freeform 5"/>
          <p:cNvSpPr>
            <a:spLocks/>
          </p:cNvSpPr>
          <p:nvPr userDrawn="1"/>
        </p:nvSpPr>
        <p:spPr bwMode="auto">
          <a:xfrm flipH="1">
            <a:off x="6892774" y="1381250"/>
            <a:ext cx="1081310" cy="108131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18" name="Freeform 5"/>
          <p:cNvSpPr>
            <a:spLocks/>
          </p:cNvSpPr>
          <p:nvPr userDrawn="1"/>
        </p:nvSpPr>
        <p:spPr bwMode="auto">
          <a:xfrm flipH="1">
            <a:off x="7644119" y="215697"/>
            <a:ext cx="521440" cy="52144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19" name="Freeform 5"/>
          <p:cNvSpPr>
            <a:spLocks/>
          </p:cNvSpPr>
          <p:nvPr userDrawn="1"/>
        </p:nvSpPr>
        <p:spPr bwMode="auto">
          <a:xfrm flipH="1">
            <a:off x="9305255" y="2655843"/>
            <a:ext cx="1337469" cy="1337469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0" name="Freeform 5"/>
          <p:cNvSpPr>
            <a:spLocks/>
          </p:cNvSpPr>
          <p:nvPr userDrawn="1"/>
        </p:nvSpPr>
        <p:spPr bwMode="auto">
          <a:xfrm flipH="1">
            <a:off x="11073361" y="2461388"/>
            <a:ext cx="672480" cy="67248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1" name="Freeform 5"/>
          <p:cNvSpPr>
            <a:spLocks/>
          </p:cNvSpPr>
          <p:nvPr userDrawn="1"/>
        </p:nvSpPr>
        <p:spPr bwMode="auto">
          <a:xfrm flipH="1">
            <a:off x="10870156" y="3855256"/>
            <a:ext cx="521440" cy="52144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2" name="Freeform 5"/>
          <p:cNvSpPr>
            <a:spLocks/>
          </p:cNvSpPr>
          <p:nvPr userDrawn="1"/>
        </p:nvSpPr>
        <p:spPr bwMode="auto">
          <a:xfrm flipH="1">
            <a:off x="8352858" y="2453988"/>
            <a:ext cx="521761" cy="521761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3" name="Freeform 5"/>
          <p:cNvSpPr>
            <a:spLocks/>
          </p:cNvSpPr>
          <p:nvPr userDrawn="1"/>
        </p:nvSpPr>
        <p:spPr bwMode="auto">
          <a:xfrm flipH="1">
            <a:off x="11801991" y="3355185"/>
            <a:ext cx="672480" cy="67248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4" name="Freeform 5"/>
          <p:cNvSpPr>
            <a:spLocks/>
          </p:cNvSpPr>
          <p:nvPr userDrawn="1"/>
        </p:nvSpPr>
        <p:spPr bwMode="auto">
          <a:xfrm flipH="1">
            <a:off x="12086289" y="2172540"/>
            <a:ext cx="385460" cy="38546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grpSp>
        <p:nvGrpSpPr>
          <p:cNvPr id="25" name="Group 24"/>
          <p:cNvGrpSpPr/>
          <p:nvPr userDrawn="1"/>
        </p:nvGrpSpPr>
        <p:grpSpPr>
          <a:xfrm>
            <a:off x="347419" y="6409324"/>
            <a:ext cx="224082" cy="221156"/>
            <a:chOff x="4328868" y="5502988"/>
            <a:chExt cx="500307" cy="493774"/>
          </a:xfrm>
        </p:grpSpPr>
        <p:sp>
          <p:nvSpPr>
            <p:cNvPr id="26" name="Freeform 25">
              <a:hlinkClick r:id="" action="ppaction://hlinkshowjump?jump=previousslide"/>
            </p:cNvPr>
            <p:cNvSpPr>
              <a:spLocks/>
            </p:cNvSpPr>
            <p:nvPr userDrawn="1"/>
          </p:nvSpPr>
          <p:spPr bwMode="auto">
            <a:xfrm>
              <a:off x="4520555" y="5649754"/>
              <a:ext cx="116933" cy="200242"/>
            </a:xfrm>
            <a:custGeom>
              <a:avLst/>
              <a:gdLst>
                <a:gd name="T0" fmla="*/ 417 w 425"/>
                <a:gd name="T1" fmla="*/ 77 h 728"/>
                <a:gd name="T2" fmla="*/ 131 w 425"/>
                <a:gd name="T3" fmla="*/ 364 h 728"/>
                <a:gd name="T4" fmla="*/ 417 w 425"/>
                <a:gd name="T5" fmla="*/ 650 h 728"/>
                <a:gd name="T6" fmla="*/ 425 w 425"/>
                <a:gd name="T7" fmla="*/ 667 h 728"/>
                <a:gd name="T8" fmla="*/ 417 w 425"/>
                <a:gd name="T9" fmla="*/ 684 h 728"/>
                <a:gd name="T10" fmla="*/ 381 w 425"/>
                <a:gd name="T11" fmla="*/ 720 h 728"/>
                <a:gd name="T12" fmla="*/ 364 w 425"/>
                <a:gd name="T13" fmla="*/ 728 h 728"/>
                <a:gd name="T14" fmla="*/ 347 w 425"/>
                <a:gd name="T15" fmla="*/ 720 h 728"/>
                <a:gd name="T16" fmla="*/ 8 w 425"/>
                <a:gd name="T17" fmla="*/ 381 h 728"/>
                <a:gd name="T18" fmla="*/ 0 w 425"/>
                <a:gd name="T19" fmla="*/ 364 h 728"/>
                <a:gd name="T20" fmla="*/ 8 w 425"/>
                <a:gd name="T21" fmla="*/ 347 h 728"/>
                <a:gd name="T22" fmla="*/ 347 w 425"/>
                <a:gd name="T23" fmla="*/ 7 h 728"/>
                <a:gd name="T24" fmla="*/ 364 w 425"/>
                <a:gd name="T25" fmla="*/ 0 h 728"/>
                <a:gd name="T26" fmla="*/ 381 w 425"/>
                <a:gd name="T27" fmla="*/ 7 h 728"/>
                <a:gd name="T28" fmla="*/ 417 w 425"/>
                <a:gd name="T29" fmla="*/ 44 h 728"/>
                <a:gd name="T30" fmla="*/ 425 w 425"/>
                <a:gd name="T31" fmla="*/ 60 h 728"/>
                <a:gd name="T32" fmla="*/ 417 w 425"/>
                <a:gd name="T33" fmla="*/ 77 h 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25" h="728">
                  <a:moveTo>
                    <a:pt x="417" y="77"/>
                  </a:moveTo>
                  <a:cubicBezTo>
                    <a:pt x="131" y="364"/>
                    <a:pt x="131" y="364"/>
                    <a:pt x="131" y="364"/>
                  </a:cubicBezTo>
                  <a:cubicBezTo>
                    <a:pt x="417" y="650"/>
                    <a:pt x="417" y="650"/>
                    <a:pt x="417" y="650"/>
                  </a:cubicBezTo>
                  <a:cubicBezTo>
                    <a:pt x="422" y="655"/>
                    <a:pt x="425" y="661"/>
                    <a:pt x="425" y="667"/>
                  </a:cubicBezTo>
                  <a:cubicBezTo>
                    <a:pt x="425" y="673"/>
                    <a:pt x="422" y="680"/>
                    <a:pt x="417" y="684"/>
                  </a:cubicBezTo>
                  <a:cubicBezTo>
                    <a:pt x="381" y="720"/>
                    <a:pt x="381" y="720"/>
                    <a:pt x="381" y="720"/>
                  </a:cubicBezTo>
                  <a:cubicBezTo>
                    <a:pt x="377" y="725"/>
                    <a:pt x="370" y="728"/>
                    <a:pt x="364" y="728"/>
                  </a:cubicBezTo>
                  <a:cubicBezTo>
                    <a:pt x="358" y="728"/>
                    <a:pt x="352" y="725"/>
                    <a:pt x="347" y="720"/>
                  </a:cubicBezTo>
                  <a:cubicBezTo>
                    <a:pt x="8" y="381"/>
                    <a:pt x="8" y="381"/>
                    <a:pt x="8" y="381"/>
                  </a:cubicBezTo>
                  <a:cubicBezTo>
                    <a:pt x="3" y="376"/>
                    <a:pt x="0" y="369"/>
                    <a:pt x="0" y="364"/>
                  </a:cubicBezTo>
                  <a:cubicBezTo>
                    <a:pt x="0" y="358"/>
                    <a:pt x="3" y="351"/>
                    <a:pt x="8" y="347"/>
                  </a:cubicBezTo>
                  <a:cubicBezTo>
                    <a:pt x="347" y="7"/>
                    <a:pt x="347" y="7"/>
                    <a:pt x="347" y="7"/>
                  </a:cubicBezTo>
                  <a:cubicBezTo>
                    <a:pt x="352" y="3"/>
                    <a:pt x="358" y="0"/>
                    <a:pt x="364" y="0"/>
                  </a:cubicBezTo>
                  <a:cubicBezTo>
                    <a:pt x="370" y="0"/>
                    <a:pt x="377" y="3"/>
                    <a:pt x="381" y="7"/>
                  </a:cubicBezTo>
                  <a:cubicBezTo>
                    <a:pt x="417" y="44"/>
                    <a:pt x="417" y="44"/>
                    <a:pt x="417" y="44"/>
                  </a:cubicBezTo>
                  <a:cubicBezTo>
                    <a:pt x="422" y="48"/>
                    <a:pt x="425" y="54"/>
                    <a:pt x="425" y="60"/>
                  </a:cubicBezTo>
                  <a:cubicBezTo>
                    <a:pt x="425" y="66"/>
                    <a:pt x="422" y="73"/>
                    <a:pt x="417" y="77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27" name="Freeform 26">
              <a:hlinkClick r:id="" action="ppaction://hlinkshowjump?jump=previousslide"/>
            </p:cNvPr>
            <p:cNvSpPr>
              <a:spLocks noEditPoints="1"/>
            </p:cNvSpPr>
            <p:nvPr userDrawn="1"/>
          </p:nvSpPr>
          <p:spPr bwMode="auto">
            <a:xfrm>
              <a:off x="4328868" y="5502988"/>
              <a:ext cx="500307" cy="493774"/>
            </a:xfrm>
            <a:custGeom>
              <a:avLst/>
              <a:gdLst>
                <a:gd name="T0" fmla="*/ 2355 w 2753"/>
                <a:gd name="T1" fmla="*/ 114 h 2716"/>
                <a:gd name="T2" fmla="*/ 2639 w 2753"/>
                <a:gd name="T3" fmla="*/ 399 h 2716"/>
                <a:gd name="T4" fmla="*/ 2639 w 2753"/>
                <a:gd name="T5" fmla="*/ 2317 h 2716"/>
                <a:gd name="T6" fmla="*/ 2355 w 2753"/>
                <a:gd name="T7" fmla="*/ 2602 h 2716"/>
                <a:gd name="T8" fmla="*/ 398 w 2753"/>
                <a:gd name="T9" fmla="*/ 2602 h 2716"/>
                <a:gd name="T10" fmla="*/ 113 w 2753"/>
                <a:gd name="T11" fmla="*/ 2317 h 2716"/>
                <a:gd name="T12" fmla="*/ 113 w 2753"/>
                <a:gd name="T13" fmla="*/ 399 h 2716"/>
                <a:gd name="T14" fmla="*/ 398 w 2753"/>
                <a:gd name="T15" fmla="*/ 114 h 2716"/>
                <a:gd name="T16" fmla="*/ 2355 w 2753"/>
                <a:gd name="T17" fmla="*/ 114 h 2716"/>
                <a:gd name="T18" fmla="*/ 2355 w 2753"/>
                <a:gd name="T19" fmla="*/ 0 h 2716"/>
                <a:gd name="T20" fmla="*/ 398 w 2753"/>
                <a:gd name="T21" fmla="*/ 0 h 2716"/>
                <a:gd name="T22" fmla="*/ 0 w 2753"/>
                <a:gd name="T23" fmla="*/ 399 h 2716"/>
                <a:gd name="T24" fmla="*/ 0 w 2753"/>
                <a:gd name="T25" fmla="*/ 2317 h 2716"/>
                <a:gd name="T26" fmla="*/ 398 w 2753"/>
                <a:gd name="T27" fmla="*/ 2716 h 2716"/>
                <a:gd name="T28" fmla="*/ 2355 w 2753"/>
                <a:gd name="T29" fmla="*/ 2716 h 2716"/>
                <a:gd name="T30" fmla="*/ 2753 w 2753"/>
                <a:gd name="T31" fmla="*/ 2317 h 2716"/>
                <a:gd name="T32" fmla="*/ 2753 w 2753"/>
                <a:gd name="T33" fmla="*/ 399 h 2716"/>
                <a:gd name="T34" fmla="*/ 2355 w 2753"/>
                <a:gd name="T35" fmla="*/ 0 h 27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53" h="2716">
                  <a:moveTo>
                    <a:pt x="2355" y="114"/>
                  </a:moveTo>
                  <a:cubicBezTo>
                    <a:pt x="2512" y="114"/>
                    <a:pt x="2639" y="242"/>
                    <a:pt x="2639" y="399"/>
                  </a:cubicBezTo>
                  <a:cubicBezTo>
                    <a:pt x="2639" y="2317"/>
                    <a:pt x="2639" y="2317"/>
                    <a:pt x="2639" y="2317"/>
                  </a:cubicBezTo>
                  <a:cubicBezTo>
                    <a:pt x="2639" y="2474"/>
                    <a:pt x="2512" y="2602"/>
                    <a:pt x="2355" y="2602"/>
                  </a:cubicBezTo>
                  <a:cubicBezTo>
                    <a:pt x="398" y="2602"/>
                    <a:pt x="398" y="2602"/>
                    <a:pt x="398" y="2602"/>
                  </a:cubicBezTo>
                  <a:cubicBezTo>
                    <a:pt x="241" y="2602"/>
                    <a:pt x="113" y="2474"/>
                    <a:pt x="113" y="2317"/>
                  </a:cubicBezTo>
                  <a:cubicBezTo>
                    <a:pt x="113" y="399"/>
                    <a:pt x="113" y="399"/>
                    <a:pt x="113" y="399"/>
                  </a:cubicBezTo>
                  <a:cubicBezTo>
                    <a:pt x="113" y="242"/>
                    <a:pt x="241" y="114"/>
                    <a:pt x="398" y="114"/>
                  </a:cubicBezTo>
                  <a:cubicBezTo>
                    <a:pt x="2355" y="114"/>
                    <a:pt x="2355" y="114"/>
                    <a:pt x="2355" y="114"/>
                  </a:cubicBezTo>
                  <a:moveTo>
                    <a:pt x="2355" y="0"/>
                  </a:moveTo>
                  <a:cubicBezTo>
                    <a:pt x="398" y="0"/>
                    <a:pt x="398" y="0"/>
                    <a:pt x="398" y="0"/>
                  </a:cubicBezTo>
                  <a:cubicBezTo>
                    <a:pt x="178" y="0"/>
                    <a:pt x="0" y="179"/>
                    <a:pt x="0" y="399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0" y="2538"/>
                    <a:pt x="178" y="2716"/>
                    <a:pt x="398" y="2716"/>
                  </a:cubicBezTo>
                  <a:cubicBezTo>
                    <a:pt x="2355" y="2716"/>
                    <a:pt x="2355" y="2716"/>
                    <a:pt x="2355" y="2716"/>
                  </a:cubicBezTo>
                  <a:cubicBezTo>
                    <a:pt x="2575" y="2716"/>
                    <a:pt x="2753" y="2538"/>
                    <a:pt x="2753" y="2317"/>
                  </a:cubicBezTo>
                  <a:cubicBezTo>
                    <a:pt x="2753" y="399"/>
                    <a:pt x="2753" y="399"/>
                    <a:pt x="2753" y="399"/>
                  </a:cubicBezTo>
                  <a:cubicBezTo>
                    <a:pt x="2753" y="179"/>
                    <a:pt x="2575" y="0"/>
                    <a:pt x="2355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  <p:grpSp>
        <p:nvGrpSpPr>
          <p:cNvPr id="28" name="Group 27"/>
          <p:cNvGrpSpPr/>
          <p:nvPr userDrawn="1"/>
        </p:nvGrpSpPr>
        <p:grpSpPr>
          <a:xfrm flipH="1">
            <a:off x="657355" y="6409324"/>
            <a:ext cx="224082" cy="221156"/>
            <a:chOff x="4328868" y="5502988"/>
            <a:chExt cx="500307" cy="493774"/>
          </a:xfrm>
        </p:grpSpPr>
        <p:sp>
          <p:nvSpPr>
            <p:cNvPr id="29" name="Freeform 28">
              <a:hlinkClick r:id="" action="ppaction://hlinkshowjump?jump=nextslide"/>
            </p:cNvPr>
            <p:cNvSpPr>
              <a:spLocks/>
            </p:cNvSpPr>
            <p:nvPr userDrawn="1"/>
          </p:nvSpPr>
          <p:spPr bwMode="auto">
            <a:xfrm>
              <a:off x="4520556" y="5649754"/>
              <a:ext cx="116933" cy="200242"/>
            </a:xfrm>
            <a:custGeom>
              <a:avLst/>
              <a:gdLst>
                <a:gd name="T0" fmla="*/ 417 w 425"/>
                <a:gd name="T1" fmla="*/ 77 h 728"/>
                <a:gd name="T2" fmla="*/ 131 w 425"/>
                <a:gd name="T3" fmla="*/ 364 h 728"/>
                <a:gd name="T4" fmla="*/ 417 w 425"/>
                <a:gd name="T5" fmla="*/ 650 h 728"/>
                <a:gd name="T6" fmla="*/ 425 w 425"/>
                <a:gd name="T7" fmla="*/ 667 h 728"/>
                <a:gd name="T8" fmla="*/ 417 w 425"/>
                <a:gd name="T9" fmla="*/ 684 h 728"/>
                <a:gd name="T10" fmla="*/ 381 w 425"/>
                <a:gd name="T11" fmla="*/ 720 h 728"/>
                <a:gd name="T12" fmla="*/ 364 w 425"/>
                <a:gd name="T13" fmla="*/ 728 h 728"/>
                <a:gd name="T14" fmla="*/ 347 w 425"/>
                <a:gd name="T15" fmla="*/ 720 h 728"/>
                <a:gd name="T16" fmla="*/ 8 w 425"/>
                <a:gd name="T17" fmla="*/ 381 h 728"/>
                <a:gd name="T18" fmla="*/ 0 w 425"/>
                <a:gd name="T19" fmla="*/ 364 h 728"/>
                <a:gd name="T20" fmla="*/ 8 w 425"/>
                <a:gd name="T21" fmla="*/ 347 h 728"/>
                <a:gd name="T22" fmla="*/ 347 w 425"/>
                <a:gd name="T23" fmla="*/ 7 h 728"/>
                <a:gd name="T24" fmla="*/ 364 w 425"/>
                <a:gd name="T25" fmla="*/ 0 h 728"/>
                <a:gd name="T26" fmla="*/ 381 w 425"/>
                <a:gd name="T27" fmla="*/ 7 h 728"/>
                <a:gd name="T28" fmla="*/ 417 w 425"/>
                <a:gd name="T29" fmla="*/ 44 h 728"/>
                <a:gd name="T30" fmla="*/ 425 w 425"/>
                <a:gd name="T31" fmla="*/ 60 h 728"/>
                <a:gd name="T32" fmla="*/ 417 w 425"/>
                <a:gd name="T33" fmla="*/ 77 h 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25" h="728">
                  <a:moveTo>
                    <a:pt x="417" y="77"/>
                  </a:moveTo>
                  <a:cubicBezTo>
                    <a:pt x="131" y="364"/>
                    <a:pt x="131" y="364"/>
                    <a:pt x="131" y="364"/>
                  </a:cubicBezTo>
                  <a:cubicBezTo>
                    <a:pt x="417" y="650"/>
                    <a:pt x="417" y="650"/>
                    <a:pt x="417" y="650"/>
                  </a:cubicBezTo>
                  <a:cubicBezTo>
                    <a:pt x="422" y="655"/>
                    <a:pt x="425" y="661"/>
                    <a:pt x="425" y="667"/>
                  </a:cubicBezTo>
                  <a:cubicBezTo>
                    <a:pt x="425" y="673"/>
                    <a:pt x="422" y="680"/>
                    <a:pt x="417" y="684"/>
                  </a:cubicBezTo>
                  <a:cubicBezTo>
                    <a:pt x="381" y="720"/>
                    <a:pt x="381" y="720"/>
                    <a:pt x="381" y="720"/>
                  </a:cubicBezTo>
                  <a:cubicBezTo>
                    <a:pt x="377" y="725"/>
                    <a:pt x="370" y="728"/>
                    <a:pt x="364" y="728"/>
                  </a:cubicBezTo>
                  <a:cubicBezTo>
                    <a:pt x="358" y="728"/>
                    <a:pt x="352" y="725"/>
                    <a:pt x="347" y="720"/>
                  </a:cubicBezTo>
                  <a:cubicBezTo>
                    <a:pt x="8" y="381"/>
                    <a:pt x="8" y="381"/>
                    <a:pt x="8" y="381"/>
                  </a:cubicBezTo>
                  <a:cubicBezTo>
                    <a:pt x="3" y="376"/>
                    <a:pt x="0" y="369"/>
                    <a:pt x="0" y="364"/>
                  </a:cubicBezTo>
                  <a:cubicBezTo>
                    <a:pt x="0" y="358"/>
                    <a:pt x="3" y="351"/>
                    <a:pt x="8" y="347"/>
                  </a:cubicBezTo>
                  <a:cubicBezTo>
                    <a:pt x="347" y="7"/>
                    <a:pt x="347" y="7"/>
                    <a:pt x="347" y="7"/>
                  </a:cubicBezTo>
                  <a:cubicBezTo>
                    <a:pt x="352" y="3"/>
                    <a:pt x="358" y="0"/>
                    <a:pt x="364" y="0"/>
                  </a:cubicBezTo>
                  <a:cubicBezTo>
                    <a:pt x="370" y="0"/>
                    <a:pt x="377" y="3"/>
                    <a:pt x="381" y="7"/>
                  </a:cubicBezTo>
                  <a:cubicBezTo>
                    <a:pt x="417" y="44"/>
                    <a:pt x="417" y="44"/>
                    <a:pt x="417" y="44"/>
                  </a:cubicBezTo>
                  <a:cubicBezTo>
                    <a:pt x="422" y="48"/>
                    <a:pt x="425" y="54"/>
                    <a:pt x="425" y="60"/>
                  </a:cubicBezTo>
                  <a:cubicBezTo>
                    <a:pt x="425" y="66"/>
                    <a:pt x="422" y="73"/>
                    <a:pt x="417" y="77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30" name="Freeform 29">
              <a:hlinkClick r:id="" action="ppaction://hlinkshowjump?jump=nextslide"/>
            </p:cNvPr>
            <p:cNvSpPr>
              <a:spLocks noEditPoints="1"/>
            </p:cNvSpPr>
            <p:nvPr userDrawn="1"/>
          </p:nvSpPr>
          <p:spPr bwMode="auto">
            <a:xfrm>
              <a:off x="4328868" y="5502988"/>
              <a:ext cx="500307" cy="493774"/>
            </a:xfrm>
            <a:custGeom>
              <a:avLst/>
              <a:gdLst>
                <a:gd name="T0" fmla="*/ 2355 w 2753"/>
                <a:gd name="T1" fmla="*/ 114 h 2716"/>
                <a:gd name="T2" fmla="*/ 2639 w 2753"/>
                <a:gd name="T3" fmla="*/ 399 h 2716"/>
                <a:gd name="T4" fmla="*/ 2639 w 2753"/>
                <a:gd name="T5" fmla="*/ 2317 h 2716"/>
                <a:gd name="T6" fmla="*/ 2355 w 2753"/>
                <a:gd name="T7" fmla="*/ 2602 h 2716"/>
                <a:gd name="T8" fmla="*/ 398 w 2753"/>
                <a:gd name="T9" fmla="*/ 2602 h 2716"/>
                <a:gd name="T10" fmla="*/ 113 w 2753"/>
                <a:gd name="T11" fmla="*/ 2317 h 2716"/>
                <a:gd name="T12" fmla="*/ 113 w 2753"/>
                <a:gd name="T13" fmla="*/ 399 h 2716"/>
                <a:gd name="T14" fmla="*/ 398 w 2753"/>
                <a:gd name="T15" fmla="*/ 114 h 2716"/>
                <a:gd name="T16" fmla="*/ 2355 w 2753"/>
                <a:gd name="T17" fmla="*/ 114 h 2716"/>
                <a:gd name="T18" fmla="*/ 2355 w 2753"/>
                <a:gd name="T19" fmla="*/ 0 h 2716"/>
                <a:gd name="T20" fmla="*/ 398 w 2753"/>
                <a:gd name="T21" fmla="*/ 0 h 2716"/>
                <a:gd name="T22" fmla="*/ 0 w 2753"/>
                <a:gd name="T23" fmla="*/ 399 h 2716"/>
                <a:gd name="T24" fmla="*/ 0 w 2753"/>
                <a:gd name="T25" fmla="*/ 2317 h 2716"/>
                <a:gd name="T26" fmla="*/ 398 w 2753"/>
                <a:gd name="T27" fmla="*/ 2716 h 2716"/>
                <a:gd name="T28" fmla="*/ 2355 w 2753"/>
                <a:gd name="T29" fmla="*/ 2716 h 2716"/>
                <a:gd name="T30" fmla="*/ 2753 w 2753"/>
                <a:gd name="T31" fmla="*/ 2317 h 2716"/>
                <a:gd name="T32" fmla="*/ 2753 w 2753"/>
                <a:gd name="T33" fmla="*/ 399 h 2716"/>
                <a:gd name="T34" fmla="*/ 2355 w 2753"/>
                <a:gd name="T35" fmla="*/ 0 h 27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53" h="2716">
                  <a:moveTo>
                    <a:pt x="2355" y="114"/>
                  </a:moveTo>
                  <a:cubicBezTo>
                    <a:pt x="2512" y="114"/>
                    <a:pt x="2639" y="242"/>
                    <a:pt x="2639" y="399"/>
                  </a:cubicBezTo>
                  <a:cubicBezTo>
                    <a:pt x="2639" y="2317"/>
                    <a:pt x="2639" y="2317"/>
                    <a:pt x="2639" y="2317"/>
                  </a:cubicBezTo>
                  <a:cubicBezTo>
                    <a:pt x="2639" y="2474"/>
                    <a:pt x="2512" y="2602"/>
                    <a:pt x="2355" y="2602"/>
                  </a:cubicBezTo>
                  <a:cubicBezTo>
                    <a:pt x="398" y="2602"/>
                    <a:pt x="398" y="2602"/>
                    <a:pt x="398" y="2602"/>
                  </a:cubicBezTo>
                  <a:cubicBezTo>
                    <a:pt x="241" y="2602"/>
                    <a:pt x="113" y="2474"/>
                    <a:pt x="113" y="2317"/>
                  </a:cubicBezTo>
                  <a:cubicBezTo>
                    <a:pt x="113" y="399"/>
                    <a:pt x="113" y="399"/>
                    <a:pt x="113" y="399"/>
                  </a:cubicBezTo>
                  <a:cubicBezTo>
                    <a:pt x="113" y="242"/>
                    <a:pt x="241" y="114"/>
                    <a:pt x="398" y="114"/>
                  </a:cubicBezTo>
                  <a:cubicBezTo>
                    <a:pt x="2355" y="114"/>
                    <a:pt x="2355" y="114"/>
                    <a:pt x="2355" y="114"/>
                  </a:cubicBezTo>
                  <a:moveTo>
                    <a:pt x="2355" y="0"/>
                  </a:moveTo>
                  <a:cubicBezTo>
                    <a:pt x="398" y="0"/>
                    <a:pt x="398" y="0"/>
                    <a:pt x="398" y="0"/>
                  </a:cubicBezTo>
                  <a:cubicBezTo>
                    <a:pt x="178" y="0"/>
                    <a:pt x="0" y="179"/>
                    <a:pt x="0" y="399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0" y="2538"/>
                    <a:pt x="178" y="2716"/>
                    <a:pt x="398" y="2716"/>
                  </a:cubicBezTo>
                  <a:cubicBezTo>
                    <a:pt x="2355" y="2716"/>
                    <a:pt x="2355" y="2716"/>
                    <a:pt x="2355" y="2716"/>
                  </a:cubicBezTo>
                  <a:cubicBezTo>
                    <a:pt x="2575" y="2716"/>
                    <a:pt x="2753" y="2538"/>
                    <a:pt x="2753" y="2317"/>
                  </a:cubicBezTo>
                  <a:cubicBezTo>
                    <a:pt x="2753" y="399"/>
                    <a:pt x="2753" y="399"/>
                    <a:pt x="2753" y="399"/>
                  </a:cubicBezTo>
                  <a:cubicBezTo>
                    <a:pt x="2753" y="179"/>
                    <a:pt x="2575" y="0"/>
                    <a:pt x="2355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  <p:sp>
        <p:nvSpPr>
          <p:cNvPr id="33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450174" y="1783861"/>
            <a:ext cx="1697846" cy="1697847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id-ID" dirty="0"/>
          </a:p>
        </p:txBody>
      </p:sp>
      <p:sp>
        <p:nvSpPr>
          <p:cNvPr id="34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3971864" y="1783861"/>
            <a:ext cx="1697846" cy="1697847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id-ID" dirty="0"/>
          </a:p>
        </p:txBody>
      </p:sp>
      <p:sp>
        <p:nvSpPr>
          <p:cNvPr id="35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6508785" y="1783861"/>
            <a:ext cx="1697846" cy="1697847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id-ID" dirty="0"/>
          </a:p>
        </p:txBody>
      </p:sp>
      <p:sp>
        <p:nvSpPr>
          <p:cNvPr id="36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9030475" y="1783861"/>
            <a:ext cx="1697846" cy="1697847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id-ID"/>
          </a:p>
        </p:txBody>
      </p:sp>
      <p:sp>
        <p:nvSpPr>
          <p:cNvPr id="37" name="Freeform 5"/>
          <p:cNvSpPr>
            <a:spLocks/>
          </p:cNvSpPr>
          <p:nvPr userDrawn="1"/>
        </p:nvSpPr>
        <p:spPr bwMode="auto">
          <a:xfrm flipH="1">
            <a:off x="11486507" y="174661"/>
            <a:ext cx="530831" cy="530831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tx2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8" name="TextBox 37"/>
          <p:cNvSpPr txBox="1"/>
          <p:nvPr userDrawn="1"/>
        </p:nvSpPr>
        <p:spPr>
          <a:xfrm>
            <a:off x="11526134" y="245136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60E2A6B-A809-4840-BF14-8648BC0BDF87}" type="slidenum">
              <a:rPr lang="id-ID" sz="1800" b="1" smtClean="0">
                <a:solidFill>
                  <a:schemeClr val="bg1"/>
                </a:solidFill>
              </a:rPr>
              <a:pPr algn="ctr"/>
              <a:t>‹#›</a:t>
            </a:fld>
            <a:endParaRPr lang="id-ID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3891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00"/>
                            </p:stCondLst>
                            <p:childTnLst>
                              <p:par>
                                <p:cTn id="5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37" grpId="0" animBg="1"/>
      <p:bldP spid="38" grpId="0"/>
    </p:bldLst>
  </p:timing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5"/>
          <p:cNvSpPr>
            <a:spLocks/>
          </p:cNvSpPr>
          <p:nvPr userDrawn="1"/>
        </p:nvSpPr>
        <p:spPr bwMode="auto">
          <a:xfrm flipH="1">
            <a:off x="9930136" y="-637092"/>
            <a:ext cx="2711791" cy="2711789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15" name="Freeform 5"/>
          <p:cNvSpPr>
            <a:spLocks/>
          </p:cNvSpPr>
          <p:nvPr userDrawn="1"/>
        </p:nvSpPr>
        <p:spPr bwMode="auto">
          <a:xfrm flipH="1">
            <a:off x="8535301" y="921256"/>
            <a:ext cx="982576" cy="982576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16" name="Freeform 5"/>
          <p:cNvSpPr>
            <a:spLocks/>
          </p:cNvSpPr>
          <p:nvPr userDrawn="1"/>
        </p:nvSpPr>
        <p:spPr bwMode="auto">
          <a:xfrm flipH="1">
            <a:off x="8690348" y="-296897"/>
            <a:ext cx="672480" cy="67248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17" name="Freeform 5"/>
          <p:cNvSpPr>
            <a:spLocks/>
          </p:cNvSpPr>
          <p:nvPr userDrawn="1"/>
        </p:nvSpPr>
        <p:spPr bwMode="auto">
          <a:xfrm flipH="1">
            <a:off x="6892774" y="1381250"/>
            <a:ext cx="1081310" cy="108131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18" name="Freeform 5"/>
          <p:cNvSpPr>
            <a:spLocks/>
          </p:cNvSpPr>
          <p:nvPr userDrawn="1"/>
        </p:nvSpPr>
        <p:spPr bwMode="auto">
          <a:xfrm flipH="1">
            <a:off x="7644119" y="215697"/>
            <a:ext cx="521440" cy="52144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19" name="Freeform 5"/>
          <p:cNvSpPr>
            <a:spLocks/>
          </p:cNvSpPr>
          <p:nvPr userDrawn="1"/>
        </p:nvSpPr>
        <p:spPr bwMode="auto">
          <a:xfrm flipH="1">
            <a:off x="9305255" y="2655843"/>
            <a:ext cx="1337469" cy="1337469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0" name="Freeform 5"/>
          <p:cNvSpPr>
            <a:spLocks/>
          </p:cNvSpPr>
          <p:nvPr userDrawn="1"/>
        </p:nvSpPr>
        <p:spPr bwMode="auto">
          <a:xfrm flipH="1">
            <a:off x="11073361" y="2461388"/>
            <a:ext cx="672480" cy="67248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1" name="Freeform 5"/>
          <p:cNvSpPr>
            <a:spLocks/>
          </p:cNvSpPr>
          <p:nvPr userDrawn="1"/>
        </p:nvSpPr>
        <p:spPr bwMode="auto">
          <a:xfrm flipH="1">
            <a:off x="10870156" y="3855256"/>
            <a:ext cx="521440" cy="52144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2" name="Freeform 5"/>
          <p:cNvSpPr>
            <a:spLocks/>
          </p:cNvSpPr>
          <p:nvPr userDrawn="1"/>
        </p:nvSpPr>
        <p:spPr bwMode="auto">
          <a:xfrm flipH="1">
            <a:off x="8352858" y="2453988"/>
            <a:ext cx="521761" cy="521761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3" name="Freeform 5"/>
          <p:cNvSpPr>
            <a:spLocks/>
          </p:cNvSpPr>
          <p:nvPr userDrawn="1"/>
        </p:nvSpPr>
        <p:spPr bwMode="auto">
          <a:xfrm flipH="1">
            <a:off x="11801991" y="3355185"/>
            <a:ext cx="672480" cy="67248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4" name="Freeform 5"/>
          <p:cNvSpPr>
            <a:spLocks/>
          </p:cNvSpPr>
          <p:nvPr userDrawn="1"/>
        </p:nvSpPr>
        <p:spPr bwMode="auto">
          <a:xfrm flipH="1">
            <a:off x="12086289" y="2172540"/>
            <a:ext cx="385460" cy="38546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grpSp>
        <p:nvGrpSpPr>
          <p:cNvPr id="25" name="Group 24"/>
          <p:cNvGrpSpPr/>
          <p:nvPr userDrawn="1"/>
        </p:nvGrpSpPr>
        <p:grpSpPr>
          <a:xfrm>
            <a:off x="347419" y="6409324"/>
            <a:ext cx="224082" cy="221156"/>
            <a:chOff x="4328868" y="5502988"/>
            <a:chExt cx="500307" cy="493774"/>
          </a:xfrm>
          <a:solidFill>
            <a:schemeClr val="bg1"/>
          </a:solidFill>
        </p:grpSpPr>
        <p:sp>
          <p:nvSpPr>
            <p:cNvPr id="26" name="Freeform 25">
              <a:hlinkClick r:id="" action="ppaction://hlinkshowjump?jump=previousslide"/>
            </p:cNvPr>
            <p:cNvSpPr>
              <a:spLocks/>
            </p:cNvSpPr>
            <p:nvPr userDrawn="1"/>
          </p:nvSpPr>
          <p:spPr bwMode="auto">
            <a:xfrm>
              <a:off x="4520555" y="5649754"/>
              <a:ext cx="116933" cy="200242"/>
            </a:xfrm>
            <a:custGeom>
              <a:avLst/>
              <a:gdLst>
                <a:gd name="T0" fmla="*/ 417 w 425"/>
                <a:gd name="T1" fmla="*/ 77 h 728"/>
                <a:gd name="T2" fmla="*/ 131 w 425"/>
                <a:gd name="T3" fmla="*/ 364 h 728"/>
                <a:gd name="T4" fmla="*/ 417 w 425"/>
                <a:gd name="T5" fmla="*/ 650 h 728"/>
                <a:gd name="T6" fmla="*/ 425 w 425"/>
                <a:gd name="T7" fmla="*/ 667 h 728"/>
                <a:gd name="T8" fmla="*/ 417 w 425"/>
                <a:gd name="T9" fmla="*/ 684 h 728"/>
                <a:gd name="T10" fmla="*/ 381 w 425"/>
                <a:gd name="T11" fmla="*/ 720 h 728"/>
                <a:gd name="T12" fmla="*/ 364 w 425"/>
                <a:gd name="T13" fmla="*/ 728 h 728"/>
                <a:gd name="T14" fmla="*/ 347 w 425"/>
                <a:gd name="T15" fmla="*/ 720 h 728"/>
                <a:gd name="T16" fmla="*/ 8 w 425"/>
                <a:gd name="T17" fmla="*/ 381 h 728"/>
                <a:gd name="T18" fmla="*/ 0 w 425"/>
                <a:gd name="T19" fmla="*/ 364 h 728"/>
                <a:gd name="T20" fmla="*/ 8 w 425"/>
                <a:gd name="T21" fmla="*/ 347 h 728"/>
                <a:gd name="T22" fmla="*/ 347 w 425"/>
                <a:gd name="T23" fmla="*/ 7 h 728"/>
                <a:gd name="T24" fmla="*/ 364 w 425"/>
                <a:gd name="T25" fmla="*/ 0 h 728"/>
                <a:gd name="T26" fmla="*/ 381 w 425"/>
                <a:gd name="T27" fmla="*/ 7 h 728"/>
                <a:gd name="T28" fmla="*/ 417 w 425"/>
                <a:gd name="T29" fmla="*/ 44 h 728"/>
                <a:gd name="T30" fmla="*/ 425 w 425"/>
                <a:gd name="T31" fmla="*/ 60 h 728"/>
                <a:gd name="T32" fmla="*/ 417 w 425"/>
                <a:gd name="T33" fmla="*/ 77 h 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25" h="728">
                  <a:moveTo>
                    <a:pt x="417" y="77"/>
                  </a:moveTo>
                  <a:cubicBezTo>
                    <a:pt x="131" y="364"/>
                    <a:pt x="131" y="364"/>
                    <a:pt x="131" y="364"/>
                  </a:cubicBezTo>
                  <a:cubicBezTo>
                    <a:pt x="417" y="650"/>
                    <a:pt x="417" y="650"/>
                    <a:pt x="417" y="650"/>
                  </a:cubicBezTo>
                  <a:cubicBezTo>
                    <a:pt x="422" y="655"/>
                    <a:pt x="425" y="661"/>
                    <a:pt x="425" y="667"/>
                  </a:cubicBezTo>
                  <a:cubicBezTo>
                    <a:pt x="425" y="673"/>
                    <a:pt x="422" y="680"/>
                    <a:pt x="417" y="684"/>
                  </a:cubicBezTo>
                  <a:cubicBezTo>
                    <a:pt x="381" y="720"/>
                    <a:pt x="381" y="720"/>
                    <a:pt x="381" y="720"/>
                  </a:cubicBezTo>
                  <a:cubicBezTo>
                    <a:pt x="377" y="725"/>
                    <a:pt x="370" y="728"/>
                    <a:pt x="364" y="728"/>
                  </a:cubicBezTo>
                  <a:cubicBezTo>
                    <a:pt x="358" y="728"/>
                    <a:pt x="352" y="725"/>
                    <a:pt x="347" y="720"/>
                  </a:cubicBezTo>
                  <a:cubicBezTo>
                    <a:pt x="8" y="381"/>
                    <a:pt x="8" y="381"/>
                    <a:pt x="8" y="381"/>
                  </a:cubicBezTo>
                  <a:cubicBezTo>
                    <a:pt x="3" y="376"/>
                    <a:pt x="0" y="369"/>
                    <a:pt x="0" y="364"/>
                  </a:cubicBezTo>
                  <a:cubicBezTo>
                    <a:pt x="0" y="358"/>
                    <a:pt x="3" y="351"/>
                    <a:pt x="8" y="347"/>
                  </a:cubicBezTo>
                  <a:cubicBezTo>
                    <a:pt x="347" y="7"/>
                    <a:pt x="347" y="7"/>
                    <a:pt x="347" y="7"/>
                  </a:cubicBezTo>
                  <a:cubicBezTo>
                    <a:pt x="352" y="3"/>
                    <a:pt x="358" y="0"/>
                    <a:pt x="364" y="0"/>
                  </a:cubicBezTo>
                  <a:cubicBezTo>
                    <a:pt x="370" y="0"/>
                    <a:pt x="377" y="3"/>
                    <a:pt x="381" y="7"/>
                  </a:cubicBezTo>
                  <a:cubicBezTo>
                    <a:pt x="417" y="44"/>
                    <a:pt x="417" y="44"/>
                    <a:pt x="417" y="44"/>
                  </a:cubicBezTo>
                  <a:cubicBezTo>
                    <a:pt x="422" y="48"/>
                    <a:pt x="425" y="54"/>
                    <a:pt x="425" y="60"/>
                  </a:cubicBezTo>
                  <a:cubicBezTo>
                    <a:pt x="425" y="66"/>
                    <a:pt x="422" y="73"/>
                    <a:pt x="417" y="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27" name="Freeform 26">
              <a:hlinkClick r:id="" action="ppaction://hlinkshowjump?jump=previousslide"/>
            </p:cNvPr>
            <p:cNvSpPr>
              <a:spLocks noEditPoints="1"/>
            </p:cNvSpPr>
            <p:nvPr userDrawn="1"/>
          </p:nvSpPr>
          <p:spPr bwMode="auto">
            <a:xfrm>
              <a:off x="4328868" y="5502988"/>
              <a:ext cx="500307" cy="493774"/>
            </a:xfrm>
            <a:custGeom>
              <a:avLst/>
              <a:gdLst>
                <a:gd name="T0" fmla="*/ 2355 w 2753"/>
                <a:gd name="T1" fmla="*/ 114 h 2716"/>
                <a:gd name="T2" fmla="*/ 2639 w 2753"/>
                <a:gd name="T3" fmla="*/ 399 h 2716"/>
                <a:gd name="T4" fmla="*/ 2639 w 2753"/>
                <a:gd name="T5" fmla="*/ 2317 h 2716"/>
                <a:gd name="T6" fmla="*/ 2355 w 2753"/>
                <a:gd name="T7" fmla="*/ 2602 h 2716"/>
                <a:gd name="T8" fmla="*/ 398 w 2753"/>
                <a:gd name="T9" fmla="*/ 2602 h 2716"/>
                <a:gd name="T10" fmla="*/ 113 w 2753"/>
                <a:gd name="T11" fmla="*/ 2317 h 2716"/>
                <a:gd name="T12" fmla="*/ 113 w 2753"/>
                <a:gd name="T13" fmla="*/ 399 h 2716"/>
                <a:gd name="T14" fmla="*/ 398 w 2753"/>
                <a:gd name="T15" fmla="*/ 114 h 2716"/>
                <a:gd name="T16" fmla="*/ 2355 w 2753"/>
                <a:gd name="T17" fmla="*/ 114 h 2716"/>
                <a:gd name="T18" fmla="*/ 2355 w 2753"/>
                <a:gd name="T19" fmla="*/ 0 h 2716"/>
                <a:gd name="T20" fmla="*/ 398 w 2753"/>
                <a:gd name="T21" fmla="*/ 0 h 2716"/>
                <a:gd name="T22" fmla="*/ 0 w 2753"/>
                <a:gd name="T23" fmla="*/ 399 h 2716"/>
                <a:gd name="T24" fmla="*/ 0 w 2753"/>
                <a:gd name="T25" fmla="*/ 2317 h 2716"/>
                <a:gd name="T26" fmla="*/ 398 w 2753"/>
                <a:gd name="T27" fmla="*/ 2716 h 2716"/>
                <a:gd name="T28" fmla="*/ 2355 w 2753"/>
                <a:gd name="T29" fmla="*/ 2716 h 2716"/>
                <a:gd name="T30" fmla="*/ 2753 w 2753"/>
                <a:gd name="T31" fmla="*/ 2317 h 2716"/>
                <a:gd name="T32" fmla="*/ 2753 w 2753"/>
                <a:gd name="T33" fmla="*/ 399 h 2716"/>
                <a:gd name="T34" fmla="*/ 2355 w 2753"/>
                <a:gd name="T35" fmla="*/ 0 h 27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53" h="2716">
                  <a:moveTo>
                    <a:pt x="2355" y="114"/>
                  </a:moveTo>
                  <a:cubicBezTo>
                    <a:pt x="2512" y="114"/>
                    <a:pt x="2639" y="242"/>
                    <a:pt x="2639" y="399"/>
                  </a:cubicBezTo>
                  <a:cubicBezTo>
                    <a:pt x="2639" y="2317"/>
                    <a:pt x="2639" y="2317"/>
                    <a:pt x="2639" y="2317"/>
                  </a:cubicBezTo>
                  <a:cubicBezTo>
                    <a:pt x="2639" y="2474"/>
                    <a:pt x="2512" y="2602"/>
                    <a:pt x="2355" y="2602"/>
                  </a:cubicBezTo>
                  <a:cubicBezTo>
                    <a:pt x="398" y="2602"/>
                    <a:pt x="398" y="2602"/>
                    <a:pt x="398" y="2602"/>
                  </a:cubicBezTo>
                  <a:cubicBezTo>
                    <a:pt x="241" y="2602"/>
                    <a:pt x="113" y="2474"/>
                    <a:pt x="113" y="2317"/>
                  </a:cubicBezTo>
                  <a:cubicBezTo>
                    <a:pt x="113" y="399"/>
                    <a:pt x="113" y="399"/>
                    <a:pt x="113" y="399"/>
                  </a:cubicBezTo>
                  <a:cubicBezTo>
                    <a:pt x="113" y="242"/>
                    <a:pt x="241" y="114"/>
                    <a:pt x="398" y="114"/>
                  </a:cubicBezTo>
                  <a:cubicBezTo>
                    <a:pt x="2355" y="114"/>
                    <a:pt x="2355" y="114"/>
                    <a:pt x="2355" y="114"/>
                  </a:cubicBezTo>
                  <a:moveTo>
                    <a:pt x="2355" y="0"/>
                  </a:moveTo>
                  <a:cubicBezTo>
                    <a:pt x="398" y="0"/>
                    <a:pt x="398" y="0"/>
                    <a:pt x="398" y="0"/>
                  </a:cubicBezTo>
                  <a:cubicBezTo>
                    <a:pt x="178" y="0"/>
                    <a:pt x="0" y="179"/>
                    <a:pt x="0" y="399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0" y="2538"/>
                    <a:pt x="178" y="2716"/>
                    <a:pt x="398" y="2716"/>
                  </a:cubicBezTo>
                  <a:cubicBezTo>
                    <a:pt x="2355" y="2716"/>
                    <a:pt x="2355" y="2716"/>
                    <a:pt x="2355" y="2716"/>
                  </a:cubicBezTo>
                  <a:cubicBezTo>
                    <a:pt x="2575" y="2716"/>
                    <a:pt x="2753" y="2538"/>
                    <a:pt x="2753" y="2317"/>
                  </a:cubicBezTo>
                  <a:cubicBezTo>
                    <a:pt x="2753" y="399"/>
                    <a:pt x="2753" y="399"/>
                    <a:pt x="2753" y="399"/>
                  </a:cubicBezTo>
                  <a:cubicBezTo>
                    <a:pt x="2753" y="179"/>
                    <a:pt x="2575" y="0"/>
                    <a:pt x="235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  <p:grpSp>
        <p:nvGrpSpPr>
          <p:cNvPr id="28" name="Group 27"/>
          <p:cNvGrpSpPr/>
          <p:nvPr userDrawn="1"/>
        </p:nvGrpSpPr>
        <p:grpSpPr>
          <a:xfrm flipH="1">
            <a:off x="657355" y="6409324"/>
            <a:ext cx="224082" cy="221156"/>
            <a:chOff x="4328868" y="5502988"/>
            <a:chExt cx="500307" cy="493774"/>
          </a:xfrm>
          <a:solidFill>
            <a:schemeClr val="bg1"/>
          </a:solidFill>
        </p:grpSpPr>
        <p:sp>
          <p:nvSpPr>
            <p:cNvPr id="29" name="Freeform 28">
              <a:hlinkClick r:id="" action="ppaction://hlinkshowjump?jump=nextslide"/>
            </p:cNvPr>
            <p:cNvSpPr>
              <a:spLocks/>
            </p:cNvSpPr>
            <p:nvPr userDrawn="1"/>
          </p:nvSpPr>
          <p:spPr bwMode="auto">
            <a:xfrm>
              <a:off x="4520556" y="5649754"/>
              <a:ext cx="116933" cy="200242"/>
            </a:xfrm>
            <a:custGeom>
              <a:avLst/>
              <a:gdLst>
                <a:gd name="T0" fmla="*/ 417 w 425"/>
                <a:gd name="T1" fmla="*/ 77 h 728"/>
                <a:gd name="T2" fmla="*/ 131 w 425"/>
                <a:gd name="T3" fmla="*/ 364 h 728"/>
                <a:gd name="T4" fmla="*/ 417 w 425"/>
                <a:gd name="T5" fmla="*/ 650 h 728"/>
                <a:gd name="T6" fmla="*/ 425 w 425"/>
                <a:gd name="T7" fmla="*/ 667 h 728"/>
                <a:gd name="T8" fmla="*/ 417 w 425"/>
                <a:gd name="T9" fmla="*/ 684 h 728"/>
                <a:gd name="T10" fmla="*/ 381 w 425"/>
                <a:gd name="T11" fmla="*/ 720 h 728"/>
                <a:gd name="T12" fmla="*/ 364 w 425"/>
                <a:gd name="T13" fmla="*/ 728 h 728"/>
                <a:gd name="T14" fmla="*/ 347 w 425"/>
                <a:gd name="T15" fmla="*/ 720 h 728"/>
                <a:gd name="T16" fmla="*/ 8 w 425"/>
                <a:gd name="T17" fmla="*/ 381 h 728"/>
                <a:gd name="T18" fmla="*/ 0 w 425"/>
                <a:gd name="T19" fmla="*/ 364 h 728"/>
                <a:gd name="T20" fmla="*/ 8 w 425"/>
                <a:gd name="T21" fmla="*/ 347 h 728"/>
                <a:gd name="T22" fmla="*/ 347 w 425"/>
                <a:gd name="T23" fmla="*/ 7 h 728"/>
                <a:gd name="T24" fmla="*/ 364 w 425"/>
                <a:gd name="T25" fmla="*/ 0 h 728"/>
                <a:gd name="T26" fmla="*/ 381 w 425"/>
                <a:gd name="T27" fmla="*/ 7 h 728"/>
                <a:gd name="T28" fmla="*/ 417 w 425"/>
                <a:gd name="T29" fmla="*/ 44 h 728"/>
                <a:gd name="T30" fmla="*/ 425 w 425"/>
                <a:gd name="T31" fmla="*/ 60 h 728"/>
                <a:gd name="T32" fmla="*/ 417 w 425"/>
                <a:gd name="T33" fmla="*/ 77 h 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25" h="728">
                  <a:moveTo>
                    <a:pt x="417" y="77"/>
                  </a:moveTo>
                  <a:cubicBezTo>
                    <a:pt x="131" y="364"/>
                    <a:pt x="131" y="364"/>
                    <a:pt x="131" y="364"/>
                  </a:cubicBezTo>
                  <a:cubicBezTo>
                    <a:pt x="417" y="650"/>
                    <a:pt x="417" y="650"/>
                    <a:pt x="417" y="650"/>
                  </a:cubicBezTo>
                  <a:cubicBezTo>
                    <a:pt x="422" y="655"/>
                    <a:pt x="425" y="661"/>
                    <a:pt x="425" y="667"/>
                  </a:cubicBezTo>
                  <a:cubicBezTo>
                    <a:pt x="425" y="673"/>
                    <a:pt x="422" y="680"/>
                    <a:pt x="417" y="684"/>
                  </a:cubicBezTo>
                  <a:cubicBezTo>
                    <a:pt x="381" y="720"/>
                    <a:pt x="381" y="720"/>
                    <a:pt x="381" y="720"/>
                  </a:cubicBezTo>
                  <a:cubicBezTo>
                    <a:pt x="377" y="725"/>
                    <a:pt x="370" y="728"/>
                    <a:pt x="364" y="728"/>
                  </a:cubicBezTo>
                  <a:cubicBezTo>
                    <a:pt x="358" y="728"/>
                    <a:pt x="352" y="725"/>
                    <a:pt x="347" y="720"/>
                  </a:cubicBezTo>
                  <a:cubicBezTo>
                    <a:pt x="8" y="381"/>
                    <a:pt x="8" y="381"/>
                    <a:pt x="8" y="381"/>
                  </a:cubicBezTo>
                  <a:cubicBezTo>
                    <a:pt x="3" y="376"/>
                    <a:pt x="0" y="369"/>
                    <a:pt x="0" y="364"/>
                  </a:cubicBezTo>
                  <a:cubicBezTo>
                    <a:pt x="0" y="358"/>
                    <a:pt x="3" y="351"/>
                    <a:pt x="8" y="347"/>
                  </a:cubicBezTo>
                  <a:cubicBezTo>
                    <a:pt x="347" y="7"/>
                    <a:pt x="347" y="7"/>
                    <a:pt x="347" y="7"/>
                  </a:cubicBezTo>
                  <a:cubicBezTo>
                    <a:pt x="352" y="3"/>
                    <a:pt x="358" y="0"/>
                    <a:pt x="364" y="0"/>
                  </a:cubicBezTo>
                  <a:cubicBezTo>
                    <a:pt x="370" y="0"/>
                    <a:pt x="377" y="3"/>
                    <a:pt x="381" y="7"/>
                  </a:cubicBezTo>
                  <a:cubicBezTo>
                    <a:pt x="417" y="44"/>
                    <a:pt x="417" y="44"/>
                    <a:pt x="417" y="44"/>
                  </a:cubicBezTo>
                  <a:cubicBezTo>
                    <a:pt x="422" y="48"/>
                    <a:pt x="425" y="54"/>
                    <a:pt x="425" y="60"/>
                  </a:cubicBezTo>
                  <a:cubicBezTo>
                    <a:pt x="425" y="66"/>
                    <a:pt x="422" y="73"/>
                    <a:pt x="417" y="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30" name="Freeform 29">
              <a:hlinkClick r:id="" action="ppaction://hlinkshowjump?jump=nextslide"/>
            </p:cNvPr>
            <p:cNvSpPr>
              <a:spLocks noEditPoints="1"/>
            </p:cNvSpPr>
            <p:nvPr userDrawn="1"/>
          </p:nvSpPr>
          <p:spPr bwMode="auto">
            <a:xfrm>
              <a:off x="4328868" y="5502988"/>
              <a:ext cx="500307" cy="493774"/>
            </a:xfrm>
            <a:custGeom>
              <a:avLst/>
              <a:gdLst>
                <a:gd name="T0" fmla="*/ 2355 w 2753"/>
                <a:gd name="T1" fmla="*/ 114 h 2716"/>
                <a:gd name="T2" fmla="*/ 2639 w 2753"/>
                <a:gd name="T3" fmla="*/ 399 h 2716"/>
                <a:gd name="T4" fmla="*/ 2639 w 2753"/>
                <a:gd name="T5" fmla="*/ 2317 h 2716"/>
                <a:gd name="T6" fmla="*/ 2355 w 2753"/>
                <a:gd name="T7" fmla="*/ 2602 h 2716"/>
                <a:gd name="T8" fmla="*/ 398 w 2753"/>
                <a:gd name="T9" fmla="*/ 2602 h 2716"/>
                <a:gd name="T10" fmla="*/ 113 w 2753"/>
                <a:gd name="T11" fmla="*/ 2317 h 2716"/>
                <a:gd name="T12" fmla="*/ 113 w 2753"/>
                <a:gd name="T13" fmla="*/ 399 h 2716"/>
                <a:gd name="T14" fmla="*/ 398 w 2753"/>
                <a:gd name="T15" fmla="*/ 114 h 2716"/>
                <a:gd name="T16" fmla="*/ 2355 w 2753"/>
                <a:gd name="T17" fmla="*/ 114 h 2716"/>
                <a:gd name="T18" fmla="*/ 2355 w 2753"/>
                <a:gd name="T19" fmla="*/ 0 h 2716"/>
                <a:gd name="T20" fmla="*/ 398 w 2753"/>
                <a:gd name="T21" fmla="*/ 0 h 2716"/>
                <a:gd name="T22" fmla="*/ 0 w 2753"/>
                <a:gd name="T23" fmla="*/ 399 h 2716"/>
                <a:gd name="T24" fmla="*/ 0 w 2753"/>
                <a:gd name="T25" fmla="*/ 2317 h 2716"/>
                <a:gd name="T26" fmla="*/ 398 w 2753"/>
                <a:gd name="T27" fmla="*/ 2716 h 2716"/>
                <a:gd name="T28" fmla="*/ 2355 w 2753"/>
                <a:gd name="T29" fmla="*/ 2716 h 2716"/>
                <a:gd name="T30" fmla="*/ 2753 w 2753"/>
                <a:gd name="T31" fmla="*/ 2317 h 2716"/>
                <a:gd name="T32" fmla="*/ 2753 w 2753"/>
                <a:gd name="T33" fmla="*/ 399 h 2716"/>
                <a:gd name="T34" fmla="*/ 2355 w 2753"/>
                <a:gd name="T35" fmla="*/ 0 h 27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53" h="2716">
                  <a:moveTo>
                    <a:pt x="2355" y="114"/>
                  </a:moveTo>
                  <a:cubicBezTo>
                    <a:pt x="2512" y="114"/>
                    <a:pt x="2639" y="242"/>
                    <a:pt x="2639" y="399"/>
                  </a:cubicBezTo>
                  <a:cubicBezTo>
                    <a:pt x="2639" y="2317"/>
                    <a:pt x="2639" y="2317"/>
                    <a:pt x="2639" y="2317"/>
                  </a:cubicBezTo>
                  <a:cubicBezTo>
                    <a:pt x="2639" y="2474"/>
                    <a:pt x="2512" y="2602"/>
                    <a:pt x="2355" y="2602"/>
                  </a:cubicBezTo>
                  <a:cubicBezTo>
                    <a:pt x="398" y="2602"/>
                    <a:pt x="398" y="2602"/>
                    <a:pt x="398" y="2602"/>
                  </a:cubicBezTo>
                  <a:cubicBezTo>
                    <a:pt x="241" y="2602"/>
                    <a:pt x="113" y="2474"/>
                    <a:pt x="113" y="2317"/>
                  </a:cubicBezTo>
                  <a:cubicBezTo>
                    <a:pt x="113" y="399"/>
                    <a:pt x="113" y="399"/>
                    <a:pt x="113" y="399"/>
                  </a:cubicBezTo>
                  <a:cubicBezTo>
                    <a:pt x="113" y="242"/>
                    <a:pt x="241" y="114"/>
                    <a:pt x="398" y="114"/>
                  </a:cubicBezTo>
                  <a:cubicBezTo>
                    <a:pt x="2355" y="114"/>
                    <a:pt x="2355" y="114"/>
                    <a:pt x="2355" y="114"/>
                  </a:cubicBezTo>
                  <a:moveTo>
                    <a:pt x="2355" y="0"/>
                  </a:moveTo>
                  <a:cubicBezTo>
                    <a:pt x="398" y="0"/>
                    <a:pt x="398" y="0"/>
                    <a:pt x="398" y="0"/>
                  </a:cubicBezTo>
                  <a:cubicBezTo>
                    <a:pt x="178" y="0"/>
                    <a:pt x="0" y="179"/>
                    <a:pt x="0" y="399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0" y="2538"/>
                    <a:pt x="178" y="2716"/>
                    <a:pt x="398" y="2716"/>
                  </a:cubicBezTo>
                  <a:cubicBezTo>
                    <a:pt x="2355" y="2716"/>
                    <a:pt x="2355" y="2716"/>
                    <a:pt x="2355" y="2716"/>
                  </a:cubicBezTo>
                  <a:cubicBezTo>
                    <a:pt x="2575" y="2716"/>
                    <a:pt x="2753" y="2538"/>
                    <a:pt x="2753" y="2317"/>
                  </a:cubicBezTo>
                  <a:cubicBezTo>
                    <a:pt x="2753" y="399"/>
                    <a:pt x="2753" y="399"/>
                    <a:pt x="2753" y="399"/>
                  </a:cubicBezTo>
                  <a:cubicBezTo>
                    <a:pt x="2753" y="179"/>
                    <a:pt x="2575" y="0"/>
                    <a:pt x="235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  <p:sp>
        <p:nvSpPr>
          <p:cNvPr id="31" name="Freeform 5"/>
          <p:cNvSpPr>
            <a:spLocks/>
          </p:cNvSpPr>
          <p:nvPr userDrawn="1"/>
        </p:nvSpPr>
        <p:spPr bwMode="auto">
          <a:xfrm flipH="1">
            <a:off x="11486507" y="174661"/>
            <a:ext cx="530831" cy="530831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2" name="TextBox 31"/>
          <p:cNvSpPr txBox="1"/>
          <p:nvPr userDrawn="1"/>
        </p:nvSpPr>
        <p:spPr>
          <a:xfrm>
            <a:off x="11526134" y="245136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60E2A6B-A809-4840-BF14-8648BC0BDF87}" type="slidenum">
              <a:rPr lang="id-ID" sz="1800" b="1" smtClean="0">
                <a:solidFill>
                  <a:schemeClr val="accent1">
                    <a:lumMod val="75000"/>
                  </a:schemeClr>
                </a:solidFill>
              </a:rPr>
              <a:pPr algn="ctr"/>
              <a:t>‹#›</a:t>
            </a:fld>
            <a:endParaRPr lang="id-ID" sz="18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4099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31" grpId="0" animBg="1"/>
      <p:bldP spid="32" grpId="0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5"/>
          <p:cNvSpPr>
            <a:spLocks/>
          </p:cNvSpPr>
          <p:nvPr userDrawn="1"/>
        </p:nvSpPr>
        <p:spPr bwMode="auto">
          <a:xfrm flipH="1">
            <a:off x="9930136" y="-637092"/>
            <a:ext cx="2711791" cy="2711789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15" name="Freeform 5"/>
          <p:cNvSpPr>
            <a:spLocks/>
          </p:cNvSpPr>
          <p:nvPr userDrawn="1"/>
        </p:nvSpPr>
        <p:spPr bwMode="auto">
          <a:xfrm flipH="1">
            <a:off x="8535301" y="921256"/>
            <a:ext cx="982576" cy="982576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16" name="Freeform 5"/>
          <p:cNvSpPr>
            <a:spLocks/>
          </p:cNvSpPr>
          <p:nvPr userDrawn="1"/>
        </p:nvSpPr>
        <p:spPr bwMode="auto">
          <a:xfrm flipH="1">
            <a:off x="8690348" y="-296897"/>
            <a:ext cx="672480" cy="67248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17" name="Freeform 5"/>
          <p:cNvSpPr>
            <a:spLocks/>
          </p:cNvSpPr>
          <p:nvPr userDrawn="1"/>
        </p:nvSpPr>
        <p:spPr bwMode="auto">
          <a:xfrm flipH="1">
            <a:off x="6892774" y="1381250"/>
            <a:ext cx="1081310" cy="108131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18" name="Freeform 5"/>
          <p:cNvSpPr>
            <a:spLocks/>
          </p:cNvSpPr>
          <p:nvPr userDrawn="1"/>
        </p:nvSpPr>
        <p:spPr bwMode="auto">
          <a:xfrm flipH="1">
            <a:off x="7644119" y="215697"/>
            <a:ext cx="521440" cy="52144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19" name="Freeform 5"/>
          <p:cNvSpPr>
            <a:spLocks/>
          </p:cNvSpPr>
          <p:nvPr userDrawn="1"/>
        </p:nvSpPr>
        <p:spPr bwMode="auto">
          <a:xfrm flipH="1">
            <a:off x="9305255" y="2655843"/>
            <a:ext cx="1337469" cy="1337469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0" name="Freeform 5"/>
          <p:cNvSpPr>
            <a:spLocks/>
          </p:cNvSpPr>
          <p:nvPr userDrawn="1"/>
        </p:nvSpPr>
        <p:spPr bwMode="auto">
          <a:xfrm flipH="1">
            <a:off x="11073361" y="2461388"/>
            <a:ext cx="672480" cy="67248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1" name="Freeform 5"/>
          <p:cNvSpPr>
            <a:spLocks/>
          </p:cNvSpPr>
          <p:nvPr userDrawn="1"/>
        </p:nvSpPr>
        <p:spPr bwMode="auto">
          <a:xfrm flipH="1">
            <a:off x="10870156" y="3855256"/>
            <a:ext cx="521440" cy="52144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2" name="Freeform 5"/>
          <p:cNvSpPr>
            <a:spLocks/>
          </p:cNvSpPr>
          <p:nvPr userDrawn="1"/>
        </p:nvSpPr>
        <p:spPr bwMode="auto">
          <a:xfrm flipH="1">
            <a:off x="8352858" y="2453988"/>
            <a:ext cx="521761" cy="521761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3" name="Freeform 5"/>
          <p:cNvSpPr>
            <a:spLocks/>
          </p:cNvSpPr>
          <p:nvPr userDrawn="1"/>
        </p:nvSpPr>
        <p:spPr bwMode="auto">
          <a:xfrm flipH="1">
            <a:off x="11801991" y="3355185"/>
            <a:ext cx="672480" cy="67248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4" name="Freeform 5"/>
          <p:cNvSpPr>
            <a:spLocks/>
          </p:cNvSpPr>
          <p:nvPr userDrawn="1"/>
        </p:nvSpPr>
        <p:spPr bwMode="auto">
          <a:xfrm flipH="1">
            <a:off x="12086289" y="2172540"/>
            <a:ext cx="385460" cy="38546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grpSp>
        <p:nvGrpSpPr>
          <p:cNvPr id="25" name="Group 24"/>
          <p:cNvGrpSpPr/>
          <p:nvPr userDrawn="1"/>
        </p:nvGrpSpPr>
        <p:grpSpPr>
          <a:xfrm>
            <a:off x="347419" y="6409324"/>
            <a:ext cx="224082" cy="221156"/>
            <a:chOff x="4328868" y="5502988"/>
            <a:chExt cx="500307" cy="493774"/>
          </a:xfrm>
          <a:solidFill>
            <a:schemeClr val="bg1"/>
          </a:solidFill>
        </p:grpSpPr>
        <p:sp>
          <p:nvSpPr>
            <p:cNvPr id="26" name="Freeform 25">
              <a:hlinkClick r:id="" action="ppaction://hlinkshowjump?jump=previousslide"/>
            </p:cNvPr>
            <p:cNvSpPr>
              <a:spLocks/>
            </p:cNvSpPr>
            <p:nvPr userDrawn="1"/>
          </p:nvSpPr>
          <p:spPr bwMode="auto">
            <a:xfrm>
              <a:off x="4520555" y="5649754"/>
              <a:ext cx="116933" cy="200242"/>
            </a:xfrm>
            <a:custGeom>
              <a:avLst/>
              <a:gdLst>
                <a:gd name="T0" fmla="*/ 417 w 425"/>
                <a:gd name="T1" fmla="*/ 77 h 728"/>
                <a:gd name="T2" fmla="*/ 131 w 425"/>
                <a:gd name="T3" fmla="*/ 364 h 728"/>
                <a:gd name="T4" fmla="*/ 417 w 425"/>
                <a:gd name="T5" fmla="*/ 650 h 728"/>
                <a:gd name="T6" fmla="*/ 425 w 425"/>
                <a:gd name="T7" fmla="*/ 667 h 728"/>
                <a:gd name="T8" fmla="*/ 417 w 425"/>
                <a:gd name="T9" fmla="*/ 684 h 728"/>
                <a:gd name="T10" fmla="*/ 381 w 425"/>
                <a:gd name="T11" fmla="*/ 720 h 728"/>
                <a:gd name="T12" fmla="*/ 364 w 425"/>
                <a:gd name="T13" fmla="*/ 728 h 728"/>
                <a:gd name="T14" fmla="*/ 347 w 425"/>
                <a:gd name="T15" fmla="*/ 720 h 728"/>
                <a:gd name="T16" fmla="*/ 8 w 425"/>
                <a:gd name="T17" fmla="*/ 381 h 728"/>
                <a:gd name="T18" fmla="*/ 0 w 425"/>
                <a:gd name="T19" fmla="*/ 364 h 728"/>
                <a:gd name="T20" fmla="*/ 8 w 425"/>
                <a:gd name="T21" fmla="*/ 347 h 728"/>
                <a:gd name="T22" fmla="*/ 347 w 425"/>
                <a:gd name="T23" fmla="*/ 7 h 728"/>
                <a:gd name="T24" fmla="*/ 364 w 425"/>
                <a:gd name="T25" fmla="*/ 0 h 728"/>
                <a:gd name="T26" fmla="*/ 381 w 425"/>
                <a:gd name="T27" fmla="*/ 7 h 728"/>
                <a:gd name="T28" fmla="*/ 417 w 425"/>
                <a:gd name="T29" fmla="*/ 44 h 728"/>
                <a:gd name="T30" fmla="*/ 425 w 425"/>
                <a:gd name="T31" fmla="*/ 60 h 728"/>
                <a:gd name="T32" fmla="*/ 417 w 425"/>
                <a:gd name="T33" fmla="*/ 77 h 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25" h="728">
                  <a:moveTo>
                    <a:pt x="417" y="77"/>
                  </a:moveTo>
                  <a:cubicBezTo>
                    <a:pt x="131" y="364"/>
                    <a:pt x="131" y="364"/>
                    <a:pt x="131" y="364"/>
                  </a:cubicBezTo>
                  <a:cubicBezTo>
                    <a:pt x="417" y="650"/>
                    <a:pt x="417" y="650"/>
                    <a:pt x="417" y="650"/>
                  </a:cubicBezTo>
                  <a:cubicBezTo>
                    <a:pt x="422" y="655"/>
                    <a:pt x="425" y="661"/>
                    <a:pt x="425" y="667"/>
                  </a:cubicBezTo>
                  <a:cubicBezTo>
                    <a:pt x="425" y="673"/>
                    <a:pt x="422" y="680"/>
                    <a:pt x="417" y="684"/>
                  </a:cubicBezTo>
                  <a:cubicBezTo>
                    <a:pt x="381" y="720"/>
                    <a:pt x="381" y="720"/>
                    <a:pt x="381" y="720"/>
                  </a:cubicBezTo>
                  <a:cubicBezTo>
                    <a:pt x="377" y="725"/>
                    <a:pt x="370" y="728"/>
                    <a:pt x="364" y="728"/>
                  </a:cubicBezTo>
                  <a:cubicBezTo>
                    <a:pt x="358" y="728"/>
                    <a:pt x="352" y="725"/>
                    <a:pt x="347" y="720"/>
                  </a:cubicBezTo>
                  <a:cubicBezTo>
                    <a:pt x="8" y="381"/>
                    <a:pt x="8" y="381"/>
                    <a:pt x="8" y="381"/>
                  </a:cubicBezTo>
                  <a:cubicBezTo>
                    <a:pt x="3" y="376"/>
                    <a:pt x="0" y="369"/>
                    <a:pt x="0" y="364"/>
                  </a:cubicBezTo>
                  <a:cubicBezTo>
                    <a:pt x="0" y="358"/>
                    <a:pt x="3" y="351"/>
                    <a:pt x="8" y="347"/>
                  </a:cubicBezTo>
                  <a:cubicBezTo>
                    <a:pt x="347" y="7"/>
                    <a:pt x="347" y="7"/>
                    <a:pt x="347" y="7"/>
                  </a:cubicBezTo>
                  <a:cubicBezTo>
                    <a:pt x="352" y="3"/>
                    <a:pt x="358" y="0"/>
                    <a:pt x="364" y="0"/>
                  </a:cubicBezTo>
                  <a:cubicBezTo>
                    <a:pt x="370" y="0"/>
                    <a:pt x="377" y="3"/>
                    <a:pt x="381" y="7"/>
                  </a:cubicBezTo>
                  <a:cubicBezTo>
                    <a:pt x="417" y="44"/>
                    <a:pt x="417" y="44"/>
                    <a:pt x="417" y="44"/>
                  </a:cubicBezTo>
                  <a:cubicBezTo>
                    <a:pt x="422" y="48"/>
                    <a:pt x="425" y="54"/>
                    <a:pt x="425" y="60"/>
                  </a:cubicBezTo>
                  <a:cubicBezTo>
                    <a:pt x="425" y="66"/>
                    <a:pt x="422" y="73"/>
                    <a:pt x="417" y="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27" name="Freeform 26">
              <a:hlinkClick r:id="" action="ppaction://hlinkshowjump?jump=previousslide"/>
            </p:cNvPr>
            <p:cNvSpPr>
              <a:spLocks noEditPoints="1"/>
            </p:cNvSpPr>
            <p:nvPr userDrawn="1"/>
          </p:nvSpPr>
          <p:spPr bwMode="auto">
            <a:xfrm>
              <a:off x="4328868" y="5502988"/>
              <a:ext cx="500307" cy="493774"/>
            </a:xfrm>
            <a:custGeom>
              <a:avLst/>
              <a:gdLst>
                <a:gd name="T0" fmla="*/ 2355 w 2753"/>
                <a:gd name="T1" fmla="*/ 114 h 2716"/>
                <a:gd name="T2" fmla="*/ 2639 w 2753"/>
                <a:gd name="T3" fmla="*/ 399 h 2716"/>
                <a:gd name="T4" fmla="*/ 2639 w 2753"/>
                <a:gd name="T5" fmla="*/ 2317 h 2716"/>
                <a:gd name="T6" fmla="*/ 2355 w 2753"/>
                <a:gd name="T7" fmla="*/ 2602 h 2716"/>
                <a:gd name="T8" fmla="*/ 398 w 2753"/>
                <a:gd name="T9" fmla="*/ 2602 h 2716"/>
                <a:gd name="T10" fmla="*/ 113 w 2753"/>
                <a:gd name="T11" fmla="*/ 2317 h 2716"/>
                <a:gd name="T12" fmla="*/ 113 w 2753"/>
                <a:gd name="T13" fmla="*/ 399 h 2716"/>
                <a:gd name="T14" fmla="*/ 398 w 2753"/>
                <a:gd name="T15" fmla="*/ 114 h 2716"/>
                <a:gd name="T16" fmla="*/ 2355 w 2753"/>
                <a:gd name="T17" fmla="*/ 114 h 2716"/>
                <a:gd name="T18" fmla="*/ 2355 w 2753"/>
                <a:gd name="T19" fmla="*/ 0 h 2716"/>
                <a:gd name="T20" fmla="*/ 398 w 2753"/>
                <a:gd name="T21" fmla="*/ 0 h 2716"/>
                <a:gd name="T22" fmla="*/ 0 w 2753"/>
                <a:gd name="T23" fmla="*/ 399 h 2716"/>
                <a:gd name="T24" fmla="*/ 0 w 2753"/>
                <a:gd name="T25" fmla="*/ 2317 h 2716"/>
                <a:gd name="T26" fmla="*/ 398 w 2753"/>
                <a:gd name="T27" fmla="*/ 2716 h 2716"/>
                <a:gd name="T28" fmla="*/ 2355 w 2753"/>
                <a:gd name="T29" fmla="*/ 2716 h 2716"/>
                <a:gd name="T30" fmla="*/ 2753 w 2753"/>
                <a:gd name="T31" fmla="*/ 2317 h 2716"/>
                <a:gd name="T32" fmla="*/ 2753 w 2753"/>
                <a:gd name="T33" fmla="*/ 399 h 2716"/>
                <a:gd name="T34" fmla="*/ 2355 w 2753"/>
                <a:gd name="T35" fmla="*/ 0 h 27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53" h="2716">
                  <a:moveTo>
                    <a:pt x="2355" y="114"/>
                  </a:moveTo>
                  <a:cubicBezTo>
                    <a:pt x="2512" y="114"/>
                    <a:pt x="2639" y="242"/>
                    <a:pt x="2639" y="399"/>
                  </a:cubicBezTo>
                  <a:cubicBezTo>
                    <a:pt x="2639" y="2317"/>
                    <a:pt x="2639" y="2317"/>
                    <a:pt x="2639" y="2317"/>
                  </a:cubicBezTo>
                  <a:cubicBezTo>
                    <a:pt x="2639" y="2474"/>
                    <a:pt x="2512" y="2602"/>
                    <a:pt x="2355" y="2602"/>
                  </a:cubicBezTo>
                  <a:cubicBezTo>
                    <a:pt x="398" y="2602"/>
                    <a:pt x="398" y="2602"/>
                    <a:pt x="398" y="2602"/>
                  </a:cubicBezTo>
                  <a:cubicBezTo>
                    <a:pt x="241" y="2602"/>
                    <a:pt x="113" y="2474"/>
                    <a:pt x="113" y="2317"/>
                  </a:cubicBezTo>
                  <a:cubicBezTo>
                    <a:pt x="113" y="399"/>
                    <a:pt x="113" y="399"/>
                    <a:pt x="113" y="399"/>
                  </a:cubicBezTo>
                  <a:cubicBezTo>
                    <a:pt x="113" y="242"/>
                    <a:pt x="241" y="114"/>
                    <a:pt x="398" y="114"/>
                  </a:cubicBezTo>
                  <a:cubicBezTo>
                    <a:pt x="2355" y="114"/>
                    <a:pt x="2355" y="114"/>
                    <a:pt x="2355" y="114"/>
                  </a:cubicBezTo>
                  <a:moveTo>
                    <a:pt x="2355" y="0"/>
                  </a:moveTo>
                  <a:cubicBezTo>
                    <a:pt x="398" y="0"/>
                    <a:pt x="398" y="0"/>
                    <a:pt x="398" y="0"/>
                  </a:cubicBezTo>
                  <a:cubicBezTo>
                    <a:pt x="178" y="0"/>
                    <a:pt x="0" y="179"/>
                    <a:pt x="0" y="399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0" y="2538"/>
                    <a:pt x="178" y="2716"/>
                    <a:pt x="398" y="2716"/>
                  </a:cubicBezTo>
                  <a:cubicBezTo>
                    <a:pt x="2355" y="2716"/>
                    <a:pt x="2355" y="2716"/>
                    <a:pt x="2355" y="2716"/>
                  </a:cubicBezTo>
                  <a:cubicBezTo>
                    <a:pt x="2575" y="2716"/>
                    <a:pt x="2753" y="2538"/>
                    <a:pt x="2753" y="2317"/>
                  </a:cubicBezTo>
                  <a:cubicBezTo>
                    <a:pt x="2753" y="399"/>
                    <a:pt x="2753" y="399"/>
                    <a:pt x="2753" y="399"/>
                  </a:cubicBezTo>
                  <a:cubicBezTo>
                    <a:pt x="2753" y="179"/>
                    <a:pt x="2575" y="0"/>
                    <a:pt x="235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  <p:grpSp>
        <p:nvGrpSpPr>
          <p:cNvPr id="28" name="Group 27"/>
          <p:cNvGrpSpPr/>
          <p:nvPr userDrawn="1"/>
        </p:nvGrpSpPr>
        <p:grpSpPr>
          <a:xfrm flipH="1">
            <a:off x="657355" y="6409324"/>
            <a:ext cx="224082" cy="221156"/>
            <a:chOff x="4328868" y="5502988"/>
            <a:chExt cx="500307" cy="493774"/>
          </a:xfrm>
          <a:solidFill>
            <a:schemeClr val="bg1"/>
          </a:solidFill>
        </p:grpSpPr>
        <p:sp>
          <p:nvSpPr>
            <p:cNvPr id="29" name="Freeform 28">
              <a:hlinkClick r:id="" action="ppaction://hlinkshowjump?jump=nextslide"/>
            </p:cNvPr>
            <p:cNvSpPr>
              <a:spLocks/>
            </p:cNvSpPr>
            <p:nvPr userDrawn="1"/>
          </p:nvSpPr>
          <p:spPr bwMode="auto">
            <a:xfrm>
              <a:off x="4520556" y="5649754"/>
              <a:ext cx="116933" cy="200242"/>
            </a:xfrm>
            <a:custGeom>
              <a:avLst/>
              <a:gdLst>
                <a:gd name="T0" fmla="*/ 417 w 425"/>
                <a:gd name="T1" fmla="*/ 77 h 728"/>
                <a:gd name="T2" fmla="*/ 131 w 425"/>
                <a:gd name="T3" fmla="*/ 364 h 728"/>
                <a:gd name="T4" fmla="*/ 417 w 425"/>
                <a:gd name="T5" fmla="*/ 650 h 728"/>
                <a:gd name="T6" fmla="*/ 425 w 425"/>
                <a:gd name="T7" fmla="*/ 667 h 728"/>
                <a:gd name="T8" fmla="*/ 417 w 425"/>
                <a:gd name="T9" fmla="*/ 684 h 728"/>
                <a:gd name="T10" fmla="*/ 381 w 425"/>
                <a:gd name="T11" fmla="*/ 720 h 728"/>
                <a:gd name="T12" fmla="*/ 364 w 425"/>
                <a:gd name="T13" fmla="*/ 728 h 728"/>
                <a:gd name="T14" fmla="*/ 347 w 425"/>
                <a:gd name="T15" fmla="*/ 720 h 728"/>
                <a:gd name="T16" fmla="*/ 8 w 425"/>
                <a:gd name="T17" fmla="*/ 381 h 728"/>
                <a:gd name="T18" fmla="*/ 0 w 425"/>
                <a:gd name="T19" fmla="*/ 364 h 728"/>
                <a:gd name="T20" fmla="*/ 8 w 425"/>
                <a:gd name="T21" fmla="*/ 347 h 728"/>
                <a:gd name="T22" fmla="*/ 347 w 425"/>
                <a:gd name="T23" fmla="*/ 7 h 728"/>
                <a:gd name="T24" fmla="*/ 364 w 425"/>
                <a:gd name="T25" fmla="*/ 0 h 728"/>
                <a:gd name="T26" fmla="*/ 381 w 425"/>
                <a:gd name="T27" fmla="*/ 7 h 728"/>
                <a:gd name="T28" fmla="*/ 417 w 425"/>
                <a:gd name="T29" fmla="*/ 44 h 728"/>
                <a:gd name="T30" fmla="*/ 425 w 425"/>
                <a:gd name="T31" fmla="*/ 60 h 728"/>
                <a:gd name="T32" fmla="*/ 417 w 425"/>
                <a:gd name="T33" fmla="*/ 77 h 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25" h="728">
                  <a:moveTo>
                    <a:pt x="417" y="77"/>
                  </a:moveTo>
                  <a:cubicBezTo>
                    <a:pt x="131" y="364"/>
                    <a:pt x="131" y="364"/>
                    <a:pt x="131" y="364"/>
                  </a:cubicBezTo>
                  <a:cubicBezTo>
                    <a:pt x="417" y="650"/>
                    <a:pt x="417" y="650"/>
                    <a:pt x="417" y="650"/>
                  </a:cubicBezTo>
                  <a:cubicBezTo>
                    <a:pt x="422" y="655"/>
                    <a:pt x="425" y="661"/>
                    <a:pt x="425" y="667"/>
                  </a:cubicBezTo>
                  <a:cubicBezTo>
                    <a:pt x="425" y="673"/>
                    <a:pt x="422" y="680"/>
                    <a:pt x="417" y="684"/>
                  </a:cubicBezTo>
                  <a:cubicBezTo>
                    <a:pt x="381" y="720"/>
                    <a:pt x="381" y="720"/>
                    <a:pt x="381" y="720"/>
                  </a:cubicBezTo>
                  <a:cubicBezTo>
                    <a:pt x="377" y="725"/>
                    <a:pt x="370" y="728"/>
                    <a:pt x="364" y="728"/>
                  </a:cubicBezTo>
                  <a:cubicBezTo>
                    <a:pt x="358" y="728"/>
                    <a:pt x="352" y="725"/>
                    <a:pt x="347" y="720"/>
                  </a:cubicBezTo>
                  <a:cubicBezTo>
                    <a:pt x="8" y="381"/>
                    <a:pt x="8" y="381"/>
                    <a:pt x="8" y="381"/>
                  </a:cubicBezTo>
                  <a:cubicBezTo>
                    <a:pt x="3" y="376"/>
                    <a:pt x="0" y="369"/>
                    <a:pt x="0" y="364"/>
                  </a:cubicBezTo>
                  <a:cubicBezTo>
                    <a:pt x="0" y="358"/>
                    <a:pt x="3" y="351"/>
                    <a:pt x="8" y="347"/>
                  </a:cubicBezTo>
                  <a:cubicBezTo>
                    <a:pt x="347" y="7"/>
                    <a:pt x="347" y="7"/>
                    <a:pt x="347" y="7"/>
                  </a:cubicBezTo>
                  <a:cubicBezTo>
                    <a:pt x="352" y="3"/>
                    <a:pt x="358" y="0"/>
                    <a:pt x="364" y="0"/>
                  </a:cubicBezTo>
                  <a:cubicBezTo>
                    <a:pt x="370" y="0"/>
                    <a:pt x="377" y="3"/>
                    <a:pt x="381" y="7"/>
                  </a:cubicBezTo>
                  <a:cubicBezTo>
                    <a:pt x="417" y="44"/>
                    <a:pt x="417" y="44"/>
                    <a:pt x="417" y="44"/>
                  </a:cubicBezTo>
                  <a:cubicBezTo>
                    <a:pt x="422" y="48"/>
                    <a:pt x="425" y="54"/>
                    <a:pt x="425" y="60"/>
                  </a:cubicBezTo>
                  <a:cubicBezTo>
                    <a:pt x="425" y="66"/>
                    <a:pt x="422" y="73"/>
                    <a:pt x="417" y="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30" name="Freeform 29">
              <a:hlinkClick r:id="" action="ppaction://hlinkshowjump?jump=nextslide"/>
            </p:cNvPr>
            <p:cNvSpPr>
              <a:spLocks noEditPoints="1"/>
            </p:cNvSpPr>
            <p:nvPr userDrawn="1"/>
          </p:nvSpPr>
          <p:spPr bwMode="auto">
            <a:xfrm>
              <a:off x="4328868" y="5502988"/>
              <a:ext cx="500307" cy="493774"/>
            </a:xfrm>
            <a:custGeom>
              <a:avLst/>
              <a:gdLst>
                <a:gd name="T0" fmla="*/ 2355 w 2753"/>
                <a:gd name="T1" fmla="*/ 114 h 2716"/>
                <a:gd name="T2" fmla="*/ 2639 w 2753"/>
                <a:gd name="T3" fmla="*/ 399 h 2716"/>
                <a:gd name="T4" fmla="*/ 2639 w 2753"/>
                <a:gd name="T5" fmla="*/ 2317 h 2716"/>
                <a:gd name="T6" fmla="*/ 2355 w 2753"/>
                <a:gd name="T7" fmla="*/ 2602 h 2716"/>
                <a:gd name="T8" fmla="*/ 398 w 2753"/>
                <a:gd name="T9" fmla="*/ 2602 h 2716"/>
                <a:gd name="T10" fmla="*/ 113 w 2753"/>
                <a:gd name="T11" fmla="*/ 2317 h 2716"/>
                <a:gd name="T12" fmla="*/ 113 w 2753"/>
                <a:gd name="T13" fmla="*/ 399 h 2716"/>
                <a:gd name="T14" fmla="*/ 398 w 2753"/>
                <a:gd name="T15" fmla="*/ 114 h 2716"/>
                <a:gd name="T16" fmla="*/ 2355 w 2753"/>
                <a:gd name="T17" fmla="*/ 114 h 2716"/>
                <a:gd name="T18" fmla="*/ 2355 w 2753"/>
                <a:gd name="T19" fmla="*/ 0 h 2716"/>
                <a:gd name="T20" fmla="*/ 398 w 2753"/>
                <a:gd name="T21" fmla="*/ 0 h 2716"/>
                <a:gd name="T22" fmla="*/ 0 w 2753"/>
                <a:gd name="T23" fmla="*/ 399 h 2716"/>
                <a:gd name="T24" fmla="*/ 0 w 2753"/>
                <a:gd name="T25" fmla="*/ 2317 h 2716"/>
                <a:gd name="T26" fmla="*/ 398 w 2753"/>
                <a:gd name="T27" fmla="*/ 2716 h 2716"/>
                <a:gd name="T28" fmla="*/ 2355 w 2753"/>
                <a:gd name="T29" fmla="*/ 2716 h 2716"/>
                <a:gd name="T30" fmla="*/ 2753 w 2753"/>
                <a:gd name="T31" fmla="*/ 2317 h 2716"/>
                <a:gd name="T32" fmla="*/ 2753 w 2753"/>
                <a:gd name="T33" fmla="*/ 399 h 2716"/>
                <a:gd name="T34" fmla="*/ 2355 w 2753"/>
                <a:gd name="T35" fmla="*/ 0 h 27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53" h="2716">
                  <a:moveTo>
                    <a:pt x="2355" y="114"/>
                  </a:moveTo>
                  <a:cubicBezTo>
                    <a:pt x="2512" y="114"/>
                    <a:pt x="2639" y="242"/>
                    <a:pt x="2639" y="399"/>
                  </a:cubicBezTo>
                  <a:cubicBezTo>
                    <a:pt x="2639" y="2317"/>
                    <a:pt x="2639" y="2317"/>
                    <a:pt x="2639" y="2317"/>
                  </a:cubicBezTo>
                  <a:cubicBezTo>
                    <a:pt x="2639" y="2474"/>
                    <a:pt x="2512" y="2602"/>
                    <a:pt x="2355" y="2602"/>
                  </a:cubicBezTo>
                  <a:cubicBezTo>
                    <a:pt x="398" y="2602"/>
                    <a:pt x="398" y="2602"/>
                    <a:pt x="398" y="2602"/>
                  </a:cubicBezTo>
                  <a:cubicBezTo>
                    <a:pt x="241" y="2602"/>
                    <a:pt x="113" y="2474"/>
                    <a:pt x="113" y="2317"/>
                  </a:cubicBezTo>
                  <a:cubicBezTo>
                    <a:pt x="113" y="399"/>
                    <a:pt x="113" y="399"/>
                    <a:pt x="113" y="399"/>
                  </a:cubicBezTo>
                  <a:cubicBezTo>
                    <a:pt x="113" y="242"/>
                    <a:pt x="241" y="114"/>
                    <a:pt x="398" y="114"/>
                  </a:cubicBezTo>
                  <a:cubicBezTo>
                    <a:pt x="2355" y="114"/>
                    <a:pt x="2355" y="114"/>
                    <a:pt x="2355" y="114"/>
                  </a:cubicBezTo>
                  <a:moveTo>
                    <a:pt x="2355" y="0"/>
                  </a:moveTo>
                  <a:cubicBezTo>
                    <a:pt x="398" y="0"/>
                    <a:pt x="398" y="0"/>
                    <a:pt x="398" y="0"/>
                  </a:cubicBezTo>
                  <a:cubicBezTo>
                    <a:pt x="178" y="0"/>
                    <a:pt x="0" y="179"/>
                    <a:pt x="0" y="399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0" y="2538"/>
                    <a:pt x="178" y="2716"/>
                    <a:pt x="398" y="2716"/>
                  </a:cubicBezTo>
                  <a:cubicBezTo>
                    <a:pt x="2355" y="2716"/>
                    <a:pt x="2355" y="2716"/>
                    <a:pt x="2355" y="2716"/>
                  </a:cubicBezTo>
                  <a:cubicBezTo>
                    <a:pt x="2575" y="2716"/>
                    <a:pt x="2753" y="2538"/>
                    <a:pt x="2753" y="2317"/>
                  </a:cubicBezTo>
                  <a:cubicBezTo>
                    <a:pt x="2753" y="399"/>
                    <a:pt x="2753" y="399"/>
                    <a:pt x="2753" y="399"/>
                  </a:cubicBezTo>
                  <a:cubicBezTo>
                    <a:pt x="2753" y="179"/>
                    <a:pt x="2575" y="0"/>
                    <a:pt x="235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  <p:sp>
        <p:nvSpPr>
          <p:cNvPr id="31" name="Freeform 5"/>
          <p:cNvSpPr>
            <a:spLocks/>
          </p:cNvSpPr>
          <p:nvPr userDrawn="1"/>
        </p:nvSpPr>
        <p:spPr bwMode="auto">
          <a:xfrm flipH="1">
            <a:off x="11486507" y="174661"/>
            <a:ext cx="530831" cy="530831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2" name="TextBox 31"/>
          <p:cNvSpPr txBox="1"/>
          <p:nvPr userDrawn="1"/>
        </p:nvSpPr>
        <p:spPr>
          <a:xfrm>
            <a:off x="11526134" y="245136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60E2A6B-A809-4840-BF14-8648BC0BDF87}" type="slidenum">
              <a:rPr lang="id-ID" sz="1800" b="1" smtClean="0">
                <a:solidFill>
                  <a:schemeClr val="accent1">
                    <a:lumMod val="75000"/>
                  </a:schemeClr>
                </a:solidFill>
              </a:rPr>
              <a:pPr algn="ctr"/>
              <a:t>‹#›</a:t>
            </a:fld>
            <a:endParaRPr lang="id-ID" sz="18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883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31" grpId="0" animBg="1"/>
      <p:bldP spid="32" grpId="0"/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5"/>
          <p:cNvSpPr>
            <a:spLocks/>
          </p:cNvSpPr>
          <p:nvPr userDrawn="1"/>
        </p:nvSpPr>
        <p:spPr bwMode="auto">
          <a:xfrm flipH="1">
            <a:off x="9930136" y="-637092"/>
            <a:ext cx="2711791" cy="2711789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15" name="Freeform 5"/>
          <p:cNvSpPr>
            <a:spLocks/>
          </p:cNvSpPr>
          <p:nvPr userDrawn="1"/>
        </p:nvSpPr>
        <p:spPr bwMode="auto">
          <a:xfrm flipH="1">
            <a:off x="8535301" y="921256"/>
            <a:ext cx="982576" cy="982576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16" name="Freeform 5"/>
          <p:cNvSpPr>
            <a:spLocks/>
          </p:cNvSpPr>
          <p:nvPr userDrawn="1"/>
        </p:nvSpPr>
        <p:spPr bwMode="auto">
          <a:xfrm flipH="1">
            <a:off x="8690348" y="-296897"/>
            <a:ext cx="672480" cy="67248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17" name="Freeform 5"/>
          <p:cNvSpPr>
            <a:spLocks/>
          </p:cNvSpPr>
          <p:nvPr userDrawn="1"/>
        </p:nvSpPr>
        <p:spPr bwMode="auto">
          <a:xfrm flipH="1">
            <a:off x="6892774" y="1381250"/>
            <a:ext cx="1081310" cy="108131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18" name="Freeform 5"/>
          <p:cNvSpPr>
            <a:spLocks/>
          </p:cNvSpPr>
          <p:nvPr userDrawn="1"/>
        </p:nvSpPr>
        <p:spPr bwMode="auto">
          <a:xfrm flipH="1">
            <a:off x="7644119" y="215697"/>
            <a:ext cx="521440" cy="52144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19" name="Freeform 5"/>
          <p:cNvSpPr>
            <a:spLocks/>
          </p:cNvSpPr>
          <p:nvPr userDrawn="1"/>
        </p:nvSpPr>
        <p:spPr bwMode="auto">
          <a:xfrm flipH="1">
            <a:off x="9305255" y="2655843"/>
            <a:ext cx="1337469" cy="1337469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0" name="Freeform 5"/>
          <p:cNvSpPr>
            <a:spLocks/>
          </p:cNvSpPr>
          <p:nvPr userDrawn="1"/>
        </p:nvSpPr>
        <p:spPr bwMode="auto">
          <a:xfrm flipH="1">
            <a:off x="11073361" y="2461388"/>
            <a:ext cx="672480" cy="67248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1" name="Freeform 5"/>
          <p:cNvSpPr>
            <a:spLocks/>
          </p:cNvSpPr>
          <p:nvPr userDrawn="1"/>
        </p:nvSpPr>
        <p:spPr bwMode="auto">
          <a:xfrm flipH="1">
            <a:off x="10870156" y="3855256"/>
            <a:ext cx="521440" cy="52144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2" name="Freeform 5"/>
          <p:cNvSpPr>
            <a:spLocks/>
          </p:cNvSpPr>
          <p:nvPr userDrawn="1"/>
        </p:nvSpPr>
        <p:spPr bwMode="auto">
          <a:xfrm flipH="1">
            <a:off x="8352858" y="2453988"/>
            <a:ext cx="521761" cy="521761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3" name="Freeform 5"/>
          <p:cNvSpPr>
            <a:spLocks/>
          </p:cNvSpPr>
          <p:nvPr userDrawn="1"/>
        </p:nvSpPr>
        <p:spPr bwMode="auto">
          <a:xfrm flipH="1">
            <a:off x="11801991" y="3355185"/>
            <a:ext cx="672480" cy="67248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4" name="Freeform 5"/>
          <p:cNvSpPr>
            <a:spLocks/>
          </p:cNvSpPr>
          <p:nvPr userDrawn="1"/>
        </p:nvSpPr>
        <p:spPr bwMode="auto">
          <a:xfrm flipH="1">
            <a:off x="12086289" y="2172540"/>
            <a:ext cx="385460" cy="38546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grpSp>
        <p:nvGrpSpPr>
          <p:cNvPr id="25" name="Group 24"/>
          <p:cNvGrpSpPr/>
          <p:nvPr userDrawn="1"/>
        </p:nvGrpSpPr>
        <p:grpSpPr>
          <a:xfrm>
            <a:off x="347419" y="6409324"/>
            <a:ext cx="224082" cy="221156"/>
            <a:chOff x="4328868" y="5502988"/>
            <a:chExt cx="500307" cy="493774"/>
          </a:xfrm>
          <a:solidFill>
            <a:schemeClr val="bg1"/>
          </a:solidFill>
        </p:grpSpPr>
        <p:sp>
          <p:nvSpPr>
            <p:cNvPr id="26" name="Freeform 25">
              <a:hlinkClick r:id="" action="ppaction://hlinkshowjump?jump=previousslide"/>
            </p:cNvPr>
            <p:cNvSpPr>
              <a:spLocks/>
            </p:cNvSpPr>
            <p:nvPr userDrawn="1"/>
          </p:nvSpPr>
          <p:spPr bwMode="auto">
            <a:xfrm>
              <a:off x="4520555" y="5649754"/>
              <a:ext cx="116933" cy="200242"/>
            </a:xfrm>
            <a:custGeom>
              <a:avLst/>
              <a:gdLst>
                <a:gd name="T0" fmla="*/ 417 w 425"/>
                <a:gd name="T1" fmla="*/ 77 h 728"/>
                <a:gd name="T2" fmla="*/ 131 w 425"/>
                <a:gd name="T3" fmla="*/ 364 h 728"/>
                <a:gd name="T4" fmla="*/ 417 w 425"/>
                <a:gd name="T5" fmla="*/ 650 h 728"/>
                <a:gd name="T6" fmla="*/ 425 w 425"/>
                <a:gd name="T7" fmla="*/ 667 h 728"/>
                <a:gd name="T8" fmla="*/ 417 w 425"/>
                <a:gd name="T9" fmla="*/ 684 h 728"/>
                <a:gd name="T10" fmla="*/ 381 w 425"/>
                <a:gd name="T11" fmla="*/ 720 h 728"/>
                <a:gd name="T12" fmla="*/ 364 w 425"/>
                <a:gd name="T13" fmla="*/ 728 h 728"/>
                <a:gd name="T14" fmla="*/ 347 w 425"/>
                <a:gd name="T15" fmla="*/ 720 h 728"/>
                <a:gd name="T16" fmla="*/ 8 w 425"/>
                <a:gd name="T17" fmla="*/ 381 h 728"/>
                <a:gd name="T18" fmla="*/ 0 w 425"/>
                <a:gd name="T19" fmla="*/ 364 h 728"/>
                <a:gd name="T20" fmla="*/ 8 w 425"/>
                <a:gd name="T21" fmla="*/ 347 h 728"/>
                <a:gd name="T22" fmla="*/ 347 w 425"/>
                <a:gd name="T23" fmla="*/ 7 h 728"/>
                <a:gd name="T24" fmla="*/ 364 w 425"/>
                <a:gd name="T25" fmla="*/ 0 h 728"/>
                <a:gd name="T26" fmla="*/ 381 w 425"/>
                <a:gd name="T27" fmla="*/ 7 h 728"/>
                <a:gd name="T28" fmla="*/ 417 w 425"/>
                <a:gd name="T29" fmla="*/ 44 h 728"/>
                <a:gd name="T30" fmla="*/ 425 w 425"/>
                <a:gd name="T31" fmla="*/ 60 h 728"/>
                <a:gd name="T32" fmla="*/ 417 w 425"/>
                <a:gd name="T33" fmla="*/ 77 h 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25" h="728">
                  <a:moveTo>
                    <a:pt x="417" y="77"/>
                  </a:moveTo>
                  <a:cubicBezTo>
                    <a:pt x="131" y="364"/>
                    <a:pt x="131" y="364"/>
                    <a:pt x="131" y="364"/>
                  </a:cubicBezTo>
                  <a:cubicBezTo>
                    <a:pt x="417" y="650"/>
                    <a:pt x="417" y="650"/>
                    <a:pt x="417" y="650"/>
                  </a:cubicBezTo>
                  <a:cubicBezTo>
                    <a:pt x="422" y="655"/>
                    <a:pt x="425" y="661"/>
                    <a:pt x="425" y="667"/>
                  </a:cubicBezTo>
                  <a:cubicBezTo>
                    <a:pt x="425" y="673"/>
                    <a:pt x="422" y="680"/>
                    <a:pt x="417" y="684"/>
                  </a:cubicBezTo>
                  <a:cubicBezTo>
                    <a:pt x="381" y="720"/>
                    <a:pt x="381" y="720"/>
                    <a:pt x="381" y="720"/>
                  </a:cubicBezTo>
                  <a:cubicBezTo>
                    <a:pt x="377" y="725"/>
                    <a:pt x="370" y="728"/>
                    <a:pt x="364" y="728"/>
                  </a:cubicBezTo>
                  <a:cubicBezTo>
                    <a:pt x="358" y="728"/>
                    <a:pt x="352" y="725"/>
                    <a:pt x="347" y="720"/>
                  </a:cubicBezTo>
                  <a:cubicBezTo>
                    <a:pt x="8" y="381"/>
                    <a:pt x="8" y="381"/>
                    <a:pt x="8" y="381"/>
                  </a:cubicBezTo>
                  <a:cubicBezTo>
                    <a:pt x="3" y="376"/>
                    <a:pt x="0" y="369"/>
                    <a:pt x="0" y="364"/>
                  </a:cubicBezTo>
                  <a:cubicBezTo>
                    <a:pt x="0" y="358"/>
                    <a:pt x="3" y="351"/>
                    <a:pt x="8" y="347"/>
                  </a:cubicBezTo>
                  <a:cubicBezTo>
                    <a:pt x="347" y="7"/>
                    <a:pt x="347" y="7"/>
                    <a:pt x="347" y="7"/>
                  </a:cubicBezTo>
                  <a:cubicBezTo>
                    <a:pt x="352" y="3"/>
                    <a:pt x="358" y="0"/>
                    <a:pt x="364" y="0"/>
                  </a:cubicBezTo>
                  <a:cubicBezTo>
                    <a:pt x="370" y="0"/>
                    <a:pt x="377" y="3"/>
                    <a:pt x="381" y="7"/>
                  </a:cubicBezTo>
                  <a:cubicBezTo>
                    <a:pt x="417" y="44"/>
                    <a:pt x="417" y="44"/>
                    <a:pt x="417" y="44"/>
                  </a:cubicBezTo>
                  <a:cubicBezTo>
                    <a:pt x="422" y="48"/>
                    <a:pt x="425" y="54"/>
                    <a:pt x="425" y="60"/>
                  </a:cubicBezTo>
                  <a:cubicBezTo>
                    <a:pt x="425" y="66"/>
                    <a:pt x="422" y="73"/>
                    <a:pt x="417" y="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27" name="Freeform 26">
              <a:hlinkClick r:id="" action="ppaction://hlinkshowjump?jump=previousslide"/>
            </p:cNvPr>
            <p:cNvSpPr>
              <a:spLocks noEditPoints="1"/>
            </p:cNvSpPr>
            <p:nvPr userDrawn="1"/>
          </p:nvSpPr>
          <p:spPr bwMode="auto">
            <a:xfrm>
              <a:off x="4328868" y="5502988"/>
              <a:ext cx="500307" cy="493774"/>
            </a:xfrm>
            <a:custGeom>
              <a:avLst/>
              <a:gdLst>
                <a:gd name="T0" fmla="*/ 2355 w 2753"/>
                <a:gd name="T1" fmla="*/ 114 h 2716"/>
                <a:gd name="T2" fmla="*/ 2639 w 2753"/>
                <a:gd name="T3" fmla="*/ 399 h 2716"/>
                <a:gd name="T4" fmla="*/ 2639 w 2753"/>
                <a:gd name="T5" fmla="*/ 2317 h 2716"/>
                <a:gd name="T6" fmla="*/ 2355 w 2753"/>
                <a:gd name="T7" fmla="*/ 2602 h 2716"/>
                <a:gd name="T8" fmla="*/ 398 w 2753"/>
                <a:gd name="T9" fmla="*/ 2602 h 2716"/>
                <a:gd name="T10" fmla="*/ 113 w 2753"/>
                <a:gd name="T11" fmla="*/ 2317 h 2716"/>
                <a:gd name="T12" fmla="*/ 113 w 2753"/>
                <a:gd name="T13" fmla="*/ 399 h 2716"/>
                <a:gd name="T14" fmla="*/ 398 w 2753"/>
                <a:gd name="T15" fmla="*/ 114 h 2716"/>
                <a:gd name="T16" fmla="*/ 2355 w 2753"/>
                <a:gd name="T17" fmla="*/ 114 h 2716"/>
                <a:gd name="T18" fmla="*/ 2355 w 2753"/>
                <a:gd name="T19" fmla="*/ 0 h 2716"/>
                <a:gd name="T20" fmla="*/ 398 w 2753"/>
                <a:gd name="T21" fmla="*/ 0 h 2716"/>
                <a:gd name="T22" fmla="*/ 0 w 2753"/>
                <a:gd name="T23" fmla="*/ 399 h 2716"/>
                <a:gd name="T24" fmla="*/ 0 w 2753"/>
                <a:gd name="T25" fmla="*/ 2317 h 2716"/>
                <a:gd name="T26" fmla="*/ 398 w 2753"/>
                <a:gd name="T27" fmla="*/ 2716 h 2716"/>
                <a:gd name="T28" fmla="*/ 2355 w 2753"/>
                <a:gd name="T29" fmla="*/ 2716 h 2716"/>
                <a:gd name="T30" fmla="*/ 2753 w 2753"/>
                <a:gd name="T31" fmla="*/ 2317 h 2716"/>
                <a:gd name="T32" fmla="*/ 2753 w 2753"/>
                <a:gd name="T33" fmla="*/ 399 h 2716"/>
                <a:gd name="T34" fmla="*/ 2355 w 2753"/>
                <a:gd name="T35" fmla="*/ 0 h 27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53" h="2716">
                  <a:moveTo>
                    <a:pt x="2355" y="114"/>
                  </a:moveTo>
                  <a:cubicBezTo>
                    <a:pt x="2512" y="114"/>
                    <a:pt x="2639" y="242"/>
                    <a:pt x="2639" y="399"/>
                  </a:cubicBezTo>
                  <a:cubicBezTo>
                    <a:pt x="2639" y="2317"/>
                    <a:pt x="2639" y="2317"/>
                    <a:pt x="2639" y="2317"/>
                  </a:cubicBezTo>
                  <a:cubicBezTo>
                    <a:pt x="2639" y="2474"/>
                    <a:pt x="2512" y="2602"/>
                    <a:pt x="2355" y="2602"/>
                  </a:cubicBezTo>
                  <a:cubicBezTo>
                    <a:pt x="398" y="2602"/>
                    <a:pt x="398" y="2602"/>
                    <a:pt x="398" y="2602"/>
                  </a:cubicBezTo>
                  <a:cubicBezTo>
                    <a:pt x="241" y="2602"/>
                    <a:pt x="113" y="2474"/>
                    <a:pt x="113" y="2317"/>
                  </a:cubicBezTo>
                  <a:cubicBezTo>
                    <a:pt x="113" y="399"/>
                    <a:pt x="113" y="399"/>
                    <a:pt x="113" y="399"/>
                  </a:cubicBezTo>
                  <a:cubicBezTo>
                    <a:pt x="113" y="242"/>
                    <a:pt x="241" y="114"/>
                    <a:pt x="398" y="114"/>
                  </a:cubicBezTo>
                  <a:cubicBezTo>
                    <a:pt x="2355" y="114"/>
                    <a:pt x="2355" y="114"/>
                    <a:pt x="2355" y="114"/>
                  </a:cubicBezTo>
                  <a:moveTo>
                    <a:pt x="2355" y="0"/>
                  </a:moveTo>
                  <a:cubicBezTo>
                    <a:pt x="398" y="0"/>
                    <a:pt x="398" y="0"/>
                    <a:pt x="398" y="0"/>
                  </a:cubicBezTo>
                  <a:cubicBezTo>
                    <a:pt x="178" y="0"/>
                    <a:pt x="0" y="179"/>
                    <a:pt x="0" y="399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0" y="2538"/>
                    <a:pt x="178" y="2716"/>
                    <a:pt x="398" y="2716"/>
                  </a:cubicBezTo>
                  <a:cubicBezTo>
                    <a:pt x="2355" y="2716"/>
                    <a:pt x="2355" y="2716"/>
                    <a:pt x="2355" y="2716"/>
                  </a:cubicBezTo>
                  <a:cubicBezTo>
                    <a:pt x="2575" y="2716"/>
                    <a:pt x="2753" y="2538"/>
                    <a:pt x="2753" y="2317"/>
                  </a:cubicBezTo>
                  <a:cubicBezTo>
                    <a:pt x="2753" y="399"/>
                    <a:pt x="2753" y="399"/>
                    <a:pt x="2753" y="399"/>
                  </a:cubicBezTo>
                  <a:cubicBezTo>
                    <a:pt x="2753" y="179"/>
                    <a:pt x="2575" y="0"/>
                    <a:pt x="235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  <p:grpSp>
        <p:nvGrpSpPr>
          <p:cNvPr id="28" name="Group 27"/>
          <p:cNvGrpSpPr/>
          <p:nvPr userDrawn="1"/>
        </p:nvGrpSpPr>
        <p:grpSpPr>
          <a:xfrm flipH="1">
            <a:off x="657355" y="6409324"/>
            <a:ext cx="224082" cy="221156"/>
            <a:chOff x="4328868" y="5502988"/>
            <a:chExt cx="500307" cy="493774"/>
          </a:xfrm>
          <a:solidFill>
            <a:schemeClr val="bg1"/>
          </a:solidFill>
        </p:grpSpPr>
        <p:sp>
          <p:nvSpPr>
            <p:cNvPr id="29" name="Freeform 28">
              <a:hlinkClick r:id="" action="ppaction://hlinkshowjump?jump=nextslide"/>
            </p:cNvPr>
            <p:cNvSpPr>
              <a:spLocks/>
            </p:cNvSpPr>
            <p:nvPr userDrawn="1"/>
          </p:nvSpPr>
          <p:spPr bwMode="auto">
            <a:xfrm>
              <a:off x="4520556" y="5649754"/>
              <a:ext cx="116933" cy="200242"/>
            </a:xfrm>
            <a:custGeom>
              <a:avLst/>
              <a:gdLst>
                <a:gd name="T0" fmla="*/ 417 w 425"/>
                <a:gd name="T1" fmla="*/ 77 h 728"/>
                <a:gd name="T2" fmla="*/ 131 w 425"/>
                <a:gd name="T3" fmla="*/ 364 h 728"/>
                <a:gd name="T4" fmla="*/ 417 w 425"/>
                <a:gd name="T5" fmla="*/ 650 h 728"/>
                <a:gd name="T6" fmla="*/ 425 w 425"/>
                <a:gd name="T7" fmla="*/ 667 h 728"/>
                <a:gd name="T8" fmla="*/ 417 w 425"/>
                <a:gd name="T9" fmla="*/ 684 h 728"/>
                <a:gd name="T10" fmla="*/ 381 w 425"/>
                <a:gd name="T11" fmla="*/ 720 h 728"/>
                <a:gd name="T12" fmla="*/ 364 w 425"/>
                <a:gd name="T13" fmla="*/ 728 h 728"/>
                <a:gd name="T14" fmla="*/ 347 w 425"/>
                <a:gd name="T15" fmla="*/ 720 h 728"/>
                <a:gd name="T16" fmla="*/ 8 w 425"/>
                <a:gd name="T17" fmla="*/ 381 h 728"/>
                <a:gd name="T18" fmla="*/ 0 w 425"/>
                <a:gd name="T19" fmla="*/ 364 h 728"/>
                <a:gd name="T20" fmla="*/ 8 w 425"/>
                <a:gd name="T21" fmla="*/ 347 h 728"/>
                <a:gd name="T22" fmla="*/ 347 w 425"/>
                <a:gd name="T23" fmla="*/ 7 h 728"/>
                <a:gd name="T24" fmla="*/ 364 w 425"/>
                <a:gd name="T25" fmla="*/ 0 h 728"/>
                <a:gd name="T26" fmla="*/ 381 w 425"/>
                <a:gd name="T27" fmla="*/ 7 h 728"/>
                <a:gd name="T28" fmla="*/ 417 w 425"/>
                <a:gd name="T29" fmla="*/ 44 h 728"/>
                <a:gd name="T30" fmla="*/ 425 w 425"/>
                <a:gd name="T31" fmla="*/ 60 h 728"/>
                <a:gd name="T32" fmla="*/ 417 w 425"/>
                <a:gd name="T33" fmla="*/ 77 h 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25" h="728">
                  <a:moveTo>
                    <a:pt x="417" y="77"/>
                  </a:moveTo>
                  <a:cubicBezTo>
                    <a:pt x="131" y="364"/>
                    <a:pt x="131" y="364"/>
                    <a:pt x="131" y="364"/>
                  </a:cubicBezTo>
                  <a:cubicBezTo>
                    <a:pt x="417" y="650"/>
                    <a:pt x="417" y="650"/>
                    <a:pt x="417" y="650"/>
                  </a:cubicBezTo>
                  <a:cubicBezTo>
                    <a:pt x="422" y="655"/>
                    <a:pt x="425" y="661"/>
                    <a:pt x="425" y="667"/>
                  </a:cubicBezTo>
                  <a:cubicBezTo>
                    <a:pt x="425" y="673"/>
                    <a:pt x="422" y="680"/>
                    <a:pt x="417" y="684"/>
                  </a:cubicBezTo>
                  <a:cubicBezTo>
                    <a:pt x="381" y="720"/>
                    <a:pt x="381" y="720"/>
                    <a:pt x="381" y="720"/>
                  </a:cubicBezTo>
                  <a:cubicBezTo>
                    <a:pt x="377" y="725"/>
                    <a:pt x="370" y="728"/>
                    <a:pt x="364" y="728"/>
                  </a:cubicBezTo>
                  <a:cubicBezTo>
                    <a:pt x="358" y="728"/>
                    <a:pt x="352" y="725"/>
                    <a:pt x="347" y="720"/>
                  </a:cubicBezTo>
                  <a:cubicBezTo>
                    <a:pt x="8" y="381"/>
                    <a:pt x="8" y="381"/>
                    <a:pt x="8" y="381"/>
                  </a:cubicBezTo>
                  <a:cubicBezTo>
                    <a:pt x="3" y="376"/>
                    <a:pt x="0" y="369"/>
                    <a:pt x="0" y="364"/>
                  </a:cubicBezTo>
                  <a:cubicBezTo>
                    <a:pt x="0" y="358"/>
                    <a:pt x="3" y="351"/>
                    <a:pt x="8" y="347"/>
                  </a:cubicBezTo>
                  <a:cubicBezTo>
                    <a:pt x="347" y="7"/>
                    <a:pt x="347" y="7"/>
                    <a:pt x="347" y="7"/>
                  </a:cubicBezTo>
                  <a:cubicBezTo>
                    <a:pt x="352" y="3"/>
                    <a:pt x="358" y="0"/>
                    <a:pt x="364" y="0"/>
                  </a:cubicBezTo>
                  <a:cubicBezTo>
                    <a:pt x="370" y="0"/>
                    <a:pt x="377" y="3"/>
                    <a:pt x="381" y="7"/>
                  </a:cubicBezTo>
                  <a:cubicBezTo>
                    <a:pt x="417" y="44"/>
                    <a:pt x="417" y="44"/>
                    <a:pt x="417" y="44"/>
                  </a:cubicBezTo>
                  <a:cubicBezTo>
                    <a:pt x="422" y="48"/>
                    <a:pt x="425" y="54"/>
                    <a:pt x="425" y="60"/>
                  </a:cubicBezTo>
                  <a:cubicBezTo>
                    <a:pt x="425" y="66"/>
                    <a:pt x="422" y="73"/>
                    <a:pt x="417" y="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30" name="Freeform 29">
              <a:hlinkClick r:id="" action="ppaction://hlinkshowjump?jump=nextslide"/>
            </p:cNvPr>
            <p:cNvSpPr>
              <a:spLocks noEditPoints="1"/>
            </p:cNvSpPr>
            <p:nvPr userDrawn="1"/>
          </p:nvSpPr>
          <p:spPr bwMode="auto">
            <a:xfrm>
              <a:off x="4328868" y="5502988"/>
              <a:ext cx="500307" cy="493774"/>
            </a:xfrm>
            <a:custGeom>
              <a:avLst/>
              <a:gdLst>
                <a:gd name="T0" fmla="*/ 2355 w 2753"/>
                <a:gd name="T1" fmla="*/ 114 h 2716"/>
                <a:gd name="T2" fmla="*/ 2639 w 2753"/>
                <a:gd name="T3" fmla="*/ 399 h 2716"/>
                <a:gd name="T4" fmla="*/ 2639 w 2753"/>
                <a:gd name="T5" fmla="*/ 2317 h 2716"/>
                <a:gd name="T6" fmla="*/ 2355 w 2753"/>
                <a:gd name="T7" fmla="*/ 2602 h 2716"/>
                <a:gd name="T8" fmla="*/ 398 w 2753"/>
                <a:gd name="T9" fmla="*/ 2602 h 2716"/>
                <a:gd name="T10" fmla="*/ 113 w 2753"/>
                <a:gd name="T11" fmla="*/ 2317 h 2716"/>
                <a:gd name="T12" fmla="*/ 113 w 2753"/>
                <a:gd name="T13" fmla="*/ 399 h 2716"/>
                <a:gd name="T14" fmla="*/ 398 w 2753"/>
                <a:gd name="T15" fmla="*/ 114 h 2716"/>
                <a:gd name="T16" fmla="*/ 2355 w 2753"/>
                <a:gd name="T17" fmla="*/ 114 h 2716"/>
                <a:gd name="T18" fmla="*/ 2355 w 2753"/>
                <a:gd name="T19" fmla="*/ 0 h 2716"/>
                <a:gd name="T20" fmla="*/ 398 w 2753"/>
                <a:gd name="T21" fmla="*/ 0 h 2716"/>
                <a:gd name="T22" fmla="*/ 0 w 2753"/>
                <a:gd name="T23" fmla="*/ 399 h 2716"/>
                <a:gd name="T24" fmla="*/ 0 w 2753"/>
                <a:gd name="T25" fmla="*/ 2317 h 2716"/>
                <a:gd name="T26" fmla="*/ 398 w 2753"/>
                <a:gd name="T27" fmla="*/ 2716 h 2716"/>
                <a:gd name="T28" fmla="*/ 2355 w 2753"/>
                <a:gd name="T29" fmla="*/ 2716 h 2716"/>
                <a:gd name="T30" fmla="*/ 2753 w 2753"/>
                <a:gd name="T31" fmla="*/ 2317 h 2716"/>
                <a:gd name="T32" fmla="*/ 2753 w 2753"/>
                <a:gd name="T33" fmla="*/ 399 h 2716"/>
                <a:gd name="T34" fmla="*/ 2355 w 2753"/>
                <a:gd name="T35" fmla="*/ 0 h 27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53" h="2716">
                  <a:moveTo>
                    <a:pt x="2355" y="114"/>
                  </a:moveTo>
                  <a:cubicBezTo>
                    <a:pt x="2512" y="114"/>
                    <a:pt x="2639" y="242"/>
                    <a:pt x="2639" y="399"/>
                  </a:cubicBezTo>
                  <a:cubicBezTo>
                    <a:pt x="2639" y="2317"/>
                    <a:pt x="2639" y="2317"/>
                    <a:pt x="2639" y="2317"/>
                  </a:cubicBezTo>
                  <a:cubicBezTo>
                    <a:pt x="2639" y="2474"/>
                    <a:pt x="2512" y="2602"/>
                    <a:pt x="2355" y="2602"/>
                  </a:cubicBezTo>
                  <a:cubicBezTo>
                    <a:pt x="398" y="2602"/>
                    <a:pt x="398" y="2602"/>
                    <a:pt x="398" y="2602"/>
                  </a:cubicBezTo>
                  <a:cubicBezTo>
                    <a:pt x="241" y="2602"/>
                    <a:pt x="113" y="2474"/>
                    <a:pt x="113" y="2317"/>
                  </a:cubicBezTo>
                  <a:cubicBezTo>
                    <a:pt x="113" y="399"/>
                    <a:pt x="113" y="399"/>
                    <a:pt x="113" y="399"/>
                  </a:cubicBezTo>
                  <a:cubicBezTo>
                    <a:pt x="113" y="242"/>
                    <a:pt x="241" y="114"/>
                    <a:pt x="398" y="114"/>
                  </a:cubicBezTo>
                  <a:cubicBezTo>
                    <a:pt x="2355" y="114"/>
                    <a:pt x="2355" y="114"/>
                    <a:pt x="2355" y="114"/>
                  </a:cubicBezTo>
                  <a:moveTo>
                    <a:pt x="2355" y="0"/>
                  </a:moveTo>
                  <a:cubicBezTo>
                    <a:pt x="398" y="0"/>
                    <a:pt x="398" y="0"/>
                    <a:pt x="398" y="0"/>
                  </a:cubicBezTo>
                  <a:cubicBezTo>
                    <a:pt x="178" y="0"/>
                    <a:pt x="0" y="179"/>
                    <a:pt x="0" y="399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0" y="2538"/>
                    <a:pt x="178" y="2716"/>
                    <a:pt x="398" y="2716"/>
                  </a:cubicBezTo>
                  <a:cubicBezTo>
                    <a:pt x="2355" y="2716"/>
                    <a:pt x="2355" y="2716"/>
                    <a:pt x="2355" y="2716"/>
                  </a:cubicBezTo>
                  <a:cubicBezTo>
                    <a:pt x="2575" y="2716"/>
                    <a:pt x="2753" y="2538"/>
                    <a:pt x="2753" y="2317"/>
                  </a:cubicBezTo>
                  <a:cubicBezTo>
                    <a:pt x="2753" y="399"/>
                    <a:pt x="2753" y="399"/>
                    <a:pt x="2753" y="399"/>
                  </a:cubicBezTo>
                  <a:cubicBezTo>
                    <a:pt x="2753" y="179"/>
                    <a:pt x="2575" y="0"/>
                    <a:pt x="235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  <p:sp>
        <p:nvSpPr>
          <p:cNvPr id="31" name="Freeform 5"/>
          <p:cNvSpPr>
            <a:spLocks/>
          </p:cNvSpPr>
          <p:nvPr userDrawn="1"/>
        </p:nvSpPr>
        <p:spPr bwMode="auto">
          <a:xfrm flipH="1">
            <a:off x="11486507" y="174661"/>
            <a:ext cx="530831" cy="530831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2" name="TextBox 31"/>
          <p:cNvSpPr txBox="1"/>
          <p:nvPr userDrawn="1"/>
        </p:nvSpPr>
        <p:spPr>
          <a:xfrm>
            <a:off x="11526134" y="245136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60E2A6B-A809-4840-BF14-8648BC0BDF87}" type="slidenum">
              <a:rPr lang="id-ID" sz="1800" b="1" smtClean="0">
                <a:solidFill>
                  <a:schemeClr val="accent1">
                    <a:lumMod val="75000"/>
                  </a:schemeClr>
                </a:solidFill>
              </a:rPr>
              <a:pPr algn="ctr"/>
              <a:t>‹#›</a:t>
            </a:fld>
            <a:endParaRPr lang="id-ID" sz="18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2591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31" grpId="0" animBg="1"/>
      <p:bldP spid="32" grpId="0"/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5"/>
          <p:cNvSpPr>
            <a:spLocks/>
          </p:cNvSpPr>
          <p:nvPr userDrawn="1"/>
        </p:nvSpPr>
        <p:spPr bwMode="auto">
          <a:xfrm>
            <a:off x="0" y="1"/>
            <a:ext cx="1705511" cy="170551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accent1">
              <a:lumMod val="75000"/>
              <a:alpha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8" name="Freeform 5"/>
          <p:cNvSpPr>
            <a:spLocks/>
          </p:cNvSpPr>
          <p:nvPr userDrawn="1"/>
        </p:nvSpPr>
        <p:spPr bwMode="auto">
          <a:xfrm>
            <a:off x="1977028" y="1135987"/>
            <a:ext cx="617966" cy="617966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  <a:alpha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9" name="Freeform 5"/>
          <p:cNvSpPr>
            <a:spLocks/>
          </p:cNvSpPr>
          <p:nvPr userDrawn="1"/>
        </p:nvSpPr>
        <p:spPr bwMode="auto">
          <a:xfrm>
            <a:off x="2539255" y="570065"/>
            <a:ext cx="422939" cy="422939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10" name="Freeform 5"/>
          <p:cNvSpPr>
            <a:spLocks/>
          </p:cNvSpPr>
          <p:nvPr userDrawn="1"/>
        </p:nvSpPr>
        <p:spPr bwMode="auto">
          <a:xfrm>
            <a:off x="2866511" y="1311026"/>
            <a:ext cx="680062" cy="680062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accent1">
              <a:lumMod val="75000"/>
              <a:alpha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11" name="Freeform 5"/>
          <p:cNvSpPr>
            <a:spLocks/>
          </p:cNvSpPr>
          <p:nvPr userDrawn="1"/>
        </p:nvSpPr>
        <p:spPr bwMode="auto">
          <a:xfrm>
            <a:off x="1958065" y="406092"/>
            <a:ext cx="327946" cy="327946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accent1">
              <a:lumMod val="50000"/>
              <a:alpha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12" name="Freeform 5"/>
          <p:cNvSpPr>
            <a:spLocks/>
          </p:cNvSpPr>
          <p:nvPr userDrawn="1"/>
        </p:nvSpPr>
        <p:spPr bwMode="auto">
          <a:xfrm>
            <a:off x="1284927" y="1968947"/>
            <a:ext cx="841167" cy="841167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  <a:alpha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13" name="Freeform 5"/>
          <p:cNvSpPr>
            <a:spLocks/>
          </p:cNvSpPr>
          <p:nvPr userDrawn="1"/>
        </p:nvSpPr>
        <p:spPr bwMode="auto">
          <a:xfrm>
            <a:off x="641601" y="1863888"/>
            <a:ext cx="422939" cy="422939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  <a:alpha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16" name="Freeform 5"/>
          <p:cNvSpPr>
            <a:spLocks/>
          </p:cNvSpPr>
          <p:nvPr userDrawn="1"/>
        </p:nvSpPr>
        <p:spPr bwMode="auto">
          <a:xfrm rot="5400000" flipH="1">
            <a:off x="110770" y="150951"/>
            <a:ext cx="530831" cy="530831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17" name="TextBox 16"/>
          <p:cNvSpPr txBox="1"/>
          <p:nvPr userDrawn="1"/>
        </p:nvSpPr>
        <p:spPr>
          <a:xfrm>
            <a:off x="150397" y="221426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60E2A6B-A809-4840-BF14-8648BC0BDF87}" type="slidenum">
              <a:rPr lang="id-ID" sz="1800" b="1" smtClean="0">
                <a:solidFill>
                  <a:schemeClr val="bg1"/>
                </a:solidFill>
              </a:rPr>
              <a:pPr algn="ctr"/>
              <a:t>‹#›</a:t>
            </a:fld>
            <a:endParaRPr lang="id-ID" sz="1800" dirty="0">
              <a:solidFill>
                <a:schemeClr val="bg1"/>
              </a:solidFill>
            </a:endParaRPr>
          </a:p>
        </p:txBody>
      </p:sp>
      <p:sp>
        <p:nvSpPr>
          <p:cNvPr id="19" name="Title 1"/>
          <p:cNvSpPr>
            <a:spLocks noGrp="1"/>
          </p:cNvSpPr>
          <p:nvPr>
            <p:ph type="title"/>
          </p:nvPr>
        </p:nvSpPr>
        <p:spPr>
          <a:xfrm>
            <a:off x="581573" y="76200"/>
            <a:ext cx="11204027" cy="685800"/>
          </a:xfrm>
        </p:spPr>
        <p:txBody>
          <a:bodyPr anchor="ctr" anchorCtr="0">
            <a:normAutofit/>
          </a:bodyPr>
          <a:lstStyle>
            <a:lvl1pPr algn="r">
              <a:defRPr sz="2800" b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1328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6" grpId="0" animBg="1"/>
      <p:bldP spid="17" grpId="0"/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5"/>
          <p:cNvSpPr>
            <a:spLocks/>
          </p:cNvSpPr>
          <p:nvPr userDrawn="1"/>
        </p:nvSpPr>
        <p:spPr bwMode="auto">
          <a:xfrm flipH="1">
            <a:off x="10486489" y="1"/>
            <a:ext cx="1705511" cy="170551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accent1">
              <a:lumMod val="75000"/>
              <a:alpha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8" name="Freeform 5"/>
          <p:cNvSpPr>
            <a:spLocks/>
          </p:cNvSpPr>
          <p:nvPr userDrawn="1"/>
        </p:nvSpPr>
        <p:spPr bwMode="auto">
          <a:xfrm flipH="1">
            <a:off x="9597006" y="1135987"/>
            <a:ext cx="617966" cy="617966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  <a:alpha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9" name="Freeform 5"/>
          <p:cNvSpPr>
            <a:spLocks/>
          </p:cNvSpPr>
          <p:nvPr userDrawn="1"/>
        </p:nvSpPr>
        <p:spPr bwMode="auto">
          <a:xfrm flipH="1">
            <a:off x="9229806" y="570065"/>
            <a:ext cx="422939" cy="422939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10" name="Freeform 5"/>
          <p:cNvSpPr>
            <a:spLocks/>
          </p:cNvSpPr>
          <p:nvPr userDrawn="1"/>
        </p:nvSpPr>
        <p:spPr bwMode="auto">
          <a:xfrm flipH="1">
            <a:off x="8645427" y="1311026"/>
            <a:ext cx="680062" cy="680062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accent1">
              <a:lumMod val="75000"/>
              <a:alpha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11" name="Freeform 5"/>
          <p:cNvSpPr>
            <a:spLocks/>
          </p:cNvSpPr>
          <p:nvPr userDrawn="1"/>
        </p:nvSpPr>
        <p:spPr bwMode="auto">
          <a:xfrm flipH="1">
            <a:off x="9905989" y="406092"/>
            <a:ext cx="327946" cy="327946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accent1">
              <a:lumMod val="50000"/>
              <a:alpha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12" name="Freeform 5"/>
          <p:cNvSpPr>
            <a:spLocks/>
          </p:cNvSpPr>
          <p:nvPr userDrawn="1"/>
        </p:nvSpPr>
        <p:spPr bwMode="auto">
          <a:xfrm flipH="1">
            <a:off x="10065906" y="1968947"/>
            <a:ext cx="841167" cy="841167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  <a:alpha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13" name="Freeform 5"/>
          <p:cNvSpPr>
            <a:spLocks/>
          </p:cNvSpPr>
          <p:nvPr userDrawn="1"/>
        </p:nvSpPr>
        <p:spPr bwMode="auto">
          <a:xfrm flipH="1">
            <a:off x="11127460" y="1863888"/>
            <a:ext cx="422939" cy="422939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  <a:alpha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14" name="Freeform 5"/>
          <p:cNvSpPr>
            <a:spLocks/>
          </p:cNvSpPr>
          <p:nvPr userDrawn="1"/>
        </p:nvSpPr>
        <p:spPr bwMode="auto">
          <a:xfrm flipH="1">
            <a:off x="11486507" y="174661"/>
            <a:ext cx="530831" cy="530831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15" name="TextBox 14"/>
          <p:cNvSpPr txBox="1"/>
          <p:nvPr userDrawn="1"/>
        </p:nvSpPr>
        <p:spPr>
          <a:xfrm>
            <a:off x="11526134" y="245136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60E2A6B-A809-4840-BF14-8648BC0BDF87}" type="slidenum">
              <a:rPr lang="id-ID" sz="1800" b="1" smtClean="0">
                <a:solidFill>
                  <a:schemeClr val="bg1"/>
                </a:solidFill>
              </a:rPr>
              <a:pPr algn="ctr"/>
              <a:t>‹#›</a:t>
            </a:fld>
            <a:endParaRPr lang="id-ID" sz="1800" dirty="0">
              <a:solidFill>
                <a:schemeClr val="bg1"/>
              </a:solidFill>
            </a:endParaRPr>
          </a:p>
        </p:txBody>
      </p:sp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581573" y="76200"/>
            <a:ext cx="11204027" cy="685800"/>
          </a:xfrm>
        </p:spPr>
        <p:txBody>
          <a:bodyPr anchor="ctr" anchorCtr="0">
            <a:normAutofit/>
          </a:bodyPr>
          <a:lstStyle>
            <a:lvl1pPr algn="l">
              <a:defRPr sz="2800" b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6739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/>
    </p:bld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0" y="1119221"/>
            <a:ext cx="12192000" cy="4619559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id-ID"/>
          </a:p>
        </p:txBody>
      </p:sp>
      <p:sp>
        <p:nvSpPr>
          <p:cNvPr id="22" name="Freeform 5"/>
          <p:cNvSpPr>
            <a:spLocks/>
          </p:cNvSpPr>
          <p:nvPr userDrawn="1"/>
        </p:nvSpPr>
        <p:spPr bwMode="auto">
          <a:xfrm flipH="1">
            <a:off x="9930136" y="-637092"/>
            <a:ext cx="2711791" cy="2711789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3" name="Freeform 5"/>
          <p:cNvSpPr>
            <a:spLocks/>
          </p:cNvSpPr>
          <p:nvPr userDrawn="1"/>
        </p:nvSpPr>
        <p:spPr bwMode="auto">
          <a:xfrm flipH="1">
            <a:off x="8535301" y="921256"/>
            <a:ext cx="982576" cy="982576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4" name="Freeform 5"/>
          <p:cNvSpPr>
            <a:spLocks/>
          </p:cNvSpPr>
          <p:nvPr userDrawn="1"/>
        </p:nvSpPr>
        <p:spPr bwMode="auto">
          <a:xfrm flipH="1">
            <a:off x="8690348" y="-296897"/>
            <a:ext cx="672480" cy="67248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5" name="Freeform 5"/>
          <p:cNvSpPr>
            <a:spLocks/>
          </p:cNvSpPr>
          <p:nvPr userDrawn="1"/>
        </p:nvSpPr>
        <p:spPr bwMode="auto">
          <a:xfrm flipH="1">
            <a:off x="6892774" y="1381250"/>
            <a:ext cx="1081310" cy="108131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6" name="Freeform 5"/>
          <p:cNvSpPr>
            <a:spLocks/>
          </p:cNvSpPr>
          <p:nvPr userDrawn="1"/>
        </p:nvSpPr>
        <p:spPr bwMode="auto">
          <a:xfrm flipH="1">
            <a:off x="7644119" y="215697"/>
            <a:ext cx="521440" cy="52144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7" name="Freeform 5"/>
          <p:cNvSpPr>
            <a:spLocks/>
          </p:cNvSpPr>
          <p:nvPr userDrawn="1"/>
        </p:nvSpPr>
        <p:spPr bwMode="auto">
          <a:xfrm flipH="1">
            <a:off x="9305255" y="2655843"/>
            <a:ext cx="1337469" cy="1337469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8" name="Freeform 5"/>
          <p:cNvSpPr>
            <a:spLocks/>
          </p:cNvSpPr>
          <p:nvPr userDrawn="1"/>
        </p:nvSpPr>
        <p:spPr bwMode="auto">
          <a:xfrm flipH="1">
            <a:off x="11073361" y="2461388"/>
            <a:ext cx="672480" cy="67248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9" name="Freeform 5"/>
          <p:cNvSpPr>
            <a:spLocks/>
          </p:cNvSpPr>
          <p:nvPr userDrawn="1"/>
        </p:nvSpPr>
        <p:spPr bwMode="auto">
          <a:xfrm flipH="1">
            <a:off x="10870156" y="3855256"/>
            <a:ext cx="521440" cy="52144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0" name="Freeform 5"/>
          <p:cNvSpPr>
            <a:spLocks/>
          </p:cNvSpPr>
          <p:nvPr userDrawn="1"/>
        </p:nvSpPr>
        <p:spPr bwMode="auto">
          <a:xfrm flipH="1">
            <a:off x="8352858" y="2453988"/>
            <a:ext cx="521761" cy="521761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1" name="Freeform 5"/>
          <p:cNvSpPr>
            <a:spLocks/>
          </p:cNvSpPr>
          <p:nvPr userDrawn="1"/>
        </p:nvSpPr>
        <p:spPr bwMode="auto">
          <a:xfrm flipH="1">
            <a:off x="11801991" y="3355185"/>
            <a:ext cx="672480" cy="67248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2" name="Freeform 5"/>
          <p:cNvSpPr>
            <a:spLocks/>
          </p:cNvSpPr>
          <p:nvPr userDrawn="1"/>
        </p:nvSpPr>
        <p:spPr bwMode="auto">
          <a:xfrm flipH="1">
            <a:off x="12086289" y="2172540"/>
            <a:ext cx="385460" cy="38546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0" name="Freeform 5"/>
          <p:cNvSpPr>
            <a:spLocks/>
          </p:cNvSpPr>
          <p:nvPr userDrawn="1"/>
        </p:nvSpPr>
        <p:spPr bwMode="auto">
          <a:xfrm flipH="1">
            <a:off x="11486507" y="174661"/>
            <a:ext cx="530831" cy="530831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1" name="TextBox 20"/>
          <p:cNvSpPr txBox="1"/>
          <p:nvPr userDrawn="1"/>
        </p:nvSpPr>
        <p:spPr>
          <a:xfrm>
            <a:off x="11526134" y="245136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60E2A6B-A809-4840-BF14-8648BC0BDF87}" type="slidenum">
              <a:rPr lang="id-ID" sz="1800" b="1" smtClean="0">
                <a:solidFill>
                  <a:schemeClr val="bg1"/>
                </a:solidFill>
              </a:rPr>
              <a:pPr algn="ctr"/>
              <a:t>‹#›</a:t>
            </a:fld>
            <a:endParaRPr lang="id-ID" sz="1800" dirty="0">
              <a:solidFill>
                <a:schemeClr val="bg1"/>
              </a:solidFill>
            </a:endParaRPr>
          </a:p>
        </p:txBody>
      </p:sp>
      <p:grpSp>
        <p:nvGrpSpPr>
          <p:cNvPr id="37" name="Group 36"/>
          <p:cNvGrpSpPr/>
          <p:nvPr userDrawn="1"/>
        </p:nvGrpSpPr>
        <p:grpSpPr>
          <a:xfrm>
            <a:off x="347419" y="6409324"/>
            <a:ext cx="224082" cy="221156"/>
            <a:chOff x="4328868" y="5502988"/>
            <a:chExt cx="500307" cy="493774"/>
          </a:xfrm>
        </p:grpSpPr>
        <p:sp>
          <p:nvSpPr>
            <p:cNvPr id="38" name="Freeform 37">
              <a:hlinkClick r:id="" action="ppaction://hlinkshowjump?jump=previousslide"/>
            </p:cNvPr>
            <p:cNvSpPr>
              <a:spLocks/>
            </p:cNvSpPr>
            <p:nvPr userDrawn="1"/>
          </p:nvSpPr>
          <p:spPr bwMode="auto">
            <a:xfrm>
              <a:off x="4520555" y="5649754"/>
              <a:ext cx="116933" cy="200242"/>
            </a:xfrm>
            <a:custGeom>
              <a:avLst/>
              <a:gdLst>
                <a:gd name="T0" fmla="*/ 417 w 425"/>
                <a:gd name="T1" fmla="*/ 77 h 728"/>
                <a:gd name="T2" fmla="*/ 131 w 425"/>
                <a:gd name="T3" fmla="*/ 364 h 728"/>
                <a:gd name="T4" fmla="*/ 417 w 425"/>
                <a:gd name="T5" fmla="*/ 650 h 728"/>
                <a:gd name="T6" fmla="*/ 425 w 425"/>
                <a:gd name="T7" fmla="*/ 667 h 728"/>
                <a:gd name="T8" fmla="*/ 417 w 425"/>
                <a:gd name="T9" fmla="*/ 684 h 728"/>
                <a:gd name="T10" fmla="*/ 381 w 425"/>
                <a:gd name="T11" fmla="*/ 720 h 728"/>
                <a:gd name="T12" fmla="*/ 364 w 425"/>
                <a:gd name="T13" fmla="*/ 728 h 728"/>
                <a:gd name="T14" fmla="*/ 347 w 425"/>
                <a:gd name="T15" fmla="*/ 720 h 728"/>
                <a:gd name="T16" fmla="*/ 8 w 425"/>
                <a:gd name="T17" fmla="*/ 381 h 728"/>
                <a:gd name="T18" fmla="*/ 0 w 425"/>
                <a:gd name="T19" fmla="*/ 364 h 728"/>
                <a:gd name="T20" fmla="*/ 8 w 425"/>
                <a:gd name="T21" fmla="*/ 347 h 728"/>
                <a:gd name="T22" fmla="*/ 347 w 425"/>
                <a:gd name="T23" fmla="*/ 7 h 728"/>
                <a:gd name="T24" fmla="*/ 364 w 425"/>
                <a:gd name="T25" fmla="*/ 0 h 728"/>
                <a:gd name="T26" fmla="*/ 381 w 425"/>
                <a:gd name="T27" fmla="*/ 7 h 728"/>
                <a:gd name="T28" fmla="*/ 417 w 425"/>
                <a:gd name="T29" fmla="*/ 44 h 728"/>
                <a:gd name="T30" fmla="*/ 425 w 425"/>
                <a:gd name="T31" fmla="*/ 60 h 728"/>
                <a:gd name="T32" fmla="*/ 417 w 425"/>
                <a:gd name="T33" fmla="*/ 77 h 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25" h="728">
                  <a:moveTo>
                    <a:pt x="417" y="77"/>
                  </a:moveTo>
                  <a:cubicBezTo>
                    <a:pt x="131" y="364"/>
                    <a:pt x="131" y="364"/>
                    <a:pt x="131" y="364"/>
                  </a:cubicBezTo>
                  <a:cubicBezTo>
                    <a:pt x="417" y="650"/>
                    <a:pt x="417" y="650"/>
                    <a:pt x="417" y="650"/>
                  </a:cubicBezTo>
                  <a:cubicBezTo>
                    <a:pt x="422" y="655"/>
                    <a:pt x="425" y="661"/>
                    <a:pt x="425" y="667"/>
                  </a:cubicBezTo>
                  <a:cubicBezTo>
                    <a:pt x="425" y="673"/>
                    <a:pt x="422" y="680"/>
                    <a:pt x="417" y="684"/>
                  </a:cubicBezTo>
                  <a:cubicBezTo>
                    <a:pt x="381" y="720"/>
                    <a:pt x="381" y="720"/>
                    <a:pt x="381" y="720"/>
                  </a:cubicBezTo>
                  <a:cubicBezTo>
                    <a:pt x="377" y="725"/>
                    <a:pt x="370" y="728"/>
                    <a:pt x="364" y="728"/>
                  </a:cubicBezTo>
                  <a:cubicBezTo>
                    <a:pt x="358" y="728"/>
                    <a:pt x="352" y="725"/>
                    <a:pt x="347" y="720"/>
                  </a:cubicBezTo>
                  <a:cubicBezTo>
                    <a:pt x="8" y="381"/>
                    <a:pt x="8" y="381"/>
                    <a:pt x="8" y="381"/>
                  </a:cubicBezTo>
                  <a:cubicBezTo>
                    <a:pt x="3" y="376"/>
                    <a:pt x="0" y="369"/>
                    <a:pt x="0" y="364"/>
                  </a:cubicBezTo>
                  <a:cubicBezTo>
                    <a:pt x="0" y="358"/>
                    <a:pt x="3" y="351"/>
                    <a:pt x="8" y="347"/>
                  </a:cubicBezTo>
                  <a:cubicBezTo>
                    <a:pt x="347" y="7"/>
                    <a:pt x="347" y="7"/>
                    <a:pt x="347" y="7"/>
                  </a:cubicBezTo>
                  <a:cubicBezTo>
                    <a:pt x="352" y="3"/>
                    <a:pt x="358" y="0"/>
                    <a:pt x="364" y="0"/>
                  </a:cubicBezTo>
                  <a:cubicBezTo>
                    <a:pt x="370" y="0"/>
                    <a:pt x="377" y="3"/>
                    <a:pt x="381" y="7"/>
                  </a:cubicBezTo>
                  <a:cubicBezTo>
                    <a:pt x="417" y="44"/>
                    <a:pt x="417" y="44"/>
                    <a:pt x="417" y="44"/>
                  </a:cubicBezTo>
                  <a:cubicBezTo>
                    <a:pt x="422" y="48"/>
                    <a:pt x="425" y="54"/>
                    <a:pt x="425" y="60"/>
                  </a:cubicBezTo>
                  <a:cubicBezTo>
                    <a:pt x="425" y="66"/>
                    <a:pt x="422" y="73"/>
                    <a:pt x="417" y="77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39" name="Freeform 38">
              <a:hlinkClick r:id="" action="ppaction://hlinkshowjump?jump=previousslide"/>
            </p:cNvPr>
            <p:cNvSpPr>
              <a:spLocks noEditPoints="1"/>
            </p:cNvSpPr>
            <p:nvPr userDrawn="1"/>
          </p:nvSpPr>
          <p:spPr bwMode="auto">
            <a:xfrm>
              <a:off x="4328868" y="5502988"/>
              <a:ext cx="500307" cy="493774"/>
            </a:xfrm>
            <a:custGeom>
              <a:avLst/>
              <a:gdLst>
                <a:gd name="T0" fmla="*/ 2355 w 2753"/>
                <a:gd name="T1" fmla="*/ 114 h 2716"/>
                <a:gd name="T2" fmla="*/ 2639 w 2753"/>
                <a:gd name="T3" fmla="*/ 399 h 2716"/>
                <a:gd name="T4" fmla="*/ 2639 w 2753"/>
                <a:gd name="T5" fmla="*/ 2317 h 2716"/>
                <a:gd name="T6" fmla="*/ 2355 w 2753"/>
                <a:gd name="T7" fmla="*/ 2602 h 2716"/>
                <a:gd name="T8" fmla="*/ 398 w 2753"/>
                <a:gd name="T9" fmla="*/ 2602 h 2716"/>
                <a:gd name="T10" fmla="*/ 113 w 2753"/>
                <a:gd name="T11" fmla="*/ 2317 h 2716"/>
                <a:gd name="T12" fmla="*/ 113 w 2753"/>
                <a:gd name="T13" fmla="*/ 399 h 2716"/>
                <a:gd name="T14" fmla="*/ 398 w 2753"/>
                <a:gd name="T15" fmla="*/ 114 h 2716"/>
                <a:gd name="T16" fmla="*/ 2355 w 2753"/>
                <a:gd name="T17" fmla="*/ 114 h 2716"/>
                <a:gd name="T18" fmla="*/ 2355 w 2753"/>
                <a:gd name="T19" fmla="*/ 0 h 2716"/>
                <a:gd name="T20" fmla="*/ 398 w 2753"/>
                <a:gd name="T21" fmla="*/ 0 h 2716"/>
                <a:gd name="T22" fmla="*/ 0 w 2753"/>
                <a:gd name="T23" fmla="*/ 399 h 2716"/>
                <a:gd name="T24" fmla="*/ 0 w 2753"/>
                <a:gd name="T25" fmla="*/ 2317 h 2716"/>
                <a:gd name="T26" fmla="*/ 398 w 2753"/>
                <a:gd name="T27" fmla="*/ 2716 h 2716"/>
                <a:gd name="T28" fmla="*/ 2355 w 2753"/>
                <a:gd name="T29" fmla="*/ 2716 h 2716"/>
                <a:gd name="T30" fmla="*/ 2753 w 2753"/>
                <a:gd name="T31" fmla="*/ 2317 h 2716"/>
                <a:gd name="T32" fmla="*/ 2753 w 2753"/>
                <a:gd name="T33" fmla="*/ 399 h 2716"/>
                <a:gd name="T34" fmla="*/ 2355 w 2753"/>
                <a:gd name="T35" fmla="*/ 0 h 27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53" h="2716">
                  <a:moveTo>
                    <a:pt x="2355" y="114"/>
                  </a:moveTo>
                  <a:cubicBezTo>
                    <a:pt x="2512" y="114"/>
                    <a:pt x="2639" y="242"/>
                    <a:pt x="2639" y="399"/>
                  </a:cubicBezTo>
                  <a:cubicBezTo>
                    <a:pt x="2639" y="2317"/>
                    <a:pt x="2639" y="2317"/>
                    <a:pt x="2639" y="2317"/>
                  </a:cubicBezTo>
                  <a:cubicBezTo>
                    <a:pt x="2639" y="2474"/>
                    <a:pt x="2512" y="2602"/>
                    <a:pt x="2355" y="2602"/>
                  </a:cubicBezTo>
                  <a:cubicBezTo>
                    <a:pt x="398" y="2602"/>
                    <a:pt x="398" y="2602"/>
                    <a:pt x="398" y="2602"/>
                  </a:cubicBezTo>
                  <a:cubicBezTo>
                    <a:pt x="241" y="2602"/>
                    <a:pt x="113" y="2474"/>
                    <a:pt x="113" y="2317"/>
                  </a:cubicBezTo>
                  <a:cubicBezTo>
                    <a:pt x="113" y="399"/>
                    <a:pt x="113" y="399"/>
                    <a:pt x="113" y="399"/>
                  </a:cubicBezTo>
                  <a:cubicBezTo>
                    <a:pt x="113" y="242"/>
                    <a:pt x="241" y="114"/>
                    <a:pt x="398" y="114"/>
                  </a:cubicBezTo>
                  <a:cubicBezTo>
                    <a:pt x="2355" y="114"/>
                    <a:pt x="2355" y="114"/>
                    <a:pt x="2355" y="114"/>
                  </a:cubicBezTo>
                  <a:moveTo>
                    <a:pt x="2355" y="0"/>
                  </a:moveTo>
                  <a:cubicBezTo>
                    <a:pt x="398" y="0"/>
                    <a:pt x="398" y="0"/>
                    <a:pt x="398" y="0"/>
                  </a:cubicBezTo>
                  <a:cubicBezTo>
                    <a:pt x="178" y="0"/>
                    <a:pt x="0" y="179"/>
                    <a:pt x="0" y="399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0" y="2538"/>
                    <a:pt x="178" y="2716"/>
                    <a:pt x="398" y="2716"/>
                  </a:cubicBezTo>
                  <a:cubicBezTo>
                    <a:pt x="2355" y="2716"/>
                    <a:pt x="2355" y="2716"/>
                    <a:pt x="2355" y="2716"/>
                  </a:cubicBezTo>
                  <a:cubicBezTo>
                    <a:pt x="2575" y="2716"/>
                    <a:pt x="2753" y="2538"/>
                    <a:pt x="2753" y="2317"/>
                  </a:cubicBezTo>
                  <a:cubicBezTo>
                    <a:pt x="2753" y="399"/>
                    <a:pt x="2753" y="399"/>
                    <a:pt x="2753" y="399"/>
                  </a:cubicBezTo>
                  <a:cubicBezTo>
                    <a:pt x="2753" y="179"/>
                    <a:pt x="2575" y="0"/>
                    <a:pt x="2355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  <p:grpSp>
        <p:nvGrpSpPr>
          <p:cNvPr id="40" name="Group 39"/>
          <p:cNvGrpSpPr/>
          <p:nvPr userDrawn="1"/>
        </p:nvGrpSpPr>
        <p:grpSpPr>
          <a:xfrm flipH="1">
            <a:off x="657355" y="6409324"/>
            <a:ext cx="224082" cy="221156"/>
            <a:chOff x="4328868" y="5502988"/>
            <a:chExt cx="500307" cy="493774"/>
          </a:xfrm>
        </p:grpSpPr>
        <p:sp>
          <p:nvSpPr>
            <p:cNvPr id="41" name="Freeform 40">
              <a:hlinkClick r:id="" action="ppaction://hlinkshowjump?jump=nextslide"/>
            </p:cNvPr>
            <p:cNvSpPr>
              <a:spLocks/>
            </p:cNvSpPr>
            <p:nvPr userDrawn="1"/>
          </p:nvSpPr>
          <p:spPr bwMode="auto">
            <a:xfrm>
              <a:off x="4520556" y="5649754"/>
              <a:ext cx="116933" cy="200242"/>
            </a:xfrm>
            <a:custGeom>
              <a:avLst/>
              <a:gdLst>
                <a:gd name="T0" fmla="*/ 417 w 425"/>
                <a:gd name="T1" fmla="*/ 77 h 728"/>
                <a:gd name="T2" fmla="*/ 131 w 425"/>
                <a:gd name="T3" fmla="*/ 364 h 728"/>
                <a:gd name="T4" fmla="*/ 417 w 425"/>
                <a:gd name="T5" fmla="*/ 650 h 728"/>
                <a:gd name="T6" fmla="*/ 425 w 425"/>
                <a:gd name="T7" fmla="*/ 667 h 728"/>
                <a:gd name="T8" fmla="*/ 417 w 425"/>
                <a:gd name="T9" fmla="*/ 684 h 728"/>
                <a:gd name="T10" fmla="*/ 381 w 425"/>
                <a:gd name="T11" fmla="*/ 720 h 728"/>
                <a:gd name="T12" fmla="*/ 364 w 425"/>
                <a:gd name="T13" fmla="*/ 728 h 728"/>
                <a:gd name="T14" fmla="*/ 347 w 425"/>
                <a:gd name="T15" fmla="*/ 720 h 728"/>
                <a:gd name="T16" fmla="*/ 8 w 425"/>
                <a:gd name="T17" fmla="*/ 381 h 728"/>
                <a:gd name="T18" fmla="*/ 0 w 425"/>
                <a:gd name="T19" fmla="*/ 364 h 728"/>
                <a:gd name="T20" fmla="*/ 8 w 425"/>
                <a:gd name="T21" fmla="*/ 347 h 728"/>
                <a:gd name="T22" fmla="*/ 347 w 425"/>
                <a:gd name="T23" fmla="*/ 7 h 728"/>
                <a:gd name="T24" fmla="*/ 364 w 425"/>
                <a:gd name="T25" fmla="*/ 0 h 728"/>
                <a:gd name="T26" fmla="*/ 381 w 425"/>
                <a:gd name="T27" fmla="*/ 7 h 728"/>
                <a:gd name="T28" fmla="*/ 417 w 425"/>
                <a:gd name="T29" fmla="*/ 44 h 728"/>
                <a:gd name="T30" fmla="*/ 425 w 425"/>
                <a:gd name="T31" fmla="*/ 60 h 728"/>
                <a:gd name="T32" fmla="*/ 417 w 425"/>
                <a:gd name="T33" fmla="*/ 77 h 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25" h="728">
                  <a:moveTo>
                    <a:pt x="417" y="77"/>
                  </a:moveTo>
                  <a:cubicBezTo>
                    <a:pt x="131" y="364"/>
                    <a:pt x="131" y="364"/>
                    <a:pt x="131" y="364"/>
                  </a:cubicBezTo>
                  <a:cubicBezTo>
                    <a:pt x="417" y="650"/>
                    <a:pt x="417" y="650"/>
                    <a:pt x="417" y="650"/>
                  </a:cubicBezTo>
                  <a:cubicBezTo>
                    <a:pt x="422" y="655"/>
                    <a:pt x="425" y="661"/>
                    <a:pt x="425" y="667"/>
                  </a:cubicBezTo>
                  <a:cubicBezTo>
                    <a:pt x="425" y="673"/>
                    <a:pt x="422" y="680"/>
                    <a:pt x="417" y="684"/>
                  </a:cubicBezTo>
                  <a:cubicBezTo>
                    <a:pt x="381" y="720"/>
                    <a:pt x="381" y="720"/>
                    <a:pt x="381" y="720"/>
                  </a:cubicBezTo>
                  <a:cubicBezTo>
                    <a:pt x="377" y="725"/>
                    <a:pt x="370" y="728"/>
                    <a:pt x="364" y="728"/>
                  </a:cubicBezTo>
                  <a:cubicBezTo>
                    <a:pt x="358" y="728"/>
                    <a:pt x="352" y="725"/>
                    <a:pt x="347" y="720"/>
                  </a:cubicBezTo>
                  <a:cubicBezTo>
                    <a:pt x="8" y="381"/>
                    <a:pt x="8" y="381"/>
                    <a:pt x="8" y="381"/>
                  </a:cubicBezTo>
                  <a:cubicBezTo>
                    <a:pt x="3" y="376"/>
                    <a:pt x="0" y="369"/>
                    <a:pt x="0" y="364"/>
                  </a:cubicBezTo>
                  <a:cubicBezTo>
                    <a:pt x="0" y="358"/>
                    <a:pt x="3" y="351"/>
                    <a:pt x="8" y="347"/>
                  </a:cubicBezTo>
                  <a:cubicBezTo>
                    <a:pt x="347" y="7"/>
                    <a:pt x="347" y="7"/>
                    <a:pt x="347" y="7"/>
                  </a:cubicBezTo>
                  <a:cubicBezTo>
                    <a:pt x="352" y="3"/>
                    <a:pt x="358" y="0"/>
                    <a:pt x="364" y="0"/>
                  </a:cubicBezTo>
                  <a:cubicBezTo>
                    <a:pt x="370" y="0"/>
                    <a:pt x="377" y="3"/>
                    <a:pt x="381" y="7"/>
                  </a:cubicBezTo>
                  <a:cubicBezTo>
                    <a:pt x="417" y="44"/>
                    <a:pt x="417" y="44"/>
                    <a:pt x="417" y="44"/>
                  </a:cubicBezTo>
                  <a:cubicBezTo>
                    <a:pt x="422" y="48"/>
                    <a:pt x="425" y="54"/>
                    <a:pt x="425" y="60"/>
                  </a:cubicBezTo>
                  <a:cubicBezTo>
                    <a:pt x="425" y="66"/>
                    <a:pt x="422" y="73"/>
                    <a:pt x="417" y="77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42" name="Freeform 41">
              <a:hlinkClick r:id="" action="ppaction://hlinkshowjump?jump=nextslide"/>
            </p:cNvPr>
            <p:cNvSpPr>
              <a:spLocks noEditPoints="1"/>
            </p:cNvSpPr>
            <p:nvPr userDrawn="1"/>
          </p:nvSpPr>
          <p:spPr bwMode="auto">
            <a:xfrm>
              <a:off x="4328868" y="5502988"/>
              <a:ext cx="500307" cy="493774"/>
            </a:xfrm>
            <a:custGeom>
              <a:avLst/>
              <a:gdLst>
                <a:gd name="T0" fmla="*/ 2355 w 2753"/>
                <a:gd name="T1" fmla="*/ 114 h 2716"/>
                <a:gd name="T2" fmla="*/ 2639 w 2753"/>
                <a:gd name="T3" fmla="*/ 399 h 2716"/>
                <a:gd name="T4" fmla="*/ 2639 w 2753"/>
                <a:gd name="T5" fmla="*/ 2317 h 2716"/>
                <a:gd name="T6" fmla="*/ 2355 w 2753"/>
                <a:gd name="T7" fmla="*/ 2602 h 2716"/>
                <a:gd name="T8" fmla="*/ 398 w 2753"/>
                <a:gd name="T9" fmla="*/ 2602 h 2716"/>
                <a:gd name="T10" fmla="*/ 113 w 2753"/>
                <a:gd name="T11" fmla="*/ 2317 h 2716"/>
                <a:gd name="T12" fmla="*/ 113 w 2753"/>
                <a:gd name="T13" fmla="*/ 399 h 2716"/>
                <a:gd name="T14" fmla="*/ 398 w 2753"/>
                <a:gd name="T15" fmla="*/ 114 h 2716"/>
                <a:gd name="T16" fmla="*/ 2355 w 2753"/>
                <a:gd name="T17" fmla="*/ 114 h 2716"/>
                <a:gd name="T18" fmla="*/ 2355 w 2753"/>
                <a:gd name="T19" fmla="*/ 0 h 2716"/>
                <a:gd name="T20" fmla="*/ 398 w 2753"/>
                <a:gd name="T21" fmla="*/ 0 h 2716"/>
                <a:gd name="T22" fmla="*/ 0 w 2753"/>
                <a:gd name="T23" fmla="*/ 399 h 2716"/>
                <a:gd name="T24" fmla="*/ 0 w 2753"/>
                <a:gd name="T25" fmla="*/ 2317 h 2716"/>
                <a:gd name="T26" fmla="*/ 398 w 2753"/>
                <a:gd name="T27" fmla="*/ 2716 h 2716"/>
                <a:gd name="T28" fmla="*/ 2355 w 2753"/>
                <a:gd name="T29" fmla="*/ 2716 h 2716"/>
                <a:gd name="T30" fmla="*/ 2753 w 2753"/>
                <a:gd name="T31" fmla="*/ 2317 h 2716"/>
                <a:gd name="T32" fmla="*/ 2753 w 2753"/>
                <a:gd name="T33" fmla="*/ 399 h 2716"/>
                <a:gd name="T34" fmla="*/ 2355 w 2753"/>
                <a:gd name="T35" fmla="*/ 0 h 27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53" h="2716">
                  <a:moveTo>
                    <a:pt x="2355" y="114"/>
                  </a:moveTo>
                  <a:cubicBezTo>
                    <a:pt x="2512" y="114"/>
                    <a:pt x="2639" y="242"/>
                    <a:pt x="2639" y="399"/>
                  </a:cubicBezTo>
                  <a:cubicBezTo>
                    <a:pt x="2639" y="2317"/>
                    <a:pt x="2639" y="2317"/>
                    <a:pt x="2639" y="2317"/>
                  </a:cubicBezTo>
                  <a:cubicBezTo>
                    <a:pt x="2639" y="2474"/>
                    <a:pt x="2512" y="2602"/>
                    <a:pt x="2355" y="2602"/>
                  </a:cubicBezTo>
                  <a:cubicBezTo>
                    <a:pt x="398" y="2602"/>
                    <a:pt x="398" y="2602"/>
                    <a:pt x="398" y="2602"/>
                  </a:cubicBezTo>
                  <a:cubicBezTo>
                    <a:pt x="241" y="2602"/>
                    <a:pt x="113" y="2474"/>
                    <a:pt x="113" y="2317"/>
                  </a:cubicBezTo>
                  <a:cubicBezTo>
                    <a:pt x="113" y="399"/>
                    <a:pt x="113" y="399"/>
                    <a:pt x="113" y="399"/>
                  </a:cubicBezTo>
                  <a:cubicBezTo>
                    <a:pt x="113" y="242"/>
                    <a:pt x="241" y="114"/>
                    <a:pt x="398" y="114"/>
                  </a:cubicBezTo>
                  <a:cubicBezTo>
                    <a:pt x="2355" y="114"/>
                    <a:pt x="2355" y="114"/>
                    <a:pt x="2355" y="114"/>
                  </a:cubicBezTo>
                  <a:moveTo>
                    <a:pt x="2355" y="0"/>
                  </a:moveTo>
                  <a:cubicBezTo>
                    <a:pt x="398" y="0"/>
                    <a:pt x="398" y="0"/>
                    <a:pt x="398" y="0"/>
                  </a:cubicBezTo>
                  <a:cubicBezTo>
                    <a:pt x="178" y="0"/>
                    <a:pt x="0" y="179"/>
                    <a:pt x="0" y="399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0" y="2538"/>
                    <a:pt x="178" y="2716"/>
                    <a:pt x="398" y="2716"/>
                  </a:cubicBezTo>
                  <a:cubicBezTo>
                    <a:pt x="2355" y="2716"/>
                    <a:pt x="2355" y="2716"/>
                    <a:pt x="2355" y="2716"/>
                  </a:cubicBezTo>
                  <a:cubicBezTo>
                    <a:pt x="2575" y="2716"/>
                    <a:pt x="2753" y="2538"/>
                    <a:pt x="2753" y="2317"/>
                  </a:cubicBezTo>
                  <a:cubicBezTo>
                    <a:pt x="2753" y="399"/>
                    <a:pt x="2753" y="399"/>
                    <a:pt x="2753" y="399"/>
                  </a:cubicBezTo>
                  <a:cubicBezTo>
                    <a:pt x="2753" y="179"/>
                    <a:pt x="2575" y="0"/>
                    <a:pt x="2355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  <p:sp>
        <p:nvSpPr>
          <p:cNvPr id="34" name="Title 1"/>
          <p:cNvSpPr>
            <a:spLocks noGrp="1"/>
          </p:cNvSpPr>
          <p:nvPr>
            <p:ph type="title"/>
          </p:nvPr>
        </p:nvSpPr>
        <p:spPr>
          <a:xfrm>
            <a:off x="581573" y="76200"/>
            <a:ext cx="11204027" cy="685800"/>
          </a:xfrm>
        </p:spPr>
        <p:txBody>
          <a:bodyPr anchor="ctr" anchorCtr="0">
            <a:normAutofit/>
          </a:bodyPr>
          <a:lstStyle>
            <a:lvl1pPr algn="l">
              <a:defRPr sz="2800" b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7403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20" grpId="0" animBg="1"/>
      <p:bldP spid="21" grpId="0"/>
    </p:bld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5"/>
          <p:cNvSpPr>
            <a:spLocks/>
          </p:cNvSpPr>
          <p:nvPr userDrawn="1"/>
        </p:nvSpPr>
        <p:spPr bwMode="auto">
          <a:xfrm flipH="1">
            <a:off x="9930136" y="-637092"/>
            <a:ext cx="2711791" cy="2711789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3" name="Freeform 5"/>
          <p:cNvSpPr>
            <a:spLocks/>
          </p:cNvSpPr>
          <p:nvPr userDrawn="1"/>
        </p:nvSpPr>
        <p:spPr bwMode="auto">
          <a:xfrm flipH="1">
            <a:off x="8535301" y="921256"/>
            <a:ext cx="982576" cy="982576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4" name="Freeform 5"/>
          <p:cNvSpPr>
            <a:spLocks/>
          </p:cNvSpPr>
          <p:nvPr userDrawn="1"/>
        </p:nvSpPr>
        <p:spPr bwMode="auto">
          <a:xfrm flipH="1">
            <a:off x="8690348" y="-296897"/>
            <a:ext cx="672480" cy="67248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5" name="Freeform 5"/>
          <p:cNvSpPr>
            <a:spLocks/>
          </p:cNvSpPr>
          <p:nvPr userDrawn="1"/>
        </p:nvSpPr>
        <p:spPr bwMode="auto">
          <a:xfrm flipH="1">
            <a:off x="6892774" y="1381250"/>
            <a:ext cx="1081310" cy="108131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6" name="Freeform 5"/>
          <p:cNvSpPr>
            <a:spLocks/>
          </p:cNvSpPr>
          <p:nvPr userDrawn="1"/>
        </p:nvSpPr>
        <p:spPr bwMode="auto">
          <a:xfrm flipH="1">
            <a:off x="7644119" y="215697"/>
            <a:ext cx="521440" cy="52144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7" name="Freeform 5"/>
          <p:cNvSpPr>
            <a:spLocks/>
          </p:cNvSpPr>
          <p:nvPr userDrawn="1"/>
        </p:nvSpPr>
        <p:spPr bwMode="auto">
          <a:xfrm flipH="1">
            <a:off x="9305255" y="2655843"/>
            <a:ext cx="1337469" cy="1337469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8" name="Freeform 5"/>
          <p:cNvSpPr>
            <a:spLocks/>
          </p:cNvSpPr>
          <p:nvPr userDrawn="1"/>
        </p:nvSpPr>
        <p:spPr bwMode="auto">
          <a:xfrm flipH="1">
            <a:off x="11073361" y="2461388"/>
            <a:ext cx="672480" cy="67248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9" name="Freeform 5"/>
          <p:cNvSpPr>
            <a:spLocks/>
          </p:cNvSpPr>
          <p:nvPr userDrawn="1"/>
        </p:nvSpPr>
        <p:spPr bwMode="auto">
          <a:xfrm flipH="1">
            <a:off x="10870156" y="3855256"/>
            <a:ext cx="521440" cy="52144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0" name="Freeform 5"/>
          <p:cNvSpPr>
            <a:spLocks/>
          </p:cNvSpPr>
          <p:nvPr userDrawn="1"/>
        </p:nvSpPr>
        <p:spPr bwMode="auto">
          <a:xfrm flipH="1">
            <a:off x="8352858" y="2453988"/>
            <a:ext cx="521761" cy="521761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1" name="Freeform 5"/>
          <p:cNvSpPr>
            <a:spLocks/>
          </p:cNvSpPr>
          <p:nvPr userDrawn="1"/>
        </p:nvSpPr>
        <p:spPr bwMode="auto">
          <a:xfrm flipH="1">
            <a:off x="11801991" y="3355185"/>
            <a:ext cx="672480" cy="67248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2" name="Freeform 5"/>
          <p:cNvSpPr>
            <a:spLocks/>
          </p:cNvSpPr>
          <p:nvPr userDrawn="1"/>
        </p:nvSpPr>
        <p:spPr bwMode="auto">
          <a:xfrm flipH="1">
            <a:off x="12086289" y="2172540"/>
            <a:ext cx="385460" cy="38546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0" name="Freeform 5"/>
          <p:cNvSpPr>
            <a:spLocks/>
          </p:cNvSpPr>
          <p:nvPr userDrawn="1"/>
        </p:nvSpPr>
        <p:spPr bwMode="auto">
          <a:xfrm flipH="1">
            <a:off x="11486507" y="174661"/>
            <a:ext cx="530831" cy="530831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1" name="TextBox 20"/>
          <p:cNvSpPr txBox="1"/>
          <p:nvPr userDrawn="1"/>
        </p:nvSpPr>
        <p:spPr>
          <a:xfrm>
            <a:off x="11526134" y="245136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60E2A6B-A809-4840-BF14-8648BC0BDF87}" type="slidenum">
              <a:rPr lang="id-ID" sz="1800" b="1" smtClean="0">
                <a:solidFill>
                  <a:schemeClr val="bg1"/>
                </a:solidFill>
              </a:rPr>
              <a:pPr algn="ctr"/>
              <a:t>‹#›</a:t>
            </a:fld>
            <a:endParaRPr lang="id-ID" sz="1800" dirty="0">
              <a:solidFill>
                <a:schemeClr val="bg1"/>
              </a:solidFill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1843455" y="1334377"/>
            <a:ext cx="1799490" cy="1799490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2102786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20" grpId="0" animBg="1"/>
      <p:bldP spid="21" grpId="0"/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6"/>
          <p:cNvSpPr/>
          <p:nvPr userDrawn="1"/>
        </p:nvSpPr>
        <p:spPr>
          <a:xfrm flipH="1">
            <a:off x="6183905" y="0"/>
            <a:ext cx="6008095" cy="6858000"/>
          </a:xfrm>
          <a:custGeom>
            <a:avLst/>
            <a:gdLst>
              <a:gd name="connsiteX0" fmla="*/ 0 w 6008095"/>
              <a:gd name="connsiteY0" fmla="*/ 0 h 6858000"/>
              <a:gd name="connsiteX1" fmla="*/ 5486400 w 6008095"/>
              <a:gd name="connsiteY1" fmla="*/ 0 h 6858000"/>
              <a:gd name="connsiteX2" fmla="*/ 5486400 w 6008095"/>
              <a:gd name="connsiteY2" fmla="*/ 2910632 h 6858000"/>
              <a:gd name="connsiteX3" fmla="*/ 5504569 w 6008095"/>
              <a:gd name="connsiteY3" fmla="*/ 2925475 h 6858000"/>
              <a:gd name="connsiteX4" fmla="*/ 6008095 w 6008095"/>
              <a:gd name="connsiteY4" fmla="*/ 3429001 h 6858000"/>
              <a:gd name="connsiteX5" fmla="*/ 5504569 w 6008095"/>
              <a:gd name="connsiteY5" fmla="*/ 3932527 h 6858000"/>
              <a:gd name="connsiteX6" fmla="*/ 5486400 w 6008095"/>
              <a:gd name="connsiteY6" fmla="*/ 3947370 h 6858000"/>
              <a:gd name="connsiteX7" fmla="*/ 5486400 w 6008095"/>
              <a:gd name="connsiteY7" fmla="*/ 6858000 h 6858000"/>
              <a:gd name="connsiteX8" fmla="*/ 0 w 6008095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008095" h="6858000">
                <a:moveTo>
                  <a:pt x="0" y="0"/>
                </a:moveTo>
                <a:lnTo>
                  <a:pt x="5486400" y="0"/>
                </a:lnTo>
                <a:lnTo>
                  <a:pt x="5486400" y="2910632"/>
                </a:lnTo>
                <a:lnTo>
                  <a:pt x="5504569" y="2925475"/>
                </a:lnTo>
                <a:cubicBezTo>
                  <a:pt x="6008095" y="3429001"/>
                  <a:pt x="6008095" y="3429001"/>
                  <a:pt x="6008095" y="3429001"/>
                </a:cubicBezTo>
                <a:cubicBezTo>
                  <a:pt x="5504569" y="3932527"/>
                  <a:pt x="5504569" y="3932527"/>
                  <a:pt x="5504569" y="3932527"/>
                </a:cubicBezTo>
                <a:lnTo>
                  <a:pt x="5486400" y="3947370"/>
                </a:lnTo>
                <a:lnTo>
                  <a:pt x="5486400" y="6858000"/>
                </a:lnTo>
                <a:lnTo>
                  <a:pt x="0" y="6858000"/>
                </a:lnTo>
                <a:close/>
              </a:path>
            </a:pathLst>
          </a:custGeom>
          <a:pattFill prst="pct5">
            <a:fgClr>
              <a:schemeClr val="tx2">
                <a:lumMod val="75000"/>
              </a:schemeClr>
            </a:fgClr>
            <a:bgClr>
              <a:schemeClr val="tx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2" name="Freeform 5"/>
          <p:cNvSpPr>
            <a:spLocks/>
          </p:cNvSpPr>
          <p:nvPr userDrawn="1"/>
        </p:nvSpPr>
        <p:spPr bwMode="auto">
          <a:xfrm flipH="1">
            <a:off x="9930136" y="-637092"/>
            <a:ext cx="2711791" cy="2711789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3" name="Freeform 5"/>
          <p:cNvSpPr>
            <a:spLocks/>
          </p:cNvSpPr>
          <p:nvPr userDrawn="1"/>
        </p:nvSpPr>
        <p:spPr bwMode="auto">
          <a:xfrm flipH="1">
            <a:off x="8535301" y="921256"/>
            <a:ext cx="982576" cy="982576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4" name="Freeform 5"/>
          <p:cNvSpPr>
            <a:spLocks/>
          </p:cNvSpPr>
          <p:nvPr userDrawn="1"/>
        </p:nvSpPr>
        <p:spPr bwMode="auto">
          <a:xfrm flipH="1">
            <a:off x="8690348" y="-296897"/>
            <a:ext cx="672480" cy="67248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5" name="Freeform 5"/>
          <p:cNvSpPr>
            <a:spLocks/>
          </p:cNvSpPr>
          <p:nvPr userDrawn="1"/>
        </p:nvSpPr>
        <p:spPr bwMode="auto">
          <a:xfrm flipH="1">
            <a:off x="6892774" y="1381250"/>
            <a:ext cx="1081310" cy="108131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6" name="Freeform 5"/>
          <p:cNvSpPr>
            <a:spLocks/>
          </p:cNvSpPr>
          <p:nvPr userDrawn="1"/>
        </p:nvSpPr>
        <p:spPr bwMode="auto">
          <a:xfrm flipH="1">
            <a:off x="7644119" y="215697"/>
            <a:ext cx="521440" cy="52144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7" name="Freeform 5"/>
          <p:cNvSpPr>
            <a:spLocks/>
          </p:cNvSpPr>
          <p:nvPr userDrawn="1"/>
        </p:nvSpPr>
        <p:spPr bwMode="auto">
          <a:xfrm flipH="1">
            <a:off x="9305255" y="2655843"/>
            <a:ext cx="1337469" cy="1337469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8" name="Freeform 5"/>
          <p:cNvSpPr>
            <a:spLocks/>
          </p:cNvSpPr>
          <p:nvPr userDrawn="1"/>
        </p:nvSpPr>
        <p:spPr bwMode="auto">
          <a:xfrm flipH="1">
            <a:off x="11073361" y="2461388"/>
            <a:ext cx="672480" cy="67248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9" name="Freeform 5"/>
          <p:cNvSpPr>
            <a:spLocks/>
          </p:cNvSpPr>
          <p:nvPr userDrawn="1"/>
        </p:nvSpPr>
        <p:spPr bwMode="auto">
          <a:xfrm flipH="1">
            <a:off x="10870156" y="3855256"/>
            <a:ext cx="521440" cy="52144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0" name="Freeform 5"/>
          <p:cNvSpPr>
            <a:spLocks/>
          </p:cNvSpPr>
          <p:nvPr userDrawn="1"/>
        </p:nvSpPr>
        <p:spPr bwMode="auto">
          <a:xfrm flipH="1">
            <a:off x="8352858" y="2453988"/>
            <a:ext cx="521761" cy="521761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1" name="Freeform 5"/>
          <p:cNvSpPr>
            <a:spLocks/>
          </p:cNvSpPr>
          <p:nvPr userDrawn="1"/>
        </p:nvSpPr>
        <p:spPr bwMode="auto">
          <a:xfrm flipH="1">
            <a:off x="11801991" y="3355185"/>
            <a:ext cx="672480" cy="67248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2" name="Freeform 5"/>
          <p:cNvSpPr>
            <a:spLocks/>
          </p:cNvSpPr>
          <p:nvPr userDrawn="1"/>
        </p:nvSpPr>
        <p:spPr bwMode="auto">
          <a:xfrm flipH="1">
            <a:off x="12086289" y="2172540"/>
            <a:ext cx="385460" cy="38546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0" name="Freeform 5"/>
          <p:cNvSpPr>
            <a:spLocks/>
          </p:cNvSpPr>
          <p:nvPr userDrawn="1"/>
        </p:nvSpPr>
        <p:spPr bwMode="auto">
          <a:xfrm flipH="1">
            <a:off x="11486507" y="174661"/>
            <a:ext cx="530831" cy="530831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1" name="TextBox 20"/>
          <p:cNvSpPr txBox="1"/>
          <p:nvPr userDrawn="1"/>
        </p:nvSpPr>
        <p:spPr>
          <a:xfrm>
            <a:off x="11526134" y="245136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60E2A6B-A809-4840-BF14-8648BC0BDF87}" type="slidenum">
              <a:rPr lang="id-ID" sz="1800" b="1" smtClean="0">
                <a:solidFill>
                  <a:schemeClr val="accent1">
                    <a:lumMod val="50000"/>
                  </a:schemeClr>
                </a:solidFill>
              </a:rPr>
              <a:pPr algn="ctr"/>
              <a:t>‹#›</a:t>
            </a:fld>
            <a:endParaRPr lang="id-ID" sz="18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8657220" y="1334377"/>
            <a:ext cx="1799490" cy="1799490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endParaRPr lang="id-ID" dirty="0"/>
          </a:p>
        </p:txBody>
      </p:sp>
      <p:sp>
        <p:nvSpPr>
          <p:cNvPr id="18" name="Title 1"/>
          <p:cNvSpPr>
            <a:spLocks noGrp="1"/>
          </p:cNvSpPr>
          <p:nvPr>
            <p:ph type="title"/>
          </p:nvPr>
        </p:nvSpPr>
        <p:spPr>
          <a:xfrm>
            <a:off x="581573" y="76200"/>
            <a:ext cx="11204027" cy="685800"/>
          </a:xfrm>
        </p:spPr>
        <p:txBody>
          <a:bodyPr anchor="ctr" anchorCtr="0">
            <a:normAutofit/>
          </a:bodyPr>
          <a:lstStyle>
            <a:lvl1pPr algn="l">
              <a:defRPr sz="2800" b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6458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00"/>
                            </p:stCondLst>
                            <p:childTnLst>
                              <p:par>
                                <p:cTn id="57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20" grpId="0" animBg="1"/>
      <p:bldP spid="21" grpId="0"/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5"/>
          <p:cNvSpPr>
            <a:spLocks/>
          </p:cNvSpPr>
          <p:nvPr userDrawn="1"/>
        </p:nvSpPr>
        <p:spPr bwMode="auto">
          <a:xfrm flipH="1">
            <a:off x="9930136" y="-637092"/>
            <a:ext cx="2711791" cy="2711789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3" name="Freeform 5"/>
          <p:cNvSpPr>
            <a:spLocks/>
          </p:cNvSpPr>
          <p:nvPr userDrawn="1"/>
        </p:nvSpPr>
        <p:spPr bwMode="auto">
          <a:xfrm flipH="1">
            <a:off x="8535301" y="921256"/>
            <a:ext cx="982576" cy="982576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4" name="Freeform 5"/>
          <p:cNvSpPr>
            <a:spLocks/>
          </p:cNvSpPr>
          <p:nvPr userDrawn="1"/>
        </p:nvSpPr>
        <p:spPr bwMode="auto">
          <a:xfrm flipH="1">
            <a:off x="8690348" y="-296897"/>
            <a:ext cx="672480" cy="67248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5" name="Freeform 5"/>
          <p:cNvSpPr>
            <a:spLocks/>
          </p:cNvSpPr>
          <p:nvPr userDrawn="1"/>
        </p:nvSpPr>
        <p:spPr bwMode="auto">
          <a:xfrm flipH="1">
            <a:off x="6892774" y="1381250"/>
            <a:ext cx="1081310" cy="108131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6" name="Freeform 5"/>
          <p:cNvSpPr>
            <a:spLocks/>
          </p:cNvSpPr>
          <p:nvPr userDrawn="1"/>
        </p:nvSpPr>
        <p:spPr bwMode="auto">
          <a:xfrm flipH="1">
            <a:off x="7644119" y="215697"/>
            <a:ext cx="521440" cy="52144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7" name="Freeform 5"/>
          <p:cNvSpPr>
            <a:spLocks/>
          </p:cNvSpPr>
          <p:nvPr userDrawn="1"/>
        </p:nvSpPr>
        <p:spPr bwMode="auto">
          <a:xfrm flipH="1">
            <a:off x="9305255" y="2655843"/>
            <a:ext cx="1337469" cy="1337469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8" name="Freeform 5"/>
          <p:cNvSpPr>
            <a:spLocks/>
          </p:cNvSpPr>
          <p:nvPr userDrawn="1"/>
        </p:nvSpPr>
        <p:spPr bwMode="auto">
          <a:xfrm flipH="1">
            <a:off x="11073361" y="2461388"/>
            <a:ext cx="672480" cy="67248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9" name="Freeform 5"/>
          <p:cNvSpPr>
            <a:spLocks/>
          </p:cNvSpPr>
          <p:nvPr userDrawn="1"/>
        </p:nvSpPr>
        <p:spPr bwMode="auto">
          <a:xfrm flipH="1">
            <a:off x="10870156" y="3855256"/>
            <a:ext cx="521440" cy="52144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0" name="Freeform 5"/>
          <p:cNvSpPr>
            <a:spLocks/>
          </p:cNvSpPr>
          <p:nvPr userDrawn="1"/>
        </p:nvSpPr>
        <p:spPr bwMode="auto">
          <a:xfrm flipH="1">
            <a:off x="8352858" y="2453988"/>
            <a:ext cx="521761" cy="521761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1" name="Freeform 5"/>
          <p:cNvSpPr>
            <a:spLocks/>
          </p:cNvSpPr>
          <p:nvPr userDrawn="1"/>
        </p:nvSpPr>
        <p:spPr bwMode="auto">
          <a:xfrm flipH="1">
            <a:off x="11801991" y="3355185"/>
            <a:ext cx="672480" cy="67248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2" name="Freeform 5"/>
          <p:cNvSpPr>
            <a:spLocks/>
          </p:cNvSpPr>
          <p:nvPr userDrawn="1"/>
        </p:nvSpPr>
        <p:spPr bwMode="auto">
          <a:xfrm flipH="1">
            <a:off x="12086289" y="2172540"/>
            <a:ext cx="385460" cy="38546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grpSp>
        <p:nvGrpSpPr>
          <p:cNvPr id="14" name="Group 13"/>
          <p:cNvGrpSpPr/>
          <p:nvPr userDrawn="1"/>
        </p:nvGrpSpPr>
        <p:grpSpPr>
          <a:xfrm flipH="1">
            <a:off x="1036725" y="1090208"/>
            <a:ext cx="93144" cy="590448"/>
            <a:chOff x="7711341" y="589735"/>
            <a:chExt cx="93144" cy="590448"/>
          </a:xfrm>
        </p:grpSpPr>
        <p:sp>
          <p:nvSpPr>
            <p:cNvPr id="15" name="Freeform 5"/>
            <p:cNvSpPr>
              <a:spLocks/>
            </p:cNvSpPr>
            <p:nvPr/>
          </p:nvSpPr>
          <p:spPr bwMode="auto">
            <a:xfrm>
              <a:off x="7711341" y="589735"/>
              <a:ext cx="93144" cy="93144"/>
            </a:xfrm>
            <a:custGeom>
              <a:avLst/>
              <a:gdLst>
                <a:gd name="T0" fmla="*/ 731 w 1169"/>
                <a:gd name="T1" fmla="*/ 0 h 1169"/>
                <a:gd name="T2" fmla="*/ 0 w 1169"/>
                <a:gd name="T3" fmla="*/ 0 h 1169"/>
                <a:gd name="T4" fmla="*/ 0 w 1169"/>
                <a:gd name="T5" fmla="*/ 731 h 1169"/>
                <a:gd name="T6" fmla="*/ 439 w 1169"/>
                <a:gd name="T7" fmla="*/ 1169 h 1169"/>
                <a:gd name="T8" fmla="*/ 1169 w 1169"/>
                <a:gd name="T9" fmla="*/ 1169 h 1169"/>
                <a:gd name="T10" fmla="*/ 1169 w 1169"/>
                <a:gd name="T11" fmla="*/ 439 h 1169"/>
                <a:gd name="T12" fmla="*/ 731 w 1169"/>
                <a:gd name="T13" fmla="*/ 0 h 1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69" h="1169">
                  <a:moveTo>
                    <a:pt x="73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731"/>
                    <a:pt x="0" y="731"/>
                    <a:pt x="0" y="731"/>
                  </a:cubicBezTo>
                  <a:cubicBezTo>
                    <a:pt x="0" y="973"/>
                    <a:pt x="196" y="1169"/>
                    <a:pt x="439" y="1169"/>
                  </a:cubicBezTo>
                  <a:cubicBezTo>
                    <a:pt x="1169" y="1169"/>
                    <a:pt x="1169" y="1169"/>
                    <a:pt x="1169" y="1169"/>
                  </a:cubicBezTo>
                  <a:cubicBezTo>
                    <a:pt x="1169" y="439"/>
                    <a:pt x="1169" y="439"/>
                    <a:pt x="1169" y="439"/>
                  </a:cubicBezTo>
                  <a:cubicBezTo>
                    <a:pt x="1169" y="196"/>
                    <a:pt x="973" y="0"/>
                    <a:pt x="731" y="0"/>
                  </a:cubicBez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16" name="Freeform 5"/>
            <p:cNvSpPr>
              <a:spLocks/>
            </p:cNvSpPr>
            <p:nvPr/>
          </p:nvSpPr>
          <p:spPr bwMode="auto">
            <a:xfrm>
              <a:off x="7711341" y="714061"/>
              <a:ext cx="93144" cy="93144"/>
            </a:xfrm>
            <a:custGeom>
              <a:avLst/>
              <a:gdLst>
                <a:gd name="T0" fmla="*/ 731 w 1169"/>
                <a:gd name="T1" fmla="*/ 0 h 1169"/>
                <a:gd name="T2" fmla="*/ 0 w 1169"/>
                <a:gd name="T3" fmla="*/ 0 h 1169"/>
                <a:gd name="T4" fmla="*/ 0 w 1169"/>
                <a:gd name="T5" fmla="*/ 731 h 1169"/>
                <a:gd name="T6" fmla="*/ 439 w 1169"/>
                <a:gd name="T7" fmla="*/ 1169 h 1169"/>
                <a:gd name="T8" fmla="*/ 1169 w 1169"/>
                <a:gd name="T9" fmla="*/ 1169 h 1169"/>
                <a:gd name="T10" fmla="*/ 1169 w 1169"/>
                <a:gd name="T11" fmla="*/ 439 h 1169"/>
                <a:gd name="T12" fmla="*/ 731 w 1169"/>
                <a:gd name="T13" fmla="*/ 0 h 1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69" h="1169">
                  <a:moveTo>
                    <a:pt x="73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731"/>
                    <a:pt x="0" y="731"/>
                    <a:pt x="0" y="731"/>
                  </a:cubicBezTo>
                  <a:cubicBezTo>
                    <a:pt x="0" y="973"/>
                    <a:pt x="196" y="1169"/>
                    <a:pt x="439" y="1169"/>
                  </a:cubicBezTo>
                  <a:cubicBezTo>
                    <a:pt x="1169" y="1169"/>
                    <a:pt x="1169" y="1169"/>
                    <a:pt x="1169" y="1169"/>
                  </a:cubicBezTo>
                  <a:cubicBezTo>
                    <a:pt x="1169" y="439"/>
                    <a:pt x="1169" y="439"/>
                    <a:pt x="1169" y="439"/>
                  </a:cubicBezTo>
                  <a:cubicBezTo>
                    <a:pt x="1169" y="196"/>
                    <a:pt x="973" y="0"/>
                    <a:pt x="731" y="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17" name="Freeform 5"/>
            <p:cNvSpPr>
              <a:spLocks/>
            </p:cNvSpPr>
            <p:nvPr/>
          </p:nvSpPr>
          <p:spPr bwMode="auto">
            <a:xfrm>
              <a:off x="7711341" y="838387"/>
              <a:ext cx="93144" cy="93144"/>
            </a:xfrm>
            <a:custGeom>
              <a:avLst/>
              <a:gdLst>
                <a:gd name="T0" fmla="*/ 731 w 1169"/>
                <a:gd name="T1" fmla="*/ 0 h 1169"/>
                <a:gd name="T2" fmla="*/ 0 w 1169"/>
                <a:gd name="T3" fmla="*/ 0 h 1169"/>
                <a:gd name="T4" fmla="*/ 0 w 1169"/>
                <a:gd name="T5" fmla="*/ 731 h 1169"/>
                <a:gd name="T6" fmla="*/ 439 w 1169"/>
                <a:gd name="T7" fmla="*/ 1169 h 1169"/>
                <a:gd name="T8" fmla="*/ 1169 w 1169"/>
                <a:gd name="T9" fmla="*/ 1169 h 1169"/>
                <a:gd name="T10" fmla="*/ 1169 w 1169"/>
                <a:gd name="T11" fmla="*/ 439 h 1169"/>
                <a:gd name="T12" fmla="*/ 731 w 1169"/>
                <a:gd name="T13" fmla="*/ 0 h 1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69" h="1169">
                  <a:moveTo>
                    <a:pt x="73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731"/>
                    <a:pt x="0" y="731"/>
                    <a:pt x="0" y="731"/>
                  </a:cubicBezTo>
                  <a:cubicBezTo>
                    <a:pt x="0" y="973"/>
                    <a:pt x="196" y="1169"/>
                    <a:pt x="439" y="1169"/>
                  </a:cubicBezTo>
                  <a:cubicBezTo>
                    <a:pt x="1169" y="1169"/>
                    <a:pt x="1169" y="1169"/>
                    <a:pt x="1169" y="1169"/>
                  </a:cubicBezTo>
                  <a:cubicBezTo>
                    <a:pt x="1169" y="439"/>
                    <a:pt x="1169" y="439"/>
                    <a:pt x="1169" y="439"/>
                  </a:cubicBezTo>
                  <a:cubicBezTo>
                    <a:pt x="1169" y="196"/>
                    <a:pt x="973" y="0"/>
                    <a:pt x="731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18" name="Freeform 5"/>
            <p:cNvSpPr>
              <a:spLocks/>
            </p:cNvSpPr>
            <p:nvPr/>
          </p:nvSpPr>
          <p:spPr bwMode="auto">
            <a:xfrm>
              <a:off x="7711341" y="962713"/>
              <a:ext cx="93144" cy="93144"/>
            </a:xfrm>
            <a:custGeom>
              <a:avLst/>
              <a:gdLst>
                <a:gd name="T0" fmla="*/ 731 w 1169"/>
                <a:gd name="T1" fmla="*/ 0 h 1169"/>
                <a:gd name="T2" fmla="*/ 0 w 1169"/>
                <a:gd name="T3" fmla="*/ 0 h 1169"/>
                <a:gd name="T4" fmla="*/ 0 w 1169"/>
                <a:gd name="T5" fmla="*/ 731 h 1169"/>
                <a:gd name="T6" fmla="*/ 439 w 1169"/>
                <a:gd name="T7" fmla="*/ 1169 h 1169"/>
                <a:gd name="T8" fmla="*/ 1169 w 1169"/>
                <a:gd name="T9" fmla="*/ 1169 h 1169"/>
                <a:gd name="T10" fmla="*/ 1169 w 1169"/>
                <a:gd name="T11" fmla="*/ 439 h 1169"/>
                <a:gd name="T12" fmla="*/ 731 w 1169"/>
                <a:gd name="T13" fmla="*/ 0 h 1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69" h="1169">
                  <a:moveTo>
                    <a:pt x="73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731"/>
                    <a:pt x="0" y="731"/>
                    <a:pt x="0" y="731"/>
                  </a:cubicBezTo>
                  <a:cubicBezTo>
                    <a:pt x="0" y="973"/>
                    <a:pt x="196" y="1169"/>
                    <a:pt x="439" y="1169"/>
                  </a:cubicBezTo>
                  <a:cubicBezTo>
                    <a:pt x="1169" y="1169"/>
                    <a:pt x="1169" y="1169"/>
                    <a:pt x="1169" y="1169"/>
                  </a:cubicBezTo>
                  <a:cubicBezTo>
                    <a:pt x="1169" y="439"/>
                    <a:pt x="1169" y="439"/>
                    <a:pt x="1169" y="439"/>
                  </a:cubicBezTo>
                  <a:cubicBezTo>
                    <a:pt x="1169" y="196"/>
                    <a:pt x="973" y="0"/>
                    <a:pt x="731" y="0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19" name="Freeform 5"/>
            <p:cNvSpPr>
              <a:spLocks/>
            </p:cNvSpPr>
            <p:nvPr/>
          </p:nvSpPr>
          <p:spPr bwMode="auto">
            <a:xfrm>
              <a:off x="7711341" y="1087039"/>
              <a:ext cx="93144" cy="93144"/>
            </a:xfrm>
            <a:custGeom>
              <a:avLst/>
              <a:gdLst>
                <a:gd name="T0" fmla="*/ 731 w 1169"/>
                <a:gd name="T1" fmla="*/ 0 h 1169"/>
                <a:gd name="T2" fmla="*/ 0 w 1169"/>
                <a:gd name="T3" fmla="*/ 0 h 1169"/>
                <a:gd name="T4" fmla="*/ 0 w 1169"/>
                <a:gd name="T5" fmla="*/ 731 h 1169"/>
                <a:gd name="T6" fmla="*/ 439 w 1169"/>
                <a:gd name="T7" fmla="*/ 1169 h 1169"/>
                <a:gd name="T8" fmla="*/ 1169 w 1169"/>
                <a:gd name="T9" fmla="*/ 1169 h 1169"/>
                <a:gd name="T10" fmla="*/ 1169 w 1169"/>
                <a:gd name="T11" fmla="*/ 439 h 1169"/>
                <a:gd name="T12" fmla="*/ 731 w 1169"/>
                <a:gd name="T13" fmla="*/ 0 h 1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69" h="1169">
                  <a:moveTo>
                    <a:pt x="73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731"/>
                    <a:pt x="0" y="731"/>
                    <a:pt x="0" y="731"/>
                  </a:cubicBezTo>
                  <a:cubicBezTo>
                    <a:pt x="0" y="973"/>
                    <a:pt x="196" y="1169"/>
                    <a:pt x="439" y="1169"/>
                  </a:cubicBezTo>
                  <a:cubicBezTo>
                    <a:pt x="1169" y="1169"/>
                    <a:pt x="1169" y="1169"/>
                    <a:pt x="1169" y="1169"/>
                  </a:cubicBezTo>
                  <a:cubicBezTo>
                    <a:pt x="1169" y="439"/>
                    <a:pt x="1169" y="439"/>
                    <a:pt x="1169" y="439"/>
                  </a:cubicBezTo>
                  <a:cubicBezTo>
                    <a:pt x="1169" y="196"/>
                    <a:pt x="973" y="0"/>
                    <a:pt x="731" y="0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  <p:sp>
        <p:nvSpPr>
          <p:cNvPr id="20" name="Freeform 5"/>
          <p:cNvSpPr>
            <a:spLocks/>
          </p:cNvSpPr>
          <p:nvPr userDrawn="1"/>
        </p:nvSpPr>
        <p:spPr bwMode="auto">
          <a:xfrm flipH="1">
            <a:off x="11486507" y="174661"/>
            <a:ext cx="530831" cy="530831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1" name="TextBox 20"/>
          <p:cNvSpPr txBox="1"/>
          <p:nvPr userDrawn="1"/>
        </p:nvSpPr>
        <p:spPr>
          <a:xfrm>
            <a:off x="11526134" y="245136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60E2A6B-A809-4840-BF14-8648BC0BDF87}" type="slidenum">
              <a:rPr lang="id-ID" sz="1800" b="1" smtClean="0">
                <a:solidFill>
                  <a:schemeClr val="bg1"/>
                </a:solidFill>
              </a:rPr>
              <a:pPr algn="ctr"/>
              <a:t>‹#›</a:t>
            </a:fld>
            <a:endParaRPr lang="id-ID" sz="1800" dirty="0">
              <a:solidFill>
                <a:schemeClr val="bg1"/>
              </a:solidFill>
            </a:endParaRP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1765089" y="3450300"/>
            <a:ext cx="1454321" cy="3401283"/>
          </a:xfrm>
          <a:custGeom>
            <a:avLst/>
            <a:gdLst>
              <a:gd name="connsiteX0" fmla="*/ 0 w 1536700"/>
              <a:gd name="connsiteY0" fmla="*/ 0 h 3260725"/>
              <a:gd name="connsiteX1" fmla="*/ 1536700 w 1536700"/>
              <a:gd name="connsiteY1" fmla="*/ 0 h 3260725"/>
              <a:gd name="connsiteX2" fmla="*/ 1536700 w 1536700"/>
              <a:gd name="connsiteY2" fmla="*/ 3260725 h 3260725"/>
              <a:gd name="connsiteX3" fmla="*/ 0 w 1536700"/>
              <a:gd name="connsiteY3" fmla="*/ 3260725 h 3260725"/>
              <a:gd name="connsiteX4" fmla="*/ 0 w 1536700"/>
              <a:gd name="connsiteY4" fmla="*/ 0 h 3260725"/>
              <a:gd name="connsiteX0" fmla="*/ 0 w 1536700"/>
              <a:gd name="connsiteY0" fmla="*/ 0 h 3260725"/>
              <a:gd name="connsiteX1" fmla="*/ 1528074 w 1536700"/>
              <a:gd name="connsiteY1" fmla="*/ 250166 h 3260725"/>
              <a:gd name="connsiteX2" fmla="*/ 1536700 w 1536700"/>
              <a:gd name="connsiteY2" fmla="*/ 3260725 h 3260725"/>
              <a:gd name="connsiteX3" fmla="*/ 0 w 1536700"/>
              <a:gd name="connsiteY3" fmla="*/ 3260725 h 3260725"/>
              <a:gd name="connsiteX4" fmla="*/ 0 w 1536700"/>
              <a:gd name="connsiteY4" fmla="*/ 0 h 3260725"/>
              <a:gd name="connsiteX0" fmla="*/ 0 w 1536700"/>
              <a:gd name="connsiteY0" fmla="*/ 0 h 3260725"/>
              <a:gd name="connsiteX1" fmla="*/ 1528074 w 1536700"/>
              <a:gd name="connsiteY1" fmla="*/ 250166 h 3260725"/>
              <a:gd name="connsiteX2" fmla="*/ 1536700 w 1536700"/>
              <a:gd name="connsiteY2" fmla="*/ 3260725 h 3260725"/>
              <a:gd name="connsiteX3" fmla="*/ 0 w 1536700"/>
              <a:gd name="connsiteY3" fmla="*/ 3260725 h 3260725"/>
              <a:gd name="connsiteX4" fmla="*/ 0 w 1536700"/>
              <a:gd name="connsiteY4" fmla="*/ 0 h 3260725"/>
              <a:gd name="connsiteX0" fmla="*/ 0 w 1536700"/>
              <a:gd name="connsiteY0" fmla="*/ 0 h 3321109"/>
              <a:gd name="connsiteX1" fmla="*/ 1528074 w 1536700"/>
              <a:gd name="connsiteY1" fmla="*/ 250166 h 3321109"/>
              <a:gd name="connsiteX2" fmla="*/ 1536700 w 1536700"/>
              <a:gd name="connsiteY2" fmla="*/ 3321109 h 3321109"/>
              <a:gd name="connsiteX3" fmla="*/ 0 w 1536700"/>
              <a:gd name="connsiteY3" fmla="*/ 3260725 h 3321109"/>
              <a:gd name="connsiteX4" fmla="*/ 0 w 1536700"/>
              <a:gd name="connsiteY4" fmla="*/ 0 h 3321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6700" h="3321109">
                <a:moveTo>
                  <a:pt x="0" y="0"/>
                </a:moveTo>
                <a:lnTo>
                  <a:pt x="1528074" y="250166"/>
                </a:lnTo>
                <a:cubicBezTo>
                  <a:pt x="1530949" y="1253686"/>
                  <a:pt x="1533825" y="2317589"/>
                  <a:pt x="1536700" y="3321109"/>
                </a:cubicBezTo>
                <a:lnTo>
                  <a:pt x="0" y="3260725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endParaRPr lang="id-ID" dirty="0"/>
          </a:p>
        </p:txBody>
      </p:sp>
      <p:sp>
        <p:nvSpPr>
          <p:cNvPr id="82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3422499" y="2939494"/>
            <a:ext cx="1765487" cy="4129020"/>
          </a:xfrm>
          <a:custGeom>
            <a:avLst/>
            <a:gdLst>
              <a:gd name="connsiteX0" fmla="*/ 0 w 1536700"/>
              <a:gd name="connsiteY0" fmla="*/ 0 h 3260725"/>
              <a:gd name="connsiteX1" fmla="*/ 1536700 w 1536700"/>
              <a:gd name="connsiteY1" fmla="*/ 0 h 3260725"/>
              <a:gd name="connsiteX2" fmla="*/ 1536700 w 1536700"/>
              <a:gd name="connsiteY2" fmla="*/ 3260725 h 3260725"/>
              <a:gd name="connsiteX3" fmla="*/ 0 w 1536700"/>
              <a:gd name="connsiteY3" fmla="*/ 3260725 h 3260725"/>
              <a:gd name="connsiteX4" fmla="*/ 0 w 1536700"/>
              <a:gd name="connsiteY4" fmla="*/ 0 h 3260725"/>
              <a:gd name="connsiteX0" fmla="*/ 0 w 1536700"/>
              <a:gd name="connsiteY0" fmla="*/ 0 h 3260725"/>
              <a:gd name="connsiteX1" fmla="*/ 1528074 w 1536700"/>
              <a:gd name="connsiteY1" fmla="*/ 250166 h 3260725"/>
              <a:gd name="connsiteX2" fmla="*/ 1536700 w 1536700"/>
              <a:gd name="connsiteY2" fmla="*/ 3260725 h 3260725"/>
              <a:gd name="connsiteX3" fmla="*/ 0 w 1536700"/>
              <a:gd name="connsiteY3" fmla="*/ 3260725 h 3260725"/>
              <a:gd name="connsiteX4" fmla="*/ 0 w 1536700"/>
              <a:gd name="connsiteY4" fmla="*/ 0 h 3260725"/>
              <a:gd name="connsiteX0" fmla="*/ 0 w 1536700"/>
              <a:gd name="connsiteY0" fmla="*/ 0 h 3260725"/>
              <a:gd name="connsiteX1" fmla="*/ 1528074 w 1536700"/>
              <a:gd name="connsiteY1" fmla="*/ 250166 h 3260725"/>
              <a:gd name="connsiteX2" fmla="*/ 1536700 w 1536700"/>
              <a:gd name="connsiteY2" fmla="*/ 3260725 h 3260725"/>
              <a:gd name="connsiteX3" fmla="*/ 0 w 1536700"/>
              <a:gd name="connsiteY3" fmla="*/ 3260725 h 3260725"/>
              <a:gd name="connsiteX4" fmla="*/ 0 w 1536700"/>
              <a:gd name="connsiteY4" fmla="*/ 0 h 3260725"/>
              <a:gd name="connsiteX0" fmla="*/ 0 w 1536700"/>
              <a:gd name="connsiteY0" fmla="*/ 0 h 3321109"/>
              <a:gd name="connsiteX1" fmla="*/ 1528074 w 1536700"/>
              <a:gd name="connsiteY1" fmla="*/ 250166 h 3321109"/>
              <a:gd name="connsiteX2" fmla="*/ 1536700 w 1536700"/>
              <a:gd name="connsiteY2" fmla="*/ 3321109 h 3321109"/>
              <a:gd name="connsiteX3" fmla="*/ 0 w 1536700"/>
              <a:gd name="connsiteY3" fmla="*/ 3260725 h 3321109"/>
              <a:gd name="connsiteX4" fmla="*/ 0 w 1536700"/>
              <a:gd name="connsiteY4" fmla="*/ 0 h 3321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6700" h="3321109">
                <a:moveTo>
                  <a:pt x="0" y="0"/>
                </a:moveTo>
                <a:lnTo>
                  <a:pt x="1528074" y="250166"/>
                </a:lnTo>
                <a:cubicBezTo>
                  <a:pt x="1530949" y="1253686"/>
                  <a:pt x="1533825" y="2317589"/>
                  <a:pt x="1536700" y="3321109"/>
                </a:cubicBezTo>
                <a:lnTo>
                  <a:pt x="0" y="3260725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3585963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20" grpId="0" animBg="1"/>
      <p:bldP spid="21" grpId="0"/>
    </p:bld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/>
          <p:cNvSpPr/>
          <p:nvPr userDrawn="1"/>
        </p:nvSpPr>
        <p:spPr>
          <a:xfrm>
            <a:off x="0" y="-6417"/>
            <a:ext cx="12192000" cy="6858000"/>
          </a:xfrm>
          <a:prstGeom prst="rect">
            <a:avLst/>
          </a:prstGeom>
          <a:solidFill>
            <a:schemeClr val="tx2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22" name="Freeform 5"/>
          <p:cNvSpPr>
            <a:spLocks/>
          </p:cNvSpPr>
          <p:nvPr userDrawn="1"/>
        </p:nvSpPr>
        <p:spPr bwMode="auto">
          <a:xfrm flipH="1">
            <a:off x="9930136" y="-637092"/>
            <a:ext cx="2711791" cy="2711789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3" name="Freeform 5"/>
          <p:cNvSpPr>
            <a:spLocks/>
          </p:cNvSpPr>
          <p:nvPr userDrawn="1"/>
        </p:nvSpPr>
        <p:spPr bwMode="auto">
          <a:xfrm flipH="1">
            <a:off x="8535301" y="921256"/>
            <a:ext cx="982576" cy="982576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4" name="Freeform 5"/>
          <p:cNvSpPr>
            <a:spLocks/>
          </p:cNvSpPr>
          <p:nvPr userDrawn="1"/>
        </p:nvSpPr>
        <p:spPr bwMode="auto">
          <a:xfrm flipH="1">
            <a:off x="8690348" y="-296897"/>
            <a:ext cx="672480" cy="67248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5" name="Freeform 5"/>
          <p:cNvSpPr>
            <a:spLocks/>
          </p:cNvSpPr>
          <p:nvPr userDrawn="1"/>
        </p:nvSpPr>
        <p:spPr bwMode="auto">
          <a:xfrm flipH="1">
            <a:off x="6892774" y="1381250"/>
            <a:ext cx="1081310" cy="108131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6" name="Freeform 5"/>
          <p:cNvSpPr>
            <a:spLocks/>
          </p:cNvSpPr>
          <p:nvPr userDrawn="1"/>
        </p:nvSpPr>
        <p:spPr bwMode="auto">
          <a:xfrm flipH="1">
            <a:off x="7644119" y="215697"/>
            <a:ext cx="521440" cy="52144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7" name="Freeform 5"/>
          <p:cNvSpPr>
            <a:spLocks/>
          </p:cNvSpPr>
          <p:nvPr userDrawn="1"/>
        </p:nvSpPr>
        <p:spPr bwMode="auto">
          <a:xfrm flipH="1">
            <a:off x="9305255" y="2655843"/>
            <a:ext cx="1337469" cy="1337469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8" name="Freeform 5"/>
          <p:cNvSpPr>
            <a:spLocks/>
          </p:cNvSpPr>
          <p:nvPr userDrawn="1"/>
        </p:nvSpPr>
        <p:spPr bwMode="auto">
          <a:xfrm flipH="1">
            <a:off x="11073361" y="2461388"/>
            <a:ext cx="672480" cy="67248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9" name="Freeform 5"/>
          <p:cNvSpPr>
            <a:spLocks/>
          </p:cNvSpPr>
          <p:nvPr userDrawn="1"/>
        </p:nvSpPr>
        <p:spPr bwMode="auto">
          <a:xfrm flipH="1">
            <a:off x="10870156" y="3855256"/>
            <a:ext cx="521440" cy="52144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0" name="Freeform 5"/>
          <p:cNvSpPr>
            <a:spLocks/>
          </p:cNvSpPr>
          <p:nvPr userDrawn="1"/>
        </p:nvSpPr>
        <p:spPr bwMode="auto">
          <a:xfrm flipH="1">
            <a:off x="8352858" y="2453988"/>
            <a:ext cx="521761" cy="521761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1" name="Freeform 5"/>
          <p:cNvSpPr>
            <a:spLocks/>
          </p:cNvSpPr>
          <p:nvPr userDrawn="1"/>
        </p:nvSpPr>
        <p:spPr bwMode="auto">
          <a:xfrm flipH="1">
            <a:off x="11801991" y="3355185"/>
            <a:ext cx="672480" cy="67248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2" name="Freeform 5"/>
          <p:cNvSpPr>
            <a:spLocks/>
          </p:cNvSpPr>
          <p:nvPr userDrawn="1"/>
        </p:nvSpPr>
        <p:spPr bwMode="auto">
          <a:xfrm flipH="1">
            <a:off x="12086289" y="2172540"/>
            <a:ext cx="385460" cy="38546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grpSp>
        <p:nvGrpSpPr>
          <p:cNvPr id="14" name="Group 13"/>
          <p:cNvGrpSpPr/>
          <p:nvPr userDrawn="1"/>
        </p:nvGrpSpPr>
        <p:grpSpPr>
          <a:xfrm flipH="1">
            <a:off x="1036725" y="1090208"/>
            <a:ext cx="93144" cy="590448"/>
            <a:chOff x="7711341" y="589735"/>
            <a:chExt cx="93144" cy="590448"/>
          </a:xfrm>
        </p:grpSpPr>
        <p:sp>
          <p:nvSpPr>
            <p:cNvPr id="15" name="Freeform 5"/>
            <p:cNvSpPr>
              <a:spLocks/>
            </p:cNvSpPr>
            <p:nvPr/>
          </p:nvSpPr>
          <p:spPr bwMode="auto">
            <a:xfrm>
              <a:off x="7711341" y="589735"/>
              <a:ext cx="93144" cy="93144"/>
            </a:xfrm>
            <a:custGeom>
              <a:avLst/>
              <a:gdLst>
                <a:gd name="T0" fmla="*/ 731 w 1169"/>
                <a:gd name="T1" fmla="*/ 0 h 1169"/>
                <a:gd name="T2" fmla="*/ 0 w 1169"/>
                <a:gd name="T3" fmla="*/ 0 h 1169"/>
                <a:gd name="T4" fmla="*/ 0 w 1169"/>
                <a:gd name="T5" fmla="*/ 731 h 1169"/>
                <a:gd name="T6" fmla="*/ 439 w 1169"/>
                <a:gd name="T7" fmla="*/ 1169 h 1169"/>
                <a:gd name="T8" fmla="*/ 1169 w 1169"/>
                <a:gd name="T9" fmla="*/ 1169 h 1169"/>
                <a:gd name="T10" fmla="*/ 1169 w 1169"/>
                <a:gd name="T11" fmla="*/ 439 h 1169"/>
                <a:gd name="T12" fmla="*/ 731 w 1169"/>
                <a:gd name="T13" fmla="*/ 0 h 1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69" h="1169">
                  <a:moveTo>
                    <a:pt x="73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731"/>
                    <a:pt x="0" y="731"/>
                    <a:pt x="0" y="731"/>
                  </a:cubicBezTo>
                  <a:cubicBezTo>
                    <a:pt x="0" y="973"/>
                    <a:pt x="196" y="1169"/>
                    <a:pt x="439" y="1169"/>
                  </a:cubicBezTo>
                  <a:cubicBezTo>
                    <a:pt x="1169" y="1169"/>
                    <a:pt x="1169" y="1169"/>
                    <a:pt x="1169" y="1169"/>
                  </a:cubicBezTo>
                  <a:cubicBezTo>
                    <a:pt x="1169" y="439"/>
                    <a:pt x="1169" y="439"/>
                    <a:pt x="1169" y="439"/>
                  </a:cubicBezTo>
                  <a:cubicBezTo>
                    <a:pt x="1169" y="196"/>
                    <a:pt x="973" y="0"/>
                    <a:pt x="731" y="0"/>
                  </a:cubicBez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16" name="Freeform 5"/>
            <p:cNvSpPr>
              <a:spLocks/>
            </p:cNvSpPr>
            <p:nvPr/>
          </p:nvSpPr>
          <p:spPr bwMode="auto">
            <a:xfrm>
              <a:off x="7711341" y="714061"/>
              <a:ext cx="93144" cy="93144"/>
            </a:xfrm>
            <a:custGeom>
              <a:avLst/>
              <a:gdLst>
                <a:gd name="T0" fmla="*/ 731 w 1169"/>
                <a:gd name="T1" fmla="*/ 0 h 1169"/>
                <a:gd name="T2" fmla="*/ 0 w 1169"/>
                <a:gd name="T3" fmla="*/ 0 h 1169"/>
                <a:gd name="T4" fmla="*/ 0 w 1169"/>
                <a:gd name="T5" fmla="*/ 731 h 1169"/>
                <a:gd name="T6" fmla="*/ 439 w 1169"/>
                <a:gd name="T7" fmla="*/ 1169 h 1169"/>
                <a:gd name="T8" fmla="*/ 1169 w 1169"/>
                <a:gd name="T9" fmla="*/ 1169 h 1169"/>
                <a:gd name="T10" fmla="*/ 1169 w 1169"/>
                <a:gd name="T11" fmla="*/ 439 h 1169"/>
                <a:gd name="T12" fmla="*/ 731 w 1169"/>
                <a:gd name="T13" fmla="*/ 0 h 1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69" h="1169">
                  <a:moveTo>
                    <a:pt x="73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731"/>
                    <a:pt x="0" y="731"/>
                    <a:pt x="0" y="731"/>
                  </a:cubicBezTo>
                  <a:cubicBezTo>
                    <a:pt x="0" y="973"/>
                    <a:pt x="196" y="1169"/>
                    <a:pt x="439" y="1169"/>
                  </a:cubicBezTo>
                  <a:cubicBezTo>
                    <a:pt x="1169" y="1169"/>
                    <a:pt x="1169" y="1169"/>
                    <a:pt x="1169" y="1169"/>
                  </a:cubicBezTo>
                  <a:cubicBezTo>
                    <a:pt x="1169" y="439"/>
                    <a:pt x="1169" y="439"/>
                    <a:pt x="1169" y="439"/>
                  </a:cubicBezTo>
                  <a:cubicBezTo>
                    <a:pt x="1169" y="196"/>
                    <a:pt x="973" y="0"/>
                    <a:pt x="731" y="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17" name="Freeform 5"/>
            <p:cNvSpPr>
              <a:spLocks/>
            </p:cNvSpPr>
            <p:nvPr/>
          </p:nvSpPr>
          <p:spPr bwMode="auto">
            <a:xfrm>
              <a:off x="7711341" y="838387"/>
              <a:ext cx="93144" cy="93144"/>
            </a:xfrm>
            <a:custGeom>
              <a:avLst/>
              <a:gdLst>
                <a:gd name="T0" fmla="*/ 731 w 1169"/>
                <a:gd name="T1" fmla="*/ 0 h 1169"/>
                <a:gd name="T2" fmla="*/ 0 w 1169"/>
                <a:gd name="T3" fmla="*/ 0 h 1169"/>
                <a:gd name="T4" fmla="*/ 0 w 1169"/>
                <a:gd name="T5" fmla="*/ 731 h 1169"/>
                <a:gd name="T6" fmla="*/ 439 w 1169"/>
                <a:gd name="T7" fmla="*/ 1169 h 1169"/>
                <a:gd name="T8" fmla="*/ 1169 w 1169"/>
                <a:gd name="T9" fmla="*/ 1169 h 1169"/>
                <a:gd name="T10" fmla="*/ 1169 w 1169"/>
                <a:gd name="T11" fmla="*/ 439 h 1169"/>
                <a:gd name="T12" fmla="*/ 731 w 1169"/>
                <a:gd name="T13" fmla="*/ 0 h 1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69" h="1169">
                  <a:moveTo>
                    <a:pt x="73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731"/>
                    <a:pt x="0" y="731"/>
                    <a:pt x="0" y="731"/>
                  </a:cubicBezTo>
                  <a:cubicBezTo>
                    <a:pt x="0" y="973"/>
                    <a:pt x="196" y="1169"/>
                    <a:pt x="439" y="1169"/>
                  </a:cubicBezTo>
                  <a:cubicBezTo>
                    <a:pt x="1169" y="1169"/>
                    <a:pt x="1169" y="1169"/>
                    <a:pt x="1169" y="1169"/>
                  </a:cubicBezTo>
                  <a:cubicBezTo>
                    <a:pt x="1169" y="439"/>
                    <a:pt x="1169" y="439"/>
                    <a:pt x="1169" y="439"/>
                  </a:cubicBezTo>
                  <a:cubicBezTo>
                    <a:pt x="1169" y="196"/>
                    <a:pt x="973" y="0"/>
                    <a:pt x="731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18" name="Freeform 5"/>
            <p:cNvSpPr>
              <a:spLocks/>
            </p:cNvSpPr>
            <p:nvPr/>
          </p:nvSpPr>
          <p:spPr bwMode="auto">
            <a:xfrm>
              <a:off x="7711341" y="962713"/>
              <a:ext cx="93144" cy="93144"/>
            </a:xfrm>
            <a:custGeom>
              <a:avLst/>
              <a:gdLst>
                <a:gd name="T0" fmla="*/ 731 w 1169"/>
                <a:gd name="T1" fmla="*/ 0 h 1169"/>
                <a:gd name="T2" fmla="*/ 0 w 1169"/>
                <a:gd name="T3" fmla="*/ 0 h 1169"/>
                <a:gd name="T4" fmla="*/ 0 w 1169"/>
                <a:gd name="T5" fmla="*/ 731 h 1169"/>
                <a:gd name="T6" fmla="*/ 439 w 1169"/>
                <a:gd name="T7" fmla="*/ 1169 h 1169"/>
                <a:gd name="T8" fmla="*/ 1169 w 1169"/>
                <a:gd name="T9" fmla="*/ 1169 h 1169"/>
                <a:gd name="T10" fmla="*/ 1169 w 1169"/>
                <a:gd name="T11" fmla="*/ 439 h 1169"/>
                <a:gd name="T12" fmla="*/ 731 w 1169"/>
                <a:gd name="T13" fmla="*/ 0 h 1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69" h="1169">
                  <a:moveTo>
                    <a:pt x="73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731"/>
                    <a:pt x="0" y="731"/>
                    <a:pt x="0" y="731"/>
                  </a:cubicBezTo>
                  <a:cubicBezTo>
                    <a:pt x="0" y="973"/>
                    <a:pt x="196" y="1169"/>
                    <a:pt x="439" y="1169"/>
                  </a:cubicBezTo>
                  <a:cubicBezTo>
                    <a:pt x="1169" y="1169"/>
                    <a:pt x="1169" y="1169"/>
                    <a:pt x="1169" y="1169"/>
                  </a:cubicBezTo>
                  <a:cubicBezTo>
                    <a:pt x="1169" y="439"/>
                    <a:pt x="1169" y="439"/>
                    <a:pt x="1169" y="439"/>
                  </a:cubicBezTo>
                  <a:cubicBezTo>
                    <a:pt x="1169" y="196"/>
                    <a:pt x="973" y="0"/>
                    <a:pt x="731" y="0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19" name="Freeform 5"/>
            <p:cNvSpPr>
              <a:spLocks/>
            </p:cNvSpPr>
            <p:nvPr/>
          </p:nvSpPr>
          <p:spPr bwMode="auto">
            <a:xfrm>
              <a:off x="7711341" y="1087039"/>
              <a:ext cx="93144" cy="93144"/>
            </a:xfrm>
            <a:custGeom>
              <a:avLst/>
              <a:gdLst>
                <a:gd name="T0" fmla="*/ 731 w 1169"/>
                <a:gd name="T1" fmla="*/ 0 h 1169"/>
                <a:gd name="T2" fmla="*/ 0 w 1169"/>
                <a:gd name="T3" fmla="*/ 0 h 1169"/>
                <a:gd name="T4" fmla="*/ 0 w 1169"/>
                <a:gd name="T5" fmla="*/ 731 h 1169"/>
                <a:gd name="T6" fmla="*/ 439 w 1169"/>
                <a:gd name="T7" fmla="*/ 1169 h 1169"/>
                <a:gd name="T8" fmla="*/ 1169 w 1169"/>
                <a:gd name="T9" fmla="*/ 1169 h 1169"/>
                <a:gd name="T10" fmla="*/ 1169 w 1169"/>
                <a:gd name="T11" fmla="*/ 439 h 1169"/>
                <a:gd name="T12" fmla="*/ 731 w 1169"/>
                <a:gd name="T13" fmla="*/ 0 h 1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69" h="1169">
                  <a:moveTo>
                    <a:pt x="73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731"/>
                    <a:pt x="0" y="731"/>
                    <a:pt x="0" y="731"/>
                  </a:cubicBezTo>
                  <a:cubicBezTo>
                    <a:pt x="0" y="973"/>
                    <a:pt x="196" y="1169"/>
                    <a:pt x="439" y="1169"/>
                  </a:cubicBezTo>
                  <a:cubicBezTo>
                    <a:pt x="1169" y="1169"/>
                    <a:pt x="1169" y="1169"/>
                    <a:pt x="1169" y="1169"/>
                  </a:cubicBezTo>
                  <a:cubicBezTo>
                    <a:pt x="1169" y="439"/>
                    <a:pt x="1169" y="439"/>
                    <a:pt x="1169" y="439"/>
                  </a:cubicBezTo>
                  <a:cubicBezTo>
                    <a:pt x="1169" y="196"/>
                    <a:pt x="973" y="0"/>
                    <a:pt x="731" y="0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  <p:sp>
        <p:nvSpPr>
          <p:cNvPr id="20" name="Freeform 5"/>
          <p:cNvSpPr>
            <a:spLocks/>
          </p:cNvSpPr>
          <p:nvPr userDrawn="1"/>
        </p:nvSpPr>
        <p:spPr bwMode="auto">
          <a:xfrm flipH="1">
            <a:off x="11486507" y="174661"/>
            <a:ext cx="530831" cy="530831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1" name="TextBox 20"/>
          <p:cNvSpPr txBox="1"/>
          <p:nvPr userDrawn="1"/>
        </p:nvSpPr>
        <p:spPr>
          <a:xfrm>
            <a:off x="11526134" y="245136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60E2A6B-A809-4840-BF14-8648BC0BDF87}" type="slidenum">
              <a:rPr lang="id-ID" sz="1800" b="1" smtClean="0">
                <a:solidFill>
                  <a:schemeClr val="bg1"/>
                </a:solidFill>
              </a:rPr>
              <a:pPr algn="ctr"/>
              <a:t>‹#›</a:t>
            </a:fld>
            <a:endParaRPr lang="id-ID" sz="1800" dirty="0">
              <a:solidFill>
                <a:schemeClr val="bg1"/>
              </a:solidFill>
            </a:endParaRP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1765089" y="3450300"/>
            <a:ext cx="1454321" cy="3401283"/>
          </a:xfrm>
          <a:custGeom>
            <a:avLst/>
            <a:gdLst>
              <a:gd name="connsiteX0" fmla="*/ 0 w 1536700"/>
              <a:gd name="connsiteY0" fmla="*/ 0 h 3260725"/>
              <a:gd name="connsiteX1" fmla="*/ 1536700 w 1536700"/>
              <a:gd name="connsiteY1" fmla="*/ 0 h 3260725"/>
              <a:gd name="connsiteX2" fmla="*/ 1536700 w 1536700"/>
              <a:gd name="connsiteY2" fmla="*/ 3260725 h 3260725"/>
              <a:gd name="connsiteX3" fmla="*/ 0 w 1536700"/>
              <a:gd name="connsiteY3" fmla="*/ 3260725 h 3260725"/>
              <a:gd name="connsiteX4" fmla="*/ 0 w 1536700"/>
              <a:gd name="connsiteY4" fmla="*/ 0 h 3260725"/>
              <a:gd name="connsiteX0" fmla="*/ 0 w 1536700"/>
              <a:gd name="connsiteY0" fmla="*/ 0 h 3260725"/>
              <a:gd name="connsiteX1" fmla="*/ 1528074 w 1536700"/>
              <a:gd name="connsiteY1" fmla="*/ 250166 h 3260725"/>
              <a:gd name="connsiteX2" fmla="*/ 1536700 w 1536700"/>
              <a:gd name="connsiteY2" fmla="*/ 3260725 h 3260725"/>
              <a:gd name="connsiteX3" fmla="*/ 0 w 1536700"/>
              <a:gd name="connsiteY3" fmla="*/ 3260725 h 3260725"/>
              <a:gd name="connsiteX4" fmla="*/ 0 w 1536700"/>
              <a:gd name="connsiteY4" fmla="*/ 0 h 3260725"/>
              <a:gd name="connsiteX0" fmla="*/ 0 w 1536700"/>
              <a:gd name="connsiteY0" fmla="*/ 0 h 3260725"/>
              <a:gd name="connsiteX1" fmla="*/ 1528074 w 1536700"/>
              <a:gd name="connsiteY1" fmla="*/ 250166 h 3260725"/>
              <a:gd name="connsiteX2" fmla="*/ 1536700 w 1536700"/>
              <a:gd name="connsiteY2" fmla="*/ 3260725 h 3260725"/>
              <a:gd name="connsiteX3" fmla="*/ 0 w 1536700"/>
              <a:gd name="connsiteY3" fmla="*/ 3260725 h 3260725"/>
              <a:gd name="connsiteX4" fmla="*/ 0 w 1536700"/>
              <a:gd name="connsiteY4" fmla="*/ 0 h 3260725"/>
              <a:gd name="connsiteX0" fmla="*/ 0 w 1536700"/>
              <a:gd name="connsiteY0" fmla="*/ 0 h 3321109"/>
              <a:gd name="connsiteX1" fmla="*/ 1528074 w 1536700"/>
              <a:gd name="connsiteY1" fmla="*/ 250166 h 3321109"/>
              <a:gd name="connsiteX2" fmla="*/ 1536700 w 1536700"/>
              <a:gd name="connsiteY2" fmla="*/ 3321109 h 3321109"/>
              <a:gd name="connsiteX3" fmla="*/ 0 w 1536700"/>
              <a:gd name="connsiteY3" fmla="*/ 3260725 h 3321109"/>
              <a:gd name="connsiteX4" fmla="*/ 0 w 1536700"/>
              <a:gd name="connsiteY4" fmla="*/ 0 h 3321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6700" h="3321109">
                <a:moveTo>
                  <a:pt x="0" y="0"/>
                </a:moveTo>
                <a:lnTo>
                  <a:pt x="1528074" y="250166"/>
                </a:lnTo>
                <a:cubicBezTo>
                  <a:pt x="1530949" y="1253686"/>
                  <a:pt x="1533825" y="2317589"/>
                  <a:pt x="1536700" y="3321109"/>
                </a:cubicBezTo>
                <a:lnTo>
                  <a:pt x="0" y="3260725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endParaRPr lang="id-ID" dirty="0"/>
          </a:p>
        </p:txBody>
      </p:sp>
      <p:sp>
        <p:nvSpPr>
          <p:cNvPr id="82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3422499" y="2939494"/>
            <a:ext cx="1765487" cy="4129020"/>
          </a:xfrm>
          <a:custGeom>
            <a:avLst/>
            <a:gdLst>
              <a:gd name="connsiteX0" fmla="*/ 0 w 1536700"/>
              <a:gd name="connsiteY0" fmla="*/ 0 h 3260725"/>
              <a:gd name="connsiteX1" fmla="*/ 1536700 w 1536700"/>
              <a:gd name="connsiteY1" fmla="*/ 0 h 3260725"/>
              <a:gd name="connsiteX2" fmla="*/ 1536700 w 1536700"/>
              <a:gd name="connsiteY2" fmla="*/ 3260725 h 3260725"/>
              <a:gd name="connsiteX3" fmla="*/ 0 w 1536700"/>
              <a:gd name="connsiteY3" fmla="*/ 3260725 h 3260725"/>
              <a:gd name="connsiteX4" fmla="*/ 0 w 1536700"/>
              <a:gd name="connsiteY4" fmla="*/ 0 h 3260725"/>
              <a:gd name="connsiteX0" fmla="*/ 0 w 1536700"/>
              <a:gd name="connsiteY0" fmla="*/ 0 h 3260725"/>
              <a:gd name="connsiteX1" fmla="*/ 1528074 w 1536700"/>
              <a:gd name="connsiteY1" fmla="*/ 250166 h 3260725"/>
              <a:gd name="connsiteX2" fmla="*/ 1536700 w 1536700"/>
              <a:gd name="connsiteY2" fmla="*/ 3260725 h 3260725"/>
              <a:gd name="connsiteX3" fmla="*/ 0 w 1536700"/>
              <a:gd name="connsiteY3" fmla="*/ 3260725 h 3260725"/>
              <a:gd name="connsiteX4" fmla="*/ 0 w 1536700"/>
              <a:gd name="connsiteY4" fmla="*/ 0 h 3260725"/>
              <a:gd name="connsiteX0" fmla="*/ 0 w 1536700"/>
              <a:gd name="connsiteY0" fmla="*/ 0 h 3260725"/>
              <a:gd name="connsiteX1" fmla="*/ 1528074 w 1536700"/>
              <a:gd name="connsiteY1" fmla="*/ 250166 h 3260725"/>
              <a:gd name="connsiteX2" fmla="*/ 1536700 w 1536700"/>
              <a:gd name="connsiteY2" fmla="*/ 3260725 h 3260725"/>
              <a:gd name="connsiteX3" fmla="*/ 0 w 1536700"/>
              <a:gd name="connsiteY3" fmla="*/ 3260725 h 3260725"/>
              <a:gd name="connsiteX4" fmla="*/ 0 w 1536700"/>
              <a:gd name="connsiteY4" fmla="*/ 0 h 3260725"/>
              <a:gd name="connsiteX0" fmla="*/ 0 w 1536700"/>
              <a:gd name="connsiteY0" fmla="*/ 0 h 3321109"/>
              <a:gd name="connsiteX1" fmla="*/ 1528074 w 1536700"/>
              <a:gd name="connsiteY1" fmla="*/ 250166 h 3321109"/>
              <a:gd name="connsiteX2" fmla="*/ 1536700 w 1536700"/>
              <a:gd name="connsiteY2" fmla="*/ 3321109 h 3321109"/>
              <a:gd name="connsiteX3" fmla="*/ 0 w 1536700"/>
              <a:gd name="connsiteY3" fmla="*/ 3260725 h 3321109"/>
              <a:gd name="connsiteX4" fmla="*/ 0 w 1536700"/>
              <a:gd name="connsiteY4" fmla="*/ 0 h 3321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6700" h="3321109">
                <a:moveTo>
                  <a:pt x="0" y="0"/>
                </a:moveTo>
                <a:lnTo>
                  <a:pt x="1528074" y="250166"/>
                </a:lnTo>
                <a:cubicBezTo>
                  <a:pt x="1530949" y="1253686"/>
                  <a:pt x="1533825" y="2317589"/>
                  <a:pt x="1536700" y="3321109"/>
                </a:cubicBezTo>
                <a:lnTo>
                  <a:pt x="0" y="3260725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3913109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20" grpId="0" animBg="1"/>
      <p:bldP spid="21" grpId="0"/>
    </p:bld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5"/>
          <p:cNvSpPr>
            <a:spLocks/>
          </p:cNvSpPr>
          <p:nvPr userDrawn="1"/>
        </p:nvSpPr>
        <p:spPr bwMode="auto">
          <a:xfrm flipH="1">
            <a:off x="9930136" y="-637092"/>
            <a:ext cx="2711791" cy="2711789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3" name="Freeform 5"/>
          <p:cNvSpPr>
            <a:spLocks/>
          </p:cNvSpPr>
          <p:nvPr userDrawn="1"/>
        </p:nvSpPr>
        <p:spPr bwMode="auto">
          <a:xfrm flipH="1">
            <a:off x="8535301" y="921256"/>
            <a:ext cx="982576" cy="982576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4" name="Freeform 5"/>
          <p:cNvSpPr>
            <a:spLocks/>
          </p:cNvSpPr>
          <p:nvPr userDrawn="1"/>
        </p:nvSpPr>
        <p:spPr bwMode="auto">
          <a:xfrm flipH="1">
            <a:off x="8690348" y="-296897"/>
            <a:ext cx="672480" cy="67248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5" name="Freeform 5"/>
          <p:cNvSpPr>
            <a:spLocks/>
          </p:cNvSpPr>
          <p:nvPr userDrawn="1"/>
        </p:nvSpPr>
        <p:spPr bwMode="auto">
          <a:xfrm flipH="1">
            <a:off x="6892774" y="1381250"/>
            <a:ext cx="1081310" cy="108131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6" name="Freeform 5"/>
          <p:cNvSpPr>
            <a:spLocks/>
          </p:cNvSpPr>
          <p:nvPr userDrawn="1"/>
        </p:nvSpPr>
        <p:spPr bwMode="auto">
          <a:xfrm flipH="1">
            <a:off x="7490451" y="215697"/>
            <a:ext cx="521440" cy="52144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7" name="Freeform 5"/>
          <p:cNvSpPr>
            <a:spLocks/>
          </p:cNvSpPr>
          <p:nvPr userDrawn="1"/>
        </p:nvSpPr>
        <p:spPr bwMode="auto">
          <a:xfrm flipH="1">
            <a:off x="9305255" y="2655843"/>
            <a:ext cx="1337469" cy="1337469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8" name="Freeform 5"/>
          <p:cNvSpPr>
            <a:spLocks/>
          </p:cNvSpPr>
          <p:nvPr userDrawn="1"/>
        </p:nvSpPr>
        <p:spPr bwMode="auto">
          <a:xfrm flipH="1">
            <a:off x="11073361" y="2461388"/>
            <a:ext cx="672480" cy="67248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9" name="Freeform 5"/>
          <p:cNvSpPr>
            <a:spLocks/>
          </p:cNvSpPr>
          <p:nvPr userDrawn="1"/>
        </p:nvSpPr>
        <p:spPr bwMode="auto">
          <a:xfrm flipH="1">
            <a:off x="10870156" y="3855256"/>
            <a:ext cx="521440" cy="52144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0" name="Freeform 5"/>
          <p:cNvSpPr>
            <a:spLocks/>
          </p:cNvSpPr>
          <p:nvPr userDrawn="1"/>
        </p:nvSpPr>
        <p:spPr bwMode="auto">
          <a:xfrm flipH="1">
            <a:off x="8352858" y="2453988"/>
            <a:ext cx="521761" cy="521761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1" name="Freeform 5"/>
          <p:cNvSpPr>
            <a:spLocks/>
          </p:cNvSpPr>
          <p:nvPr userDrawn="1"/>
        </p:nvSpPr>
        <p:spPr bwMode="auto">
          <a:xfrm flipH="1">
            <a:off x="11801991" y="3355185"/>
            <a:ext cx="672480" cy="67248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2" name="Freeform 5"/>
          <p:cNvSpPr>
            <a:spLocks/>
          </p:cNvSpPr>
          <p:nvPr userDrawn="1"/>
        </p:nvSpPr>
        <p:spPr bwMode="auto">
          <a:xfrm flipH="1">
            <a:off x="12086289" y="2172540"/>
            <a:ext cx="385460" cy="38546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0" name="Freeform 5"/>
          <p:cNvSpPr>
            <a:spLocks/>
          </p:cNvSpPr>
          <p:nvPr userDrawn="1"/>
        </p:nvSpPr>
        <p:spPr bwMode="auto">
          <a:xfrm flipH="1">
            <a:off x="11486507" y="174661"/>
            <a:ext cx="530831" cy="530831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1" name="TextBox 20"/>
          <p:cNvSpPr txBox="1"/>
          <p:nvPr userDrawn="1"/>
        </p:nvSpPr>
        <p:spPr>
          <a:xfrm>
            <a:off x="11526134" y="245136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60E2A6B-A809-4840-BF14-8648BC0BDF87}" type="slidenum">
              <a:rPr lang="id-ID" sz="1800" b="1" smtClean="0">
                <a:solidFill>
                  <a:schemeClr val="bg1"/>
                </a:solidFill>
              </a:rPr>
              <a:pPr algn="ctr"/>
              <a:t>‹#›</a:t>
            </a:fld>
            <a:endParaRPr lang="id-ID" sz="1800" dirty="0">
              <a:solidFill>
                <a:schemeClr val="bg1"/>
              </a:solidFill>
            </a:endParaRPr>
          </a:p>
        </p:txBody>
      </p:sp>
      <p:grpSp>
        <p:nvGrpSpPr>
          <p:cNvPr id="35" name="Group 34"/>
          <p:cNvGrpSpPr/>
          <p:nvPr userDrawn="1"/>
        </p:nvGrpSpPr>
        <p:grpSpPr>
          <a:xfrm>
            <a:off x="347419" y="6409324"/>
            <a:ext cx="224082" cy="221156"/>
            <a:chOff x="4328868" y="5502988"/>
            <a:chExt cx="500307" cy="493774"/>
          </a:xfrm>
        </p:grpSpPr>
        <p:sp>
          <p:nvSpPr>
            <p:cNvPr id="39" name="Freeform 38">
              <a:hlinkClick r:id="" action="ppaction://hlinkshowjump?jump=previousslide"/>
            </p:cNvPr>
            <p:cNvSpPr>
              <a:spLocks/>
            </p:cNvSpPr>
            <p:nvPr userDrawn="1"/>
          </p:nvSpPr>
          <p:spPr bwMode="auto">
            <a:xfrm>
              <a:off x="4520555" y="5649754"/>
              <a:ext cx="116933" cy="200242"/>
            </a:xfrm>
            <a:custGeom>
              <a:avLst/>
              <a:gdLst>
                <a:gd name="T0" fmla="*/ 417 w 425"/>
                <a:gd name="T1" fmla="*/ 77 h 728"/>
                <a:gd name="T2" fmla="*/ 131 w 425"/>
                <a:gd name="T3" fmla="*/ 364 h 728"/>
                <a:gd name="T4" fmla="*/ 417 w 425"/>
                <a:gd name="T5" fmla="*/ 650 h 728"/>
                <a:gd name="T6" fmla="*/ 425 w 425"/>
                <a:gd name="T7" fmla="*/ 667 h 728"/>
                <a:gd name="T8" fmla="*/ 417 w 425"/>
                <a:gd name="T9" fmla="*/ 684 h 728"/>
                <a:gd name="T10" fmla="*/ 381 w 425"/>
                <a:gd name="T11" fmla="*/ 720 h 728"/>
                <a:gd name="T12" fmla="*/ 364 w 425"/>
                <a:gd name="T13" fmla="*/ 728 h 728"/>
                <a:gd name="T14" fmla="*/ 347 w 425"/>
                <a:gd name="T15" fmla="*/ 720 h 728"/>
                <a:gd name="T16" fmla="*/ 8 w 425"/>
                <a:gd name="T17" fmla="*/ 381 h 728"/>
                <a:gd name="T18" fmla="*/ 0 w 425"/>
                <a:gd name="T19" fmla="*/ 364 h 728"/>
                <a:gd name="T20" fmla="*/ 8 w 425"/>
                <a:gd name="T21" fmla="*/ 347 h 728"/>
                <a:gd name="T22" fmla="*/ 347 w 425"/>
                <a:gd name="T23" fmla="*/ 7 h 728"/>
                <a:gd name="T24" fmla="*/ 364 w 425"/>
                <a:gd name="T25" fmla="*/ 0 h 728"/>
                <a:gd name="T26" fmla="*/ 381 w 425"/>
                <a:gd name="T27" fmla="*/ 7 h 728"/>
                <a:gd name="T28" fmla="*/ 417 w 425"/>
                <a:gd name="T29" fmla="*/ 44 h 728"/>
                <a:gd name="T30" fmla="*/ 425 w 425"/>
                <a:gd name="T31" fmla="*/ 60 h 728"/>
                <a:gd name="T32" fmla="*/ 417 w 425"/>
                <a:gd name="T33" fmla="*/ 77 h 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25" h="728">
                  <a:moveTo>
                    <a:pt x="417" y="77"/>
                  </a:moveTo>
                  <a:cubicBezTo>
                    <a:pt x="131" y="364"/>
                    <a:pt x="131" y="364"/>
                    <a:pt x="131" y="364"/>
                  </a:cubicBezTo>
                  <a:cubicBezTo>
                    <a:pt x="417" y="650"/>
                    <a:pt x="417" y="650"/>
                    <a:pt x="417" y="650"/>
                  </a:cubicBezTo>
                  <a:cubicBezTo>
                    <a:pt x="422" y="655"/>
                    <a:pt x="425" y="661"/>
                    <a:pt x="425" y="667"/>
                  </a:cubicBezTo>
                  <a:cubicBezTo>
                    <a:pt x="425" y="673"/>
                    <a:pt x="422" y="680"/>
                    <a:pt x="417" y="684"/>
                  </a:cubicBezTo>
                  <a:cubicBezTo>
                    <a:pt x="381" y="720"/>
                    <a:pt x="381" y="720"/>
                    <a:pt x="381" y="720"/>
                  </a:cubicBezTo>
                  <a:cubicBezTo>
                    <a:pt x="377" y="725"/>
                    <a:pt x="370" y="728"/>
                    <a:pt x="364" y="728"/>
                  </a:cubicBezTo>
                  <a:cubicBezTo>
                    <a:pt x="358" y="728"/>
                    <a:pt x="352" y="725"/>
                    <a:pt x="347" y="720"/>
                  </a:cubicBezTo>
                  <a:cubicBezTo>
                    <a:pt x="8" y="381"/>
                    <a:pt x="8" y="381"/>
                    <a:pt x="8" y="381"/>
                  </a:cubicBezTo>
                  <a:cubicBezTo>
                    <a:pt x="3" y="376"/>
                    <a:pt x="0" y="369"/>
                    <a:pt x="0" y="364"/>
                  </a:cubicBezTo>
                  <a:cubicBezTo>
                    <a:pt x="0" y="358"/>
                    <a:pt x="3" y="351"/>
                    <a:pt x="8" y="347"/>
                  </a:cubicBezTo>
                  <a:cubicBezTo>
                    <a:pt x="347" y="7"/>
                    <a:pt x="347" y="7"/>
                    <a:pt x="347" y="7"/>
                  </a:cubicBezTo>
                  <a:cubicBezTo>
                    <a:pt x="352" y="3"/>
                    <a:pt x="358" y="0"/>
                    <a:pt x="364" y="0"/>
                  </a:cubicBezTo>
                  <a:cubicBezTo>
                    <a:pt x="370" y="0"/>
                    <a:pt x="377" y="3"/>
                    <a:pt x="381" y="7"/>
                  </a:cubicBezTo>
                  <a:cubicBezTo>
                    <a:pt x="417" y="44"/>
                    <a:pt x="417" y="44"/>
                    <a:pt x="417" y="44"/>
                  </a:cubicBezTo>
                  <a:cubicBezTo>
                    <a:pt x="422" y="48"/>
                    <a:pt x="425" y="54"/>
                    <a:pt x="425" y="60"/>
                  </a:cubicBezTo>
                  <a:cubicBezTo>
                    <a:pt x="425" y="66"/>
                    <a:pt x="422" y="73"/>
                    <a:pt x="417" y="77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40" name="Freeform 39">
              <a:hlinkClick r:id="" action="ppaction://hlinkshowjump?jump=previousslide"/>
            </p:cNvPr>
            <p:cNvSpPr>
              <a:spLocks noEditPoints="1"/>
            </p:cNvSpPr>
            <p:nvPr userDrawn="1"/>
          </p:nvSpPr>
          <p:spPr bwMode="auto">
            <a:xfrm>
              <a:off x="4328868" y="5502988"/>
              <a:ext cx="500307" cy="493774"/>
            </a:xfrm>
            <a:custGeom>
              <a:avLst/>
              <a:gdLst>
                <a:gd name="T0" fmla="*/ 2355 w 2753"/>
                <a:gd name="T1" fmla="*/ 114 h 2716"/>
                <a:gd name="T2" fmla="*/ 2639 w 2753"/>
                <a:gd name="T3" fmla="*/ 399 h 2716"/>
                <a:gd name="T4" fmla="*/ 2639 w 2753"/>
                <a:gd name="T5" fmla="*/ 2317 h 2716"/>
                <a:gd name="T6" fmla="*/ 2355 w 2753"/>
                <a:gd name="T7" fmla="*/ 2602 h 2716"/>
                <a:gd name="T8" fmla="*/ 398 w 2753"/>
                <a:gd name="T9" fmla="*/ 2602 h 2716"/>
                <a:gd name="T10" fmla="*/ 113 w 2753"/>
                <a:gd name="T11" fmla="*/ 2317 h 2716"/>
                <a:gd name="T12" fmla="*/ 113 w 2753"/>
                <a:gd name="T13" fmla="*/ 399 h 2716"/>
                <a:gd name="T14" fmla="*/ 398 w 2753"/>
                <a:gd name="T15" fmla="*/ 114 h 2716"/>
                <a:gd name="T16" fmla="*/ 2355 w 2753"/>
                <a:gd name="T17" fmla="*/ 114 h 2716"/>
                <a:gd name="T18" fmla="*/ 2355 w 2753"/>
                <a:gd name="T19" fmla="*/ 0 h 2716"/>
                <a:gd name="T20" fmla="*/ 398 w 2753"/>
                <a:gd name="T21" fmla="*/ 0 h 2716"/>
                <a:gd name="T22" fmla="*/ 0 w 2753"/>
                <a:gd name="T23" fmla="*/ 399 h 2716"/>
                <a:gd name="T24" fmla="*/ 0 w 2753"/>
                <a:gd name="T25" fmla="*/ 2317 h 2716"/>
                <a:gd name="T26" fmla="*/ 398 w 2753"/>
                <a:gd name="T27" fmla="*/ 2716 h 2716"/>
                <a:gd name="T28" fmla="*/ 2355 w 2753"/>
                <a:gd name="T29" fmla="*/ 2716 h 2716"/>
                <a:gd name="T30" fmla="*/ 2753 w 2753"/>
                <a:gd name="T31" fmla="*/ 2317 h 2716"/>
                <a:gd name="T32" fmla="*/ 2753 w 2753"/>
                <a:gd name="T33" fmla="*/ 399 h 2716"/>
                <a:gd name="T34" fmla="*/ 2355 w 2753"/>
                <a:gd name="T35" fmla="*/ 0 h 27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53" h="2716">
                  <a:moveTo>
                    <a:pt x="2355" y="114"/>
                  </a:moveTo>
                  <a:cubicBezTo>
                    <a:pt x="2512" y="114"/>
                    <a:pt x="2639" y="242"/>
                    <a:pt x="2639" y="399"/>
                  </a:cubicBezTo>
                  <a:cubicBezTo>
                    <a:pt x="2639" y="2317"/>
                    <a:pt x="2639" y="2317"/>
                    <a:pt x="2639" y="2317"/>
                  </a:cubicBezTo>
                  <a:cubicBezTo>
                    <a:pt x="2639" y="2474"/>
                    <a:pt x="2512" y="2602"/>
                    <a:pt x="2355" y="2602"/>
                  </a:cubicBezTo>
                  <a:cubicBezTo>
                    <a:pt x="398" y="2602"/>
                    <a:pt x="398" y="2602"/>
                    <a:pt x="398" y="2602"/>
                  </a:cubicBezTo>
                  <a:cubicBezTo>
                    <a:pt x="241" y="2602"/>
                    <a:pt x="113" y="2474"/>
                    <a:pt x="113" y="2317"/>
                  </a:cubicBezTo>
                  <a:cubicBezTo>
                    <a:pt x="113" y="399"/>
                    <a:pt x="113" y="399"/>
                    <a:pt x="113" y="399"/>
                  </a:cubicBezTo>
                  <a:cubicBezTo>
                    <a:pt x="113" y="242"/>
                    <a:pt x="241" y="114"/>
                    <a:pt x="398" y="114"/>
                  </a:cubicBezTo>
                  <a:cubicBezTo>
                    <a:pt x="2355" y="114"/>
                    <a:pt x="2355" y="114"/>
                    <a:pt x="2355" y="114"/>
                  </a:cubicBezTo>
                  <a:moveTo>
                    <a:pt x="2355" y="0"/>
                  </a:moveTo>
                  <a:cubicBezTo>
                    <a:pt x="398" y="0"/>
                    <a:pt x="398" y="0"/>
                    <a:pt x="398" y="0"/>
                  </a:cubicBezTo>
                  <a:cubicBezTo>
                    <a:pt x="178" y="0"/>
                    <a:pt x="0" y="179"/>
                    <a:pt x="0" y="399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0" y="2538"/>
                    <a:pt x="178" y="2716"/>
                    <a:pt x="398" y="2716"/>
                  </a:cubicBezTo>
                  <a:cubicBezTo>
                    <a:pt x="2355" y="2716"/>
                    <a:pt x="2355" y="2716"/>
                    <a:pt x="2355" y="2716"/>
                  </a:cubicBezTo>
                  <a:cubicBezTo>
                    <a:pt x="2575" y="2716"/>
                    <a:pt x="2753" y="2538"/>
                    <a:pt x="2753" y="2317"/>
                  </a:cubicBezTo>
                  <a:cubicBezTo>
                    <a:pt x="2753" y="399"/>
                    <a:pt x="2753" y="399"/>
                    <a:pt x="2753" y="399"/>
                  </a:cubicBezTo>
                  <a:cubicBezTo>
                    <a:pt x="2753" y="179"/>
                    <a:pt x="2575" y="0"/>
                    <a:pt x="2355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  <p:grpSp>
        <p:nvGrpSpPr>
          <p:cNvPr id="41" name="Group 40"/>
          <p:cNvGrpSpPr/>
          <p:nvPr userDrawn="1"/>
        </p:nvGrpSpPr>
        <p:grpSpPr>
          <a:xfrm flipH="1">
            <a:off x="657355" y="6409324"/>
            <a:ext cx="224082" cy="221156"/>
            <a:chOff x="4328868" y="5502988"/>
            <a:chExt cx="500307" cy="493774"/>
          </a:xfrm>
        </p:grpSpPr>
        <p:sp>
          <p:nvSpPr>
            <p:cNvPr id="42" name="Freeform 41">
              <a:hlinkClick r:id="" action="ppaction://hlinkshowjump?jump=nextslide"/>
            </p:cNvPr>
            <p:cNvSpPr>
              <a:spLocks/>
            </p:cNvSpPr>
            <p:nvPr userDrawn="1"/>
          </p:nvSpPr>
          <p:spPr bwMode="auto">
            <a:xfrm>
              <a:off x="4520556" y="5649754"/>
              <a:ext cx="116933" cy="200242"/>
            </a:xfrm>
            <a:custGeom>
              <a:avLst/>
              <a:gdLst>
                <a:gd name="T0" fmla="*/ 417 w 425"/>
                <a:gd name="T1" fmla="*/ 77 h 728"/>
                <a:gd name="T2" fmla="*/ 131 w 425"/>
                <a:gd name="T3" fmla="*/ 364 h 728"/>
                <a:gd name="T4" fmla="*/ 417 w 425"/>
                <a:gd name="T5" fmla="*/ 650 h 728"/>
                <a:gd name="T6" fmla="*/ 425 w 425"/>
                <a:gd name="T7" fmla="*/ 667 h 728"/>
                <a:gd name="T8" fmla="*/ 417 w 425"/>
                <a:gd name="T9" fmla="*/ 684 h 728"/>
                <a:gd name="T10" fmla="*/ 381 w 425"/>
                <a:gd name="T11" fmla="*/ 720 h 728"/>
                <a:gd name="T12" fmla="*/ 364 w 425"/>
                <a:gd name="T13" fmla="*/ 728 h 728"/>
                <a:gd name="T14" fmla="*/ 347 w 425"/>
                <a:gd name="T15" fmla="*/ 720 h 728"/>
                <a:gd name="T16" fmla="*/ 8 w 425"/>
                <a:gd name="T17" fmla="*/ 381 h 728"/>
                <a:gd name="T18" fmla="*/ 0 w 425"/>
                <a:gd name="T19" fmla="*/ 364 h 728"/>
                <a:gd name="T20" fmla="*/ 8 w 425"/>
                <a:gd name="T21" fmla="*/ 347 h 728"/>
                <a:gd name="T22" fmla="*/ 347 w 425"/>
                <a:gd name="T23" fmla="*/ 7 h 728"/>
                <a:gd name="T24" fmla="*/ 364 w 425"/>
                <a:gd name="T25" fmla="*/ 0 h 728"/>
                <a:gd name="T26" fmla="*/ 381 w 425"/>
                <a:gd name="T27" fmla="*/ 7 h 728"/>
                <a:gd name="T28" fmla="*/ 417 w 425"/>
                <a:gd name="T29" fmla="*/ 44 h 728"/>
                <a:gd name="T30" fmla="*/ 425 w 425"/>
                <a:gd name="T31" fmla="*/ 60 h 728"/>
                <a:gd name="T32" fmla="*/ 417 w 425"/>
                <a:gd name="T33" fmla="*/ 77 h 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25" h="728">
                  <a:moveTo>
                    <a:pt x="417" y="77"/>
                  </a:moveTo>
                  <a:cubicBezTo>
                    <a:pt x="131" y="364"/>
                    <a:pt x="131" y="364"/>
                    <a:pt x="131" y="364"/>
                  </a:cubicBezTo>
                  <a:cubicBezTo>
                    <a:pt x="417" y="650"/>
                    <a:pt x="417" y="650"/>
                    <a:pt x="417" y="650"/>
                  </a:cubicBezTo>
                  <a:cubicBezTo>
                    <a:pt x="422" y="655"/>
                    <a:pt x="425" y="661"/>
                    <a:pt x="425" y="667"/>
                  </a:cubicBezTo>
                  <a:cubicBezTo>
                    <a:pt x="425" y="673"/>
                    <a:pt x="422" y="680"/>
                    <a:pt x="417" y="684"/>
                  </a:cubicBezTo>
                  <a:cubicBezTo>
                    <a:pt x="381" y="720"/>
                    <a:pt x="381" y="720"/>
                    <a:pt x="381" y="720"/>
                  </a:cubicBezTo>
                  <a:cubicBezTo>
                    <a:pt x="377" y="725"/>
                    <a:pt x="370" y="728"/>
                    <a:pt x="364" y="728"/>
                  </a:cubicBezTo>
                  <a:cubicBezTo>
                    <a:pt x="358" y="728"/>
                    <a:pt x="352" y="725"/>
                    <a:pt x="347" y="720"/>
                  </a:cubicBezTo>
                  <a:cubicBezTo>
                    <a:pt x="8" y="381"/>
                    <a:pt x="8" y="381"/>
                    <a:pt x="8" y="381"/>
                  </a:cubicBezTo>
                  <a:cubicBezTo>
                    <a:pt x="3" y="376"/>
                    <a:pt x="0" y="369"/>
                    <a:pt x="0" y="364"/>
                  </a:cubicBezTo>
                  <a:cubicBezTo>
                    <a:pt x="0" y="358"/>
                    <a:pt x="3" y="351"/>
                    <a:pt x="8" y="347"/>
                  </a:cubicBezTo>
                  <a:cubicBezTo>
                    <a:pt x="347" y="7"/>
                    <a:pt x="347" y="7"/>
                    <a:pt x="347" y="7"/>
                  </a:cubicBezTo>
                  <a:cubicBezTo>
                    <a:pt x="352" y="3"/>
                    <a:pt x="358" y="0"/>
                    <a:pt x="364" y="0"/>
                  </a:cubicBezTo>
                  <a:cubicBezTo>
                    <a:pt x="370" y="0"/>
                    <a:pt x="377" y="3"/>
                    <a:pt x="381" y="7"/>
                  </a:cubicBezTo>
                  <a:cubicBezTo>
                    <a:pt x="417" y="44"/>
                    <a:pt x="417" y="44"/>
                    <a:pt x="417" y="44"/>
                  </a:cubicBezTo>
                  <a:cubicBezTo>
                    <a:pt x="422" y="48"/>
                    <a:pt x="425" y="54"/>
                    <a:pt x="425" y="60"/>
                  </a:cubicBezTo>
                  <a:cubicBezTo>
                    <a:pt x="425" y="66"/>
                    <a:pt x="422" y="73"/>
                    <a:pt x="417" y="77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43" name="Freeform 42">
              <a:hlinkClick r:id="" action="ppaction://hlinkshowjump?jump=nextslide"/>
            </p:cNvPr>
            <p:cNvSpPr>
              <a:spLocks noEditPoints="1"/>
            </p:cNvSpPr>
            <p:nvPr userDrawn="1"/>
          </p:nvSpPr>
          <p:spPr bwMode="auto">
            <a:xfrm>
              <a:off x="4328868" y="5502988"/>
              <a:ext cx="500307" cy="493774"/>
            </a:xfrm>
            <a:custGeom>
              <a:avLst/>
              <a:gdLst>
                <a:gd name="T0" fmla="*/ 2355 w 2753"/>
                <a:gd name="T1" fmla="*/ 114 h 2716"/>
                <a:gd name="T2" fmla="*/ 2639 w 2753"/>
                <a:gd name="T3" fmla="*/ 399 h 2716"/>
                <a:gd name="T4" fmla="*/ 2639 w 2753"/>
                <a:gd name="T5" fmla="*/ 2317 h 2716"/>
                <a:gd name="T6" fmla="*/ 2355 w 2753"/>
                <a:gd name="T7" fmla="*/ 2602 h 2716"/>
                <a:gd name="T8" fmla="*/ 398 w 2753"/>
                <a:gd name="T9" fmla="*/ 2602 h 2716"/>
                <a:gd name="T10" fmla="*/ 113 w 2753"/>
                <a:gd name="T11" fmla="*/ 2317 h 2716"/>
                <a:gd name="T12" fmla="*/ 113 w 2753"/>
                <a:gd name="T13" fmla="*/ 399 h 2716"/>
                <a:gd name="T14" fmla="*/ 398 w 2753"/>
                <a:gd name="T15" fmla="*/ 114 h 2716"/>
                <a:gd name="T16" fmla="*/ 2355 w 2753"/>
                <a:gd name="T17" fmla="*/ 114 h 2716"/>
                <a:gd name="T18" fmla="*/ 2355 w 2753"/>
                <a:gd name="T19" fmla="*/ 0 h 2716"/>
                <a:gd name="T20" fmla="*/ 398 w 2753"/>
                <a:gd name="T21" fmla="*/ 0 h 2716"/>
                <a:gd name="T22" fmla="*/ 0 w 2753"/>
                <a:gd name="T23" fmla="*/ 399 h 2716"/>
                <a:gd name="T24" fmla="*/ 0 w 2753"/>
                <a:gd name="T25" fmla="*/ 2317 h 2716"/>
                <a:gd name="T26" fmla="*/ 398 w 2753"/>
                <a:gd name="T27" fmla="*/ 2716 h 2716"/>
                <a:gd name="T28" fmla="*/ 2355 w 2753"/>
                <a:gd name="T29" fmla="*/ 2716 h 2716"/>
                <a:gd name="T30" fmla="*/ 2753 w 2753"/>
                <a:gd name="T31" fmla="*/ 2317 h 2716"/>
                <a:gd name="T32" fmla="*/ 2753 w 2753"/>
                <a:gd name="T33" fmla="*/ 399 h 2716"/>
                <a:gd name="T34" fmla="*/ 2355 w 2753"/>
                <a:gd name="T35" fmla="*/ 0 h 27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53" h="2716">
                  <a:moveTo>
                    <a:pt x="2355" y="114"/>
                  </a:moveTo>
                  <a:cubicBezTo>
                    <a:pt x="2512" y="114"/>
                    <a:pt x="2639" y="242"/>
                    <a:pt x="2639" y="399"/>
                  </a:cubicBezTo>
                  <a:cubicBezTo>
                    <a:pt x="2639" y="2317"/>
                    <a:pt x="2639" y="2317"/>
                    <a:pt x="2639" y="2317"/>
                  </a:cubicBezTo>
                  <a:cubicBezTo>
                    <a:pt x="2639" y="2474"/>
                    <a:pt x="2512" y="2602"/>
                    <a:pt x="2355" y="2602"/>
                  </a:cubicBezTo>
                  <a:cubicBezTo>
                    <a:pt x="398" y="2602"/>
                    <a:pt x="398" y="2602"/>
                    <a:pt x="398" y="2602"/>
                  </a:cubicBezTo>
                  <a:cubicBezTo>
                    <a:pt x="241" y="2602"/>
                    <a:pt x="113" y="2474"/>
                    <a:pt x="113" y="2317"/>
                  </a:cubicBezTo>
                  <a:cubicBezTo>
                    <a:pt x="113" y="399"/>
                    <a:pt x="113" y="399"/>
                    <a:pt x="113" y="399"/>
                  </a:cubicBezTo>
                  <a:cubicBezTo>
                    <a:pt x="113" y="242"/>
                    <a:pt x="241" y="114"/>
                    <a:pt x="398" y="114"/>
                  </a:cubicBezTo>
                  <a:cubicBezTo>
                    <a:pt x="2355" y="114"/>
                    <a:pt x="2355" y="114"/>
                    <a:pt x="2355" y="114"/>
                  </a:cubicBezTo>
                  <a:moveTo>
                    <a:pt x="2355" y="0"/>
                  </a:moveTo>
                  <a:cubicBezTo>
                    <a:pt x="398" y="0"/>
                    <a:pt x="398" y="0"/>
                    <a:pt x="398" y="0"/>
                  </a:cubicBezTo>
                  <a:cubicBezTo>
                    <a:pt x="178" y="0"/>
                    <a:pt x="0" y="179"/>
                    <a:pt x="0" y="399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0" y="2538"/>
                    <a:pt x="178" y="2716"/>
                    <a:pt x="398" y="2716"/>
                  </a:cubicBezTo>
                  <a:cubicBezTo>
                    <a:pt x="2355" y="2716"/>
                    <a:pt x="2355" y="2716"/>
                    <a:pt x="2355" y="2716"/>
                  </a:cubicBezTo>
                  <a:cubicBezTo>
                    <a:pt x="2575" y="2716"/>
                    <a:pt x="2753" y="2538"/>
                    <a:pt x="2753" y="2317"/>
                  </a:cubicBezTo>
                  <a:cubicBezTo>
                    <a:pt x="2753" y="399"/>
                    <a:pt x="2753" y="399"/>
                    <a:pt x="2753" y="399"/>
                  </a:cubicBezTo>
                  <a:cubicBezTo>
                    <a:pt x="2753" y="179"/>
                    <a:pt x="2575" y="0"/>
                    <a:pt x="2355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  <p:grpSp>
        <p:nvGrpSpPr>
          <p:cNvPr id="33" name="Group 32"/>
          <p:cNvGrpSpPr/>
          <p:nvPr userDrawn="1"/>
        </p:nvGrpSpPr>
        <p:grpSpPr>
          <a:xfrm flipH="1">
            <a:off x="1036725" y="1090208"/>
            <a:ext cx="93144" cy="590448"/>
            <a:chOff x="7711341" y="589735"/>
            <a:chExt cx="93144" cy="590448"/>
          </a:xfrm>
        </p:grpSpPr>
        <p:sp>
          <p:nvSpPr>
            <p:cNvPr id="36" name="Freeform 5"/>
            <p:cNvSpPr>
              <a:spLocks/>
            </p:cNvSpPr>
            <p:nvPr/>
          </p:nvSpPr>
          <p:spPr bwMode="auto">
            <a:xfrm>
              <a:off x="7711341" y="589735"/>
              <a:ext cx="93144" cy="93144"/>
            </a:xfrm>
            <a:custGeom>
              <a:avLst/>
              <a:gdLst>
                <a:gd name="T0" fmla="*/ 731 w 1169"/>
                <a:gd name="T1" fmla="*/ 0 h 1169"/>
                <a:gd name="T2" fmla="*/ 0 w 1169"/>
                <a:gd name="T3" fmla="*/ 0 h 1169"/>
                <a:gd name="T4" fmla="*/ 0 w 1169"/>
                <a:gd name="T5" fmla="*/ 731 h 1169"/>
                <a:gd name="T6" fmla="*/ 439 w 1169"/>
                <a:gd name="T7" fmla="*/ 1169 h 1169"/>
                <a:gd name="T8" fmla="*/ 1169 w 1169"/>
                <a:gd name="T9" fmla="*/ 1169 h 1169"/>
                <a:gd name="T10" fmla="*/ 1169 w 1169"/>
                <a:gd name="T11" fmla="*/ 439 h 1169"/>
                <a:gd name="T12" fmla="*/ 731 w 1169"/>
                <a:gd name="T13" fmla="*/ 0 h 1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69" h="1169">
                  <a:moveTo>
                    <a:pt x="73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731"/>
                    <a:pt x="0" y="731"/>
                    <a:pt x="0" y="731"/>
                  </a:cubicBezTo>
                  <a:cubicBezTo>
                    <a:pt x="0" y="973"/>
                    <a:pt x="196" y="1169"/>
                    <a:pt x="439" y="1169"/>
                  </a:cubicBezTo>
                  <a:cubicBezTo>
                    <a:pt x="1169" y="1169"/>
                    <a:pt x="1169" y="1169"/>
                    <a:pt x="1169" y="1169"/>
                  </a:cubicBezTo>
                  <a:cubicBezTo>
                    <a:pt x="1169" y="439"/>
                    <a:pt x="1169" y="439"/>
                    <a:pt x="1169" y="439"/>
                  </a:cubicBezTo>
                  <a:cubicBezTo>
                    <a:pt x="1169" y="196"/>
                    <a:pt x="973" y="0"/>
                    <a:pt x="731" y="0"/>
                  </a:cubicBez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37" name="Freeform 5"/>
            <p:cNvSpPr>
              <a:spLocks/>
            </p:cNvSpPr>
            <p:nvPr/>
          </p:nvSpPr>
          <p:spPr bwMode="auto">
            <a:xfrm>
              <a:off x="7711341" y="714061"/>
              <a:ext cx="93144" cy="93144"/>
            </a:xfrm>
            <a:custGeom>
              <a:avLst/>
              <a:gdLst>
                <a:gd name="T0" fmla="*/ 731 w 1169"/>
                <a:gd name="T1" fmla="*/ 0 h 1169"/>
                <a:gd name="T2" fmla="*/ 0 w 1169"/>
                <a:gd name="T3" fmla="*/ 0 h 1169"/>
                <a:gd name="T4" fmla="*/ 0 w 1169"/>
                <a:gd name="T5" fmla="*/ 731 h 1169"/>
                <a:gd name="T6" fmla="*/ 439 w 1169"/>
                <a:gd name="T7" fmla="*/ 1169 h 1169"/>
                <a:gd name="T8" fmla="*/ 1169 w 1169"/>
                <a:gd name="T9" fmla="*/ 1169 h 1169"/>
                <a:gd name="T10" fmla="*/ 1169 w 1169"/>
                <a:gd name="T11" fmla="*/ 439 h 1169"/>
                <a:gd name="T12" fmla="*/ 731 w 1169"/>
                <a:gd name="T13" fmla="*/ 0 h 1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69" h="1169">
                  <a:moveTo>
                    <a:pt x="73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731"/>
                    <a:pt x="0" y="731"/>
                    <a:pt x="0" y="731"/>
                  </a:cubicBezTo>
                  <a:cubicBezTo>
                    <a:pt x="0" y="973"/>
                    <a:pt x="196" y="1169"/>
                    <a:pt x="439" y="1169"/>
                  </a:cubicBezTo>
                  <a:cubicBezTo>
                    <a:pt x="1169" y="1169"/>
                    <a:pt x="1169" y="1169"/>
                    <a:pt x="1169" y="1169"/>
                  </a:cubicBezTo>
                  <a:cubicBezTo>
                    <a:pt x="1169" y="439"/>
                    <a:pt x="1169" y="439"/>
                    <a:pt x="1169" y="439"/>
                  </a:cubicBezTo>
                  <a:cubicBezTo>
                    <a:pt x="1169" y="196"/>
                    <a:pt x="973" y="0"/>
                    <a:pt x="731" y="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38" name="Freeform 5"/>
            <p:cNvSpPr>
              <a:spLocks/>
            </p:cNvSpPr>
            <p:nvPr/>
          </p:nvSpPr>
          <p:spPr bwMode="auto">
            <a:xfrm>
              <a:off x="7711341" y="838387"/>
              <a:ext cx="93144" cy="93144"/>
            </a:xfrm>
            <a:custGeom>
              <a:avLst/>
              <a:gdLst>
                <a:gd name="T0" fmla="*/ 731 w 1169"/>
                <a:gd name="T1" fmla="*/ 0 h 1169"/>
                <a:gd name="T2" fmla="*/ 0 w 1169"/>
                <a:gd name="T3" fmla="*/ 0 h 1169"/>
                <a:gd name="T4" fmla="*/ 0 w 1169"/>
                <a:gd name="T5" fmla="*/ 731 h 1169"/>
                <a:gd name="T6" fmla="*/ 439 w 1169"/>
                <a:gd name="T7" fmla="*/ 1169 h 1169"/>
                <a:gd name="T8" fmla="*/ 1169 w 1169"/>
                <a:gd name="T9" fmla="*/ 1169 h 1169"/>
                <a:gd name="T10" fmla="*/ 1169 w 1169"/>
                <a:gd name="T11" fmla="*/ 439 h 1169"/>
                <a:gd name="T12" fmla="*/ 731 w 1169"/>
                <a:gd name="T13" fmla="*/ 0 h 1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69" h="1169">
                  <a:moveTo>
                    <a:pt x="73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731"/>
                    <a:pt x="0" y="731"/>
                    <a:pt x="0" y="731"/>
                  </a:cubicBezTo>
                  <a:cubicBezTo>
                    <a:pt x="0" y="973"/>
                    <a:pt x="196" y="1169"/>
                    <a:pt x="439" y="1169"/>
                  </a:cubicBezTo>
                  <a:cubicBezTo>
                    <a:pt x="1169" y="1169"/>
                    <a:pt x="1169" y="1169"/>
                    <a:pt x="1169" y="1169"/>
                  </a:cubicBezTo>
                  <a:cubicBezTo>
                    <a:pt x="1169" y="439"/>
                    <a:pt x="1169" y="439"/>
                    <a:pt x="1169" y="439"/>
                  </a:cubicBezTo>
                  <a:cubicBezTo>
                    <a:pt x="1169" y="196"/>
                    <a:pt x="973" y="0"/>
                    <a:pt x="731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44" name="Freeform 5"/>
            <p:cNvSpPr>
              <a:spLocks/>
            </p:cNvSpPr>
            <p:nvPr/>
          </p:nvSpPr>
          <p:spPr bwMode="auto">
            <a:xfrm>
              <a:off x="7711341" y="962713"/>
              <a:ext cx="93144" cy="93144"/>
            </a:xfrm>
            <a:custGeom>
              <a:avLst/>
              <a:gdLst>
                <a:gd name="T0" fmla="*/ 731 w 1169"/>
                <a:gd name="T1" fmla="*/ 0 h 1169"/>
                <a:gd name="T2" fmla="*/ 0 w 1169"/>
                <a:gd name="T3" fmla="*/ 0 h 1169"/>
                <a:gd name="T4" fmla="*/ 0 w 1169"/>
                <a:gd name="T5" fmla="*/ 731 h 1169"/>
                <a:gd name="T6" fmla="*/ 439 w 1169"/>
                <a:gd name="T7" fmla="*/ 1169 h 1169"/>
                <a:gd name="T8" fmla="*/ 1169 w 1169"/>
                <a:gd name="T9" fmla="*/ 1169 h 1169"/>
                <a:gd name="T10" fmla="*/ 1169 w 1169"/>
                <a:gd name="T11" fmla="*/ 439 h 1169"/>
                <a:gd name="T12" fmla="*/ 731 w 1169"/>
                <a:gd name="T13" fmla="*/ 0 h 1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69" h="1169">
                  <a:moveTo>
                    <a:pt x="73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731"/>
                    <a:pt x="0" y="731"/>
                    <a:pt x="0" y="731"/>
                  </a:cubicBezTo>
                  <a:cubicBezTo>
                    <a:pt x="0" y="973"/>
                    <a:pt x="196" y="1169"/>
                    <a:pt x="439" y="1169"/>
                  </a:cubicBezTo>
                  <a:cubicBezTo>
                    <a:pt x="1169" y="1169"/>
                    <a:pt x="1169" y="1169"/>
                    <a:pt x="1169" y="1169"/>
                  </a:cubicBezTo>
                  <a:cubicBezTo>
                    <a:pt x="1169" y="439"/>
                    <a:pt x="1169" y="439"/>
                    <a:pt x="1169" y="439"/>
                  </a:cubicBezTo>
                  <a:cubicBezTo>
                    <a:pt x="1169" y="196"/>
                    <a:pt x="973" y="0"/>
                    <a:pt x="731" y="0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45" name="Freeform 5"/>
            <p:cNvSpPr>
              <a:spLocks/>
            </p:cNvSpPr>
            <p:nvPr/>
          </p:nvSpPr>
          <p:spPr bwMode="auto">
            <a:xfrm>
              <a:off x="7711341" y="1087039"/>
              <a:ext cx="93144" cy="93144"/>
            </a:xfrm>
            <a:custGeom>
              <a:avLst/>
              <a:gdLst>
                <a:gd name="T0" fmla="*/ 731 w 1169"/>
                <a:gd name="T1" fmla="*/ 0 h 1169"/>
                <a:gd name="T2" fmla="*/ 0 w 1169"/>
                <a:gd name="T3" fmla="*/ 0 h 1169"/>
                <a:gd name="T4" fmla="*/ 0 w 1169"/>
                <a:gd name="T5" fmla="*/ 731 h 1169"/>
                <a:gd name="T6" fmla="*/ 439 w 1169"/>
                <a:gd name="T7" fmla="*/ 1169 h 1169"/>
                <a:gd name="T8" fmla="*/ 1169 w 1169"/>
                <a:gd name="T9" fmla="*/ 1169 h 1169"/>
                <a:gd name="T10" fmla="*/ 1169 w 1169"/>
                <a:gd name="T11" fmla="*/ 439 h 1169"/>
                <a:gd name="T12" fmla="*/ 731 w 1169"/>
                <a:gd name="T13" fmla="*/ 0 h 1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69" h="1169">
                  <a:moveTo>
                    <a:pt x="73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731"/>
                    <a:pt x="0" y="731"/>
                    <a:pt x="0" y="731"/>
                  </a:cubicBezTo>
                  <a:cubicBezTo>
                    <a:pt x="0" y="973"/>
                    <a:pt x="196" y="1169"/>
                    <a:pt x="439" y="1169"/>
                  </a:cubicBezTo>
                  <a:cubicBezTo>
                    <a:pt x="1169" y="1169"/>
                    <a:pt x="1169" y="1169"/>
                    <a:pt x="1169" y="1169"/>
                  </a:cubicBezTo>
                  <a:cubicBezTo>
                    <a:pt x="1169" y="439"/>
                    <a:pt x="1169" y="439"/>
                    <a:pt x="1169" y="439"/>
                  </a:cubicBezTo>
                  <a:cubicBezTo>
                    <a:pt x="1169" y="196"/>
                    <a:pt x="973" y="0"/>
                    <a:pt x="731" y="0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  <p:sp>
        <p:nvSpPr>
          <p:cNvPr id="46" name="Title 1"/>
          <p:cNvSpPr>
            <a:spLocks noGrp="1"/>
          </p:cNvSpPr>
          <p:nvPr>
            <p:ph type="title"/>
          </p:nvPr>
        </p:nvSpPr>
        <p:spPr>
          <a:xfrm>
            <a:off x="1134397" y="981788"/>
            <a:ext cx="11204027" cy="685800"/>
          </a:xfrm>
        </p:spPr>
        <p:txBody>
          <a:bodyPr anchor="ctr" anchorCtr="0">
            <a:normAutofit/>
          </a:bodyPr>
          <a:lstStyle>
            <a:lvl1pPr algn="l">
              <a:defRPr sz="2800" b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4556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20" grpId="0" animBg="1"/>
      <p:bldP spid="21" grpId="0"/>
    </p:bld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253920" y="2098491"/>
            <a:ext cx="1697846" cy="1697847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id-ID" dirty="0"/>
          </a:p>
        </p:txBody>
      </p:sp>
      <p:sp>
        <p:nvSpPr>
          <p:cNvPr id="22" name="Freeform 5"/>
          <p:cNvSpPr>
            <a:spLocks/>
          </p:cNvSpPr>
          <p:nvPr userDrawn="1"/>
        </p:nvSpPr>
        <p:spPr bwMode="auto">
          <a:xfrm flipH="1">
            <a:off x="9930136" y="-637092"/>
            <a:ext cx="2711791" cy="2711789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3" name="Freeform 5"/>
          <p:cNvSpPr>
            <a:spLocks/>
          </p:cNvSpPr>
          <p:nvPr userDrawn="1"/>
        </p:nvSpPr>
        <p:spPr bwMode="auto">
          <a:xfrm flipH="1">
            <a:off x="8535301" y="921256"/>
            <a:ext cx="982576" cy="982576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4" name="Freeform 5"/>
          <p:cNvSpPr>
            <a:spLocks/>
          </p:cNvSpPr>
          <p:nvPr userDrawn="1"/>
        </p:nvSpPr>
        <p:spPr bwMode="auto">
          <a:xfrm flipH="1">
            <a:off x="8690348" y="-296897"/>
            <a:ext cx="672480" cy="67248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5" name="Freeform 5"/>
          <p:cNvSpPr>
            <a:spLocks/>
          </p:cNvSpPr>
          <p:nvPr userDrawn="1"/>
        </p:nvSpPr>
        <p:spPr bwMode="auto">
          <a:xfrm flipH="1">
            <a:off x="6892774" y="1381250"/>
            <a:ext cx="1081310" cy="108131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6" name="Freeform 5"/>
          <p:cNvSpPr>
            <a:spLocks/>
          </p:cNvSpPr>
          <p:nvPr userDrawn="1"/>
        </p:nvSpPr>
        <p:spPr bwMode="auto">
          <a:xfrm flipH="1">
            <a:off x="7490451" y="215697"/>
            <a:ext cx="521440" cy="52144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7" name="Freeform 5"/>
          <p:cNvSpPr>
            <a:spLocks/>
          </p:cNvSpPr>
          <p:nvPr userDrawn="1"/>
        </p:nvSpPr>
        <p:spPr bwMode="auto">
          <a:xfrm flipH="1">
            <a:off x="9305255" y="2655843"/>
            <a:ext cx="1337469" cy="1337469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8" name="Freeform 5"/>
          <p:cNvSpPr>
            <a:spLocks/>
          </p:cNvSpPr>
          <p:nvPr userDrawn="1"/>
        </p:nvSpPr>
        <p:spPr bwMode="auto">
          <a:xfrm flipH="1">
            <a:off x="11073361" y="2461388"/>
            <a:ext cx="672480" cy="67248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9" name="Freeform 5"/>
          <p:cNvSpPr>
            <a:spLocks/>
          </p:cNvSpPr>
          <p:nvPr userDrawn="1"/>
        </p:nvSpPr>
        <p:spPr bwMode="auto">
          <a:xfrm flipH="1">
            <a:off x="10870156" y="3855256"/>
            <a:ext cx="521440" cy="52144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0" name="Freeform 5"/>
          <p:cNvSpPr>
            <a:spLocks/>
          </p:cNvSpPr>
          <p:nvPr userDrawn="1"/>
        </p:nvSpPr>
        <p:spPr bwMode="auto">
          <a:xfrm flipH="1">
            <a:off x="8352858" y="2453988"/>
            <a:ext cx="521761" cy="521761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1" name="Freeform 5"/>
          <p:cNvSpPr>
            <a:spLocks/>
          </p:cNvSpPr>
          <p:nvPr userDrawn="1"/>
        </p:nvSpPr>
        <p:spPr bwMode="auto">
          <a:xfrm flipH="1">
            <a:off x="11801991" y="3355185"/>
            <a:ext cx="672480" cy="67248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2" name="Freeform 5"/>
          <p:cNvSpPr>
            <a:spLocks/>
          </p:cNvSpPr>
          <p:nvPr userDrawn="1"/>
        </p:nvSpPr>
        <p:spPr bwMode="auto">
          <a:xfrm flipH="1">
            <a:off x="12086289" y="2172540"/>
            <a:ext cx="385460" cy="38546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0" name="Freeform 5"/>
          <p:cNvSpPr>
            <a:spLocks/>
          </p:cNvSpPr>
          <p:nvPr userDrawn="1"/>
        </p:nvSpPr>
        <p:spPr bwMode="auto">
          <a:xfrm flipH="1">
            <a:off x="11486507" y="174661"/>
            <a:ext cx="530831" cy="530831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1" name="TextBox 20"/>
          <p:cNvSpPr txBox="1"/>
          <p:nvPr userDrawn="1"/>
        </p:nvSpPr>
        <p:spPr>
          <a:xfrm>
            <a:off x="11526134" y="245136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60E2A6B-A809-4840-BF14-8648BC0BDF87}" type="slidenum">
              <a:rPr lang="id-ID" sz="1800" b="1" smtClean="0">
                <a:solidFill>
                  <a:schemeClr val="bg1"/>
                </a:solidFill>
              </a:rPr>
              <a:pPr algn="ctr"/>
              <a:t>‹#›</a:t>
            </a:fld>
            <a:endParaRPr lang="id-ID" sz="1800" dirty="0">
              <a:solidFill>
                <a:schemeClr val="bg1"/>
              </a:solidFill>
            </a:endParaRPr>
          </a:p>
        </p:txBody>
      </p:sp>
      <p:grpSp>
        <p:nvGrpSpPr>
          <p:cNvPr id="35" name="Group 34"/>
          <p:cNvGrpSpPr/>
          <p:nvPr userDrawn="1"/>
        </p:nvGrpSpPr>
        <p:grpSpPr>
          <a:xfrm>
            <a:off x="347419" y="6409324"/>
            <a:ext cx="224082" cy="221156"/>
            <a:chOff x="4328868" y="5502988"/>
            <a:chExt cx="500307" cy="493774"/>
          </a:xfrm>
        </p:grpSpPr>
        <p:sp>
          <p:nvSpPr>
            <p:cNvPr id="39" name="Freeform 38">
              <a:hlinkClick r:id="" action="ppaction://hlinkshowjump?jump=previousslide"/>
            </p:cNvPr>
            <p:cNvSpPr>
              <a:spLocks/>
            </p:cNvSpPr>
            <p:nvPr userDrawn="1"/>
          </p:nvSpPr>
          <p:spPr bwMode="auto">
            <a:xfrm>
              <a:off x="4520555" y="5649754"/>
              <a:ext cx="116933" cy="200242"/>
            </a:xfrm>
            <a:custGeom>
              <a:avLst/>
              <a:gdLst>
                <a:gd name="T0" fmla="*/ 417 w 425"/>
                <a:gd name="T1" fmla="*/ 77 h 728"/>
                <a:gd name="T2" fmla="*/ 131 w 425"/>
                <a:gd name="T3" fmla="*/ 364 h 728"/>
                <a:gd name="T4" fmla="*/ 417 w 425"/>
                <a:gd name="T5" fmla="*/ 650 h 728"/>
                <a:gd name="T6" fmla="*/ 425 w 425"/>
                <a:gd name="T7" fmla="*/ 667 h 728"/>
                <a:gd name="T8" fmla="*/ 417 w 425"/>
                <a:gd name="T9" fmla="*/ 684 h 728"/>
                <a:gd name="T10" fmla="*/ 381 w 425"/>
                <a:gd name="T11" fmla="*/ 720 h 728"/>
                <a:gd name="T12" fmla="*/ 364 w 425"/>
                <a:gd name="T13" fmla="*/ 728 h 728"/>
                <a:gd name="T14" fmla="*/ 347 w 425"/>
                <a:gd name="T15" fmla="*/ 720 h 728"/>
                <a:gd name="T16" fmla="*/ 8 w 425"/>
                <a:gd name="T17" fmla="*/ 381 h 728"/>
                <a:gd name="T18" fmla="*/ 0 w 425"/>
                <a:gd name="T19" fmla="*/ 364 h 728"/>
                <a:gd name="T20" fmla="*/ 8 w 425"/>
                <a:gd name="T21" fmla="*/ 347 h 728"/>
                <a:gd name="T22" fmla="*/ 347 w 425"/>
                <a:gd name="T23" fmla="*/ 7 h 728"/>
                <a:gd name="T24" fmla="*/ 364 w 425"/>
                <a:gd name="T25" fmla="*/ 0 h 728"/>
                <a:gd name="T26" fmla="*/ 381 w 425"/>
                <a:gd name="T27" fmla="*/ 7 h 728"/>
                <a:gd name="T28" fmla="*/ 417 w 425"/>
                <a:gd name="T29" fmla="*/ 44 h 728"/>
                <a:gd name="T30" fmla="*/ 425 w 425"/>
                <a:gd name="T31" fmla="*/ 60 h 728"/>
                <a:gd name="T32" fmla="*/ 417 w 425"/>
                <a:gd name="T33" fmla="*/ 77 h 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25" h="728">
                  <a:moveTo>
                    <a:pt x="417" y="77"/>
                  </a:moveTo>
                  <a:cubicBezTo>
                    <a:pt x="131" y="364"/>
                    <a:pt x="131" y="364"/>
                    <a:pt x="131" y="364"/>
                  </a:cubicBezTo>
                  <a:cubicBezTo>
                    <a:pt x="417" y="650"/>
                    <a:pt x="417" y="650"/>
                    <a:pt x="417" y="650"/>
                  </a:cubicBezTo>
                  <a:cubicBezTo>
                    <a:pt x="422" y="655"/>
                    <a:pt x="425" y="661"/>
                    <a:pt x="425" y="667"/>
                  </a:cubicBezTo>
                  <a:cubicBezTo>
                    <a:pt x="425" y="673"/>
                    <a:pt x="422" y="680"/>
                    <a:pt x="417" y="684"/>
                  </a:cubicBezTo>
                  <a:cubicBezTo>
                    <a:pt x="381" y="720"/>
                    <a:pt x="381" y="720"/>
                    <a:pt x="381" y="720"/>
                  </a:cubicBezTo>
                  <a:cubicBezTo>
                    <a:pt x="377" y="725"/>
                    <a:pt x="370" y="728"/>
                    <a:pt x="364" y="728"/>
                  </a:cubicBezTo>
                  <a:cubicBezTo>
                    <a:pt x="358" y="728"/>
                    <a:pt x="352" y="725"/>
                    <a:pt x="347" y="720"/>
                  </a:cubicBezTo>
                  <a:cubicBezTo>
                    <a:pt x="8" y="381"/>
                    <a:pt x="8" y="381"/>
                    <a:pt x="8" y="381"/>
                  </a:cubicBezTo>
                  <a:cubicBezTo>
                    <a:pt x="3" y="376"/>
                    <a:pt x="0" y="369"/>
                    <a:pt x="0" y="364"/>
                  </a:cubicBezTo>
                  <a:cubicBezTo>
                    <a:pt x="0" y="358"/>
                    <a:pt x="3" y="351"/>
                    <a:pt x="8" y="347"/>
                  </a:cubicBezTo>
                  <a:cubicBezTo>
                    <a:pt x="347" y="7"/>
                    <a:pt x="347" y="7"/>
                    <a:pt x="347" y="7"/>
                  </a:cubicBezTo>
                  <a:cubicBezTo>
                    <a:pt x="352" y="3"/>
                    <a:pt x="358" y="0"/>
                    <a:pt x="364" y="0"/>
                  </a:cubicBezTo>
                  <a:cubicBezTo>
                    <a:pt x="370" y="0"/>
                    <a:pt x="377" y="3"/>
                    <a:pt x="381" y="7"/>
                  </a:cubicBezTo>
                  <a:cubicBezTo>
                    <a:pt x="417" y="44"/>
                    <a:pt x="417" y="44"/>
                    <a:pt x="417" y="44"/>
                  </a:cubicBezTo>
                  <a:cubicBezTo>
                    <a:pt x="422" y="48"/>
                    <a:pt x="425" y="54"/>
                    <a:pt x="425" y="60"/>
                  </a:cubicBezTo>
                  <a:cubicBezTo>
                    <a:pt x="425" y="66"/>
                    <a:pt x="422" y="73"/>
                    <a:pt x="417" y="77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40" name="Freeform 39">
              <a:hlinkClick r:id="" action="ppaction://hlinkshowjump?jump=previousslide"/>
            </p:cNvPr>
            <p:cNvSpPr>
              <a:spLocks noEditPoints="1"/>
            </p:cNvSpPr>
            <p:nvPr userDrawn="1"/>
          </p:nvSpPr>
          <p:spPr bwMode="auto">
            <a:xfrm>
              <a:off x="4328868" y="5502988"/>
              <a:ext cx="500307" cy="493774"/>
            </a:xfrm>
            <a:custGeom>
              <a:avLst/>
              <a:gdLst>
                <a:gd name="T0" fmla="*/ 2355 w 2753"/>
                <a:gd name="T1" fmla="*/ 114 h 2716"/>
                <a:gd name="T2" fmla="*/ 2639 w 2753"/>
                <a:gd name="T3" fmla="*/ 399 h 2716"/>
                <a:gd name="T4" fmla="*/ 2639 w 2753"/>
                <a:gd name="T5" fmla="*/ 2317 h 2716"/>
                <a:gd name="T6" fmla="*/ 2355 w 2753"/>
                <a:gd name="T7" fmla="*/ 2602 h 2716"/>
                <a:gd name="T8" fmla="*/ 398 w 2753"/>
                <a:gd name="T9" fmla="*/ 2602 h 2716"/>
                <a:gd name="T10" fmla="*/ 113 w 2753"/>
                <a:gd name="T11" fmla="*/ 2317 h 2716"/>
                <a:gd name="T12" fmla="*/ 113 w 2753"/>
                <a:gd name="T13" fmla="*/ 399 h 2716"/>
                <a:gd name="T14" fmla="*/ 398 w 2753"/>
                <a:gd name="T15" fmla="*/ 114 h 2716"/>
                <a:gd name="T16" fmla="*/ 2355 w 2753"/>
                <a:gd name="T17" fmla="*/ 114 h 2716"/>
                <a:gd name="T18" fmla="*/ 2355 w 2753"/>
                <a:gd name="T19" fmla="*/ 0 h 2716"/>
                <a:gd name="T20" fmla="*/ 398 w 2753"/>
                <a:gd name="T21" fmla="*/ 0 h 2716"/>
                <a:gd name="T22" fmla="*/ 0 w 2753"/>
                <a:gd name="T23" fmla="*/ 399 h 2716"/>
                <a:gd name="T24" fmla="*/ 0 w 2753"/>
                <a:gd name="T25" fmla="*/ 2317 h 2716"/>
                <a:gd name="T26" fmla="*/ 398 w 2753"/>
                <a:gd name="T27" fmla="*/ 2716 h 2716"/>
                <a:gd name="T28" fmla="*/ 2355 w 2753"/>
                <a:gd name="T29" fmla="*/ 2716 h 2716"/>
                <a:gd name="T30" fmla="*/ 2753 w 2753"/>
                <a:gd name="T31" fmla="*/ 2317 h 2716"/>
                <a:gd name="T32" fmla="*/ 2753 w 2753"/>
                <a:gd name="T33" fmla="*/ 399 h 2716"/>
                <a:gd name="T34" fmla="*/ 2355 w 2753"/>
                <a:gd name="T35" fmla="*/ 0 h 27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53" h="2716">
                  <a:moveTo>
                    <a:pt x="2355" y="114"/>
                  </a:moveTo>
                  <a:cubicBezTo>
                    <a:pt x="2512" y="114"/>
                    <a:pt x="2639" y="242"/>
                    <a:pt x="2639" y="399"/>
                  </a:cubicBezTo>
                  <a:cubicBezTo>
                    <a:pt x="2639" y="2317"/>
                    <a:pt x="2639" y="2317"/>
                    <a:pt x="2639" y="2317"/>
                  </a:cubicBezTo>
                  <a:cubicBezTo>
                    <a:pt x="2639" y="2474"/>
                    <a:pt x="2512" y="2602"/>
                    <a:pt x="2355" y="2602"/>
                  </a:cubicBezTo>
                  <a:cubicBezTo>
                    <a:pt x="398" y="2602"/>
                    <a:pt x="398" y="2602"/>
                    <a:pt x="398" y="2602"/>
                  </a:cubicBezTo>
                  <a:cubicBezTo>
                    <a:pt x="241" y="2602"/>
                    <a:pt x="113" y="2474"/>
                    <a:pt x="113" y="2317"/>
                  </a:cubicBezTo>
                  <a:cubicBezTo>
                    <a:pt x="113" y="399"/>
                    <a:pt x="113" y="399"/>
                    <a:pt x="113" y="399"/>
                  </a:cubicBezTo>
                  <a:cubicBezTo>
                    <a:pt x="113" y="242"/>
                    <a:pt x="241" y="114"/>
                    <a:pt x="398" y="114"/>
                  </a:cubicBezTo>
                  <a:cubicBezTo>
                    <a:pt x="2355" y="114"/>
                    <a:pt x="2355" y="114"/>
                    <a:pt x="2355" y="114"/>
                  </a:cubicBezTo>
                  <a:moveTo>
                    <a:pt x="2355" y="0"/>
                  </a:moveTo>
                  <a:cubicBezTo>
                    <a:pt x="398" y="0"/>
                    <a:pt x="398" y="0"/>
                    <a:pt x="398" y="0"/>
                  </a:cubicBezTo>
                  <a:cubicBezTo>
                    <a:pt x="178" y="0"/>
                    <a:pt x="0" y="179"/>
                    <a:pt x="0" y="399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0" y="2538"/>
                    <a:pt x="178" y="2716"/>
                    <a:pt x="398" y="2716"/>
                  </a:cubicBezTo>
                  <a:cubicBezTo>
                    <a:pt x="2355" y="2716"/>
                    <a:pt x="2355" y="2716"/>
                    <a:pt x="2355" y="2716"/>
                  </a:cubicBezTo>
                  <a:cubicBezTo>
                    <a:pt x="2575" y="2716"/>
                    <a:pt x="2753" y="2538"/>
                    <a:pt x="2753" y="2317"/>
                  </a:cubicBezTo>
                  <a:cubicBezTo>
                    <a:pt x="2753" y="399"/>
                    <a:pt x="2753" y="399"/>
                    <a:pt x="2753" y="399"/>
                  </a:cubicBezTo>
                  <a:cubicBezTo>
                    <a:pt x="2753" y="179"/>
                    <a:pt x="2575" y="0"/>
                    <a:pt x="2355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  <p:grpSp>
        <p:nvGrpSpPr>
          <p:cNvPr id="41" name="Group 40"/>
          <p:cNvGrpSpPr/>
          <p:nvPr userDrawn="1"/>
        </p:nvGrpSpPr>
        <p:grpSpPr>
          <a:xfrm flipH="1">
            <a:off x="657355" y="6409324"/>
            <a:ext cx="224082" cy="221156"/>
            <a:chOff x="4328868" y="5502988"/>
            <a:chExt cx="500307" cy="493774"/>
          </a:xfrm>
        </p:grpSpPr>
        <p:sp>
          <p:nvSpPr>
            <p:cNvPr id="42" name="Freeform 41">
              <a:hlinkClick r:id="" action="ppaction://hlinkshowjump?jump=nextslide"/>
            </p:cNvPr>
            <p:cNvSpPr>
              <a:spLocks/>
            </p:cNvSpPr>
            <p:nvPr userDrawn="1"/>
          </p:nvSpPr>
          <p:spPr bwMode="auto">
            <a:xfrm>
              <a:off x="4520556" y="5649754"/>
              <a:ext cx="116933" cy="200242"/>
            </a:xfrm>
            <a:custGeom>
              <a:avLst/>
              <a:gdLst>
                <a:gd name="T0" fmla="*/ 417 w 425"/>
                <a:gd name="T1" fmla="*/ 77 h 728"/>
                <a:gd name="T2" fmla="*/ 131 w 425"/>
                <a:gd name="T3" fmla="*/ 364 h 728"/>
                <a:gd name="T4" fmla="*/ 417 w 425"/>
                <a:gd name="T5" fmla="*/ 650 h 728"/>
                <a:gd name="T6" fmla="*/ 425 w 425"/>
                <a:gd name="T7" fmla="*/ 667 h 728"/>
                <a:gd name="T8" fmla="*/ 417 w 425"/>
                <a:gd name="T9" fmla="*/ 684 h 728"/>
                <a:gd name="T10" fmla="*/ 381 w 425"/>
                <a:gd name="T11" fmla="*/ 720 h 728"/>
                <a:gd name="T12" fmla="*/ 364 w 425"/>
                <a:gd name="T13" fmla="*/ 728 h 728"/>
                <a:gd name="T14" fmla="*/ 347 w 425"/>
                <a:gd name="T15" fmla="*/ 720 h 728"/>
                <a:gd name="T16" fmla="*/ 8 w 425"/>
                <a:gd name="T17" fmla="*/ 381 h 728"/>
                <a:gd name="T18" fmla="*/ 0 w 425"/>
                <a:gd name="T19" fmla="*/ 364 h 728"/>
                <a:gd name="T20" fmla="*/ 8 w 425"/>
                <a:gd name="T21" fmla="*/ 347 h 728"/>
                <a:gd name="T22" fmla="*/ 347 w 425"/>
                <a:gd name="T23" fmla="*/ 7 h 728"/>
                <a:gd name="T24" fmla="*/ 364 w 425"/>
                <a:gd name="T25" fmla="*/ 0 h 728"/>
                <a:gd name="T26" fmla="*/ 381 w 425"/>
                <a:gd name="T27" fmla="*/ 7 h 728"/>
                <a:gd name="T28" fmla="*/ 417 w 425"/>
                <a:gd name="T29" fmla="*/ 44 h 728"/>
                <a:gd name="T30" fmla="*/ 425 w 425"/>
                <a:gd name="T31" fmla="*/ 60 h 728"/>
                <a:gd name="T32" fmla="*/ 417 w 425"/>
                <a:gd name="T33" fmla="*/ 77 h 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25" h="728">
                  <a:moveTo>
                    <a:pt x="417" y="77"/>
                  </a:moveTo>
                  <a:cubicBezTo>
                    <a:pt x="131" y="364"/>
                    <a:pt x="131" y="364"/>
                    <a:pt x="131" y="364"/>
                  </a:cubicBezTo>
                  <a:cubicBezTo>
                    <a:pt x="417" y="650"/>
                    <a:pt x="417" y="650"/>
                    <a:pt x="417" y="650"/>
                  </a:cubicBezTo>
                  <a:cubicBezTo>
                    <a:pt x="422" y="655"/>
                    <a:pt x="425" y="661"/>
                    <a:pt x="425" y="667"/>
                  </a:cubicBezTo>
                  <a:cubicBezTo>
                    <a:pt x="425" y="673"/>
                    <a:pt x="422" y="680"/>
                    <a:pt x="417" y="684"/>
                  </a:cubicBezTo>
                  <a:cubicBezTo>
                    <a:pt x="381" y="720"/>
                    <a:pt x="381" y="720"/>
                    <a:pt x="381" y="720"/>
                  </a:cubicBezTo>
                  <a:cubicBezTo>
                    <a:pt x="377" y="725"/>
                    <a:pt x="370" y="728"/>
                    <a:pt x="364" y="728"/>
                  </a:cubicBezTo>
                  <a:cubicBezTo>
                    <a:pt x="358" y="728"/>
                    <a:pt x="352" y="725"/>
                    <a:pt x="347" y="720"/>
                  </a:cubicBezTo>
                  <a:cubicBezTo>
                    <a:pt x="8" y="381"/>
                    <a:pt x="8" y="381"/>
                    <a:pt x="8" y="381"/>
                  </a:cubicBezTo>
                  <a:cubicBezTo>
                    <a:pt x="3" y="376"/>
                    <a:pt x="0" y="369"/>
                    <a:pt x="0" y="364"/>
                  </a:cubicBezTo>
                  <a:cubicBezTo>
                    <a:pt x="0" y="358"/>
                    <a:pt x="3" y="351"/>
                    <a:pt x="8" y="347"/>
                  </a:cubicBezTo>
                  <a:cubicBezTo>
                    <a:pt x="347" y="7"/>
                    <a:pt x="347" y="7"/>
                    <a:pt x="347" y="7"/>
                  </a:cubicBezTo>
                  <a:cubicBezTo>
                    <a:pt x="352" y="3"/>
                    <a:pt x="358" y="0"/>
                    <a:pt x="364" y="0"/>
                  </a:cubicBezTo>
                  <a:cubicBezTo>
                    <a:pt x="370" y="0"/>
                    <a:pt x="377" y="3"/>
                    <a:pt x="381" y="7"/>
                  </a:cubicBezTo>
                  <a:cubicBezTo>
                    <a:pt x="417" y="44"/>
                    <a:pt x="417" y="44"/>
                    <a:pt x="417" y="44"/>
                  </a:cubicBezTo>
                  <a:cubicBezTo>
                    <a:pt x="422" y="48"/>
                    <a:pt x="425" y="54"/>
                    <a:pt x="425" y="60"/>
                  </a:cubicBezTo>
                  <a:cubicBezTo>
                    <a:pt x="425" y="66"/>
                    <a:pt x="422" y="73"/>
                    <a:pt x="417" y="77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43" name="Freeform 42">
              <a:hlinkClick r:id="" action="ppaction://hlinkshowjump?jump=nextslide"/>
            </p:cNvPr>
            <p:cNvSpPr>
              <a:spLocks noEditPoints="1"/>
            </p:cNvSpPr>
            <p:nvPr userDrawn="1"/>
          </p:nvSpPr>
          <p:spPr bwMode="auto">
            <a:xfrm>
              <a:off x="4328868" y="5502988"/>
              <a:ext cx="500307" cy="493774"/>
            </a:xfrm>
            <a:custGeom>
              <a:avLst/>
              <a:gdLst>
                <a:gd name="T0" fmla="*/ 2355 w 2753"/>
                <a:gd name="T1" fmla="*/ 114 h 2716"/>
                <a:gd name="T2" fmla="*/ 2639 w 2753"/>
                <a:gd name="T3" fmla="*/ 399 h 2716"/>
                <a:gd name="T4" fmla="*/ 2639 w 2753"/>
                <a:gd name="T5" fmla="*/ 2317 h 2716"/>
                <a:gd name="T6" fmla="*/ 2355 w 2753"/>
                <a:gd name="T7" fmla="*/ 2602 h 2716"/>
                <a:gd name="T8" fmla="*/ 398 w 2753"/>
                <a:gd name="T9" fmla="*/ 2602 h 2716"/>
                <a:gd name="T10" fmla="*/ 113 w 2753"/>
                <a:gd name="T11" fmla="*/ 2317 h 2716"/>
                <a:gd name="T12" fmla="*/ 113 w 2753"/>
                <a:gd name="T13" fmla="*/ 399 h 2716"/>
                <a:gd name="T14" fmla="*/ 398 w 2753"/>
                <a:gd name="T15" fmla="*/ 114 h 2716"/>
                <a:gd name="T16" fmla="*/ 2355 w 2753"/>
                <a:gd name="T17" fmla="*/ 114 h 2716"/>
                <a:gd name="T18" fmla="*/ 2355 w 2753"/>
                <a:gd name="T19" fmla="*/ 0 h 2716"/>
                <a:gd name="T20" fmla="*/ 398 w 2753"/>
                <a:gd name="T21" fmla="*/ 0 h 2716"/>
                <a:gd name="T22" fmla="*/ 0 w 2753"/>
                <a:gd name="T23" fmla="*/ 399 h 2716"/>
                <a:gd name="T24" fmla="*/ 0 w 2753"/>
                <a:gd name="T25" fmla="*/ 2317 h 2716"/>
                <a:gd name="T26" fmla="*/ 398 w 2753"/>
                <a:gd name="T27" fmla="*/ 2716 h 2716"/>
                <a:gd name="T28" fmla="*/ 2355 w 2753"/>
                <a:gd name="T29" fmla="*/ 2716 h 2716"/>
                <a:gd name="T30" fmla="*/ 2753 w 2753"/>
                <a:gd name="T31" fmla="*/ 2317 h 2716"/>
                <a:gd name="T32" fmla="*/ 2753 w 2753"/>
                <a:gd name="T33" fmla="*/ 399 h 2716"/>
                <a:gd name="T34" fmla="*/ 2355 w 2753"/>
                <a:gd name="T35" fmla="*/ 0 h 27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53" h="2716">
                  <a:moveTo>
                    <a:pt x="2355" y="114"/>
                  </a:moveTo>
                  <a:cubicBezTo>
                    <a:pt x="2512" y="114"/>
                    <a:pt x="2639" y="242"/>
                    <a:pt x="2639" y="399"/>
                  </a:cubicBezTo>
                  <a:cubicBezTo>
                    <a:pt x="2639" y="2317"/>
                    <a:pt x="2639" y="2317"/>
                    <a:pt x="2639" y="2317"/>
                  </a:cubicBezTo>
                  <a:cubicBezTo>
                    <a:pt x="2639" y="2474"/>
                    <a:pt x="2512" y="2602"/>
                    <a:pt x="2355" y="2602"/>
                  </a:cubicBezTo>
                  <a:cubicBezTo>
                    <a:pt x="398" y="2602"/>
                    <a:pt x="398" y="2602"/>
                    <a:pt x="398" y="2602"/>
                  </a:cubicBezTo>
                  <a:cubicBezTo>
                    <a:pt x="241" y="2602"/>
                    <a:pt x="113" y="2474"/>
                    <a:pt x="113" y="2317"/>
                  </a:cubicBezTo>
                  <a:cubicBezTo>
                    <a:pt x="113" y="399"/>
                    <a:pt x="113" y="399"/>
                    <a:pt x="113" y="399"/>
                  </a:cubicBezTo>
                  <a:cubicBezTo>
                    <a:pt x="113" y="242"/>
                    <a:pt x="241" y="114"/>
                    <a:pt x="398" y="114"/>
                  </a:cubicBezTo>
                  <a:cubicBezTo>
                    <a:pt x="2355" y="114"/>
                    <a:pt x="2355" y="114"/>
                    <a:pt x="2355" y="114"/>
                  </a:cubicBezTo>
                  <a:moveTo>
                    <a:pt x="2355" y="0"/>
                  </a:moveTo>
                  <a:cubicBezTo>
                    <a:pt x="398" y="0"/>
                    <a:pt x="398" y="0"/>
                    <a:pt x="398" y="0"/>
                  </a:cubicBezTo>
                  <a:cubicBezTo>
                    <a:pt x="178" y="0"/>
                    <a:pt x="0" y="179"/>
                    <a:pt x="0" y="399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0" y="2538"/>
                    <a:pt x="178" y="2716"/>
                    <a:pt x="398" y="2716"/>
                  </a:cubicBezTo>
                  <a:cubicBezTo>
                    <a:pt x="2355" y="2716"/>
                    <a:pt x="2355" y="2716"/>
                    <a:pt x="2355" y="2716"/>
                  </a:cubicBezTo>
                  <a:cubicBezTo>
                    <a:pt x="2575" y="2716"/>
                    <a:pt x="2753" y="2538"/>
                    <a:pt x="2753" y="2317"/>
                  </a:cubicBezTo>
                  <a:cubicBezTo>
                    <a:pt x="2753" y="399"/>
                    <a:pt x="2753" y="399"/>
                    <a:pt x="2753" y="399"/>
                  </a:cubicBezTo>
                  <a:cubicBezTo>
                    <a:pt x="2753" y="179"/>
                    <a:pt x="2575" y="0"/>
                    <a:pt x="2355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  <p:grpSp>
        <p:nvGrpSpPr>
          <p:cNvPr id="33" name="Group 32"/>
          <p:cNvGrpSpPr/>
          <p:nvPr userDrawn="1"/>
        </p:nvGrpSpPr>
        <p:grpSpPr>
          <a:xfrm flipH="1">
            <a:off x="1036725" y="1090208"/>
            <a:ext cx="93144" cy="590448"/>
            <a:chOff x="7711341" y="589735"/>
            <a:chExt cx="93144" cy="590448"/>
          </a:xfrm>
        </p:grpSpPr>
        <p:sp>
          <p:nvSpPr>
            <p:cNvPr id="36" name="Freeform 5"/>
            <p:cNvSpPr>
              <a:spLocks/>
            </p:cNvSpPr>
            <p:nvPr/>
          </p:nvSpPr>
          <p:spPr bwMode="auto">
            <a:xfrm>
              <a:off x="7711341" y="589735"/>
              <a:ext cx="93144" cy="93144"/>
            </a:xfrm>
            <a:custGeom>
              <a:avLst/>
              <a:gdLst>
                <a:gd name="T0" fmla="*/ 731 w 1169"/>
                <a:gd name="T1" fmla="*/ 0 h 1169"/>
                <a:gd name="T2" fmla="*/ 0 w 1169"/>
                <a:gd name="T3" fmla="*/ 0 h 1169"/>
                <a:gd name="T4" fmla="*/ 0 w 1169"/>
                <a:gd name="T5" fmla="*/ 731 h 1169"/>
                <a:gd name="T6" fmla="*/ 439 w 1169"/>
                <a:gd name="T7" fmla="*/ 1169 h 1169"/>
                <a:gd name="T8" fmla="*/ 1169 w 1169"/>
                <a:gd name="T9" fmla="*/ 1169 h 1169"/>
                <a:gd name="T10" fmla="*/ 1169 w 1169"/>
                <a:gd name="T11" fmla="*/ 439 h 1169"/>
                <a:gd name="T12" fmla="*/ 731 w 1169"/>
                <a:gd name="T13" fmla="*/ 0 h 1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69" h="1169">
                  <a:moveTo>
                    <a:pt x="73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731"/>
                    <a:pt x="0" y="731"/>
                    <a:pt x="0" y="731"/>
                  </a:cubicBezTo>
                  <a:cubicBezTo>
                    <a:pt x="0" y="973"/>
                    <a:pt x="196" y="1169"/>
                    <a:pt x="439" y="1169"/>
                  </a:cubicBezTo>
                  <a:cubicBezTo>
                    <a:pt x="1169" y="1169"/>
                    <a:pt x="1169" y="1169"/>
                    <a:pt x="1169" y="1169"/>
                  </a:cubicBezTo>
                  <a:cubicBezTo>
                    <a:pt x="1169" y="439"/>
                    <a:pt x="1169" y="439"/>
                    <a:pt x="1169" y="439"/>
                  </a:cubicBezTo>
                  <a:cubicBezTo>
                    <a:pt x="1169" y="196"/>
                    <a:pt x="973" y="0"/>
                    <a:pt x="731" y="0"/>
                  </a:cubicBez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37" name="Freeform 5"/>
            <p:cNvSpPr>
              <a:spLocks/>
            </p:cNvSpPr>
            <p:nvPr/>
          </p:nvSpPr>
          <p:spPr bwMode="auto">
            <a:xfrm>
              <a:off x="7711341" y="714061"/>
              <a:ext cx="93144" cy="93144"/>
            </a:xfrm>
            <a:custGeom>
              <a:avLst/>
              <a:gdLst>
                <a:gd name="T0" fmla="*/ 731 w 1169"/>
                <a:gd name="T1" fmla="*/ 0 h 1169"/>
                <a:gd name="T2" fmla="*/ 0 w 1169"/>
                <a:gd name="T3" fmla="*/ 0 h 1169"/>
                <a:gd name="T4" fmla="*/ 0 w 1169"/>
                <a:gd name="T5" fmla="*/ 731 h 1169"/>
                <a:gd name="T6" fmla="*/ 439 w 1169"/>
                <a:gd name="T7" fmla="*/ 1169 h 1169"/>
                <a:gd name="T8" fmla="*/ 1169 w 1169"/>
                <a:gd name="T9" fmla="*/ 1169 h 1169"/>
                <a:gd name="T10" fmla="*/ 1169 w 1169"/>
                <a:gd name="T11" fmla="*/ 439 h 1169"/>
                <a:gd name="T12" fmla="*/ 731 w 1169"/>
                <a:gd name="T13" fmla="*/ 0 h 1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69" h="1169">
                  <a:moveTo>
                    <a:pt x="73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731"/>
                    <a:pt x="0" y="731"/>
                    <a:pt x="0" y="731"/>
                  </a:cubicBezTo>
                  <a:cubicBezTo>
                    <a:pt x="0" y="973"/>
                    <a:pt x="196" y="1169"/>
                    <a:pt x="439" y="1169"/>
                  </a:cubicBezTo>
                  <a:cubicBezTo>
                    <a:pt x="1169" y="1169"/>
                    <a:pt x="1169" y="1169"/>
                    <a:pt x="1169" y="1169"/>
                  </a:cubicBezTo>
                  <a:cubicBezTo>
                    <a:pt x="1169" y="439"/>
                    <a:pt x="1169" y="439"/>
                    <a:pt x="1169" y="439"/>
                  </a:cubicBezTo>
                  <a:cubicBezTo>
                    <a:pt x="1169" y="196"/>
                    <a:pt x="973" y="0"/>
                    <a:pt x="731" y="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38" name="Freeform 5"/>
            <p:cNvSpPr>
              <a:spLocks/>
            </p:cNvSpPr>
            <p:nvPr/>
          </p:nvSpPr>
          <p:spPr bwMode="auto">
            <a:xfrm>
              <a:off x="7711341" y="838387"/>
              <a:ext cx="93144" cy="93144"/>
            </a:xfrm>
            <a:custGeom>
              <a:avLst/>
              <a:gdLst>
                <a:gd name="T0" fmla="*/ 731 w 1169"/>
                <a:gd name="T1" fmla="*/ 0 h 1169"/>
                <a:gd name="T2" fmla="*/ 0 w 1169"/>
                <a:gd name="T3" fmla="*/ 0 h 1169"/>
                <a:gd name="T4" fmla="*/ 0 w 1169"/>
                <a:gd name="T5" fmla="*/ 731 h 1169"/>
                <a:gd name="T6" fmla="*/ 439 w 1169"/>
                <a:gd name="T7" fmla="*/ 1169 h 1169"/>
                <a:gd name="T8" fmla="*/ 1169 w 1169"/>
                <a:gd name="T9" fmla="*/ 1169 h 1169"/>
                <a:gd name="T10" fmla="*/ 1169 w 1169"/>
                <a:gd name="T11" fmla="*/ 439 h 1169"/>
                <a:gd name="T12" fmla="*/ 731 w 1169"/>
                <a:gd name="T13" fmla="*/ 0 h 1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69" h="1169">
                  <a:moveTo>
                    <a:pt x="73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731"/>
                    <a:pt x="0" y="731"/>
                    <a:pt x="0" y="731"/>
                  </a:cubicBezTo>
                  <a:cubicBezTo>
                    <a:pt x="0" y="973"/>
                    <a:pt x="196" y="1169"/>
                    <a:pt x="439" y="1169"/>
                  </a:cubicBezTo>
                  <a:cubicBezTo>
                    <a:pt x="1169" y="1169"/>
                    <a:pt x="1169" y="1169"/>
                    <a:pt x="1169" y="1169"/>
                  </a:cubicBezTo>
                  <a:cubicBezTo>
                    <a:pt x="1169" y="439"/>
                    <a:pt x="1169" y="439"/>
                    <a:pt x="1169" y="439"/>
                  </a:cubicBezTo>
                  <a:cubicBezTo>
                    <a:pt x="1169" y="196"/>
                    <a:pt x="973" y="0"/>
                    <a:pt x="731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44" name="Freeform 5"/>
            <p:cNvSpPr>
              <a:spLocks/>
            </p:cNvSpPr>
            <p:nvPr/>
          </p:nvSpPr>
          <p:spPr bwMode="auto">
            <a:xfrm>
              <a:off x="7711341" y="962713"/>
              <a:ext cx="93144" cy="93144"/>
            </a:xfrm>
            <a:custGeom>
              <a:avLst/>
              <a:gdLst>
                <a:gd name="T0" fmla="*/ 731 w 1169"/>
                <a:gd name="T1" fmla="*/ 0 h 1169"/>
                <a:gd name="T2" fmla="*/ 0 w 1169"/>
                <a:gd name="T3" fmla="*/ 0 h 1169"/>
                <a:gd name="T4" fmla="*/ 0 w 1169"/>
                <a:gd name="T5" fmla="*/ 731 h 1169"/>
                <a:gd name="T6" fmla="*/ 439 w 1169"/>
                <a:gd name="T7" fmla="*/ 1169 h 1169"/>
                <a:gd name="T8" fmla="*/ 1169 w 1169"/>
                <a:gd name="T9" fmla="*/ 1169 h 1169"/>
                <a:gd name="T10" fmla="*/ 1169 w 1169"/>
                <a:gd name="T11" fmla="*/ 439 h 1169"/>
                <a:gd name="T12" fmla="*/ 731 w 1169"/>
                <a:gd name="T13" fmla="*/ 0 h 1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69" h="1169">
                  <a:moveTo>
                    <a:pt x="73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731"/>
                    <a:pt x="0" y="731"/>
                    <a:pt x="0" y="731"/>
                  </a:cubicBezTo>
                  <a:cubicBezTo>
                    <a:pt x="0" y="973"/>
                    <a:pt x="196" y="1169"/>
                    <a:pt x="439" y="1169"/>
                  </a:cubicBezTo>
                  <a:cubicBezTo>
                    <a:pt x="1169" y="1169"/>
                    <a:pt x="1169" y="1169"/>
                    <a:pt x="1169" y="1169"/>
                  </a:cubicBezTo>
                  <a:cubicBezTo>
                    <a:pt x="1169" y="439"/>
                    <a:pt x="1169" y="439"/>
                    <a:pt x="1169" y="439"/>
                  </a:cubicBezTo>
                  <a:cubicBezTo>
                    <a:pt x="1169" y="196"/>
                    <a:pt x="973" y="0"/>
                    <a:pt x="731" y="0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45" name="Freeform 5"/>
            <p:cNvSpPr>
              <a:spLocks/>
            </p:cNvSpPr>
            <p:nvPr/>
          </p:nvSpPr>
          <p:spPr bwMode="auto">
            <a:xfrm>
              <a:off x="7711341" y="1087039"/>
              <a:ext cx="93144" cy="93144"/>
            </a:xfrm>
            <a:custGeom>
              <a:avLst/>
              <a:gdLst>
                <a:gd name="T0" fmla="*/ 731 w 1169"/>
                <a:gd name="T1" fmla="*/ 0 h 1169"/>
                <a:gd name="T2" fmla="*/ 0 w 1169"/>
                <a:gd name="T3" fmla="*/ 0 h 1169"/>
                <a:gd name="T4" fmla="*/ 0 w 1169"/>
                <a:gd name="T5" fmla="*/ 731 h 1169"/>
                <a:gd name="T6" fmla="*/ 439 w 1169"/>
                <a:gd name="T7" fmla="*/ 1169 h 1169"/>
                <a:gd name="T8" fmla="*/ 1169 w 1169"/>
                <a:gd name="T9" fmla="*/ 1169 h 1169"/>
                <a:gd name="T10" fmla="*/ 1169 w 1169"/>
                <a:gd name="T11" fmla="*/ 439 h 1169"/>
                <a:gd name="T12" fmla="*/ 731 w 1169"/>
                <a:gd name="T13" fmla="*/ 0 h 1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69" h="1169">
                  <a:moveTo>
                    <a:pt x="73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731"/>
                    <a:pt x="0" y="731"/>
                    <a:pt x="0" y="731"/>
                  </a:cubicBezTo>
                  <a:cubicBezTo>
                    <a:pt x="0" y="973"/>
                    <a:pt x="196" y="1169"/>
                    <a:pt x="439" y="1169"/>
                  </a:cubicBezTo>
                  <a:cubicBezTo>
                    <a:pt x="1169" y="1169"/>
                    <a:pt x="1169" y="1169"/>
                    <a:pt x="1169" y="1169"/>
                  </a:cubicBezTo>
                  <a:cubicBezTo>
                    <a:pt x="1169" y="439"/>
                    <a:pt x="1169" y="439"/>
                    <a:pt x="1169" y="439"/>
                  </a:cubicBezTo>
                  <a:cubicBezTo>
                    <a:pt x="1169" y="196"/>
                    <a:pt x="973" y="0"/>
                    <a:pt x="731" y="0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</p:spTree>
    <p:extLst>
      <p:ext uri="{BB962C8B-B14F-4D97-AF65-F5344CB8AC3E}">
        <p14:creationId xmlns:p14="http://schemas.microsoft.com/office/powerpoint/2010/main" val="1125002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20" grpId="0" animBg="1"/>
      <p:bldP spid="21" grpId="0"/>
    </p:bld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5"/>
          <p:cNvSpPr>
            <a:spLocks/>
          </p:cNvSpPr>
          <p:nvPr userDrawn="1"/>
        </p:nvSpPr>
        <p:spPr bwMode="auto">
          <a:xfrm flipH="1">
            <a:off x="9930136" y="-637092"/>
            <a:ext cx="2711791" cy="2711789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3" name="Freeform 5"/>
          <p:cNvSpPr>
            <a:spLocks/>
          </p:cNvSpPr>
          <p:nvPr userDrawn="1"/>
        </p:nvSpPr>
        <p:spPr bwMode="auto">
          <a:xfrm flipH="1">
            <a:off x="8535301" y="921256"/>
            <a:ext cx="982576" cy="982576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4" name="Freeform 5"/>
          <p:cNvSpPr>
            <a:spLocks/>
          </p:cNvSpPr>
          <p:nvPr userDrawn="1"/>
        </p:nvSpPr>
        <p:spPr bwMode="auto">
          <a:xfrm flipH="1">
            <a:off x="8690348" y="-296897"/>
            <a:ext cx="672480" cy="67248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5" name="Freeform 5"/>
          <p:cNvSpPr>
            <a:spLocks/>
          </p:cNvSpPr>
          <p:nvPr userDrawn="1"/>
        </p:nvSpPr>
        <p:spPr bwMode="auto">
          <a:xfrm flipH="1">
            <a:off x="6892774" y="1381250"/>
            <a:ext cx="1081310" cy="108131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6" name="Freeform 5"/>
          <p:cNvSpPr>
            <a:spLocks/>
          </p:cNvSpPr>
          <p:nvPr userDrawn="1"/>
        </p:nvSpPr>
        <p:spPr bwMode="auto">
          <a:xfrm flipH="1">
            <a:off x="7490451" y="215697"/>
            <a:ext cx="521440" cy="52144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7" name="Freeform 5"/>
          <p:cNvSpPr>
            <a:spLocks/>
          </p:cNvSpPr>
          <p:nvPr userDrawn="1"/>
        </p:nvSpPr>
        <p:spPr bwMode="auto">
          <a:xfrm flipH="1">
            <a:off x="9305255" y="2655843"/>
            <a:ext cx="1337469" cy="1337469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8" name="Freeform 5"/>
          <p:cNvSpPr>
            <a:spLocks/>
          </p:cNvSpPr>
          <p:nvPr userDrawn="1"/>
        </p:nvSpPr>
        <p:spPr bwMode="auto">
          <a:xfrm flipH="1">
            <a:off x="11073361" y="2461388"/>
            <a:ext cx="672480" cy="67248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9" name="Freeform 5"/>
          <p:cNvSpPr>
            <a:spLocks/>
          </p:cNvSpPr>
          <p:nvPr userDrawn="1"/>
        </p:nvSpPr>
        <p:spPr bwMode="auto">
          <a:xfrm flipH="1">
            <a:off x="10870156" y="3855256"/>
            <a:ext cx="521440" cy="52144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0" name="Freeform 5"/>
          <p:cNvSpPr>
            <a:spLocks/>
          </p:cNvSpPr>
          <p:nvPr userDrawn="1"/>
        </p:nvSpPr>
        <p:spPr bwMode="auto">
          <a:xfrm flipH="1">
            <a:off x="8352858" y="2453988"/>
            <a:ext cx="521761" cy="521761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1" name="Freeform 5"/>
          <p:cNvSpPr>
            <a:spLocks/>
          </p:cNvSpPr>
          <p:nvPr userDrawn="1"/>
        </p:nvSpPr>
        <p:spPr bwMode="auto">
          <a:xfrm flipH="1">
            <a:off x="11801991" y="3355185"/>
            <a:ext cx="672480" cy="67248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2" name="Freeform 5"/>
          <p:cNvSpPr>
            <a:spLocks/>
          </p:cNvSpPr>
          <p:nvPr userDrawn="1"/>
        </p:nvSpPr>
        <p:spPr bwMode="auto">
          <a:xfrm flipH="1">
            <a:off x="12086289" y="2172540"/>
            <a:ext cx="385460" cy="38546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0" name="Freeform 5"/>
          <p:cNvSpPr>
            <a:spLocks/>
          </p:cNvSpPr>
          <p:nvPr userDrawn="1"/>
        </p:nvSpPr>
        <p:spPr bwMode="auto">
          <a:xfrm flipH="1">
            <a:off x="11486507" y="174661"/>
            <a:ext cx="530831" cy="530831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1" name="TextBox 20"/>
          <p:cNvSpPr txBox="1"/>
          <p:nvPr userDrawn="1"/>
        </p:nvSpPr>
        <p:spPr>
          <a:xfrm>
            <a:off x="11526134" y="245136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60E2A6B-A809-4840-BF14-8648BC0BDF87}" type="slidenum">
              <a:rPr lang="id-ID" sz="1800" b="1" smtClean="0">
                <a:solidFill>
                  <a:schemeClr val="bg1"/>
                </a:solidFill>
              </a:rPr>
              <a:pPr algn="ctr"/>
              <a:t>‹#›</a:t>
            </a:fld>
            <a:endParaRPr lang="id-ID" sz="1800" dirty="0">
              <a:solidFill>
                <a:schemeClr val="bg1"/>
              </a:solidFill>
            </a:endParaRP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581573" y="76200"/>
            <a:ext cx="11204027" cy="685800"/>
          </a:xfrm>
        </p:spPr>
        <p:txBody>
          <a:bodyPr anchor="ctr" anchorCtr="0">
            <a:normAutofit/>
          </a:bodyPr>
          <a:lstStyle>
            <a:lvl1pPr algn="l">
              <a:defRPr sz="2800" b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0011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20" grpId="0" animBg="1"/>
      <p:bldP spid="21" grpId="0"/>
    </p:bld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5"/>
          <p:cNvSpPr>
            <a:spLocks/>
          </p:cNvSpPr>
          <p:nvPr userDrawn="1"/>
        </p:nvSpPr>
        <p:spPr bwMode="auto">
          <a:xfrm flipH="1">
            <a:off x="9930136" y="-637092"/>
            <a:ext cx="2711791" cy="2711789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3" name="Freeform 5"/>
          <p:cNvSpPr>
            <a:spLocks/>
          </p:cNvSpPr>
          <p:nvPr userDrawn="1"/>
        </p:nvSpPr>
        <p:spPr bwMode="auto">
          <a:xfrm flipH="1">
            <a:off x="8535301" y="921256"/>
            <a:ext cx="982576" cy="982576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4" name="Freeform 5"/>
          <p:cNvSpPr>
            <a:spLocks/>
          </p:cNvSpPr>
          <p:nvPr userDrawn="1"/>
        </p:nvSpPr>
        <p:spPr bwMode="auto">
          <a:xfrm flipH="1">
            <a:off x="8690348" y="-296897"/>
            <a:ext cx="672480" cy="67248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5" name="Freeform 5"/>
          <p:cNvSpPr>
            <a:spLocks/>
          </p:cNvSpPr>
          <p:nvPr userDrawn="1"/>
        </p:nvSpPr>
        <p:spPr bwMode="auto">
          <a:xfrm flipH="1">
            <a:off x="6892774" y="1381250"/>
            <a:ext cx="1081310" cy="108131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6" name="Freeform 5"/>
          <p:cNvSpPr>
            <a:spLocks/>
          </p:cNvSpPr>
          <p:nvPr userDrawn="1"/>
        </p:nvSpPr>
        <p:spPr bwMode="auto">
          <a:xfrm flipH="1">
            <a:off x="7490451" y="215697"/>
            <a:ext cx="521440" cy="52144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7" name="Freeform 5"/>
          <p:cNvSpPr>
            <a:spLocks/>
          </p:cNvSpPr>
          <p:nvPr userDrawn="1"/>
        </p:nvSpPr>
        <p:spPr bwMode="auto">
          <a:xfrm flipH="1">
            <a:off x="9305255" y="2655843"/>
            <a:ext cx="1337469" cy="1337469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8" name="Freeform 5"/>
          <p:cNvSpPr>
            <a:spLocks/>
          </p:cNvSpPr>
          <p:nvPr userDrawn="1"/>
        </p:nvSpPr>
        <p:spPr bwMode="auto">
          <a:xfrm flipH="1">
            <a:off x="11073361" y="2461388"/>
            <a:ext cx="672480" cy="67248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9" name="Freeform 5"/>
          <p:cNvSpPr>
            <a:spLocks/>
          </p:cNvSpPr>
          <p:nvPr userDrawn="1"/>
        </p:nvSpPr>
        <p:spPr bwMode="auto">
          <a:xfrm flipH="1">
            <a:off x="10870156" y="3855256"/>
            <a:ext cx="521440" cy="52144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0" name="Freeform 5"/>
          <p:cNvSpPr>
            <a:spLocks/>
          </p:cNvSpPr>
          <p:nvPr userDrawn="1"/>
        </p:nvSpPr>
        <p:spPr bwMode="auto">
          <a:xfrm flipH="1">
            <a:off x="8352858" y="2453988"/>
            <a:ext cx="521761" cy="521761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1" name="Freeform 5"/>
          <p:cNvSpPr>
            <a:spLocks/>
          </p:cNvSpPr>
          <p:nvPr userDrawn="1"/>
        </p:nvSpPr>
        <p:spPr bwMode="auto">
          <a:xfrm flipH="1">
            <a:off x="11801991" y="3355185"/>
            <a:ext cx="672480" cy="67248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2" name="Freeform 5"/>
          <p:cNvSpPr>
            <a:spLocks/>
          </p:cNvSpPr>
          <p:nvPr userDrawn="1"/>
        </p:nvSpPr>
        <p:spPr bwMode="auto">
          <a:xfrm flipH="1">
            <a:off x="12086289" y="2172540"/>
            <a:ext cx="385460" cy="38546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0" name="Freeform 5"/>
          <p:cNvSpPr>
            <a:spLocks/>
          </p:cNvSpPr>
          <p:nvPr userDrawn="1"/>
        </p:nvSpPr>
        <p:spPr bwMode="auto">
          <a:xfrm flipH="1">
            <a:off x="11486507" y="174661"/>
            <a:ext cx="530831" cy="530831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1" name="TextBox 20"/>
          <p:cNvSpPr txBox="1"/>
          <p:nvPr userDrawn="1"/>
        </p:nvSpPr>
        <p:spPr>
          <a:xfrm>
            <a:off x="11526134" y="245136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60E2A6B-A809-4840-BF14-8648BC0BDF87}" type="slidenum">
              <a:rPr lang="id-ID" sz="1800" b="1" smtClean="0">
                <a:solidFill>
                  <a:schemeClr val="bg1"/>
                </a:solidFill>
              </a:rPr>
              <a:pPr algn="ctr"/>
              <a:t>‹#›</a:t>
            </a:fld>
            <a:endParaRPr lang="id-ID" sz="1800" dirty="0">
              <a:solidFill>
                <a:schemeClr val="bg1"/>
              </a:solidFill>
            </a:endParaRPr>
          </a:p>
        </p:txBody>
      </p:sp>
      <p:sp>
        <p:nvSpPr>
          <p:cNvPr id="46" name="TextBox 45"/>
          <p:cNvSpPr txBox="1"/>
          <p:nvPr userDrawn="1"/>
        </p:nvSpPr>
        <p:spPr>
          <a:xfrm>
            <a:off x="9737328" y="6409324"/>
            <a:ext cx="174599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050" b="1" dirty="0" smtClean="0">
                <a:solidFill>
                  <a:schemeClr val="accent1">
                    <a:lumMod val="75000"/>
                  </a:schemeClr>
                </a:solidFill>
                <a:latin typeface="Raleway" panose="020B0003030101060003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Kupat</a:t>
            </a:r>
            <a:r>
              <a:rPr lang="id-ID" sz="1050" b="1" baseline="0" dirty="0" smtClean="0">
                <a:solidFill>
                  <a:schemeClr val="accent1">
                    <a:lumMod val="75000"/>
                  </a:schemeClr>
                </a:solidFill>
                <a:latin typeface="Raleway" panose="020B0003030101060003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Tahu </a:t>
            </a:r>
            <a:r>
              <a:rPr lang="id-ID" sz="1050" dirty="0" smtClean="0">
                <a:solidFill>
                  <a:schemeClr val="bg1">
                    <a:lumMod val="65000"/>
                  </a:schemeClr>
                </a:solidFill>
                <a:latin typeface="Raleway" panose="020B0003030101060003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Presentation</a:t>
            </a:r>
            <a:endParaRPr lang="en-US" sz="1050" dirty="0">
              <a:solidFill>
                <a:schemeClr val="bg1">
                  <a:lumMod val="65000"/>
                </a:schemeClr>
              </a:solidFill>
              <a:latin typeface="Raleway" panose="020B0003030101060003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47" name="Group 46"/>
          <p:cNvGrpSpPr/>
          <p:nvPr userDrawn="1"/>
        </p:nvGrpSpPr>
        <p:grpSpPr>
          <a:xfrm>
            <a:off x="11483320" y="6409324"/>
            <a:ext cx="224082" cy="221156"/>
            <a:chOff x="4328868" y="5502988"/>
            <a:chExt cx="500307" cy="493774"/>
          </a:xfrm>
        </p:grpSpPr>
        <p:sp>
          <p:nvSpPr>
            <p:cNvPr id="48" name="Freeform 47">
              <a:hlinkClick r:id="" action="ppaction://hlinkshowjump?jump=previousslide"/>
            </p:cNvPr>
            <p:cNvSpPr>
              <a:spLocks/>
            </p:cNvSpPr>
            <p:nvPr userDrawn="1"/>
          </p:nvSpPr>
          <p:spPr bwMode="auto">
            <a:xfrm>
              <a:off x="4520555" y="5649754"/>
              <a:ext cx="116933" cy="200242"/>
            </a:xfrm>
            <a:custGeom>
              <a:avLst/>
              <a:gdLst>
                <a:gd name="T0" fmla="*/ 417 w 425"/>
                <a:gd name="T1" fmla="*/ 77 h 728"/>
                <a:gd name="T2" fmla="*/ 131 w 425"/>
                <a:gd name="T3" fmla="*/ 364 h 728"/>
                <a:gd name="T4" fmla="*/ 417 w 425"/>
                <a:gd name="T5" fmla="*/ 650 h 728"/>
                <a:gd name="T6" fmla="*/ 425 w 425"/>
                <a:gd name="T7" fmla="*/ 667 h 728"/>
                <a:gd name="T8" fmla="*/ 417 w 425"/>
                <a:gd name="T9" fmla="*/ 684 h 728"/>
                <a:gd name="T10" fmla="*/ 381 w 425"/>
                <a:gd name="T11" fmla="*/ 720 h 728"/>
                <a:gd name="T12" fmla="*/ 364 w 425"/>
                <a:gd name="T13" fmla="*/ 728 h 728"/>
                <a:gd name="T14" fmla="*/ 347 w 425"/>
                <a:gd name="T15" fmla="*/ 720 h 728"/>
                <a:gd name="T16" fmla="*/ 8 w 425"/>
                <a:gd name="T17" fmla="*/ 381 h 728"/>
                <a:gd name="T18" fmla="*/ 0 w 425"/>
                <a:gd name="T19" fmla="*/ 364 h 728"/>
                <a:gd name="T20" fmla="*/ 8 w 425"/>
                <a:gd name="T21" fmla="*/ 347 h 728"/>
                <a:gd name="T22" fmla="*/ 347 w 425"/>
                <a:gd name="T23" fmla="*/ 7 h 728"/>
                <a:gd name="T24" fmla="*/ 364 w 425"/>
                <a:gd name="T25" fmla="*/ 0 h 728"/>
                <a:gd name="T26" fmla="*/ 381 w 425"/>
                <a:gd name="T27" fmla="*/ 7 h 728"/>
                <a:gd name="T28" fmla="*/ 417 w 425"/>
                <a:gd name="T29" fmla="*/ 44 h 728"/>
                <a:gd name="T30" fmla="*/ 425 w 425"/>
                <a:gd name="T31" fmla="*/ 60 h 728"/>
                <a:gd name="T32" fmla="*/ 417 w 425"/>
                <a:gd name="T33" fmla="*/ 77 h 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25" h="728">
                  <a:moveTo>
                    <a:pt x="417" y="77"/>
                  </a:moveTo>
                  <a:cubicBezTo>
                    <a:pt x="131" y="364"/>
                    <a:pt x="131" y="364"/>
                    <a:pt x="131" y="364"/>
                  </a:cubicBezTo>
                  <a:cubicBezTo>
                    <a:pt x="417" y="650"/>
                    <a:pt x="417" y="650"/>
                    <a:pt x="417" y="650"/>
                  </a:cubicBezTo>
                  <a:cubicBezTo>
                    <a:pt x="422" y="655"/>
                    <a:pt x="425" y="661"/>
                    <a:pt x="425" y="667"/>
                  </a:cubicBezTo>
                  <a:cubicBezTo>
                    <a:pt x="425" y="673"/>
                    <a:pt x="422" y="680"/>
                    <a:pt x="417" y="684"/>
                  </a:cubicBezTo>
                  <a:cubicBezTo>
                    <a:pt x="381" y="720"/>
                    <a:pt x="381" y="720"/>
                    <a:pt x="381" y="720"/>
                  </a:cubicBezTo>
                  <a:cubicBezTo>
                    <a:pt x="377" y="725"/>
                    <a:pt x="370" y="728"/>
                    <a:pt x="364" y="728"/>
                  </a:cubicBezTo>
                  <a:cubicBezTo>
                    <a:pt x="358" y="728"/>
                    <a:pt x="352" y="725"/>
                    <a:pt x="347" y="720"/>
                  </a:cubicBezTo>
                  <a:cubicBezTo>
                    <a:pt x="8" y="381"/>
                    <a:pt x="8" y="381"/>
                    <a:pt x="8" y="381"/>
                  </a:cubicBezTo>
                  <a:cubicBezTo>
                    <a:pt x="3" y="376"/>
                    <a:pt x="0" y="369"/>
                    <a:pt x="0" y="364"/>
                  </a:cubicBezTo>
                  <a:cubicBezTo>
                    <a:pt x="0" y="358"/>
                    <a:pt x="3" y="351"/>
                    <a:pt x="8" y="347"/>
                  </a:cubicBezTo>
                  <a:cubicBezTo>
                    <a:pt x="347" y="7"/>
                    <a:pt x="347" y="7"/>
                    <a:pt x="347" y="7"/>
                  </a:cubicBezTo>
                  <a:cubicBezTo>
                    <a:pt x="352" y="3"/>
                    <a:pt x="358" y="0"/>
                    <a:pt x="364" y="0"/>
                  </a:cubicBezTo>
                  <a:cubicBezTo>
                    <a:pt x="370" y="0"/>
                    <a:pt x="377" y="3"/>
                    <a:pt x="381" y="7"/>
                  </a:cubicBezTo>
                  <a:cubicBezTo>
                    <a:pt x="417" y="44"/>
                    <a:pt x="417" y="44"/>
                    <a:pt x="417" y="44"/>
                  </a:cubicBezTo>
                  <a:cubicBezTo>
                    <a:pt x="422" y="48"/>
                    <a:pt x="425" y="54"/>
                    <a:pt x="425" y="60"/>
                  </a:cubicBezTo>
                  <a:cubicBezTo>
                    <a:pt x="425" y="66"/>
                    <a:pt x="422" y="73"/>
                    <a:pt x="417" y="77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49" name="Freeform 48">
              <a:hlinkClick r:id="" action="ppaction://hlinkshowjump?jump=previousslide"/>
            </p:cNvPr>
            <p:cNvSpPr>
              <a:spLocks noEditPoints="1"/>
            </p:cNvSpPr>
            <p:nvPr userDrawn="1"/>
          </p:nvSpPr>
          <p:spPr bwMode="auto">
            <a:xfrm>
              <a:off x="4328868" y="5502988"/>
              <a:ext cx="500307" cy="493774"/>
            </a:xfrm>
            <a:custGeom>
              <a:avLst/>
              <a:gdLst>
                <a:gd name="T0" fmla="*/ 2355 w 2753"/>
                <a:gd name="T1" fmla="*/ 114 h 2716"/>
                <a:gd name="T2" fmla="*/ 2639 w 2753"/>
                <a:gd name="T3" fmla="*/ 399 h 2716"/>
                <a:gd name="T4" fmla="*/ 2639 w 2753"/>
                <a:gd name="T5" fmla="*/ 2317 h 2716"/>
                <a:gd name="T6" fmla="*/ 2355 w 2753"/>
                <a:gd name="T7" fmla="*/ 2602 h 2716"/>
                <a:gd name="T8" fmla="*/ 398 w 2753"/>
                <a:gd name="T9" fmla="*/ 2602 h 2716"/>
                <a:gd name="T10" fmla="*/ 113 w 2753"/>
                <a:gd name="T11" fmla="*/ 2317 h 2716"/>
                <a:gd name="T12" fmla="*/ 113 w 2753"/>
                <a:gd name="T13" fmla="*/ 399 h 2716"/>
                <a:gd name="T14" fmla="*/ 398 w 2753"/>
                <a:gd name="T15" fmla="*/ 114 h 2716"/>
                <a:gd name="T16" fmla="*/ 2355 w 2753"/>
                <a:gd name="T17" fmla="*/ 114 h 2716"/>
                <a:gd name="T18" fmla="*/ 2355 w 2753"/>
                <a:gd name="T19" fmla="*/ 0 h 2716"/>
                <a:gd name="T20" fmla="*/ 398 w 2753"/>
                <a:gd name="T21" fmla="*/ 0 h 2716"/>
                <a:gd name="T22" fmla="*/ 0 w 2753"/>
                <a:gd name="T23" fmla="*/ 399 h 2716"/>
                <a:gd name="T24" fmla="*/ 0 w 2753"/>
                <a:gd name="T25" fmla="*/ 2317 h 2716"/>
                <a:gd name="T26" fmla="*/ 398 w 2753"/>
                <a:gd name="T27" fmla="*/ 2716 h 2716"/>
                <a:gd name="T28" fmla="*/ 2355 w 2753"/>
                <a:gd name="T29" fmla="*/ 2716 h 2716"/>
                <a:gd name="T30" fmla="*/ 2753 w 2753"/>
                <a:gd name="T31" fmla="*/ 2317 h 2716"/>
                <a:gd name="T32" fmla="*/ 2753 w 2753"/>
                <a:gd name="T33" fmla="*/ 399 h 2716"/>
                <a:gd name="T34" fmla="*/ 2355 w 2753"/>
                <a:gd name="T35" fmla="*/ 0 h 27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53" h="2716">
                  <a:moveTo>
                    <a:pt x="2355" y="114"/>
                  </a:moveTo>
                  <a:cubicBezTo>
                    <a:pt x="2512" y="114"/>
                    <a:pt x="2639" y="242"/>
                    <a:pt x="2639" y="399"/>
                  </a:cubicBezTo>
                  <a:cubicBezTo>
                    <a:pt x="2639" y="2317"/>
                    <a:pt x="2639" y="2317"/>
                    <a:pt x="2639" y="2317"/>
                  </a:cubicBezTo>
                  <a:cubicBezTo>
                    <a:pt x="2639" y="2474"/>
                    <a:pt x="2512" y="2602"/>
                    <a:pt x="2355" y="2602"/>
                  </a:cubicBezTo>
                  <a:cubicBezTo>
                    <a:pt x="398" y="2602"/>
                    <a:pt x="398" y="2602"/>
                    <a:pt x="398" y="2602"/>
                  </a:cubicBezTo>
                  <a:cubicBezTo>
                    <a:pt x="241" y="2602"/>
                    <a:pt x="113" y="2474"/>
                    <a:pt x="113" y="2317"/>
                  </a:cubicBezTo>
                  <a:cubicBezTo>
                    <a:pt x="113" y="399"/>
                    <a:pt x="113" y="399"/>
                    <a:pt x="113" y="399"/>
                  </a:cubicBezTo>
                  <a:cubicBezTo>
                    <a:pt x="113" y="242"/>
                    <a:pt x="241" y="114"/>
                    <a:pt x="398" y="114"/>
                  </a:cubicBezTo>
                  <a:cubicBezTo>
                    <a:pt x="2355" y="114"/>
                    <a:pt x="2355" y="114"/>
                    <a:pt x="2355" y="114"/>
                  </a:cubicBezTo>
                  <a:moveTo>
                    <a:pt x="2355" y="0"/>
                  </a:moveTo>
                  <a:cubicBezTo>
                    <a:pt x="398" y="0"/>
                    <a:pt x="398" y="0"/>
                    <a:pt x="398" y="0"/>
                  </a:cubicBezTo>
                  <a:cubicBezTo>
                    <a:pt x="178" y="0"/>
                    <a:pt x="0" y="179"/>
                    <a:pt x="0" y="399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0" y="2538"/>
                    <a:pt x="178" y="2716"/>
                    <a:pt x="398" y="2716"/>
                  </a:cubicBezTo>
                  <a:cubicBezTo>
                    <a:pt x="2355" y="2716"/>
                    <a:pt x="2355" y="2716"/>
                    <a:pt x="2355" y="2716"/>
                  </a:cubicBezTo>
                  <a:cubicBezTo>
                    <a:pt x="2575" y="2716"/>
                    <a:pt x="2753" y="2538"/>
                    <a:pt x="2753" y="2317"/>
                  </a:cubicBezTo>
                  <a:cubicBezTo>
                    <a:pt x="2753" y="399"/>
                    <a:pt x="2753" y="399"/>
                    <a:pt x="2753" y="399"/>
                  </a:cubicBezTo>
                  <a:cubicBezTo>
                    <a:pt x="2753" y="179"/>
                    <a:pt x="2575" y="0"/>
                    <a:pt x="2355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  <p:grpSp>
        <p:nvGrpSpPr>
          <p:cNvPr id="50" name="Group 49"/>
          <p:cNvGrpSpPr/>
          <p:nvPr userDrawn="1"/>
        </p:nvGrpSpPr>
        <p:grpSpPr>
          <a:xfrm flipH="1">
            <a:off x="11793256" y="6409324"/>
            <a:ext cx="224082" cy="221156"/>
            <a:chOff x="4328868" y="5502988"/>
            <a:chExt cx="500307" cy="493774"/>
          </a:xfrm>
        </p:grpSpPr>
        <p:sp>
          <p:nvSpPr>
            <p:cNvPr id="51" name="Freeform 50">
              <a:hlinkClick r:id="" action="ppaction://hlinkshowjump?jump=nextslide"/>
            </p:cNvPr>
            <p:cNvSpPr>
              <a:spLocks/>
            </p:cNvSpPr>
            <p:nvPr userDrawn="1"/>
          </p:nvSpPr>
          <p:spPr bwMode="auto">
            <a:xfrm>
              <a:off x="4520556" y="5649754"/>
              <a:ext cx="116933" cy="200242"/>
            </a:xfrm>
            <a:custGeom>
              <a:avLst/>
              <a:gdLst>
                <a:gd name="T0" fmla="*/ 417 w 425"/>
                <a:gd name="T1" fmla="*/ 77 h 728"/>
                <a:gd name="T2" fmla="*/ 131 w 425"/>
                <a:gd name="T3" fmla="*/ 364 h 728"/>
                <a:gd name="T4" fmla="*/ 417 w 425"/>
                <a:gd name="T5" fmla="*/ 650 h 728"/>
                <a:gd name="T6" fmla="*/ 425 w 425"/>
                <a:gd name="T7" fmla="*/ 667 h 728"/>
                <a:gd name="T8" fmla="*/ 417 w 425"/>
                <a:gd name="T9" fmla="*/ 684 h 728"/>
                <a:gd name="T10" fmla="*/ 381 w 425"/>
                <a:gd name="T11" fmla="*/ 720 h 728"/>
                <a:gd name="T12" fmla="*/ 364 w 425"/>
                <a:gd name="T13" fmla="*/ 728 h 728"/>
                <a:gd name="T14" fmla="*/ 347 w 425"/>
                <a:gd name="T15" fmla="*/ 720 h 728"/>
                <a:gd name="T16" fmla="*/ 8 w 425"/>
                <a:gd name="T17" fmla="*/ 381 h 728"/>
                <a:gd name="T18" fmla="*/ 0 w 425"/>
                <a:gd name="T19" fmla="*/ 364 h 728"/>
                <a:gd name="T20" fmla="*/ 8 w 425"/>
                <a:gd name="T21" fmla="*/ 347 h 728"/>
                <a:gd name="T22" fmla="*/ 347 w 425"/>
                <a:gd name="T23" fmla="*/ 7 h 728"/>
                <a:gd name="T24" fmla="*/ 364 w 425"/>
                <a:gd name="T25" fmla="*/ 0 h 728"/>
                <a:gd name="T26" fmla="*/ 381 w 425"/>
                <a:gd name="T27" fmla="*/ 7 h 728"/>
                <a:gd name="T28" fmla="*/ 417 w 425"/>
                <a:gd name="T29" fmla="*/ 44 h 728"/>
                <a:gd name="T30" fmla="*/ 425 w 425"/>
                <a:gd name="T31" fmla="*/ 60 h 728"/>
                <a:gd name="T32" fmla="*/ 417 w 425"/>
                <a:gd name="T33" fmla="*/ 77 h 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25" h="728">
                  <a:moveTo>
                    <a:pt x="417" y="77"/>
                  </a:moveTo>
                  <a:cubicBezTo>
                    <a:pt x="131" y="364"/>
                    <a:pt x="131" y="364"/>
                    <a:pt x="131" y="364"/>
                  </a:cubicBezTo>
                  <a:cubicBezTo>
                    <a:pt x="417" y="650"/>
                    <a:pt x="417" y="650"/>
                    <a:pt x="417" y="650"/>
                  </a:cubicBezTo>
                  <a:cubicBezTo>
                    <a:pt x="422" y="655"/>
                    <a:pt x="425" y="661"/>
                    <a:pt x="425" y="667"/>
                  </a:cubicBezTo>
                  <a:cubicBezTo>
                    <a:pt x="425" y="673"/>
                    <a:pt x="422" y="680"/>
                    <a:pt x="417" y="684"/>
                  </a:cubicBezTo>
                  <a:cubicBezTo>
                    <a:pt x="381" y="720"/>
                    <a:pt x="381" y="720"/>
                    <a:pt x="381" y="720"/>
                  </a:cubicBezTo>
                  <a:cubicBezTo>
                    <a:pt x="377" y="725"/>
                    <a:pt x="370" y="728"/>
                    <a:pt x="364" y="728"/>
                  </a:cubicBezTo>
                  <a:cubicBezTo>
                    <a:pt x="358" y="728"/>
                    <a:pt x="352" y="725"/>
                    <a:pt x="347" y="720"/>
                  </a:cubicBezTo>
                  <a:cubicBezTo>
                    <a:pt x="8" y="381"/>
                    <a:pt x="8" y="381"/>
                    <a:pt x="8" y="381"/>
                  </a:cubicBezTo>
                  <a:cubicBezTo>
                    <a:pt x="3" y="376"/>
                    <a:pt x="0" y="369"/>
                    <a:pt x="0" y="364"/>
                  </a:cubicBezTo>
                  <a:cubicBezTo>
                    <a:pt x="0" y="358"/>
                    <a:pt x="3" y="351"/>
                    <a:pt x="8" y="347"/>
                  </a:cubicBezTo>
                  <a:cubicBezTo>
                    <a:pt x="347" y="7"/>
                    <a:pt x="347" y="7"/>
                    <a:pt x="347" y="7"/>
                  </a:cubicBezTo>
                  <a:cubicBezTo>
                    <a:pt x="352" y="3"/>
                    <a:pt x="358" y="0"/>
                    <a:pt x="364" y="0"/>
                  </a:cubicBezTo>
                  <a:cubicBezTo>
                    <a:pt x="370" y="0"/>
                    <a:pt x="377" y="3"/>
                    <a:pt x="381" y="7"/>
                  </a:cubicBezTo>
                  <a:cubicBezTo>
                    <a:pt x="417" y="44"/>
                    <a:pt x="417" y="44"/>
                    <a:pt x="417" y="44"/>
                  </a:cubicBezTo>
                  <a:cubicBezTo>
                    <a:pt x="422" y="48"/>
                    <a:pt x="425" y="54"/>
                    <a:pt x="425" y="60"/>
                  </a:cubicBezTo>
                  <a:cubicBezTo>
                    <a:pt x="425" y="66"/>
                    <a:pt x="422" y="73"/>
                    <a:pt x="417" y="77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52" name="Freeform 51">
              <a:hlinkClick r:id="" action="ppaction://hlinkshowjump?jump=nextslide"/>
            </p:cNvPr>
            <p:cNvSpPr>
              <a:spLocks noEditPoints="1"/>
            </p:cNvSpPr>
            <p:nvPr userDrawn="1"/>
          </p:nvSpPr>
          <p:spPr bwMode="auto">
            <a:xfrm>
              <a:off x="4328868" y="5502988"/>
              <a:ext cx="500307" cy="493774"/>
            </a:xfrm>
            <a:custGeom>
              <a:avLst/>
              <a:gdLst>
                <a:gd name="T0" fmla="*/ 2355 w 2753"/>
                <a:gd name="T1" fmla="*/ 114 h 2716"/>
                <a:gd name="T2" fmla="*/ 2639 w 2753"/>
                <a:gd name="T3" fmla="*/ 399 h 2716"/>
                <a:gd name="T4" fmla="*/ 2639 w 2753"/>
                <a:gd name="T5" fmla="*/ 2317 h 2716"/>
                <a:gd name="T6" fmla="*/ 2355 w 2753"/>
                <a:gd name="T7" fmla="*/ 2602 h 2716"/>
                <a:gd name="T8" fmla="*/ 398 w 2753"/>
                <a:gd name="T9" fmla="*/ 2602 h 2716"/>
                <a:gd name="T10" fmla="*/ 113 w 2753"/>
                <a:gd name="T11" fmla="*/ 2317 h 2716"/>
                <a:gd name="T12" fmla="*/ 113 w 2753"/>
                <a:gd name="T13" fmla="*/ 399 h 2716"/>
                <a:gd name="T14" fmla="*/ 398 w 2753"/>
                <a:gd name="T15" fmla="*/ 114 h 2716"/>
                <a:gd name="T16" fmla="*/ 2355 w 2753"/>
                <a:gd name="T17" fmla="*/ 114 h 2716"/>
                <a:gd name="T18" fmla="*/ 2355 w 2753"/>
                <a:gd name="T19" fmla="*/ 0 h 2716"/>
                <a:gd name="T20" fmla="*/ 398 w 2753"/>
                <a:gd name="T21" fmla="*/ 0 h 2716"/>
                <a:gd name="T22" fmla="*/ 0 w 2753"/>
                <a:gd name="T23" fmla="*/ 399 h 2716"/>
                <a:gd name="T24" fmla="*/ 0 w 2753"/>
                <a:gd name="T25" fmla="*/ 2317 h 2716"/>
                <a:gd name="T26" fmla="*/ 398 w 2753"/>
                <a:gd name="T27" fmla="*/ 2716 h 2716"/>
                <a:gd name="T28" fmla="*/ 2355 w 2753"/>
                <a:gd name="T29" fmla="*/ 2716 h 2716"/>
                <a:gd name="T30" fmla="*/ 2753 w 2753"/>
                <a:gd name="T31" fmla="*/ 2317 h 2716"/>
                <a:gd name="T32" fmla="*/ 2753 w 2753"/>
                <a:gd name="T33" fmla="*/ 399 h 2716"/>
                <a:gd name="T34" fmla="*/ 2355 w 2753"/>
                <a:gd name="T35" fmla="*/ 0 h 27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53" h="2716">
                  <a:moveTo>
                    <a:pt x="2355" y="114"/>
                  </a:moveTo>
                  <a:cubicBezTo>
                    <a:pt x="2512" y="114"/>
                    <a:pt x="2639" y="242"/>
                    <a:pt x="2639" y="399"/>
                  </a:cubicBezTo>
                  <a:cubicBezTo>
                    <a:pt x="2639" y="2317"/>
                    <a:pt x="2639" y="2317"/>
                    <a:pt x="2639" y="2317"/>
                  </a:cubicBezTo>
                  <a:cubicBezTo>
                    <a:pt x="2639" y="2474"/>
                    <a:pt x="2512" y="2602"/>
                    <a:pt x="2355" y="2602"/>
                  </a:cubicBezTo>
                  <a:cubicBezTo>
                    <a:pt x="398" y="2602"/>
                    <a:pt x="398" y="2602"/>
                    <a:pt x="398" y="2602"/>
                  </a:cubicBezTo>
                  <a:cubicBezTo>
                    <a:pt x="241" y="2602"/>
                    <a:pt x="113" y="2474"/>
                    <a:pt x="113" y="2317"/>
                  </a:cubicBezTo>
                  <a:cubicBezTo>
                    <a:pt x="113" y="399"/>
                    <a:pt x="113" y="399"/>
                    <a:pt x="113" y="399"/>
                  </a:cubicBezTo>
                  <a:cubicBezTo>
                    <a:pt x="113" y="242"/>
                    <a:pt x="241" y="114"/>
                    <a:pt x="398" y="114"/>
                  </a:cubicBezTo>
                  <a:cubicBezTo>
                    <a:pt x="2355" y="114"/>
                    <a:pt x="2355" y="114"/>
                    <a:pt x="2355" y="114"/>
                  </a:cubicBezTo>
                  <a:moveTo>
                    <a:pt x="2355" y="0"/>
                  </a:moveTo>
                  <a:cubicBezTo>
                    <a:pt x="398" y="0"/>
                    <a:pt x="398" y="0"/>
                    <a:pt x="398" y="0"/>
                  </a:cubicBezTo>
                  <a:cubicBezTo>
                    <a:pt x="178" y="0"/>
                    <a:pt x="0" y="179"/>
                    <a:pt x="0" y="399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0" y="2538"/>
                    <a:pt x="178" y="2716"/>
                    <a:pt x="398" y="2716"/>
                  </a:cubicBezTo>
                  <a:cubicBezTo>
                    <a:pt x="2355" y="2716"/>
                    <a:pt x="2355" y="2716"/>
                    <a:pt x="2355" y="2716"/>
                  </a:cubicBezTo>
                  <a:cubicBezTo>
                    <a:pt x="2575" y="2716"/>
                    <a:pt x="2753" y="2538"/>
                    <a:pt x="2753" y="2317"/>
                  </a:cubicBezTo>
                  <a:cubicBezTo>
                    <a:pt x="2753" y="399"/>
                    <a:pt x="2753" y="399"/>
                    <a:pt x="2753" y="399"/>
                  </a:cubicBezTo>
                  <a:cubicBezTo>
                    <a:pt x="2753" y="179"/>
                    <a:pt x="2575" y="0"/>
                    <a:pt x="2355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  <p:sp>
        <p:nvSpPr>
          <p:cNvPr id="2" name="Rectangle 1"/>
          <p:cNvSpPr/>
          <p:nvPr userDrawn="1"/>
        </p:nvSpPr>
        <p:spPr>
          <a:xfrm>
            <a:off x="0" y="0"/>
            <a:ext cx="4297058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55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1148130" y="1334377"/>
            <a:ext cx="1799490" cy="1799490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882310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0"/>
                            </p:stCondLst>
                            <p:childTnLst>
                              <p:par>
                                <p:cTn id="6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20" grpId="0" animBg="1"/>
      <p:bldP spid="21" grpId="0"/>
      <p:bldP spid="46" grpId="0"/>
      <p:bldP spid="2" grpId="0" animBg="1"/>
    </p:bld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5"/>
          <p:cNvSpPr>
            <a:spLocks/>
          </p:cNvSpPr>
          <p:nvPr userDrawn="1"/>
        </p:nvSpPr>
        <p:spPr bwMode="auto">
          <a:xfrm flipH="1">
            <a:off x="9930136" y="-637092"/>
            <a:ext cx="2711791" cy="2711789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3" name="Freeform 5"/>
          <p:cNvSpPr>
            <a:spLocks/>
          </p:cNvSpPr>
          <p:nvPr userDrawn="1"/>
        </p:nvSpPr>
        <p:spPr bwMode="auto">
          <a:xfrm flipH="1">
            <a:off x="8535301" y="921256"/>
            <a:ext cx="982576" cy="982576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4" name="Freeform 5"/>
          <p:cNvSpPr>
            <a:spLocks/>
          </p:cNvSpPr>
          <p:nvPr userDrawn="1"/>
        </p:nvSpPr>
        <p:spPr bwMode="auto">
          <a:xfrm flipH="1">
            <a:off x="8690348" y="-296897"/>
            <a:ext cx="672480" cy="67248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5" name="Freeform 5"/>
          <p:cNvSpPr>
            <a:spLocks/>
          </p:cNvSpPr>
          <p:nvPr userDrawn="1"/>
        </p:nvSpPr>
        <p:spPr bwMode="auto">
          <a:xfrm flipH="1">
            <a:off x="6892774" y="1381250"/>
            <a:ext cx="1081310" cy="108131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6" name="Freeform 5"/>
          <p:cNvSpPr>
            <a:spLocks/>
          </p:cNvSpPr>
          <p:nvPr userDrawn="1"/>
        </p:nvSpPr>
        <p:spPr bwMode="auto">
          <a:xfrm flipH="1">
            <a:off x="7490451" y="215697"/>
            <a:ext cx="521440" cy="52144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7" name="Freeform 5"/>
          <p:cNvSpPr>
            <a:spLocks/>
          </p:cNvSpPr>
          <p:nvPr userDrawn="1"/>
        </p:nvSpPr>
        <p:spPr bwMode="auto">
          <a:xfrm flipH="1">
            <a:off x="9305255" y="2655843"/>
            <a:ext cx="1337469" cy="1337469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8" name="Freeform 5"/>
          <p:cNvSpPr>
            <a:spLocks/>
          </p:cNvSpPr>
          <p:nvPr userDrawn="1"/>
        </p:nvSpPr>
        <p:spPr bwMode="auto">
          <a:xfrm flipH="1">
            <a:off x="11073361" y="2461388"/>
            <a:ext cx="672480" cy="67248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9" name="Freeform 5"/>
          <p:cNvSpPr>
            <a:spLocks/>
          </p:cNvSpPr>
          <p:nvPr userDrawn="1"/>
        </p:nvSpPr>
        <p:spPr bwMode="auto">
          <a:xfrm flipH="1">
            <a:off x="10870156" y="3855256"/>
            <a:ext cx="521440" cy="52144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0" name="Freeform 5"/>
          <p:cNvSpPr>
            <a:spLocks/>
          </p:cNvSpPr>
          <p:nvPr userDrawn="1"/>
        </p:nvSpPr>
        <p:spPr bwMode="auto">
          <a:xfrm flipH="1">
            <a:off x="8352858" y="2453988"/>
            <a:ext cx="521761" cy="521761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1" name="Freeform 5"/>
          <p:cNvSpPr>
            <a:spLocks/>
          </p:cNvSpPr>
          <p:nvPr userDrawn="1"/>
        </p:nvSpPr>
        <p:spPr bwMode="auto">
          <a:xfrm flipH="1">
            <a:off x="11801991" y="3355185"/>
            <a:ext cx="672480" cy="67248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2" name="Freeform 5"/>
          <p:cNvSpPr>
            <a:spLocks/>
          </p:cNvSpPr>
          <p:nvPr userDrawn="1"/>
        </p:nvSpPr>
        <p:spPr bwMode="auto">
          <a:xfrm flipH="1">
            <a:off x="12086289" y="2172540"/>
            <a:ext cx="385460" cy="38546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0" name="Freeform 5"/>
          <p:cNvSpPr>
            <a:spLocks/>
          </p:cNvSpPr>
          <p:nvPr userDrawn="1"/>
        </p:nvSpPr>
        <p:spPr bwMode="auto">
          <a:xfrm flipH="1">
            <a:off x="11486507" y="174661"/>
            <a:ext cx="530831" cy="530831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1" name="TextBox 20"/>
          <p:cNvSpPr txBox="1"/>
          <p:nvPr userDrawn="1"/>
        </p:nvSpPr>
        <p:spPr>
          <a:xfrm>
            <a:off x="11526134" y="245136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60E2A6B-A809-4840-BF14-8648BC0BDF87}" type="slidenum">
              <a:rPr lang="id-ID" sz="1800" b="1" smtClean="0">
                <a:solidFill>
                  <a:schemeClr val="bg1"/>
                </a:solidFill>
              </a:rPr>
              <a:pPr algn="ctr"/>
              <a:t>‹#›</a:t>
            </a:fld>
            <a:endParaRPr lang="id-ID" sz="1800" dirty="0">
              <a:solidFill>
                <a:schemeClr val="bg1"/>
              </a:solidFill>
            </a:endParaRPr>
          </a:p>
        </p:txBody>
      </p:sp>
      <p:grpSp>
        <p:nvGrpSpPr>
          <p:cNvPr id="35" name="Group 34"/>
          <p:cNvGrpSpPr/>
          <p:nvPr userDrawn="1"/>
        </p:nvGrpSpPr>
        <p:grpSpPr>
          <a:xfrm>
            <a:off x="347419" y="6409324"/>
            <a:ext cx="224082" cy="221156"/>
            <a:chOff x="4328868" y="5502988"/>
            <a:chExt cx="500307" cy="493774"/>
          </a:xfrm>
        </p:grpSpPr>
        <p:sp>
          <p:nvSpPr>
            <p:cNvPr id="39" name="Freeform 38">
              <a:hlinkClick r:id="" action="ppaction://hlinkshowjump?jump=previousslide"/>
            </p:cNvPr>
            <p:cNvSpPr>
              <a:spLocks/>
            </p:cNvSpPr>
            <p:nvPr userDrawn="1"/>
          </p:nvSpPr>
          <p:spPr bwMode="auto">
            <a:xfrm>
              <a:off x="4520555" y="5649754"/>
              <a:ext cx="116933" cy="200242"/>
            </a:xfrm>
            <a:custGeom>
              <a:avLst/>
              <a:gdLst>
                <a:gd name="T0" fmla="*/ 417 w 425"/>
                <a:gd name="T1" fmla="*/ 77 h 728"/>
                <a:gd name="T2" fmla="*/ 131 w 425"/>
                <a:gd name="T3" fmla="*/ 364 h 728"/>
                <a:gd name="T4" fmla="*/ 417 w 425"/>
                <a:gd name="T5" fmla="*/ 650 h 728"/>
                <a:gd name="T6" fmla="*/ 425 w 425"/>
                <a:gd name="T7" fmla="*/ 667 h 728"/>
                <a:gd name="T8" fmla="*/ 417 w 425"/>
                <a:gd name="T9" fmla="*/ 684 h 728"/>
                <a:gd name="T10" fmla="*/ 381 w 425"/>
                <a:gd name="T11" fmla="*/ 720 h 728"/>
                <a:gd name="T12" fmla="*/ 364 w 425"/>
                <a:gd name="T13" fmla="*/ 728 h 728"/>
                <a:gd name="T14" fmla="*/ 347 w 425"/>
                <a:gd name="T15" fmla="*/ 720 h 728"/>
                <a:gd name="T16" fmla="*/ 8 w 425"/>
                <a:gd name="T17" fmla="*/ 381 h 728"/>
                <a:gd name="T18" fmla="*/ 0 w 425"/>
                <a:gd name="T19" fmla="*/ 364 h 728"/>
                <a:gd name="T20" fmla="*/ 8 w 425"/>
                <a:gd name="T21" fmla="*/ 347 h 728"/>
                <a:gd name="T22" fmla="*/ 347 w 425"/>
                <a:gd name="T23" fmla="*/ 7 h 728"/>
                <a:gd name="T24" fmla="*/ 364 w 425"/>
                <a:gd name="T25" fmla="*/ 0 h 728"/>
                <a:gd name="T26" fmla="*/ 381 w 425"/>
                <a:gd name="T27" fmla="*/ 7 h 728"/>
                <a:gd name="T28" fmla="*/ 417 w 425"/>
                <a:gd name="T29" fmla="*/ 44 h 728"/>
                <a:gd name="T30" fmla="*/ 425 w 425"/>
                <a:gd name="T31" fmla="*/ 60 h 728"/>
                <a:gd name="T32" fmla="*/ 417 w 425"/>
                <a:gd name="T33" fmla="*/ 77 h 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25" h="728">
                  <a:moveTo>
                    <a:pt x="417" y="77"/>
                  </a:moveTo>
                  <a:cubicBezTo>
                    <a:pt x="131" y="364"/>
                    <a:pt x="131" y="364"/>
                    <a:pt x="131" y="364"/>
                  </a:cubicBezTo>
                  <a:cubicBezTo>
                    <a:pt x="417" y="650"/>
                    <a:pt x="417" y="650"/>
                    <a:pt x="417" y="650"/>
                  </a:cubicBezTo>
                  <a:cubicBezTo>
                    <a:pt x="422" y="655"/>
                    <a:pt x="425" y="661"/>
                    <a:pt x="425" y="667"/>
                  </a:cubicBezTo>
                  <a:cubicBezTo>
                    <a:pt x="425" y="673"/>
                    <a:pt x="422" y="680"/>
                    <a:pt x="417" y="684"/>
                  </a:cubicBezTo>
                  <a:cubicBezTo>
                    <a:pt x="381" y="720"/>
                    <a:pt x="381" y="720"/>
                    <a:pt x="381" y="720"/>
                  </a:cubicBezTo>
                  <a:cubicBezTo>
                    <a:pt x="377" y="725"/>
                    <a:pt x="370" y="728"/>
                    <a:pt x="364" y="728"/>
                  </a:cubicBezTo>
                  <a:cubicBezTo>
                    <a:pt x="358" y="728"/>
                    <a:pt x="352" y="725"/>
                    <a:pt x="347" y="720"/>
                  </a:cubicBezTo>
                  <a:cubicBezTo>
                    <a:pt x="8" y="381"/>
                    <a:pt x="8" y="381"/>
                    <a:pt x="8" y="381"/>
                  </a:cubicBezTo>
                  <a:cubicBezTo>
                    <a:pt x="3" y="376"/>
                    <a:pt x="0" y="369"/>
                    <a:pt x="0" y="364"/>
                  </a:cubicBezTo>
                  <a:cubicBezTo>
                    <a:pt x="0" y="358"/>
                    <a:pt x="3" y="351"/>
                    <a:pt x="8" y="347"/>
                  </a:cubicBezTo>
                  <a:cubicBezTo>
                    <a:pt x="347" y="7"/>
                    <a:pt x="347" y="7"/>
                    <a:pt x="347" y="7"/>
                  </a:cubicBezTo>
                  <a:cubicBezTo>
                    <a:pt x="352" y="3"/>
                    <a:pt x="358" y="0"/>
                    <a:pt x="364" y="0"/>
                  </a:cubicBezTo>
                  <a:cubicBezTo>
                    <a:pt x="370" y="0"/>
                    <a:pt x="377" y="3"/>
                    <a:pt x="381" y="7"/>
                  </a:cubicBezTo>
                  <a:cubicBezTo>
                    <a:pt x="417" y="44"/>
                    <a:pt x="417" y="44"/>
                    <a:pt x="417" y="44"/>
                  </a:cubicBezTo>
                  <a:cubicBezTo>
                    <a:pt x="422" y="48"/>
                    <a:pt x="425" y="54"/>
                    <a:pt x="425" y="60"/>
                  </a:cubicBezTo>
                  <a:cubicBezTo>
                    <a:pt x="425" y="66"/>
                    <a:pt x="422" y="73"/>
                    <a:pt x="417" y="77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40" name="Freeform 39">
              <a:hlinkClick r:id="" action="ppaction://hlinkshowjump?jump=previousslide"/>
            </p:cNvPr>
            <p:cNvSpPr>
              <a:spLocks noEditPoints="1"/>
            </p:cNvSpPr>
            <p:nvPr userDrawn="1"/>
          </p:nvSpPr>
          <p:spPr bwMode="auto">
            <a:xfrm>
              <a:off x="4328868" y="5502988"/>
              <a:ext cx="500307" cy="493774"/>
            </a:xfrm>
            <a:custGeom>
              <a:avLst/>
              <a:gdLst>
                <a:gd name="T0" fmla="*/ 2355 w 2753"/>
                <a:gd name="T1" fmla="*/ 114 h 2716"/>
                <a:gd name="T2" fmla="*/ 2639 w 2753"/>
                <a:gd name="T3" fmla="*/ 399 h 2716"/>
                <a:gd name="T4" fmla="*/ 2639 w 2753"/>
                <a:gd name="T5" fmla="*/ 2317 h 2716"/>
                <a:gd name="T6" fmla="*/ 2355 w 2753"/>
                <a:gd name="T7" fmla="*/ 2602 h 2716"/>
                <a:gd name="T8" fmla="*/ 398 w 2753"/>
                <a:gd name="T9" fmla="*/ 2602 h 2716"/>
                <a:gd name="T10" fmla="*/ 113 w 2753"/>
                <a:gd name="T11" fmla="*/ 2317 h 2716"/>
                <a:gd name="T12" fmla="*/ 113 w 2753"/>
                <a:gd name="T13" fmla="*/ 399 h 2716"/>
                <a:gd name="T14" fmla="*/ 398 w 2753"/>
                <a:gd name="T15" fmla="*/ 114 h 2716"/>
                <a:gd name="T16" fmla="*/ 2355 w 2753"/>
                <a:gd name="T17" fmla="*/ 114 h 2716"/>
                <a:gd name="T18" fmla="*/ 2355 w 2753"/>
                <a:gd name="T19" fmla="*/ 0 h 2716"/>
                <a:gd name="T20" fmla="*/ 398 w 2753"/>
                <a:gd name="T21" fmla="*/ 0 h 2716"/>
                <a:gd name="T22" fmla="*/ 0 w 2753"/>
                <a:gd name="T23" fmla="*/ 399 h 2716"/>
                <a:gd name="T24" fmla="*/ 0 w 2753"/>
                <a:gd name="T25" fmla="*/ 2317 h 2716"/>
                <a:gd name="T26" fmla="*/ 398 w 2753"/>
                <a:gd name="T27" fmla="*/ 2716 h 2716"/>
                <a:gd name="T28" fmla="*/ 2355 w 2753"/>
                <a:gd name="T29" fmla="*/ 2716 h 2716"/>
                <a:gd name="T30" fmla="*/ 2753 w 2753"/>
                <a:gd name="T31" fmla="*/ 2317 h 2716"/>
                <a:gd name="T32" fmla="*/ 2753 w 2753"/>
                <a:gd name="T33" fmla="*/ 399 h 2716"/>
                <a:gd name="T34" fmla="*/ 2355 w 2753"/>
                <a:gd name="T35" fmla="*/ 0 h 27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53" h="2716">
                  <a:moveTo>
                    <a:pt x="2355" y="114"/>
                  </a:moveTo>
                  <a:cubicBezTo>
                    <a:pt x="2512" y="114"/>
                    <a:pt x="2639" y="242"/>
                    <a:pt x="2639" y="399"/>
                  </a:cubicBezTo>
                  <a:cubicBezTo>
                    <a:pt x="2639" y="2317"/>
                    <a:pt x="2639" y="2317"/>
                    <a:pt x="2639" y="2317"/>
                  </a:cubicBezTo>
                  <a:cubicBezTo>
                    <a:pt x="2639" y="2474"/>
                    <a:pt x="2512" y="2602"/>
                    <a:pt x="2355" y="2602"/>
                  </a:cubicBezTo>
                  <a:cubicBezTo>
                    <a:pt x="398" y="2602"/>
                    <a:pt x="398" y="2602"/>
                    <a:pt x="398" y="2602"/>
                  </a:cubicBezTo>
                  <a:cubicBezTo>
                    <a:pt x="241" y="2602"/>
                    <a:pt x="113" y="2474"/>
                    <a:pt x="113" y="2317"/>
                  </a:cubicBezTo>
                  <a:cubicBezTo>
                    <a:pt x="113" y="399"/>
                    <a:pt x="113" y="399"/>
                    <a:pt x="113" y="399"/>
                  </a:cubicBezTo>
                  <a:cubicBezTo>
                    <a:pt x="113" y="242"/>
                    <a:pt x="241" y="114"/>
                    <a:pt x="398" y="114"/>
                  </a:cubicBezTo>
                  <a:cubicBezTo>
                    <a:pt x="2355" y="114"/>
                    <a:pt x="2355" y="114"/>
                    <a:pt x="2355" y="114"/>
                  </a:cubicBezTo>
                  <a:moveTo>
                    <a:pt x="2355" y="0"/>
                  </a:moveTo>
                  <a:cubicBezTo>
                    <a:pt x="398" y="0"/>
                    <a:pt x="398" y="0"/>
                    <a:pt x="398" y="0"/>
                  </a:cubicBezTo>
                  <a:cubicBezTo>
                    <a:pt x="178" y="0"/>
                    <a:pt x="0" y="179"/>
                    <a:pt x="0" y="399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0" y="2538"/>
                    <a:pt x="178" y="2716"/>
                    <a:pt x="398" y="2716"/>
                  </a:cubicBezTo>
                  <a:cubicBezTo>
                    <a:pt x="2355" y="2716"/>
                    <a:pt x="2355" y="2716"/>
                    <a:pt x="2355" y="2716"/>
                  </a:cubicBezTo>
                  <a:cubicBezTo>
                    <a:pt x="2575" y="2716"/>
                    <a:pt x="2753" y="2538"/>
                    <a:pt x="2753" y="2317"/>
                  </a:cubicBezTo>
                  <a:cubicBezTo>
                    <a:pt x="2753" y="399"/>
                    <a:pt x="2753" y="399"/>
                    <a:pt x="2753" y="399"/>
                  </a:cubicBezTo>
                  <a:cubicBezTo>
                    <a:pt x="2753" y="179"/>
                    <a:pt x="2575" y="0"/>
                    <a:pt x="2355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  <p:grpSp>
        <p:nvGrpSpPr>
          <p:cNvPr id="41" name="Group 40"/>
          <p:cNvGrpSpPr/>
          <p:nvPr userDrawn="1"/>
        </p:nvGrpSpPr>
        <p:grpSpPr>
          <a:xfrm flipH="1">
            <a:off x="657355" y="6409324"/>
            <a:ext cx="224082" cy="221156"/>
            <a:chOff x="4328868" y="5502988"/>
            <a:chExt cx="500307" cy="493774"/>
          </a:xfrm>
        </p:grpSpPr>
        <p:sp>
          <p:nvSpPr>
            <p:cNvPr id="42" name="Freeform 41">
              <a:hlinkClick r:id="" action="ppaction://hlinkshowjump?jump=nextslide"/>
            </p:cNvPr>
            <p:cNvSpPr>
              <a:spLocks/>
            </p:cNvSpPr>
            <p:nvPr userDrawn="1"/>
          </p:nvSpPr>
          <p:spPr bwMode="auto">
            <a:xfrm>
              <a:off x="4520556" y="5649754"/>
              <a:ext cx="116933" cy="200242"/>
            </a:xfrm>
            <a:custGeom>
              <a:avLst/>
              <a:gdLst>
                <a:gd name="T0" fmla="*/ 417 w 425"/>
                <a:gd name="T1" fmla="*/ 77 h 728"/>
                <a:gd name="T2" fmla="*/ 131 w 425"/>
                <a:gd name="T3" fmla="*/ 364 h 728"/>
                <a:gd name="T4" fmla="*/ 417 w 425"/>
                <a:gd name="T5" fmla="*/ 650 h 728"/>
                <a:gd name="T6" fmla="*/ 425 w 425"/>
                <a:gd name="T7" fmla="*/ 667 h 728"/>
                <a:gd name="T8" fmla="*/ 417 w 425"/>
                <a:gd name="T9" fmla="*/ 684 h 728"/>
                <a:gd name="T10" fmla="*/ 381 w 425"/>
                <a:gd name="T11" fmla="*/ 720 h 728"/>
                <a:gd name="T12" fmla="*/ 364 w 425"/>
                <a:gd name="T13" fmla="*/ 728 h 728"/>
                <a:gd name="T14" fmla="*/ 347 w 425"/>
                <a:gd name="T15" fmla="*/ 720 h 728"/>
                <a:gd name="T16" fmla="*/ 8 w 425"/>
                <a:gd name="T17" fmla="*/ 381 h 728"/>
                <a:gd name="T18" fmla="*/ 0 w 425"/>
                <a:gd name="T19" fmla="*/ 364 h 728"/>
                <a:gd name="T20" fmla="*/ 8 w 425"/>
                <a:gd name="T21" fmla="*/ 347 h 728"/>
                <a:gd name="T22" fmla="*/ 347 w 425"/>
                <a:gd name="T23" fmla="*/ 7 h 728"/>
                <a:gd name="T24" fmla="*/ 364 w 425"/>
                <a:gd name="T25" fmla="*/ 0 h 728"/>
                <a:gd name="T26" fmla="*/ 381 w 425"/>
                <a:gd name="T27" fmla="*/ 7 h 728"/>
                <a:gd name="T28" fmla="*/ 417 w 425"/>
                <a:gd name="T29" fmla="*/ 44 h 728"/>
                <a:gd name="T30" fmla="*/ 425 w 425"/>
                <a:gd name="T31" fmla="*/ 60 h 728"/>
                <a:gd name="T32" fmla="*/ 417 w 425"/>
                <a:gd name="T33" fmla="*/ 77 h 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25" h="728">
                  <a:moveTo>
                    <a:pt x="417" y="77"/>
                  </a:moveTo>
                  <a:cubicBezTo>
                    <a:pt x="131" y="364"/>
                    <a:pt x="131" y="364"/>
                    <a:pt x="131" y="364"/>
                  </a:cubicBezTo>
                  <a:cubicBezTo>
                    <a:pt x="417" y="650"/>
                    <a:pt x="417" y="650"/>
                    <a:pt x="417" y="650"/>
                  </a:cubicBezTo>
                  <a:cubicBezTo>
                    <a:pt x="422" y="655"/>
                    <a:pt x="425" y="661"/>
                    <a:pt x="425" y="667"/>
                  </a:cubicBezTo>
                  <a:cubicBezTo>
                    <a:pt x="425" y="673"/>
                    <a:pt x="422" y="680"/>
                    <a:pt x="417" y="684"/>
                  </a:cubicBezTo>
                  <a:cubicBezTo>
                    <a:pt x="381" y="720"/>
                    <a:pt x="381" y="720"/>
                    <a:pt x="381" y="720"/>
                  </a:cubicBezTo>
                  <a:cubicBezTo>
                    <a:pt x="377" y="725"/>
                    <a:pt x="370" y="728"/>
                    <a:pt x="364" y="728"/>
                  </a:cubicBezTo>
                  <a:cubicBezTo>
                    <a:pt x="358" y="728"/>
                    <a:pt x="352" y="725"/>
                    <a:pt x="347" y="720"/>
                  </a:cubicBezTo>
                  <a:cubicBezTo>
                    <a:pt x="8" y="381"/>
                    <a:pt x="8" y="381"/>
                    <a:pt x="8" y="381"/>
                  </a:cubicBezTo>
                  <a:cubicBezTo>
                    <a:pt x="3" y="376"/>
                    <a:pt x="0" y="369"/>
                    <a:pt x="0" y="364"/>
                  </a:cubicBezTo>
                  <a:cubicBezTo>
                    <a:pt x="0" y="358"/>
                    <a:pt x="3" y="351"/>
                    <a:pt x="8" y="347"/>
                  </a:cubicBezTo>
                  <a:cubicBezTo>
                    <a:pt x="347" y="7"/>
                    <a:pt x="347" y="7"/>
                    <a:pt x="347" y="7"/>
                  </a:cubicBezTo>
                  <a:cubicBezTo>
                    <a:pt x="352" y="3"/>
                    <a:pt x="358" y="0"/>
                    <a:pt x="364" y="0"/>
                  </a:cubicBezTo>
                  <a:cubicBezTo>
                    <a:pt x="370" y="0"/>
                    <a:pt x="377" y="3"/>
                    <a:pt x="381" y="7"/>
                  </a:cubicBezTo>
                  <a:cubicBezTo>
                    <a:pt x="417" y="44"/>
                    <a:pt x="417" y="44"/>
                    <a:pt x="417" y="44"/>
                  </a:cubicBezTo>
                  <a:cubicBezTo>
                    <a:pt x="422" y="48"/>
                    <a:pt x="425" y="54"/>
                    <a:pt x="425" y="60"/>
                  </a:cubicBezTo>
                  <a:cubicBezTo>
                    <a:pt x="425" y="66"/>
                    <a:pt x="422" y="73"/>
                    <a:pt x="417" y="77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43" name="Freeform 42">
              <a:hlinkClick r:id="" action="ppaction://hlinkshowjump?jump=nextslide"/>
            </p:cNvPr>
            <p:cNvSpPr>
              <a:spLocks noEditPoints="1"/>
            </p:cNvSpPr>
            <p:nvPr userDrawn="1"/>
          </p:nvSpPr>
          <p:spPr bwMode="auto">
            <a:xfrm>
              <a:off x="4328868" y="5502988"/>
              <a:ext cx="500307" cy="493774"/>
            </a:xfrm>
            <a:custGeom>
              <a:avLst/>
              <a:gdLst>
                <a:gd name="T0" fmla="*/ 2355 w 2753"/>
                <a:gd name="T1" fmla="*/ 114 h 2716"/>
                <a:gd name="T2" fmla="*/ 2639 w 2753"/>
                <a:gd name="T3" fmla="*/ 399 h 2716"/>
                <a:gd name="T4" fmla="*/ 2639 w 2753"/>
                <a:gd name="T5" fmla="*/ 2317 h 2716"/>
                <a:gd name="T6" fmla="*/ 2355 w 2753"/>
                <a:gd name="T7" fmla="*/ 2602 h 2716"/>
                <a:gd name="T8" fmla="*/ 398 w 2753"/>
                <a:gd name="T9" fmla="*/ 2602 h 2716"/>
                <a:gd name="T10" fmla="*/ 113 w 2753"/>
                <a:gd name="T11" fmla="*/ 2317 h 2716"/>
                <a:gd name="T12" fmla="*/ 113 w 2753"/>
                <a:gd name="T13" fmla="*/ 399 h 2716"/>
                <a:gd name="T14" fmla="*/ 398 w 2753"/>
                <a:gd name="T15" fmla="*/ 114 h 2716"/>
                <a:gd name="T16" fmla="*/ 2355 w 2753"/>
                <a:gd name="T17" fmla="*/ 114 h 2716"/>
                <a:gd name="T18" fmla="*/ 2355 w 2753"/>
                <a:gd name="T19" fmla="*/ 0 h 2716"/>
                <a:gd name="T20" fmla="*/ 398 w 2753"/>
                <a:gd name="T21" fmla="*/ 0 h 2716"/>
                <a:gd name="T22" fmla="*/ 0 w 2753"/>
                <a:gd name="T23" fmla="*/ 399 h 2716"/>
                <a:gd name="T24" fmla="*/ 0 w 2753"/>
                <a:gd name="T25" fmla="*/ 2317 h 2716"/>
                <a:gd name="T26" fmla="*/ 398 w 2753"/>
                <a:gd name="T27" fmla="*/ 2716 h 2716"/>
                <a:gd name="T28" fmla="*/ 2355 w 2753"/>
                <a:gd name="T29" fmla="*/ 2716 h 2716"/>
                <a:gd name="T30" fmla="*/ 2753 w 2753"/>
                <a:gd name="T31" fmla="*/ 2317 h 2716"/>
                <a:gd name="T32" fmla="*/ 2753 w 2753"/>
                <a:gd name="T33" fmla="*/ 399 h 2716"/>
                <a:gd name="T34" fmla="*/ 2355 w 2753"/>
                <a:gd name="T35" fmla="*/ 0 h 27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53" h="2716">
                  <a:moveTo>
                    <a:pt x="2355" y="114"/>
                  </a:moveTo>
                  <a:cubicBezTo>
                    <a:pt x="2512" y="114"/>
                    <a:pt x="2639" y="242"/>
                    <a:pt x="2639" y="399"/>
                  </a:cubicBezTo>
                  <a:cubicBezTo>
                    <a:pt x="2639" y="2317"/>
                    <a:pt x="2639" y="2317"/>
                    <a:pt x="2639" y="2317"/>
                  </a:cubicBezTo>
                  <a:cubicBezTo>
                    <a:pt x="2639" y="2474"/>
                    <a:pt x="2512" y="2602"/>
                    <a:pt x="2355" y="2602"/>
                  </a:cubicBezTo>
                  <a:cubicBezTo>
                    <a:pt x="398" y="2602"/>
                    <a:pt x="398" y="2602"/>
                    <a:pt x="398" y="2602"/>
                  </a:cubicBezTo>
                  <a:cubicBezTo>
                    <a:pt x="241" y="2602"/>
                    <a:pt x="113" y="2474"/>
                    <a:pt x="113" y="2317"/>
                  </a:cubicBezTo>
                  <a:cubicBezTo>
                    <a:pt x="113" y="399"/>
                    <a:pt x="113" y="399"/>
                    <a:pt x="113" y="399"/>
                  </a:cubicBezTo>
                  <a:cubicBezTo>
                    <a:pt x="113" y="242"/>
                    <a:pt x="241" y="114"/>
                    <a:pt x="398" y="114"/>
                  </a:cubicBezTo>
                  <a:cubicBezTo>
                    <a:pt x="2355" y="114"/>
                    <a:pt x="2355" y="114"/>
                    <a:pt x="2355" y="114"/>
                  </a:cubicBezTo>
                  <a:moveTo>
                    <a:pt x="2355" y="0"/>
                  </a:moveTo>
                  <a:cubicBezTo>
                    <a:pt x="398" y="0"/>
                    <a:pt x="398" y="0"/>
                    <a:pt x="398" y="0"/>
                  </a:cubicBezTo>
                  <a:cubicBezTo>
                    <a:pt x="178" y="0"/>
                    <a:pt x="0" y="179"/>
                    <a:pt x="0" y="399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0" y="2538"/>
                    <a:pt x="178" y="2716"/>
                    <a:pt x="398" y="2716"/>
                  </a:cubicBezTo>
                  <a:cubicBezTo>
                    <a:pt x="2355" y="2716"/>
                    <a:pt x="2355" y="2716"/>
                    <a:pt x="2355" y="2716"/>
                  </a:cubicBezTo>
                  <a:cubicBezTo>
                    <a:pt x="2575" y="2716"/>
                    <a:pt x="2753" y="2538"/>
                    <a:pt x="2753" y="2317"/>
                  </a:cubicBezTo>
                  <a:cubicBezTo>
                    <a:pt x="2753" y="399"/>
                    <a:pt x="2753" y="399"/>
                    <a:pt x="2753" y="399"/>
                  </a:cubicBezTo>
                  <a:cubicBezTo>
                    <a:pt x="2753" y="179"/>
                    <a:pt x="2575" y="0"/>
                    <a:pt x="2355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</p:spTree>
    <p:extLst>
      <p:ext uri="{BB962C8B-B14F-4D97-AF65-F5344CB8AC3E}">
        <p14:creationId xmlns:p14="http://schemas.microsoft.com/office/powerpoint/2010/main" val="3259481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20" grpId="0" animBg="1"/>
      <p:bldP spid="21" grpId="0"/>
    </p:bld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5"/>
          <p:cNvSpPr>
            <a:spLocks/>
          </p:cNvSpPr>
          <p:nvPr userDrawn="1"/>
        </p:nvSpPr>
        <p:spPr bwMode="auto">
          <a:xfrm flipH="1">
            <a:off x="9930136" y="-637092"/>
            <a:ext cx="2711791" cy="2711789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3" name="Freeform 5"/>
          <p:cNvSpPr>
            <a:spLocks/>
          </p:cNvSpPr>
          <p:nvPr userDrawn="1"/>
        </p:nvSpPr>
        <p:spPr bwMode="auto">
          <a:xfrm flipH="1">
            <a:off x="8535301" y="921256"/>
            <a:ext cx="982576" cy="982576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4" name="Freeform 5"/>
          <p:cNvSpPr>
            <a:spLocks/>
          </p:cNvSpPr>
          <p:nvPr userDrawn="1"/>
        </p:nvSpPr>
        <p:spPr bwMode="auto">
          <a:xfrm flipH="1">
            <a:off x="8690348" y="-296897"/>
            <a:ext cx="672480" cy="67248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5" name="Freeform 5"/>
          <p:cNvSpPr>
            <a:spLocks/>
          </p:cNvSpPr>
          <p:nvPr userDrawn="1"/>
        </p:nvSpPr>
        <p:spPr bwMode="auto">
          <a:xfrm flipH="1">
            <a:off x="6892774" y="1381250"/>
            <a:ext cx="1081310" cy="108131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6" name="Freeform 5"/>
          <p:cNvSpPr>
            <a:spLocks/>
          </p:cNvSpPr>
          <p:nvPr userDrawn="1"/>
        </p:nvSpPr>
        <p:spPr bwMode="auto">
          <a:xfrm flipH="1">
            <a:off x="7490451" y="215697"/>
            <a:ext cx="521440" cy="52144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7" name="Freeform 5"/>
          <p:cNvSpPr>
            <a:spLocks/>
          </p:cNvSpPr>
          <p:nvPr userDrawn="1"/>
        </p:nvSpPr>
        <p:spPr bwMode="auto">
          <a:xfrm flipH="1">
            <a:off x="9305255" y="2655843"/>
            <a:ext cx="1337469" cy="1337469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8" name="Freeform 5"/>
          <p:cNvSpPr>
            <a:spLocks/>
          </p:cNvSpPr>
          <p:nvPr userDrawn="1"/>
        </p:nvSpPr>
        <p:spPr bwMode="auto">
          <a:xfrm flipH="1">
            <a:off x="11073361" y="2461388"/>
            <a:ext cx="672480" cy="67248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9" name="Freeform 5"/>
          <p:cNvSpPr>
            <a:spLocks/>
          </p:cNvSpPr>
          <p:nvPr userDrawn="1"/>
        </p:nvSpPr>
        <p:spPr bwMode="auto">
          <a:xfrm flipH="1">
            <a:off x="10870156" y="3855256"/>
            <a:ext cx="521440" cy="52144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0" name="Freeform 5"/>
          <p:cNvSpPr>
            <a:spLocks/>
          </p:cNvSpPr>
          <p:nvPr userDrawn="1"/>
        </p:nvSpPr>
        <p:spPr bwMode="auto">
          <a:xfrm flipH="1">
            <a:off x="8352858" y="2453988"/>
            <a:ext cx="521761" cy="521761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1" name="Freeform 5"/>
          <p:cNvSpPr>
            <a:spLocks/>
          </p:cNvSpPr>
          <p:nvPr userDrawn="1"/>
        </p:nvSpPr>
        <p:spPr bwMode="auto">
          <a:xfrm flipH="1">
            <a:off x="11801991" y="3355185"/>
            <a:ext cx="672480" cy="67248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2" name="Freeform 5"/>
          <p:cNvSpPr>
            <a:spLocks/>
          </p:cNvSpPr>
          <p:nvPr userDrawn="1"/>
        </p:nvSpPr>
        <p:spPr bwMode="auto">
          <a:xfrm flipH="1">
            <a:off x="12086289" y="2172540"/>
            <a:ext cx="385460" cy="38546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0" name="Freeform 5"/>
          <p:cNvSpPr>
            <a:spLocks/>
          </p:cNvSpPr>
          <p:nvPr userDrawn="1"/>
        </p:nvSpPr>
        <p:spPr bwMode="auto">
          <a:xfrm flipH="1">
            <a:off x="11486507" y="174661"/>
            <a:ext cx="530831" cy="530831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1" name="TextBox 20"/>
          <p:cNvSpPr txBox="1"/>
          <p:nvPr userDrawn="1"/>
        </p:nvSpPr>
        <p:spPr>
          <a:xfrm>
            <a:off x="11526134" y="245136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60E2A6B-A809-4840-BF14-8648BC0BDF87}" type="slidenum">
              <a:rPr lang="id-ID" sz="1800" b="1" smtClean="0">
                <a:solidFill>
                  <a:schemeClr val="bg1"/>
                </a:solidFill>
              </a:rPr>
              <a:pPr algn="ctr"/>
              <a:t>‹#›</a:t>
            </a:fld>
            <a:endParaRPr lang="id-ID" sz="1800" dirty="0">
              <a:solidFill>
                <a:schemeClr val="bg1"/>
              </a:solidFill>
            </a:endParaRPr>
          </a:p>
        </p:txBody>
      </p:sp>
      <p:sp>
        <p:nvSpPr>
          <p:cNvPr id="33" name="TextBox 32"/>
          <p:cNvSpPr txBox="1"/>
          <p:nvPr userDrawn="1"/>
        </p:nvSpPr>
        <p:spPr>
          <a:xfrm>
            <a:off x="9737328" y="6409324"/>
            <a:ext cx="174599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050" b="1" dirty="0" smtClean="0">
                <a:solidFill>
                  <a:schemeClr val="accent1">
                    <a:lumMod val="75000"/>
                  </a:schemeClr>
                </a:solidFill>
                <a:latin typeface="Raleway" panose="020B0003030101060003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Kupat</a:t>
            </a:r>
            <a:r>
              <a:rPr lang="id-ID" sz="1050" b="1" baseline="0" dirty="0" smtClean="0">
                <a:solidFill>
                  <a:schemeClr val="accent1">
                    <a:lumMod val="75000"/>
                  </a:schemeClr>
                </a:solidFill>
                <a:latin typeface="Raleway" panose="020B0003030101060003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Tahu </a:t>
            </a:r>
            <a:r>
              <a:rPr lang="id-ID" sz="1050" dirty="0" smtClean="0">
                <a:solidFill>
                  <a:schemeClr val="bg1">
                    <a:lumMod val="65000"/>
                  </a:schemeClr>
                </a:solidFill>
                <a:latin typeface="Raleway" panose="020B0003030101060003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Presentation</a:t>
            </a:r>
            <a:endParaRPr lang="en-US" sz="1050" dirty="0">
              <a:solidFill>
                <a:schemeClr val="bg1">
                  <a:lumMod val="65000"/>
                </a:schemeClr>
              </a:solidFill>
              <a:latin typeface="Raleway" panose="020B0003030101060003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36" name="Group 35"/>
          <p:cNvGrpSpPr/>
          <p:nvPr userDrawn="1"/>
        </p:nvGrpSpPr>
        <p:grpSpPr>
          <a:xfrm>
            <a:off x="11483320" y="6409324"/>
            <a:ext cx="224082" cy="221156"/>
            <a:chOff x="4328868" y="5502988"/>
            <a:chExt cx="500307" cy="493774"/>
          </a:xfrm>
        </p:grpSpPr>
        <p:sp>
          <p:nvSpPr>
            <p:cNvPr id="37" name="Freeform 36">
              <a:hlinkClick r:id="" action="ppaction://hlinkshowjump?jump=previousslide"/>
            </p:cNvPr>
            <p:cNvSpPr>
              <a:spLocks/>
            </p:cNvSpPr>
            <p:nvPr userDrawn="1"/>
          </p:nvSpPr>
          <p:spPr bwMode="auto">
            <a:xfrm>
              <a:off x="4520555" y="5649754"/>
              <a:ext cx="116933" cy="200242"/>
            </a:xfrm>
            <a:custGeom>
              <a:avLst/>
              <a:gdLst>
                <a:gd name="T0" fmla="*/ 417 w 425"/>
                <a:gd name="T1" fmla="*/ 77 h 728"/>
                <a:gd name="T2" fmla="*/ 131 w 425"/>
                <a:gd name="T3" fmla="*/ 364 h 728"/>
                <a:gd name="T4" fmla="*/ 417 w 425"/>
                <a:gd name="T5" fmla="*/ 650 h 728"/>
                <a:gd name="T6" fmla="*/ 425 w 425"/>
                <a:gd name="T7" fmla="*/ 667 h 728"/>
                <a:gd name="T8" fmla="*/ 417 w 425"/>
                <a:gd name="T9" fmla="*/ 684 h 728"/>
                <a:gd name="T10" fmla="*/ 381 w 425"/>
                <a:gd name="T11" fmla="*/ 720 h 728"/>
                <a:gd name="T12" fmla="*/ 364 w 425"/>
                <a:gd name="T13" fmla="*/ 728 h 728"/>
                <a:gd name="T14" fmla="*/ 347 w 425"/>
                <a:gd name="T15" fmla="*/ 720 h 728"/>
                <a:gd name="T16" fmla="*/ 8 w 425"/>
                <a:gd name="T17" fmla="*/ 381 h 728"/>
                <a:gd name="T18" fmla="*/ 0 w 425"/>
                <a:gd name="T19" fmla="*/ 364 h 728"/>
                <a:gd name="T20" fmla="*/ 8 w 425"/>
                <a:gd name="T21" fmla="*/ 347 h 728"/>
                <a:gd name="T22" fmla="*/ 347 w 425"/>
                <a:gd name="T23" fmla="*/ 7 h 728"/>
                <a:gd name="T24" fmla="*/ 364 w 425"/>
                <a:gd name="T25" fmla="*/ 0 h 728"/>
                <a:gd name="T26" fmla="*/ 381 w 425"/>
                <a:gd name="T27" fmla="*/ 7 h 728"/>
                <a:gd name="T28" fmla="*/ 417 w 425"/>
                <a:gd name="T29" fmla="*/ 44 h 728"/>
                <a:gd name="T30" fmla="*/ 425 w 425"/>
                <a:gd name="T31" fmla="*/ 60 h 728"/>
                <a:gd name="T32" fmla="*/ 417 w 425"/>
                <a:gd name="T33" fmla="*/ 77 h 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25" h="728">
                  <a:moveTo>
                    <a:pt x="417" y="77"/>
                  </a:moveTo>
                  <a:cubicBezTo>
                    <a:pt x="131" y="364"/>
                    <a:pt x="131" y="364"/>
                    <a:pt x="131" y="364"/>
                  </a:cubicBezTo>
                  <a:cubicBezTo>
                    <a:pt x="417" y="650"/>
                    <a:pt x="417" y="650"/>
                    <a:pt x="417" y="650"/>
                  </a:cubicBezTo>
                  <a:cubicBezTo>
                    <a:pt x="422" y="655"/>
                    <a:pt x="425" y="661"/>
                    <a:pt x="425" y="667"/>
                  </a:cubicBezTo>
                  <a:cubicBezTo>
                    <a:pt x="425" y="673"/>
                    <a:pt x="422" y="680"/>
                    <a:pt x="417" y="684"/>
                  </a:cubicBezTo>
                  <a:cubicBezTo>
                    <a:pt x="381" y="720"/>
                    <a:pt x="381" y="720"/>
                    <a:pt x="381" y="720"/>
                  </a:cubicBezTo>
                  <a:cubicBezTo>
                    <a:pt x="377" y="725"/>
                    <a:pt x="370" y="728"/>
                    <a:pt x="364" y="728"/>
                  </a:cubicBezTo>
                  <a:cubicBezTo>
                    <a:pt x="358" y="728"/>
                    <a:pt x="352" y="725"/>
                    <a:pt x="347" y="720"/>
                  </a:cubicBezTo>
                  <a:cubicBezTo>
                    <a:pt x="8" y="381"/>
                    <a:pt x="8" y="381"/>
                    <a:pt x="8" y="381"/>
                  </a:cubicBezTo>
                  <a:cubicBezTo>
                    <a:pt x="3" y="376"/>
                    <a:pt x="0" y="369"/>
                    <a:pt x="0" y="364"/>
                  </a:cubicBezTo>
                  <a:cubicBezTo>
                    <a:pt x="0" y="358"/>
                    <a:pt x="3" y="351"/>
                    <a:pt x="8" y="347"/>
                  </a:cubicBezTo>
                  <a:cubicBezTo>
                    <a:pt x="347" y="7"/>
                    <a:pt x="347" y="7"/>
                    <a:pt x="347" y="7"/>
                  </a:cubicBezTo>
                  <a:cubicBezTo>
                    <a:pt x="352" y="3"/>
                    <a:pt x="358" y="0"/>
                    <a:pt x="364" y="0"/>
                  </a:cubicBezTo>
                  <a:cubicBezTo>
                    <a:pt x="370" y="0"/>
                    <a:pt x="377" y="3"/>
                    <a:pt x="381" y="7"/>
                  </a:cubicBezTo>
                  <a:cubicBezTo>
                    <a:pt x="417" y="44"/>
                    <a:pt x="417" y="44"/>
                    <a:pt x="417" y="44"/>
                  </a:cubicBezTo>
                  <a:cubicBezTo>
                    <a:pt x="422" y="48"/>
                    <a:pt x="425" y="54"/>
                    <a:pt x="425" y="60"/>
                  </a:cubicBezTo>
                  <a:cubicBezTo>
                    <a:pt x="425" y="66"/>
                    <a:pt x="422" y="73"/>
                    <a:pt x="417" y="77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38" name="Freeform 37">
              <a:hlinkClick r:id="" action="ppaction://hlinkshowjump?jump=previousslide"/>
            </p:cNvPr>
            <p:cNvSpPr>
              <a:spLocks noEditPoints="1"/>
            </p:cNvSpPr>
            <p:nvPr userDrawn="1"/>
          </p:nvSpPr>
          <p:spPr bwMode="auto">
            <a:xfrm>
              <a:off x="4328868" y="5502988"/>
              <a:ext cx="500307" cy="493774"/>
            </a:xfrm>
            <a:custGeom>
              <a:avLst/>
              <a:gdLst>
                <a:gd name="T0" fmla="*/ 2355 w 2753"/>
                <a:gd name="T1" fmla="*/ 114 h 2716"/>
                <a:gd name="T2" fmla="*/ 2639 w 2753"/>
                <a:gd name="T3" fmla="*/ 399 h 2716"/>
                <a:gd name="T4" fmla="*/ 2639 w 2753"/>
                <a:gd name="T5" fmla="*/ 2317 h 2716"/>
                <a:gd name="T6" fmla="*/ 2355 w 2753"/>
                <a:gd name="T7" fmla="*/ 2602 h 2716"/>
                <a:gd name="T8" fmla="*/ 398 w 2753"/>
                <a:gd name="T9" fmla="*/ 2602 h 2716"/>
                <a:gd name="T10" fmla="*/ 113 w 2753"/>
                <a:gd name="T11" fmla="*/ 2317 h 2716"/>
                <a:gd name="T12" fmla="*/ 113 w 2753"/>
                <a:gd name="T13" fmla="*/ 399 h 2716"/>
                <a:gd name="T14" fmla="*/ 398 w 2753"/>
                <a:gd name="T15" fmla="*/ 114 h 2716"/>
                <a:gd name="T16" fmla="*/ 2355 w 2753"/>
                <a:gd name="T17" fmla="*/ 114 h 2716"/>
                <a:gd name="T18" fmla="*/ 2355 w 2753"/>
                <a:gd name="T19" fmla="*/ 0 h 2716"/>
                <a:gd name="T20" fmla="*/ 398 w 2753"/>
                <a:gd name="T21" fmla="*/ 0 h 2716"/>
                <a:gd name="T22" fmla="*/ 0 w 2753"/>
                <a:gd name="T23" fmla="*/ 399 h 2716"/>
                <a:gd name="T24" fmla="*/ 0 w 2753"/>
                <a:gd name="T25" fmla="*/ 2317 h 2716"/>
                <a:gd name="T26" fmla="*/ 398 w 2753"/>
                <a:gd name="T27" fmla="*/ 2716 h 2716"/>
                <a:gd name="T28" fmla="*/ 2355 w 2753"/>
                <a:gd name="T29" fmla="*/ 2716 h 2716"/>
                <a:gd name="T30" fmla="*/ 2753 w 2753"/>
                <a:gd name="T31" fmla="*/ 2317 h 2716"/>
                <a:gd name="T32" fmla="*/ 2753 w 2753"/>
                <a:gd name="T33" fmla="*/ 399 h 2716"/>
                <a:gd name="T34" fmla="*/ 2355 w 2753"/>
                <a:gd name="T35" fmla="*/ 0 h 27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53" h="2716">
                  <a:moveTo>
                    <a:pt x="2355" y="114"/>
                  </a:moveTo>
                  <a:cubicBezTo>
                    <a:pt x="2512" y="114"/>
                    <a:pt x="2639" y="242"/>
                    <a:pt x="2639" y="399"/>
                  </a:cubicBezTo>
                  <a:cubicBezTo>
                    <a:pt x="2639" y="2317"/>
                    <a:pt x="2639" y="2317"/>
                    <a:pt x="2639" y="2317"/>
                  </a:cubicBezTo>
                  <a:cubicBezTo>
                    <a:pt x="2639" y="2474"/>
                    <a:pt x="2512" y="2602"/>
                    <a:pt x="2355" y="2602"/>
                  </a:cubicBezTo>
                  <a:cubicBezTo>
                    <a:pt x="398" y="2602"/>
                    <a:pt x="398" y="2602"/>
                    <a:pt x="398" y="2602"/>
                  </a:cubicBezTo>
                  <a:cubicBezTo>
                    <a:pt x="241" y="2602"/>
                    <a:pt x="113" y="2474"/>
                    <a:pt x="113" y="2317"/>
                  </a:cubicBezTo>
                  <a:cubicBezTo>
                    <a:pt x="113" y="399"/>
                    <a:pt x="113" y="399"/>
                    <a:pt x="113" y="399"/>
                  </a:cubicBezTo>
                  <a:cubicBezTo>
                    <a:pt x="113" y="242"/>
                    <a:pt x="241" y="114"/>
                    <a:pt x="398" y="114"/>
                  </a:cubicBezTo>
                  <a:cubicBezTo>
                    <a:pt x="2355" y="114"/>
                    <a:pt x="2355" y="114"/>
                    <a:pt x="2355" y="114"/>
                  </a:cubicBezTo>
                  <a:moveTo>
                    <a:pt x="2355" y="0"/>
                  </a:moveTo>
                  <a:cubicBezTo>
                    <a:pt x="398" y="0"/>
                    <a:pt x="398" y="0"/>
                    <a:pt x="398" y="0"/>
                  </a:cubicBezTo>
                  <a:cubicBezTo>
                    <a:pt x="178" y="0"/>
                    <a:pt x="0" y="179"/>
                    <a:pt x="0" y="399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0" y="2538"/>
                    <a:pt x="178" y="2716"/>
                    <a:pt x="398" y="2716"/>
                  </a:cubicBezTo>
                  <a:cubicBezTo>
                    <a:pt x="2355" y="2716"/>
                    <a:pt x="2355" y="2716"/>
                    <a:pt x="2355" y="2716"/>
                  </a:cubicBezTo>
                  <a:cubicBezTo>
                    <a:pt x="2575" y="2716"/>
                    <a:pt x="2753" y="2538"/>
                    <a:pt x="2753" y="2317"/>
                  </a:cubicBezTo>
                  <a:cubicBezTo>
                    <a:pt x="2753" y="399"/>
                    <a:pt x="2753" y="399"/>
                    <a:pt x="2753" y="399"/>
                  </a:cubicBezTo>
                  <a:cubicBezTo>
                    <a:pt x="2753" y="179"/>
                    <a:pt x="2575" y="0"/>
                    <a:pt x="2355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  <p:grpSp>
        <p:nvGrpSpPr>
          <p:cNvPr id="44" name="Group 43"/>
          <p:cNvGrpSpPr/>
          <p:nvPr userDrawn="1"/>
        </p:nvGrpSpPr>
        <p:grpSpPr>
          <a:xfrm flipH="1">
            <a:off x="11793256" y="6409324"/>
            <a:ext cx="224082" cy="221156"/>
            <a:chOff x="4328868" y="5502988"/>
            <a:chExt cx="500307" cy="493774"/>
          </a:xfrm>
        </p:grpSpPr>
        <p:sp>
          <p:nvSpPr>
            <p:cNvPr id="45" name="Freeform 44">
              <a:hlinkClick r:id="" action="ppaction://hlinkshowjump?jump=nextslide"/>
            </p:cNvPr>
            <p:cNvSpPr>
              <a:spLocks/>
            </p:cNvSpPr>
            <p:nvPr userDrawn="1"/>
          </p:nvSpPr>
          <p:spPr bwMode="auto">
            <a:xfrm>
              <a:off x="4520556" y="5649754"/>
              <a:ext cx="116933" cy="200242"/>
            </a:xfrm>
            <a:custGeom>
              <a:avLst/>
              <a:gdLst>
                <a:gd name="T0" fmla="*/ 417 w 425"/>
                <a:gd name="T1" fmla="*/ 77 h 728"/>
                <a:gd name="T2" fmla="*/ 131 w 425"/>
                <a:gd name="T3" fmla="*/ 364 h 728"/>
                <a:gd name="T4" fmla="*/ 417 w 425"/>
                <a:gd name="T5" fmla="*/ 650 h 728"/>
                <a:gd name="T6" fmla="*/ 425 w 425"/>
                <a:gd name="T7" fmla="*/ 667 h 728"/>
                <a:gd name="T8" fmla="*/ 417 w 425"/>
                <a:gd name="T9" fmla="*/ 684 h 728"/>
                <a:gd name="T10" fmla="*/ 381 w 425"/>
                <a:gd name="T11" fmla="*/ 720 h 728"/>
                <a:gd name="T12" fmla="*/ 364 w 425"/>
                <a:gd name="T13" fmla="*/ 728 h 728"/>
                <a:gd name="T14" fmla="*/ 347 w 425"/>
                <a:gd name="T15" fmla="*/ 720 h 728"/>
                <a:gd name="T16" fmla="*/ 8 w 425"/>
                <a:gd name="T17" fmla="*/ 381 h 728"/>
                <a:gd name="T18" fmla="*/ 0 w 425"/>
                <a:gd name="T19" fmla="*/ 364 h 728"/>
                <a:gd name="T20" fmla="*/ 8 w 425"/>
                <a:gd name="T21" fmla="*/ 347 h 728"/>
                <a:gd name="T22" fmla="*/ 347 w 425"/>
                <a:gd name="T23" fmla="*/ 7 h 728"/>
                <a:gd name="T24" fmla="*/ 364 w 425"/>
                <a:gd name="T25" fmla="*/ 0 h 728"/>
                <a:gd name="T26" fmla="*/ 381 w 425"/>
                <a:gd name="T27" fmla="*/ 7 h 728"/>
                <a:gd name="T28" fmla="*/ 417 w 425"/>
                <a:gd name="T29" fmla="*/ 44 h 728"/>
                <a:gd name="T30" fmla="*/ 425 w 425"/>
                <a:gd name="T31" fmla="*/ 60 h 728"/>
                <a:gd name="T32" fmla="*/ 417 w 425"/>
                <a:gd name="T33" fmla="*/ 77 h 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25" h="728">
                  <a:moveTo>
                    <a:pt x="417" y="77"/>
                  </a:moveTo>
                  <a:cubicBezTo>
                    <a:pt x="131" y="364"/>
                    <a:pt x="131" y="364"/>
                    <a:pt x="131" y="364"/>
                  </a:cubicBezTo>
                  <a:cubicBezTo>
                    <a:pt x="417" y="650"/>
                    <a:pt x="417" y="650"/>
                    <a:pt x="417" y="650"/>
                  </a:cubicBezTo>
                  <a:cubicBezTo>
                    <a:pt x="422" y="655"/>
                    <a:pt x="425" y="661"/>
                    <a:pt x="425" y="667"/>
                  </a:cubicBezTo>
                  <a:cubicBezTo>
                    <a:pt x="425" y="673"/>
                    <a:pt x="422" y="680"/>
                    <a:pt x="417" y="684"/>
                  </a:cubicBezTo>
                  <a:cubicBezTo>
                    <a:pt x="381" y="720"/>
                    <a:pt x="381" y="720"/>
                    <a:pt x="381" y="720"/>
                  </a:cubicBezTo>
                  <a:cubicBezTo>
                    <a:pt x="377" y="725"/>
                    <a:pt x="370" y="728"/>
                    <a:pt x="364" y="728"/>
                  </a:cubicBezTo>
                  <a:cubicBezTo>
                    <a:pt x="358" y="728"/>
                    <a:pt x="352" y="725"/>
                    <a:pt x="347" y="720"/>
                  </a:cubicBezTo>
                  <a:cubicBezTo>
                    <a:pt x="8" y="381"/>
                    <a:pt x="8" y="381"/>
                    <a:pt x="8" y="381"/>
                  </a:cubicBezTo>
                  <a:cubicBezTo>
                    <a:pt x="3" y="376"/>
                    <a:pt x="0" y="369"/>
                    <a:pt x="0" y="364"/>
                  </a:cubicBezTo>
                  <a:cubicBezTo>
                    <a:pt x="0" y="358"/>
                    <a:pt x="3" y="351"/>
                    <a:pt x="8" y="347"/>
                  </a:cubicBezTo>
                  <a:cubicBezTo>
                    <a:pt x="347" y="7"/>
                    <a:pt x="347" y="7"/>
                    <a:pt x="347" y="7"/>
                  </a:cubicBezTo>
                  <a:cubicBezTo>
                    <a:pt x="352" y="3"/>
                    <a:pt x="358" y="0"/>
                    <a:pt x="364" y="0"/>
                  </a:cubicBezTo>
                  <a:cubicBezTo>
                    <a:pt x="370" y="0"/>
                    <a:pt x="377" y="3"/>
                    <a:pt x="381" y="7"/>
                  </a:cubicBezTo>
                  <a:cubicBezTo>
                    <a:pt x="417" y="44"/>
                    <a:pt x="417" y="44"/>
                    <a:pt x="417" y="44"/>
                  </a:cubicBezTo>
                  <a:cubicBezTo>
                    <a:pt x="422" y="48"/>
                    <a:pt x="425" y="54"/>
                    <a:pt x="425" y="60"/>
                  </a:cubicBezTo>
                  <a:cubicBezTo>
                    <a:pt x="425" y="66"/>
                    <a:pt x="422" y="73"/>
                    <a:pt x="417" y="77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46" name="Freeform 45">
              <a:hlinkClick r:id="" action="ppaction://hlinkshowjump?jump=nextslide"/>
            </p:cNvPr>
            <p:cNvSpPr>
              <a:spLocks noEditPoints="1"/>
            </p:cNvSpPr>
            <p:nvPr userDrawn="1"/>
          </p:nvSpPr>
          <p:spPr bwMode="auto">
            <a:xfrm>
              <a:off x="4328868" y="5502988"/>
              <a:ext cx="500307" cy="493774"/>
            </a:xfrm>
            <a:custGeom>
              <a:avLst/>
              <a:gdLst>
                <a:gd name="T0" fmla="*/ 2355 w 2753"/>
                <a:gd name="T1" fmla="*/ 114 h 2716"/>
                <a:gd name="T2" fmla="*/ 2639 w 2753"/>
                <a:gd name="T3" fmla="*/ 399 h 2716"/>
                <a:gd name="T4" fmla="*/ 2639 w 2753"/>
                <a:gd name="T5" fmla="*/ 2317 h 2716"/>
                <a:gd name="T6" fmla="*/ 2355 w 2753"/>
                <a:gd name="T7" fmla="*/ 2602 h 2716"/>
                <a:gd name="T8" fmla="*/ 398 w 2753"/>
                <a:gd name="T9" fmla="*/ 2602 h 2716"/>
                <a:gd name="T10" fmla="*/ 113 w 2753"/>
                <a:gd name="T11" fmla="*/ 2317 h 2716"/>
                <a:gd name="T12" fmla="*/ 113 w 2753"/>
                <a:gd name="T13" fmla="*/ 399 h 2716"/>
                <a:gd name="T14" fmla="*/ 398 w 2753"/>
                <a:gd name="T15" fmla="*/ 114 h 2716"/>
                <a:gd name="T16" fmla="*/ 2355 w 2753"/>
                <a:gd name="T17" fmla="*/ 114 h 2716"/>
                <a:gd name="T18" fmla="*/ 2355 w 2753"/>
                <a:gd name="T19" fmla="*/ 0 h 2716"/>
                <a:gd name="T20" fmla="*/ 398 w 2753"/>
                <a:gd name="T21" fmla="*/ 0 h 2716"/>
                <a:gd name="T22" fmla="*/ 0 w 2753"/>
                <a:gd name="T23" fmla="*/ 399 h 2716"/>
                <a:gd name="T24" fmla="*/ 0 w 2753"/>
                <a:gd name="T25" fmla="*/ 2317 h 2716"/>
                <a:gd name="T26" fmla="*/ 398 w 2753"/>
                <a:gd name="T27" fmla="*/ 2716 h 2716"/>
                <a:gd name="T28" fmla="*/ 2355 w 2753"/>
                <a:gd name="T29" fmla="*/ 2716 h 2716"/>
                <a:gd name="T30" fmla="*/ 2753 w 2753"/>
                <a:gd name="T31" fmla="*/ 2317 h 2716"/>
                <a:gd name="T32" fmla="*/ 2753 w 2753"/>
                <a:gd name="T33" fmla="*/ 399 h 2716"/>
                <a:gd name="T34" fmla="*/ 2355 w 2753"/>
                <a:gd name="T35" fmla="*/ 0 h 27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53" h="2716">
                  <a:moveTo>
                    <a:pt x="2355" y="114"/>
                  </a:moveTo>
                  <a:cubicBezTo>
                    <a:pt x="2512" y="114"/>
                    <a:pt x="2639" y="242"/>
                    <a:pt x="2639" y="399"/>
                  </a:cubicBezTo>
                  <a:cubicBezTo>
                    <a:pt x="2639" y="2317"/>
                    <a:pt x="2639" y="2317"/>
                    <a:pt x="2639" y="2317"/>
                  </a:cubicBezTo>
                  <a:cubicBezTo>
                    <a:pt x="2639" y="2474"/>
                    <a:pt x="2512" y="2602"/>
                    <a:pt x="2355" y="2602"/>
                  </a:cubicBezTo>
                  <a:cubicBezTo>
                    <a:pt x="398" y="2602"/>
                    <a:pt x="398" y="2602"/>
                    <a:pt x="398" y="2602"/>
                  </a:cubicBezTo>
                  <a:cubicBezTo>
                    <a:pt x="241" y="2602"/>
                    <a:pt x="113" y="2474"/>
                    <a:pt x="113" y="2317"/>
                  </a:cubicBezTo>
                  <a:cubicBezTo>
                    <a:pt x="113" y="399"/>
                    <a:pt x="113" y="399"/>
                    <a:pt x="113" y="399"/>
                  </a:cubicBezTo>
                  <a:cubicBezTo>
                    <a:pt x="113" y="242"/>
                    <a:pt x="241" y="114"/>
                    <a:pt x="398" y="114"/>
                  </a:cubicBezTo>
                  <a:cubicBezTo>
                    <a:pt x="2355" y="114"/>
                    <a:pt x="2355" y="114"/>
                    <a:pt x="2355" y="114"/>
                  </a:cubicBezTo>
                  <a:moveTo>
                    <a:pt x="2355" y="0"/>
                  </a:moveTo>
                  <a:cubicBezTo>
                    <a:pt x="398" y="0"/>
                    <a:pt x="398" y="0"/>
                    <a:pt x="398" y="0"/>
                  </a:cubicBezTo>
                  <a:cubicBezTo>
                    <a:pt x="178" y="0"/>
                    <a:pt x="0" y="179"/>
                    <a:pt x="0" y="399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0" y="2538"/>
                    <a:pt x="178" y="2716"/>
                    <a:pt x="398" y="2716"/>
                  </a:cubicBezTo>
                  <a:cubicBezTo>
                    <a:pt x="2355" y="2716"/>
                    <a:pt x="2355" y="2716"/>
                    <a:pt x="2355" y="2716"/>
                  </a:cubicBezTo>
                  <a:cubicBezTo>
                    <a:pt x="2575" y="2716"/>
                    <a:pt x="2753" y="2538"/>
                    <a:pt x="2753" y="2317"/>
                  </a:cubicBezTo>
                  <a:cubicBezTo>
                    <a:pt x="2753" y="399"/>
                    <a:pt x="2753" y="399"/>
                    <a:pt x="2753" y="399"/>
                  </a:cubicBezTo>
                  <a:cubicBezTo>
                    <a:pt x="2753" y="179"/>
                    <a:pt x="2575" y="0"/>
                    <a:pt x="2355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</p:spTree>
    <p:extLst>
      <p:ext uri="{BB962C8B-B14F-4D97-AF65-F5344CB8AC3E}">
        <p14:creationId xmlns:p14="http://schemas.microsoft.com/office/powerpoint/2010/main" val="2814725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20" grpId="0" animBg="1"/>
      <p:bldP spid="21" grpId="0"/>
      <p:bldP spid="33" grpId="0"/>
    </p:bld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Freeform 95"/>
          <p:cNvSpPr/>
          <p:nvPr userDrawn="1"/>
        </p:nvSpPr>
        <p:spPr>
          <a:xfrm rot="5400000" flipV="1">
            <a:off x="6571303" y="1237301"/>
            <a:ext cx="6858000" cy="4383396"/>
          </a:xfrm>
          <a:custGeom>
            <a:avLst/>
            <a:gdLst>
              <a:gd name="connsiteX0" fmla="*/ 0 w 6858000"/>
              <a:gd name="connsiteY0" fmla="*/ 255625 h 4383396"/>
              <a:gd name="connsiteX1" fmla="*/ 0 w 6858000"/>
              <a:gd name="connsiteY1" fmla="*/ 4383396 h 4383396"/>
              <a:gd name="connsiteX2" fmla="*/ 6858000 w 6858000"/>
              <a:gd name="connsiteY2" fmla="*/ 4383396 h 4383396"/>
              <a:gd name="connsiteX3" fmla="*/ 6858000 w 6858000"/>
              <a:gd name="connsiteY3" fmla="*/ 255625 h 4383396"/>
              <a:gd name="connsiteX4" fmla="*/ 3766065 w 6858000"/>
              <a:gd name="connsiteY4" fmla="*/ 255625 h 4383396"/>
              <a:gd name="connsiteX5" fmla="*/ 3429001 w 6858000"/>
              <a:gd name="connsiteY5" fmla="*/ 0 h 4383396"/>
              <a:gd name="connsiteX6" fmla="*/ 3091936 w 6858000"/>
              <a:gd name="connsiteY6" fmla="*/ 255625 h 4383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8000" h="4383396">
                <a:moveTo>
                  <a:pt x="0" y="255625"/>
                </a:moveTo>
                <a:lnTo>
                  <a:pt x="0" y="4383396"/>
                </a:lnTo>
                <a:lnTo>
                  <a:pt x="6858000" y="4383396"/>
                </a:lnTo>
                <a:lnTo>
                  <a:pt x="6858000" y="255625"/>
                </a:lnTo>
                <a:lnTo>
                  <a:pt x="3766065" y="255625"/>
                </a:lnTo>
                <a:lnTo>
                  <a:pt x="3429001" y="0"/>
                </a:lnTo>
                <a:lnTo>
                  <a:pt x="3091936" y="255625"/>
                </a:lnTo>
                <a:close/>
              </a:path>
            </a:pathLst>
          </a:custGeom>
          <a:pattFill prst="pct5">
            <a:fgClr>
              <a:schemeClr val="tx2">
                <a:lumMod val="50000"/>
              </a:schemeClr>
            </a:fgClr>
            <a:bgClr>
              <a:schemeClr val="accent1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69" name="Freeform 5"/>
          <p:cNvSpPr>
            <a:spLocks/>
          </p:cNvSpPr>
          <p:nvPr userDrawn="1"/>
        </p:nvSpPr>
        <p:spPr bwMode="auto">
          <a:xfrm flipH="1">
            <a:off x="9930136" y="-637092"/>
            <a:ext cx="2711791" cy="2711789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70" name="Freeform 5"/>
          <p:cNvSpPr>
            <a:spLocks/>
          </p:cNvSpPr>
          <p:nvPr userDrawn="1"/>
        </p:nvSpPr>
        <p:spPr bwMode="auto">
          <a:xfrm flipH="1">
            <a:off x="8535301" y="921256"/>
            <a:ext cx="982576" cy="982576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71" name="Freeform 5"/>
          <p:cNvSpPr>
            <a:spLocks/>
          </p:cNvSpPr>
          <p:nvPr userDrawn="1"/>
        </p:nvSpPr>
        <p:spPr bwMode="auto">
          <a:xfrm flipH="1">
            <a:off x="8690348" y="-296897"/>
            <a:ext cx="672480" cy="67248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72" name="Freeform 5"/>
          <p:cNvSpPr>
            <a:spLocks/>
          </p:cNvSpPr>
          <p:nvPr userDrawn="1"/>
        </p:nvSpPr>
        <p:spPr bwMode="auto">
          <a:xfrm flipH="1">
            <a:off x="6892774" y="1381250"/>
            <a:ext cx="1081310" cy="108131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73" name="Freeform 5"/>
          <p:cNvSpPr>
            <a:spLocks/>
          </p:cNvSpPr>
          <p:nvPr userDrawn="1"/>
        </p:nvSpPr>
        <p:spPr bwMode="auto">
          <a:xfrm flipH="1">
            <a:off x="7490451" y="215697"/>
            <a:ext cx="521440" cy="52144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74" name="Freeform 5"/>
          <p:cNvSpPr>
            <a:spLocks/>
          </p:cNvSpPr>
          <p:nvPr userDrawn="1"/>
        </p:nvSpPr>
        <p:spPr bwMode="auto">
          <a:xfrm flipH="1">
            <a:off x="9305255" y="2655843"/>
            <a:ext cx="1337469" cy="1337469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75" name="Freeform 5"/>
          <p:cNvSpPr>
            <a:spLocks/>
          </p:cNvSpPr>
          <p:nvPr userDrawn="1"/>
        </p:nvSpPr>
        <p:spPr bwMode="auto">
          <a:xfrm flipH="1">
            <a:off x="11073361" y="2461388"/>
            <a:ext cx="672480" cy="67248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76" name="Freeform 5"/>
          <p:cNvSpPr>
            <a:spLocks/>
          </p:cNvSpPr>
          <p:nvPr userDrawn="1"/>
        </p:nvSpPr>
        <p:spPr bwMode="auto">
          <a:xfrm flipH="1">
            <a:off x="10870156" y="3855256"/>
            <a:ext cx="521440" cy="52144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77" name="Freeform 5"/>
          <p:cNvSpPr>
            <a:spLocks/>
          </p:cNvSpPr>
          <p:nvPr userDrawn="1"/>
        </p:nvSpPr>
        <p:spPr bwMode="auto">
          <a:xfrm flipH="1">
            <a:off x="8352858" y="2453988"/>
            <a:ext cx="521761" cy="521761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78" name="Freeform 5"/>
          <p:cNvSpPr>
            <a:spLocks/>
          </p:cNvSpPr>
          <p:nvPr userDrawn="1"/>
        </p:nvSpPr>
        <p:spPr bwMode="auto">
          <a:xfrm flipH="1">
            <a:off x="11801991" y="3355185"/>
            <a:ext cx="672480" cy="67248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79" name="Freeform 5"/>
          <p:cNvSpPr>
            <a:spLocks/>
          </p:cNvSpPr>
          <p:nvPr userDrawn="1"/>
        </p:nvSpPr>
        <p:spPr bwMode="auto">
          <a:xfrm flipH="1">
            <a:off x="12086289" y="2172540"/>
            <a:ext cx="385460" cy="38546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grpSp>
        <p:nvGrpSpPr>
          <p:cNvPr id="80" name="Group 79"/>
          <p:cNvGrpSpPr/>
          <p:nvPr userDrawn="1"/>
        </p:nvGrpSpPr>
        <p:grpSpPr>
          <a:xfrm flipH="1">
            <a:off x="1036725" y="1090208"/>
            <a:ext cx="93144" cy="590448"/>
            <a:chOff x="7711341" y="589735"/>
            <a:chExt cx="93144" cy="590448"/>
          </a:xfrm>
        </p:grpSpPr>
        <p:sp>
          <p:nvSpPr>
            <p:cNvPr id="81" name="Freeform 5"/>
            <p:cNvSpPr>
              <a:spLocks/>
            </p:cNvSpPr>
            <p:nvPr/>
          </p:nvSpPr>
          <p:spPr bwMode="auto">
            <a:xfrm>
              <a:off x="7711341" y="589735"/>
              <a:ext cx="93144" cy="93144"/>
            </a:xfrm>
            <a:custGeom>
              <a:avLst/>
              <a:gdLst>
                <a:gd name="T0" fmla="*/ 731 w 1169"/>
                <a:gd name="T1" fmla="*/ 0 h 1169"/>
                <a:gd name="T2" fmla="*/ 0 w 1169"/>
                <a:gd name="T3" fmla="*/ 0 h 1169"/>
                <a:gd name="T4" fmla="*/ 0 w 1169"/>
                <a:gd name="T5" fmla="*/ 731 h 1169"/>
                <a:gd name="T6" fmla="*/ 439 w 1169"/>
                <a:gd name="T7" fmla="*/ 1169 h 1169"/>
                <a:gd name="T8" fmla="*/ 1169 w 1169"/>
                <a:gd name="T9" fmla="*/ 1169 h 1169"/>
                <a:gd name="T10" fmla="*/ 1169 w 1169"/>
                <a:gd name="T11" fmla="*/ 439 h 1169"/>
                <a:gd name="T12" fmla="*/ 731 w 1169"/>
                <a:gd name="T13" fmla="*/ 0 h 1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69" h="1169">
                  <a:moveTo>
                    <a:pt x="73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731"/>
                    <a:pt x="0" y="731"/>
                    <a:pt x="0" y="731"/>
                  </a:cubicBezTo>
                  <a:cubicBezTo>
                    <a:pt x="0" y="973"/>
                    <a:pt x="196" y="1169"/>
                    <a:pt x="439" y="1169"/>
                  </a:cubicBezTo>
                  <a:cubicBezTo>
                    <a:pt x="1169" y="1169"/>
                    <a:pt x="1169" y="1169"/>
                    <a:pt x="1169" y="1169"/>
                  </a:cubicBezTo>
                  <a:cubicBezTo>
                    <a:pt x="1169" y="439"/>
                    <a:pt x="1169" y="439"/>
                    <a:pt x="1169" y="439"/>
                  </a:cubicBezTo>
                  <a:cubicBezTo>
                    <a:pt x="1169" y="196"/>
                    <a:pt x="973" y="0"/>
                    <a:pt x="731" y="0"/>
                  </a:cubicBez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82" name="Freeform 5"/>
            <p:cNvSpPr>
              <a:spLocks/>
            </p:cNvSpPr>
            <p:nvPr/>
          </p:nvSpPr>
          <p:spPr bwMode="auto">
            <a:xfrm>
              <a:off x="7711341" y="714061"/>
              <a:ext cx="93144" cy="93144"/>
            </a:xfrm>
            <a:custGeom>
              <a:avLst/>
              <a:gdLst>
                <a:gd name="T0" fmla="*/ 731 w 1169"/>
                <a:gd name="T1" fmla="*/ 0 h 1169"/>
                <a:gd name="T2" fmla="*/ 0 w 1169"/>
                <a:gd name="T3" fmla="*/ 0 h 1169"/>
                <a:gd name="T4" fmla="*/ 0 w 1169"/>
                <a:gd name="T5" fmla="*/ 731 h 1169"/>
                <a:gd name="T6" fmla="*/ 439 w 1169"/>
                <a:gd name="T7" fmla="*/ 1169 h 1169"/>
                <a:gd name="T8" fmla="*/ 1169 w 1169"/>
                <a:gd name="T9" fmla="*/ 1169 h 1169"/>
                <a:gd name="T10" fmla="*/ 1169 w 1169"/>
                <a:gd name="T11" fmla="*/ 439 h 1169"/>
                <a:gd name="T12" fmla="*/ 731 w 1169"/>
                <a:gd name="T13" fmla="*/ 0 h 1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69" h="1169">
                  <a:moveTo>
                    <a:pt x="73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731"/>
                    <a:pt x="0" y="731"/>
                    <a:pt x="0" y="731"/>
                  </a:cubicBezTo>
                  <a:cubicBezTo>
                    <a:pt x="0" y="973"/>
                    <a:pt x="196" y="1169"/>
                    <a:pt x="439" y="1169"/>
                  </a:cubicBezTo>
                  <a:cubicBezTo>
                    <a:pt x="1169" y="1169"/>
                    <a:pt x="1169" y="1169"/>
                    <a:pt x="1169" y="1169"/>
                  </a:cubicBezTo>
                  <a:cubicBezTo>
                    <a:pt x="1169" y="439"/>
                    <a:pt x="1169" y="439"/>
                    <a:pt x="1169" y="439"/>
                  </a:cubicBezTo>
                  <a:cubicBezTo>
                    <a:pt x="1169" y="196"/>
                    <a:pt x="973" y="0"/>
                    <a:pt x="731" y="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83" name="Freeform 5"/>
            <p:cNvSpPr>
              <a:spLocks/>
            </p:cNvSpPr>
            <p:nvPr/>
          </p:nvSpPr>
          <p:spPr bwMode="auto">
            <a:xfrm>
              <a:off x="7711341" y="838387"/>
              <a:ext cx="93144" cy="93144"/>
            </a:xfrm>
            <a:custGeom>
              <a:avLst/>
              <a:gdLst>
                <a:gd name="T0" fmla="*/ 731 w 1169"/>
                <a:gd name="T1" fmla="*/ 0 h 1169"/>
                <a:gd name="T2" fmla="*/ 0 w 1169"/>
                <a:gd name="T3" fmla="*/ 0 h 1169"/>
                <a:gd name="T4" fmla="*/ 0 w 1169"/>
                <a:gd name="T5" fmla="*/ 731 h 1169"/>
                <a:gd name="T6" fmla="*/ 439 w 1169"/>
                <a:gd name="T7" fmla="*/ 1169 h 1169"/>
                <a:gd name="T8" fmla="*/ 1169 w 1169"/>
                <a:gd name="T9" fmla="*/ 1169 h 1169"/>
                <a:gd name="T10" fmla="*/ 1169 w 1169"/>
                <a:gd name="T11" fmla="*/ 439 h 1169"/>
                <a:gd name="T12" fmla="*/ 731 w 1169"/>
                <a:gd name="T13" fmla="*/ 0 h 1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69" h="1169">
                  <a:moveTo>
                    <a:pt x="73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731"/>
                    <a:pt x="0" y="731"/>
                    <a:pt x="0" y="731"/>
                  </a:cubicBezTo>
                  <a:cubicBezTo>
                    <a:pt x="0" y="973"/>
                    <a:pt x="196" y="1169"/>
                    <a:pt x="439" y="1169"/>
                  </a:cubicBezTo>
                  <a:cubicBezTo>
                    <a:pt x="1169" y="1169"/>
                    <a:pt x="1169" y="1169"/>
                    <a:pt x="1169" y="1169"/>
                  </a:cubicBezTo>
                  <a:cubicBezTo>
                    <a:pt x="1169" y="439"/>
                    <a:pt x="1169" y="439"/>
                    <a:pt x="1169" y="439"/>
                  </a:cubicBezTo>
                  <a:cubicBezTo>
                    <a:pt x="1169" y="196"/>
                    <a:pt x="973" y="0"/>
                    <a:pt x="731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84" name="Freeform 5"/>
            <p:cNvSpPr>
              <a:spLocks/>
            </p:cNvSpPr>
            <p:nvPr/>
          </p:nvSpPr>
          <p:spPr bwMode="auto">
            <a:xfrm>
              <a:off x="7711341" y="962713"/>
              <a:ext cx="93144" cy="93144"/>
            </a:xfrm>
            <a:custGeom>
              <a:avLst/>
              <a:gdLst>
                <a:gd name="T0" fmla="*/ 731 w 1169"/>
                <a:gd name="T1" fmla="*/ 0 h 1169"/>
                <a:gd name="T2" fmla="*/ 0 w 1169"/>
                <a:gd name="T3" fmla="*/ 0 h 1169"/>
                <a:gd name="T4" fmla="*/ 0 w 1169"/>
                <a:gd name="T5" fmla="*/ 731 h 1169"/>
                <a:gd name="T6" fmla="*/ 439 w 1169"/>
                <a:gd name="T7" fmla="*/ 1169 h 1169"/>
                <a:gd name="T8" fmla="*/ 1169 w 1169"/>
                <a:gd name="T9" fmla="*/ 1169 h 1169"/>
                <a:gd name="T10" fmla="*/ 1169 w 1169"/>
                <a:gd name="T11" fmla="*/ 439 h 1169"/>
                <a:gd name="T12" fmla="*/ 731 w 1169"/>
                <a:gd name="T13" fmla="*/ 0 h 1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69" h="1169">
                  <a:moveTo>
                    <a:pt x="73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731"/>
                    <a:pt x="0" y="731"/>
                    <a:pt x="0" y="731"/>
                  </a:cubicBezTo>
                  <a:cubicBezTo>
                    <a:pt x="0" y="973"/>
                    <a:pt x="196" y="1169"/>
                    <a:pt x="439" y="1169"/>
                  </a:cubicBezTo>
                  <a:cubicBezTo>
                    <a:pt x="1169" y="1169"/>
                    <a:pt x="1169" y="1169"/>
                    <a:pt x="1169" y="1169"/>
                  </a:cubicBezTo>
                  <a:cubicBezTo>
                    <a:pt x="1169" y="439"/>
                    <a:pt x="1169" y="439"/>
                    <a:pt x="1169" y="439"/>
                  </a:cubicBezTo>
                  <a:cubicBezTo>
                    <a:pt x="1169" y="196"/>
                    <a:pt x="973" y="0"/>
                    <a:pt x="731" y="0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85" name="Freeform 5"/>
            <p:cNvSpPr>
              <a:spLocks/>
            </p:cNvSpPr>
            <p:nvPr/>
          </p:nvSpPr>
          <p:spPr bwMode="auto">
            <a:xfrm>
              <a:off x="7711341" y="1087039"/>
              <a:ext cx="93144" cy="93144"/>
            </a:xfrm>
            <a:custGeom>
              <a:avLst/>
              <a:gdLst>
                <a:gd name="T0" fmla="*/ 731 w 1169"/>
                <a:gd name="T1" fmla="*/ 0 h 1169"/>
                <a:gd name="T2" fmla="*/ 0 w 1169"/>
                <a:gd name="T3" fmla="*/ 0 h 1169"/>
                <a:gd name="T4" fmla="*/ 0 w 1169"/>
                <a:gd name="T5" fmla="*/ 731 h 1169"/>
                <a:gd name="T6" fmla="*/ 439 w 1169"/>
                <a:gd name="T7" fmla="*/ 1169 h 1169"/>
                <a:gd name="T8" fmla="*/ 1169 w 1169"/>
                <a:gd name="T9" fmla="*/ 1169 h 1169"/>
                <a:gd name="T10" fmla="*/ 1169 w 1169"/>
                <a:gd name="T11" fmla="*/ 439 h 1169"/>
                <a:gd name="T12" fmla="*/ 731 w 1169"/>
                <a:gd name="T13" fmla="*/ 0 h 1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69" h="1169">
                  <a:moveTo>
                    <a:pt x="73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731"/>
                    <a:pt x="0" y="731"/>
                    <a:pt x="0" y="731"/>
                  </a:cubicBezTo>
                  <a:cubicBezTo>
                    <a:pt x="0" y="973"/>
                    <a:pt x="196" y="1169"/>
                    <a:pt x="439" y="1169"/>
                  </a:cubicBezTo>
                  <a:cubicBezTo>
                    <a:pt x="1169" y="1169"/>
                    <a:pt x="1169" y="1169"/>
                    <a:pt x="1169" y="1169"/>
                  </a:cubicBezTo>
                  <a:cubicBezTo>
                    <a:pt x="1169" y="439"/>
                    <a:pt x="1169" y="439"/>
                    <a:pt x="1169" y="439"/>
                  </a:cubicBezTo>
                  <a:cubicBezTo>
                    <a:pt x="1169" y="196"/>
                    <a:pt x="973" y="0"/>
                    <a:pt x="731" y="0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  <p:sp>
        <p:nvSpPr>
          <p:cNvPr id="86" name="Freeform 5"/>
          <p:cNvSpPr>
            <a:spLocks/>
          </p:cNvSpPr>
          <p:nvPr userDrawn="1"/>
        </p:nvSpPr>
        <p:spPr bwMode="auto">
          <a:xfrm flipH="1">
            <a:off x="11486507" y="174661"/>
            <a:ext cx="530831" cy="530831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87" name="TextBox 86"/>
          <p:cNvSpPr txBox="1"/>
          <p:nvPr userDrawn="1"/>
        </p:nvSpPr>
        <p:spPr>
          <a:xfrm>
            <a:off x="11526134" y="245136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60E2A6B-A809-4840-BF14-8648BC0BDF87}" type="slidenum">
              <a:rPr lang="id-ID" sz="1800" b="1" smtClean="0">
                <a:solidFill>
                  <a:schemeClr val="tx2">
                    <a:lumMod val="75000"/>
                  </a:schemeClr>
                </a:solidFill>
              </a:rPr>
              <a:pPr algn="ctr"/>
              <a:t>‹#›</a:t>
            </a:fld>
            <a:endParaRPr lang="id-ID" sz="1800" dirty="0">
              <a:solidFill>
                <a:schemeClr val="tx2">
                  <a:lumMod val="75000"/>
                </a:schemeClr>
              </a:solidFill>
            </a:endParaRPr>
          </a:p>
        </p:txBody>
      </p:sp>
      <p:grpSp>
        <p:nvGrpSpPr>
          <p:cNvPr id="89" name="Group 88"/>
          <p:cNvGrpSpPr/>
          <p:nvPr userDrawn="1"/>
        </p:nvGrpSpPr>
        <p:grpSpPr>
          <a:xfrm>
            <a:off x="347419" y="6409324"/>
            <a:ext cx="224082" cy="221156"/>
            <a:chOff x="4328868" y="5502988"/>
            <a:chExt cx="500307" cy="493774"/>
          </a:xfrm>
        </p:grpSpPr>
        <p:sp>
          <p:nvSpPr>
            <p:cNvPr id="90" name="Freeform 89">
              <a:hlinkClick r:id="" action="ppaction://hlinkshowjump?jump=previousslide"/>
            </p:cNvPr>
            <p:cNvSpPr>
              <a:spLocks/>
            </p:cNvSpPr>
            <p:nvPr userDrawn="1"/>
          </p:nvSpPr>
          <p:spPr bwMode="auto">
            <a:xfrm>
              <a:off x="4520555" y="5649754"/>
              <a:ext cx="116933" cy="200242"/>
            </a:xfrm>
            <a:custGeom>
              <a:avLst/>
              <a:gdLst>
                <a:gd name="T0" fmla="*/ 417 w 425"/>
                <a:gd name="T1" fmla="*/ 77 h 728"/>
                <a:gd name="T2" fmla="*/ 131 w 425"/>
                <a:gd name="T3" fmla="*/ 364 h 728"/>
                <a:gd name="T4" fmla="*/ 417 w 425"/>
                <a:gd name="T5" fmla="*/ 650 h 728"/>
                <a:gd name="T6" fmla="*/ 425 w 425"/>
                <a:gd name="T7" fmla="*/ 667 h 728"/>
                <a:gd name="T8" fmla="*/ 417 w 425"/>
                <a:gd name="T9" fmla="*/ 684 h 728"/>
                <a:gd name="T10" fmla="*/ 381 w 425"/>
                <a:gd name="T11" fmla="*/ 720 h 728"/>
                <a:gd name="T12" fmla="*/ 364 w 425"/>
                <a:gd name="T13" fmla="*/ 728 h 728"/>
                <a:gd name="T14" fmla="*/ 347 w 425"/>
                <a:gd name="T15" fmla="*/ 720 h 728"/>
                <a:gd name="T16" fmla="*/ 8 w 425"/>
                <a:gd name="T17" fmla="*/ 381 h 728"/>
                <a:gd name="T18" fmla="*/ 0 w 425"/>
                <a:gd name="T19" fmla="*/ 364 h 728"/>
                <a:gd name="T20" fmla="*/ 8 w 425"/>
                <a:gd name="T21" fmla="*/ 347 h 728"/>
                <a:gd name="T22" fmla="*/ 347 w 425"/>
                <a:gd name="T23" fmla="*/ 7 h 728"/>
                <a:gd name="T24" fmla="*/ 364 w 425"/>
                <a:gd name="T25" fmla="*/ 0 h 728"/>
                <a:gd name="T26" fmla="*/ 381 w 425"/>
                <a:gd name="T27" fmla="*/ 7 h 728"/>
                <a:gd name="T28" fmla="*/ 417 w 425"/>
                <a:gd name="T29" fmla="*/ 44 h 728"/>
                <a:gd name="T30" fmla="*/ 425 w 425"/>
                <a:gd name="T31" fmla="*/ 60 h 728"/>
                <a:gd name="T32" fmla="*/ 417 w 425"/>
                <a:gd name="T33" fmla="*/ 77 h 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25" h="728">
                  <a:moveTo>
                    <a:pt x="417" y="77"/>
                  </a:moveTo>
                  <a:cubicBezTo>
                    <a:pt x="131" y="364"/>
                    <a:pt x="131" y="364"/>
                    <a:pt x="131" y="364"/>
                  </a:cubicBezTo>
                  <a:cubicBezTo>
                    <a:pt x="417" y="650"/>
                    <a:pt x="417" y="650"/>
                    <a:pt x="417" y="650"/>
                  </a:cubicBezTo>
                  <a:cubicBezTo>
                    <a:pt x="422" y="655"/>
                    <a:pt x="425" y="661"/>
                    <a:pt x="425" y="667"/>
                  </a:cubicBezTo>
                  <a:cubicBezTo>
                    <a:pt x="425" y="673"/>
                    <a:pt x="422" y="680"/>
                    <a:pt x="417" y="684"/>
                  </a:cubicBezTo>
                  <a:cubicBezTo>
                    <a:pt x="381" y="720"/>
                    <a:pt x="381" y="720"/>
                    <a:pt x="381" y="720"/>
                  </a:cubicBezTo>
                  <a:cubicBezTo>
                    <a:pt x="377" y="725"/>
                    <a:pt x="370" y="728"/>
                    <a:pt x="364" y="728"/>
                  </a:cubicBezTo>
                  <a:cubicBezTo>
                    <a:pt x="358" y="728"/>
                    <a:pt x="352" y="725"/>
                    <a:pt x="347" y="720"/>
                  </a:cubicBezTo>
                  <a:cubicBezTo>
                    <a:pt x="8" y="381"/>
                    <a:pt x="8" y="381"/>
                    <a:pt x="8" y="381"/>
                  </a:cubicBezTo>
                  <a:cubicBezTo>
                    <a:pt x="3" y="376"/>
                    <a:pt x="0" y="369"/>
                    <a:pt x="0" y="364"/>
                  </a:cubicBezTo>
                  <a:cubicBezTo>
                    <a:pt x="0" y="358"/>
                    <a:pt x="3" y="351"/>
                    <a:pt x="8" y="347"/>
                  </a:cubicBezTo>
                  <a:cubicBezTo>
                    <a:pt x="347" y="7"/>
                    <a:pt x="347" y="7"/>
                    <a:pt x="347" y="7"/>
                  </a:cubicBezTo>
                  <a:cubicBezTo>
                    <a:pt x="352" y="3"/>
                    <a:pt x="358" y="0"/>
                    <a:pt x="364" y="0"/>
                  </a:cubicBezTo>
                  <a:cubicBezTo>
                    <a:pt x="370" y="0"/>
                    <a:pt x="377" y="3"/>
                    <a:pt x="381" y="7"/>
                  </a:cubicBezTo>
                  <a:cubicBezTo>
                    <a:pt x="417" y="44"/>
                    <a:pt x="417" y="44"/>
                    <a:pt x="417" y="44"/>
                  </a:cubicBezTo>
                  <a:cubicBezTo>
                    <a:pt x="422" y="48"/>
                    <a:pt x="425" y="54"/>
                    <a:pt x="425" y="60"/>
                  </a:cubicBezTo>
                  <a:cubicBezTo>
                    <a:pt x="425" y="66"/>
                    <a:pt x="422" y="73"/>
                    <a:pt x="417" y="77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91" name="Freeform 90">
              <a:hlinkClick r:id="" action="ppaction://hlinkshowjump?jump=previousslide"/>
            </p:cNvPr>
            <p:cNvSpPr>
              <a:spLocks noEditPoints="1"/>
            </p:cNvSpPr>
            <p:nvPr userDrawn="1"/>
          </p:nvSpPr>
          <p:spPr bwMode="auto">
            <a:xfrm>
              <a:off x="4328868" y="5502988"/>
              <a:ext cx="500307" cy="493774"/>
            </a:xfrm>
            <a:custGeom>
              <a:avLst/>
              <a:gdLst>
                <a:gd name="T0" fmla="*/ 2355 w 2753"/>
                <a:gd name="T1" fmla="*/ 114 h 2716"/>
                <a:gd name="T2" fmla="*/ 2639 w 2753"/>
                <a:gd name="T3" fmla="*/ 399 h 2716"/>
                <a:gd name="T4" fmla="*/ 2639 w 2753"/>
                <a:gd name="T5" fmla="*/ 2317 h 2716"/>
                <a:gd name="T6" fmla="*/ 2355 w 2753"/>
                <a:gd name="T7" fmla="*/ 2602 h 2716"/>
                <a:gd name="T8" fmla="*/ 398 w 2753"/>
                <a:gd name="T9" fmla="*/ 2602 h 2716"/>
                <a:gd name="T10" fmla="*/ 113 w 2753"/>
                <a:gd name="T11" fmla="*/ 2317 h 2716"/>
                <a:gd name="T12" fmla="*/ 113 w 2753"/>
                <a:gd name="T13" fmla="*/ 399 h 2716"/>
                <a:gd name="T14" fmla="*/ 398 w 2753"/>
                <a:gd name="T15" fmla="*/ 114 h 2716"/>
                <a:gd name="T16" fmla="*/ 2355 w 2753"/>
                <a:gd name="T17" fmla="*/ 114 h 2716"/>
                <a:gd name="T18" fmla="*/ 2355 w 2753"/>
                <a:gd name="T19" fmla="*/ 0 h 2716"/>
                <a:gd name="T20" fmla="*/ 398 w 2753"/>
                <a:gd name="T21" fmla="*/ 0 h 2716"/>
                <a:gd name="T22" fmla="*/ 0 w 2753"/>
                <a:gd name="T23" fmla="*/ 399 h 2716"/>
                <a:gd name="T24" fmla="*/ 0 w 2753"/>
                <a:gd name="T25" fmla="*/ 2317 h 2716"/>
                <a:gd name="T26" fmla="*/ 398 w 2753"/>
                <a:gd name="T27" fmla="*/ 2716 h 2716"/>
                <a:gd name="T28" fmla="*/ 2355 w 2753"/>
                <a:gd name="T29" fmla="*/ 2716 h 2716"/>
                <a:gd name="T30" fmla="*/ 2753 w 2753"/>
                <a:gd name="T31" fmla="*/ 2317 h 2716"/>
                <a:gd name="T32" fmla="*/ 2753 w 2753"/>
                <a:gd name="T33" fmla="*/ 399 h 2716"/>
                <a:gd name="T34" fmla="*/ 2355 w 2753"/>
                <a:gd name="T35" fmla="*/ 0 h 27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53" h="2716">
                  <a:moveTo>
                    <a:pt x="2355" y="114"/>
                  </a:moveTo>
                  <a:cubicBezTo>
                    <a:pt x="2512" y="114"/>
                    <a:pt x="2639" y="242"/>
                    <a:pt x="2639" y="399"/>
                  </a:cubicBezTo>
                  <a:cubicBezTo>
                    <a:pt x="2639" y="2317"/>
                    <a:pt x="2639" y="2317"/>
                    <a:pt x="2639" y="2317"/>
                  </a:cubicBezTo>
                  <a:cubicBezTo>
                    <a:pt x="2639" y="2474"/>
                    <a:pt x="2512" y="2602"/>
                    <a:pt x="2355" y="2602"/>
                  </a:cubicBezTo>
                  <a:cubicBezTo>
                    <a:pt x="398" y="2602"/>
                    <a:pt x="398" y="2602"/>
                    <a:pt x="398" y="2602"/>
                  </a:cubicBezTo>
                  <a:cubicBezTo>
                    <a:pt x="241" y="2602"/>
                    <a:pt x="113" y="2474"/>
                    <a:pt x="113" y="2317"/>
                  </a:cubicBezTo>
                  <a:cubicBezTo>
                    <a:pt x="113" y="399"/>
                    <a:pt x="113" y="399"/>
                    <a:pt x="113" y="399"/>
                  </a:cubicBezTo>
                  <a:cubicBezTo>
                    <a:pt x="113" y="242"/>
                    <a:pt x="241" y="114"/>
                    <a:pt x="398" y="114"/>
                  </a:cubicBezTo>
                  <a:cubicBezTo>
                    <a:pt x="2355" y="114"/>
                    <a:pt x="2355" y="114"/>
                    <a:pt x="2355" y="114"/>
                  </a:cubicBezTo>
                  <a:moveTo>
                    <a:pt x="2355" y="0"/>
                  </a:moveTo>
                  <a:cubicBezTo>
                    <a:pt x="398" y="0"/>
                    <a:pt x="398" y="0"/>
                    <a:pt x="398" y="0"/>
                  </a:cubicBezTo>
                  <a:cubicBezTo>
                    <a:pt x="178" y="0"/>
                    <a:pt x="0" y="179"/>
                    <a:pt x="0" y="399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0" y="2538"/>
                    <a:pt x="178" y="2716"/>
                    <a:pt x="398" y="2716"/>
                  </a:cubicBezTo>
                  <a:cubicBezTo>
                    <a:pt x="2355" y="2716"/>
                    <a:pt x="2355" y="2716"/>
                    <a:pt x="2355" y="2716"/>
                  </a:cubicBezTo>
                  <a:cubicBezTo>
                    <a:pt x="2575" y="2716"/>
                    <a:pt x="2753" y="2538"/>
                    <a:pt x="2753" y="2317"/>
                  </a:cubicBezTo>
                  <a:cubicBezTo>
                    <a:pt x="2753" y="399"/>
                    <a:pt x="2753" y="399"/>
                    <a:pt x="2753" y="399"/>
                  </a:cubicBezTo>
                  <a:cubicBezTo>
                    <a:pt x="2753" y="179"/>
                    <a:pt x="2575" y="0"/>
                    <a:pt x="2355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  <p:grpSp>
        <p:nvGrpSpPr>
          <p:cNvPr id="92" name="Group 91"/>
          <p:cNvGrpSpPr/>
          <p:nvPr userDrawn="1"/>
        </p:nvGrpSpPr>
        <p:grpSpPr>
          <a:xfrm flipH="1">
            <a:off x="657355" y="6409324"/>
            <a:ext cx="224082" cy="221156"/>
            <a:chOff x="4328868" y="5502988"/>
            <a:chExt cx="500307" cy="493774"/>
          </a:xfrm>
        </p:grpSpPr>
        <p:sp>
          <p:nvSpPr>
            <p:cNvPr id="93" name="Freeform 92">
              <a:hlinkClick r:id="" action="ppaction://hlinkshowjump?jump=nextslide"/>
            </p:cNvPr>
            <p:cNvSpPr>
              <a:spLocks/>
            </p:cNvSpPr>
            <p:nvPr userDrawn="1"/>
          </p:nvSpPr>
          <p:spPr bwMode="auto">
            <a:xfrm>
              <a:off x="4520556" y="5649754"/>
              <a:ext cx="116933" cy="200242"/>
            </a:xfrm>
            <a:custGeom>
              <a:avLst/>
              <a:gdLst>
                <a:gd name="T0" fmla="*/ 417 w 425"/>
                <a:gd name="T1" fmla="*/ 77 h 728"/>
                <a:gd name="T2" fmla="*/ 131 w 425"/>
                <a:gd name="T3" fmla="*/ 364 h 728"/>
                <a:gd name="T4" fmla="*/ 417 w 425"/>
                <a:gd name="T5" fmla="*/ 650 h 728"/>
                <a:gd name="T6" fmla="*/ 425 w 425"/>
                <a:gd name="T7" fmla="*/ 667 h 728"/>
                <a:gd name="T8" fmla="*/ 417 w 425"/>
                <a:gd name="T9" fmla="*/ 684 h 728"/>
                <a:gd name="T10" fmla="*/ 381 w 425"/>
                <a:gd name="T11" fmla="*/ 720 h 728"/>
                <a:gd name="T12" fmla="*/ 364 w 425"/>
                <a:gd name="T13" fmla="*/ 728 h 728"/>
                <a:gd name="T14" fmla="*/ 347 w 425"/>
                <a:gd name="T15" fmla="*/ 720 h 728"/>
                <a:gd name="T16" fmla="*/ 8 w 425"/>
                <a:gd name="T17" fmla="*/ 381 h 728"/>
                <a:gd name="T18" fmla="*/ 0 w 425"/>
                <a:gd name="T19" fmla="*/ 364 h 728"/>
                <a:gd name="T20" fmla="*/ 8 w 425"/>
                <a:gd name="T21" fmla="*/ 347 h 728"/>
                <a:gd name="T22" fmla="*/ 347 w 425"/>
                <a:gd name="T23" fmla="*/ 7 h 728"/>
                <a:gd name="T24" fmla="*/ 364 w 425"/>
                <a:gd name="T25" fmla="*/ 0 h 728"/>
                <a:gd name="T26" fmla="*/ 381 w 425"/>
                <a:gd name="T27" fmla="*/ 7 h 728"/>
                <a:gd name="T28" fmla="*/ 417 w 425"/>
                <a:gd name="T29" fmla="*/ 44 h 728"/>
                <a:gd name="T30" fmla="*/ 425 w 425"/>
                <a:gd name="T31" fmla="*/ 60 h 728"/>
                <a:gd name="T32" fmla="*/ 417 w 425"/>
                <a:gd name="T33" fmla="*/ 77 h 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25" h="728">
                  <a:moveTo>
                    <a:pt x="417" y="77"/>
                  </a:moveTo>
                  <a:cubicBezTo>
                    <a:pt x="131" y="364"/>
                    <a:pt x="131" y="364"/>
                    <a:pt x="131" y="364"/>
                  </a:cubicBezTo>
                  <a:cubicBezTo>
                    <a:pt x="417" y="650"/>
                    <a:pt x="417" y="650"/>
                    <a:pt x="417" y="650"/>
                  </a:cubicBezTo>
                  <a:cubicBezTo>
                    <a:pt x="422" y="655"/>
                    <a:pt x="425" y="661"/>
                    <a:pt x="425" y="667"/>
                  </a:cubicBezTo>
                  <a:cubicBezTo>
                    <a:pt x="425" y="673"/>
                    <a:pt x="422" y="680"/>
                    <a:pt x="417" y="684"/>
                  </a:cubicBezTo>
                  <a:cubicBezTo>
                    <a:pt x="381" y="720"/>
                    <a:pt x="381" y="720"/>
                    <a:pt x="381" y="720"/>
                  </a:cubicBezTo>
                  <a:cubicBezTo>
                    <a:pt x="377" y="725"/>
                    <a:pt x="370" y="728"/>
                    <a:pt x="364" y="728"/>
                  </a:cubicBezTo>
                  <a:cubicBezTo>
                    <a:pt x="358" y="728"/>
                    <a:pt x="352" y="725"/>
                    <a:pt x="347" y="720"/>
                  </a:cubicBezTo>
                  <a:cubicBezTo>
                    <a:pt x="8" y="381"/>
                    <a:pt x="8" y="381"/>
                    <a:pt x="8" y="381"/>
                  </a:cubicBezTo>
                  <a:cubicBezTo>
                    <a:pt x="3" y="376"/>
                    <a:pt x="0" y="369"/>
                    <a:pt x="0" y="364"/>
                  </a:cubicBezTo>
                  <a:cubicBezTo>
                    <a:pt x="0" y="358"/>
                    <a:pt x="3" y="351"/>
                    <a:pt x="8" y="347"/>
                  </a:cubicBezTo>
                  <a:cubicBezTo>
                    <a:pt x="347" y="7"/>
                    <a:pt x="347" y="7"/>
                    <a:pt x="347" y="7"/>
                  </a:cubicBezTo>
                  <a:cubicBezTo>
                    <a:pt x="352" y="3"/>
                    <a:pt x="358" y="0"/>
                    <a:pt x="364" y="0"/>
                  </a:cubicBezTo>
                  <a:cubicBezTo>
                    <a:pt x="370" y="0"/>
                    <a:pt x="377" y="3"/>
                    <a:pt x="381" y="7"/>
                  </a:cubicBezTo>
                  <a:cubicBezTo>
                    <a:pt x="417" y="44"/>
                    <a:pt x="417" y="44"/>
                    <a:pt x="417" y="44"/>
                  </a:cubicBezTo>
                  <a:cubicBezTo>
                    <a:pt x="422" y="48"/>
                    <a:pt x="425" y="54"/>
                    <a:pt x="425" y="60"/>
                  </a:cubicBezTo>
                  <a:cubicBezTo>
                    <a:pt x="425" y="66"/>
                    <a:pt x="422" y="73"/>
                    <a:pt x="417" y="77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94" name="Freeform 93">
              <a:hlinkClick r:id="" action="ppaction://hlinkshowjump?jump=nextslide"/>
            </p:cNvPr>
            <p:cNvSpPr>
              <a:spLocks noEditPoints="1"/>
            </p:cNvSpPr>
            <p:nvPr userDrawn="1"/>
          </p:nvSpPr>
          <p:spPr bwMode="auto">
            <a:xfrm>
              <a:off x="4328868" y="5502988"/>
              <a:ext cx="500307" cy="493774"/>
            </a:xfrm>
            <a:custGeom>
              <a:avLst/>
              <a:gdLst>
                <a:gd name="T0" fmla="*/ 2355 w 2753"/>
                <a:gd name="T1" fmla="*/ 114 h 2716"/>
                <a:gd name="T2" fmla="*/ 2639 w 2753"/>
                <a:gd name="T3" fmla="*/ 399 h 2716"/>
                <a:gd name="T4" fmla="*/ 2639 w 2753"/>
                <a:gd name="T5" fmla="*/ 2317 h 2716"/>
                <a:gd name="T6" fmla="*/ 2355 w 2753"/>
                <a:gd name="T7" fmla="*/ 2602 h 2716"/>
                <a:gd name="T8" fmla="*/ 398 w 2753"/>
                <a:gd name="T9" fmla="*/ 2602 h 2716"/>
                <a:gd name="T10" fmla="*/ 113 w 2753"/>
                <a:gd name="T11" fmla="*/ 2317 h 2716"/>
                <a:gd name="T12" fmla="*/ 113 w 2753"/>
                <a:gd name="T13" fmla="*/ 399 h 2716"/>
                <a:gd name="T14" fmla="*/ 398 w 2753"/>
                <a:gd name="T15" fmla="*/ 114 h 2716"/>
                <a:gd name="T16" fmla="*/ 2355 w 2753"/>
                <a:gd name="T17" fmla="*/ 114 h 2716"/>
                <a:gd name="T18" fmla="*/ 2355 w 2753"/>
                <a:gd name="T19" fmla="*/ 0 h 2716"/>
                <a:gd name="T20" fmla="*/ 398 w 2753"/>
                <a:gd name="T21" fmla="*/ 0 h 2716"/>
                <a:gd name="T22" fmla="*/ 0 w 2753"/>
                <a:gd name="T23" fmla="*/ 399 h 2716"/>
                <a:gd name="T24" fmla="*/ 0 w 2753"/>
                <a:gd name="T25" fmla="*/ 2317 h 2716"/>
                <a:gd name="T26" fmla="*/ 398 w 2753"/>
                <a:gd name="T27" fmla="*/ 2716 h 2716"/>
                <a:gd name="T28" fmla="*/ 2355 w 2753"/>
                <a:gd name="T29" fmla="*/ 2716 h 2716"/>
                <a:gd name="T30" fmla="*/ 2753 w 2753"/>
                <a:gd name="T31" fmla="*/ 2317 h 2716"/>
                <a:gd name="T32" fmla="*/ 2753 w 2753"/>
                <a:gd name="T33" fmla="*/ 399 h 2716"/>
                <a:gd name="T34" fmla="*/ 2355 w 2753"/>
                <a:gd name="T35" fmla="*/ 0 h 27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53" h="2716">
                  <a:moveTo>
                    <a:pt x="2355" y="114"/>
                  </a:moveTo>
                  <a:cubicBezTo>
                    <a:pt x="2512" y="114"/>
                    <a:pt x="2639" y="242"/>
                    <a:pt x="2639" y="399"/>
                  </a:cubicBezTo>
                  <a:cubicBezTo>
                    <a:pt x="2639" y="2317"/>
                    <a:pt x="2639" y="2317"/>
                    <a:pt x="2639" y="2317"/>
                  </a:cubicBezTo>
                  <a:cubicBezTo>
                    <a:pt x="2639" y="2474"/>
                    <a:pt x="2512" y="2602"/>
                    <a:pt x="2355" y="2602"/>
                  </a:cubicBezTo>
                  <a:cubicBezTo>
                    <a:pt x="398" y="2602"/>
                    <a:pt x="398" y="2602"/>
                    <a:pt x="398" y="2602"/>
                  </a:cubicBezTo>
                  <a:cubicBezTo>
                    <a:pt x="241" y="2602"/>
                    <a:pt x="113" y="2474"/>
                    <a:pt x="113" y="2317"/>
                  </a:cubicBezTo>
                  <a:cubicBezTo>
                    <a:pt x="113" y="399"/>
                    <a:pt x="113" y="399"/>
                    <a:pt x="113" y="399"/>
                  </a:cubicBezTo>
                  <a:cubicBezTo>
                    <a:pt x="113" y="242"/>
                    <a:pt x="241" y="114"/>
                    <a:pt x="398" y="114"/>
                  </a:cubicBezTo>
                  <a:cubicBezTo>
                    <a:pt x="2355" y="114"/>
                    <a:pt x="2355" y="114"/>
                    <a:pt x="2355" y="114"/>
                  </a:cubicBezTo>
                  <a:moveTo>
                    <a:pt x="2355" y="0"/>
                  </a:moveTo>
                  <a:cubicBezTo>
                    <a:pt x="398" y="0"/>
                    <a:pt x="398" y="0"/>
                    <a:pt x="398" y="0"/>
                  </a:cubicBezTo>
                  <a:cubicBezTo>
                    <a:pt x="178" y="0"/>
                    <a:pt x="0" y="179"/>
                    <a:pt x="0" y="399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0" y="2538"/>
                    <a:pt x="178" y="2716"/>
                    <a:pt x="398" y="2716"/>
                  </a:cubicBezTo>
                  <a:cubicBezTo>
                    <a:pt x="2355" y="2716"/>
                    <a:pt x="2355" y="2716"/>
                    <a:pt x="2355" y="2716"/>
                  </a:cubicBezTo>
                  <a:cubicBezTo>
                    <a:pt x="2575" y="2716"/>
                    <a:pt x="2753" y="2538"/>
                    <a:pt x="2753" y="2317"/>
                  </a:cubicBezTo>
                  <a:cubicBezTo>
                    <a:pt x="2753" y="399"/>
                    <a:pt x="2753" y="399"/>
                    <a:pt x="2753" y="399"/>
                  </a:cubicBezTo>
                  <a:cubicBezTo>
                    <a:pt x="2753" y="179"/>
                    <a:pt x="2575" y="0"/>
                    <a:pt x="2355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</p:spTree>
    <p:extLst>
      <p:ext uri="{BB962C8B-B14F-4D97-AF65-F5344CB8AC3E}">
        <p14:creationId xmlns:p14="http://schemas.microsoft.com/office/powerpoint/2010/main" val="3903137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0"/>
                            </p:stCondLst>
                            <p:childTnLst>
                              <p:par>
                                <p:cTn id="6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6" grpId="0" animBg="1"/>
      <p:bldP spid="87" grpId="0"/>
    </p:bld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Freeform 95"/>
          <p:cNvSpPr/>
          <p:nvPr userDrawn="1"/>
        </p:nvSpPr>
        <p:spPr>
          <a:xfrm rot="5400000" flipV="1">
            <a:off x="6571303" y="1237301"/>
            <a:ext cx="6858000" cy="4383396"/>
          </a:xfrm>
          <a:custGeom>
            <a:avLst/>
            <a:gdLst>
              <a:gd name="connsiteX0" fmla="*/ 0 w 6858000"/>
              <a:gd name="connsiteY0" fmla="*/ 255625 h 4383396"/>
              <a:gd name="connsiteX1" fmla="*/ 0 w 6858000"/>
              <a:gd name="connsiteY1" fmla="*/ 4383396 h 4383396"/>
              <a:gd name="connsiteX2" fmla="*/ 6858000 w 6858000"/>
              <a:gd name="connsiteY2" fmla="*/ 4383396 h 4383396"/>
              <a:gd name="connsiteX3" fmla="*/ 6858000 w 6858000"/>
              <a:gd name="connsiteY3" fmla="*/ 255625 h 4383396"/>
              <a:gd name="connsiteX4" fmla="*/ 3766065 w 6858000"/>
              <a:gd name="connsiteY4" fmla="*/ 255625 h 4383396"/>
              <a:gd name="connsiteX5" fmla="*/ 3429001 w 6858000"/>
              <a:gd name="connsiteY5" fmla="*/ 0 h 4383396"/>
              <a:gd name="connsiteX6" fmla="*/ 3091936 w 6858000"/>
              <a:gd name="connsiteY6" fmla="*/ 255625 h 4383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8000" h="4383396">
                <a:moveTo>
                  <a:pt x="0" y="255625"/>
                </a:moveTo>
                <a:lnTo>
                  <a:pt x="0" y="4383396"/>
                </a:lnTo>
                <a:lnTo>
                  <a:pt x="6858000" y="4383396"/>
                </a:lnTo>
                <a:lnTo>
                  <a:pt x="6858000" y="255625"/>
                </a:lnTo>
                <a:lnTo>
                  <a:pt x="3766065" y="255625"/>
                </a:lnTo>
                <a:lnTo>
                  <a:pt x="3429001" y="0"/>
                </a:lnTo>
                <a:lnTo>
                  <a:pt x="3091936" y="255625"/>
                </a:lnTo>
                <a:close/>
              </a:path>
            </a:pathLst>
          </a:custGeom>
          <a:pattFill prst="pct5">
            <a:fgClr>
              <a:schemeClr val="accent1">
                <a:lumMod val="5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69" name="Freeform 5"/>
          <p:cNvSpPr>
            <a:spLocks/>
          </p:cNvSpPr>
          <p:nvPr userDrawn="1"/>
        </p:nvSpPr>
        <p:spPr bwMode="auto">
          <a:xfrm flipH="1">
            <a:off x="9930136" y="-637092"/>
            <a:ext cx="2711791" cy="2711789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70" name="Freeform 5"/>
          <p:cNvSpPr>
            <a:spLocks/>
          </p:cNvSpPr>
          <p:nvPr userDrawn="1"/>
        </p:nvSpPr>
        <p:spPr bwMode="auto">
          <a:xfrm flipH="1">
            <a:off x="8535301" y="921256"/>
            <a:ext cx="982576" cy="982576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71" name="Freeform 5"/>
          <p:cNvSpPr>
            <a:spLocks/>
          </p:cNvSpPr>
          <p:nvPr userDrawn="1"/>
        </p:nvSpPr>
        <p:spPr bwMode="auto">
          <a:xfrm flipH="1">
            <a:off x="8690348" y="-296897"/>
            <a:ext cx="672480" cy="67248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72" name="Freeform 5"/>
          <p:cNvSpPr>
            <a:spLocks/>
          </p:cNvSpPr>
          <p:nvPr userDrawn="1"/>
        </p:nvSpPr>
        <p:spPr bwMode="auto">
          <a:xfrm flipH="1">
            <a:off x="6892774" y="1381250"/>
            <a:ext cx="1081310" cy="108131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73" name="Freeform 5"/>
          <p:cNvSpPr>
            <a:spLocks/>
          </p:cNvSpPr>
          <p:nvPr userDrawn="1"/>
        </p:nvSpPr>
        <p:spPr bwMode="auto">
          <a:xfrm flipH="1">
            <a:off x="7490451" y="215697"/>
            <a:ext cx="521440" cy="52144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74" name="Freeform 5"/>
          <p:cNvSpPr>
            <a:spLocks/>
          </p:cNvSpPr>
          <p:nvPr userDrawn="1"/>
        </p:nvSpPr>
        <p:spPr bwMode="auto">
          <a:xfrm flipH="1">
            <a:off x="9305255" y="2655843"/>
            <a:ext cx="1337469" cy="1337469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75" name="Freeform 5"/>
          <p:cNvSpPr>
            <a:spLocks/>
          </p:cNvSpPr>
          <p:nvPr userDrawn="1"/>
        </p:nvSpPr>
        <p:spPr bwMode="auto">
          <a:xfrm flipH="1">
            <a:off x="11073361" y="2461388"/>
            <a:ext cx="672480" cy="67248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76" name="Freeform 5"/>
          <p:cNvSpPr>
            <a:spLocks/>
          </p:cNvSpPr>
          <p:nvPr userDrawn="1"/>
        </p:nvSpPr>
        <p:spPr bwMode="auto">
          <a:xfrm flipH="1">
            <a:off x="10870156" y="3855256"/>
            <a:ext cx="521440" cy="52144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77" name="Freeform 5"/>
          <p:cNvSpPr>
            <a:spLocks/>
          </p:cNvSpPr>
          <p:nvPr userDrawn="1"/>
        </p:nvSpPr>
        <p:spPr bwMode="auto">
          <a:xfrm flipH="1">
            <a:off x="8352858" y="2453988"/>
            <a:ext cx="521761" cy="521761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78" name="Freeform 5"/>
          <p:cNvSpPr>
            <a:spLocks/>
          </p:cNvSpPr>
          <p:nvPr userDrawn="1"/>
        </p:nvSpPr>
        <p:spPr bwMode="auto">
          <a:xfrm flipH="1">
            <a:off x="11801991" y="3355185"/>
            <a:ext cx="672480" cy="67248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79" name="Freeform 5"/>
          <p:cNvSpPr>
            <a:spLocks/>
          </p:cNvSpPr>
          <p:nvPr userDrawn="1"/>
        </p:nvSpPr>
        <p:spPr bwMode="auto">
          <a:xfrm flipH="1">
            <a:off x="12086289" y="2172540"/>
            <a:ext cx="385460" cy="38546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grpSp>
        <p:nvGrpSpPr>
          <p:cNvPr id="80" name="Group 79"/>
          <p:cNvGrpSpPr/>
          <p:nvPr userDrawn="1"/>
        </p:nvGrpSpPr>
        <p:grpSpPr>
          <a:xfrm flipH="1">
            <a:off x="1036725" y="1090208"/>
            <a:ext cx="93144" cy="590448"/>
            <a:chOff x="7711341" y="589735"/>
            <a:chExt cx="93144" cy="590448"/>
          </a:xfrm>
        </p:grpSpPr>
        <p:sp>
          <p:nvSpPr>
            <p:cNvPr id="81" name="Freeform 5"/>
            <p:cNvSpPr>
              <a:spLocks/>
            </p:cNvSpPr>
            <p:nvPr/>
          </p:nvSpPr>
          <p:spPr bwMode="auto">
            <a:xfrm>
              <a:off x="7711341" y="589735"/>
              <a:ext cx="93144" cy="93144"/>
            </a:xfrm>
            <a:custGeom>
              <a:avLst/>
              <a:gdLst>
                <a:gd name="T0" fmla="*/ 731 w 1169"/>
                <a:gd name="T1" fmla="*/ 0 h 1169"/>
                <a:gd name="T2" fmla="*/ 0 w 1169"/>
                <a:gd name="T3" fmla="*/ 0 h 1169"/>
                <a:gd name="T4" fmla="*/ 0 w 1169"/>
                <a:gd name="T5" fmla="*/ 731 h 1169"/>
                <a:gd name="T6" fmla="*/ 439 w 1169"/>
                <a:gd name="T7" fmla="*/ 1169 h 1169"/>
                <a:gd name="T8" fmla="*/ 1169 w 1169"/>
                <a:gd name="T9" fmla="*/ 1169 h 1169"/>
                <a:gd name="T10" fmla="*/ 1169 w 1169"/>
                <a:gd name="T11" fmla="*/ 439 h 1169"/>
                <a:gd name="T12" fmla="*/ 731 w 1169"/>
                <a:gd name="T13" fmla="*/ 0 h 1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69" h="1169">
                  <a:moveTo>
                    <a:pt x="73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731"/>
                    <a:pt x="0" y="731"/>
                    <a:pt x="0" y="731"/>
                  </a:cubicBezTo>
                  <a:cubicBezTo>
                    <a:pt x="0" y="973"/>
                    <a:pt x="196" y="1169"/>
                    <a:pt x="439" y="1169"/>
                  </a:cubicBezTo>
                  <a:cubicBezTo>
                    <a:pt x="1169" y="1169"/>
                    <a:pt x="1169" y="1169"/>
                    <a:pt x="1169" y="1169"/>
                  </a:cubicBezTo>
                  <a:cubicBezTo>
                    <a:pt x="1169" y="439"/>
                    <a:pt x="1169" y="439"/>
                    <a:pt x="1169" y="439"/>
                  </a:cubicBezTo>
                  <a:cubicBezTo>
                    <a:pt x="1169" y="196"/>
                    <a:pt x="973" y="0"/>
                    <a:pt x="731" y="0"/>
                  </a:cubicBez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82" name="Freeform 5"/>
            <p:cNvSpPr>
              <a:spLocks/>
            </p:cNvSpPr>
            <p:nvPr/>
          </p:nvSpPr>
          <p:spPr bwMode="auto">
            <a:xfrm>
              <a:off x="7711341" y="714061"/>
              <a:ext cx="93144" cy="93144"/>
            </a:xfrm>
            <a:custGeom>
              <a:avLst/>
              <a:gdLst>
                <a:gd name="T0" fmla="*/ 731 w 1169"/>
                <a:gd name="T1" fmla="*/ 0 h 1169"/>
                <a:gd name="T2" fmla="*/ 0 w 1169"/>
                <a:gd name="T3" fmla="*/ 0 h 1169"/>
                <a:gd name="T4" fmla="*/ 0 w 1169"/>
                <a:gd name="T5" fmla="*/ 731 h 1169"/>
                <a:gd name="T6" fmla="*/ 439 w 1169"/>
                <a:gd name="T7" fmla="*/ 1169 h 1169"/>
                <a:gd name="T8" fmla="*/ 1169 w 1169"/>
                <a:gd name="T9" fmla="*/ 1169 h 1169"/>
                <a:gd name="T10" fmla="*/ 1169 w 1169"/>
                <a:gd name="T11" fmla="*/ 439 h 1169"/>
                <a:gd name="T12" fmla="*/ 731 w 1169"/>
                <a:gd name="T13" fmla="*/ 0 h 1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69" h="1169">
                  <a:moveTo>
                    <a:pt x="73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731"/>
                    <a:pt x="0" y="731"/>
                    <a:pt x="0" y="731"/>
                  </a:cubicBezTo>
                  <a:cubicBezTo>
                    <a:pt x="0" y="973"/>
                    <a:pt x="196" y="1169"/>
                    <a:pt x="439" y="1169"/>
                  </a:cubicBezTo>
                  <a:cubicBezTo>
                    <a:pt x="1169" y="1169"/>
                    <a:pt x="1169" y="1169"/>
                    <a:pt x="1169" y="1169"/>
                  </a:cubicBezTo>
                  <a:cubicBezTo>
                    <a:pt x="1169" y="439"/>
                    <a:pt x="1169" y="439"/>
                    <a:pt x="1169" y="439"/>
                  </a:cubicBezTo>
                  <a:cubicBezTo>
                    <a:pt x="1169" y="196"/>
                    <a:pt x="973" y="0"/>
                    <a:pt x="731" y="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83" name="Freeform 5"/>
            <p:cNvSpPr>
              <a:spLocks/>
            </p:cNvSpPr>
            <p:nvPr/>
          </p:nvSpPr>
          <p:spPr bwMode="auto">
            <a:xfrm>
              <a:off x="7711341" y="838387"/>
              <a:ext cx="93144" cy="93144"/>
            </a:xfrm>
            <a:custGeom>
              <a:avLst/>
              <a:gdLst>
                <a:gd name="T0" fmla="*/ 731 w 1169"/>
                <a:gd name="T1" fmla="*/ 0 h 1169"/>
                <a:gd name="T2" fmla="*/ 0 w 1169"/>
                <a:gd name="T3" fmla="*/ 0 h 1169"/>
                <a:gd name="T4" fmla="*/ 0 w 1169"/>
                <a:gd name="T5" fmla="*/ 731 h 1169"/>
                <a:gd name="T6" fmla="*/ 439 w 1169"/>
                <a:gd name="T7" fmla="*/ 1169 h 1169"/>
                <a:gd name="T8" fmla="*/ 1169 w 1169"/>
                <a:gd name="T9" fmla="*/ 1169 h 1169"/>
                <a:gd name="T10" fmla="*/ 1169 w 1169"/>
                <a:gd name="T11" fmla="*/ 439 h 1169"/>
                <a:gd name="T12" fmla="*/ 731 w 1169"/>
                <a:gd name="T13" fmla="*/ 0 h 1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69" h="1169">
                  <a:moveTo>
                    <a:pt x="73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731"/>
                    <a:pt x="0" y="731"/>
                    <a:pt x="0" y="731"/>
                  </a:cubicBezTo>
                  <a:cubicBezTo>
                    <a:pt x="0" y="973"/>
                    <a:pt x="196" y="1169"/>
                    <a:pt x="439" y="1169"/>
                  </a:cubicBezTo>
                  <a:cubicBezTo>
                    <a:pt x="1169" y="1169"/>
                    <a:pt x="1169" y="1169"/>
                    <a:pt x="1169" y="1169"/>
                  </a:cubicBezTo>
                  <a:cubicBezTo>
                    <a:pt x="1169" y="439"/>
                    <a:pt x="1169" y="439"/>
                    <a:pt x="1169" y="439"/>
                  </a:cubicBezTo>
                  <a:cubicBezTo>
                    <a:pt x="1169" y="196"/>
                    <a:pt x="973" y="0"/>
                    <a:pt x="731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84" name="Freeform 5"/>
            <p:cNvSpPr>
              <a:spLocks/>
            </p:cNvSpPr>
            <p:nvPr/>
          </p:nvSpPr>
          <p:spPr bwMode="auto">
            <a:xfrm>
              <a:off x="7711341" y="962713"/>
              <a:ext cx="93144" cy="93144"/>
            </a:xfrm>
            <a:custGeom>
              <a:avLst/>
              <a:gdLst>
                <a:gd name="T0" fmla="*/ 731 w 1169"/>
                <a:gd name="T1" fmla="*/ 0 h 1169"/>
                <a:gd name="T2" fmla="*/ 0 w 1169"/>
                <a:gd name="T3" fmla="*/ 0 h 1169"/>
                <a:gd name="T4" fmla="*/ 0 w 1169"/>
                <a:gd name="T5" fmla="*/ 731 h 1169"/>
                <a:gd name="T6" fmla="*/ 439 w 1169"/>
                <a:gd name="T7" fmla="*/ 1169 h 1169"/>
                <a:gd name="T8" fmla="*/ 1169 w 1169"/>
                <a:gd name="T9" fmla="*/ 1169 h 1169"/>
                <a:gd name="T10" fmla="*/ 1169 w 1169"/>
                <a:gd name="T11" fmla="*/ 439 h 1169"/>
                <a:gd name="T12" fmla="*/ 731 w 1169"/>
                <a:gd name="T13" fmla="*/ 0 h 1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69" h="1169">
                  <a:moveTo>
                    <a:pt x="73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731"/>
                    <a:pt x="0" y="731"/>
                    <a:pt x="0" y="731"/>
                  </a:cubicBezTo>
                  <a:cubicBezTo>
                    <a:pt x="0" y="973"/>
                    <a:pt x="196" y="1169"/>
                    <a:pt x="439" y="1169"/>
                  </a:cubicBezTo>
                  <a:cubicBezTo>
                    <a:pt x="1169" y="1169"/>
                    <a:pt x="1169" y="1169"/>
                    <a:pt x="1169" y="1169"/>
                  </a:cubicBezTo>
                  <a:cubicBezTo>
                    <a:pt x="1169" y="439"/>
                    <a:pt x="1169" y="439"/>
                    <a:pt x="1169" y="439"/>
                  </a:cubicBezTo>
                  <a:cubicBezTo>
                    <a:pt x="1169" y="196"/>
                    <a:pt x="973" y="0"/>
                    <a:pt x="731" y="0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85" name="Freeform 5"/>
            <p:cNvSpPr>
              <a:spLocks/>
            </p:cNvSpPr>
            <p:nvPr/>
          </p:nvSpPr>
          <p:spPr bwMode="auto">
            <a:xfrm>
              <a:off x="7711341" y="1087039"/>
              <a:ext cx="93144" cy="93144"/>
            </a:xfrm>
            <a:custGeom>
              <a:avLst/>
              <a:gdLst>
                <a:gd name="T0" fmla="*/ 731 w 1169"/>
                <a:gd name="T1" fmla="*/ 0 h 1169"/>
                <a:gd name="T2" fmla="*/ 0 w 1169"/>
                <a:gd name="T3" fmla="*/ 0 h 1169"/>
                <a:gd name="T4" fmla="*/ 0 w 1169"/>
                <a:gd name="T5" fmla="*/ 731 h 1169"/>
                <a:gd name="T6" fmla="*/ 439 w 1169"/>
                <a:gd name="T7" fmla="*/ 1169 h 1169"/>
                <a:gd name="T8" fmla="*/ 1169 w 1169"/>
                <a:gd name="T9" fmla="*/ 1169 h 1169"/>
                <a:gd name="T10" fmla="*/ 1169 w 1169"/>
                <a:gd name="T11" fmla="*/ 439 h 1169"/>
                <a:gd name="T12" fmla="*/ 731 w 1169"/>
                <a:gd name="T13" fmla="*/ 0 h 1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69" h="1169">
                  <a:moveTo>
                    <a:pt x="73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731"/>
                    <a:pt x="0" y="731"/>
                    <a:pt x="0" y="731"/>
                  </a:cubicBezTo>
                  <a:cubicBezTo>
                    <a:pt x="0" y="973"/>
                    <a:pt x="196" y="1169"/>
                    <a:pt x="439" y="1169"/>
                  </a:cubicBezTo>
                  <a:cubicBezTo>
                    <a:pt x="1169" y="1169"/>
                    <a:pt x="1169" y="1169"/>
                    <a:pt x="1169" y="1169"/>
                  </a:cubicBezTo>
                  <a:cubicBezTo>
                    <a:pt x="1169" y="439"/>
                    <a:pt x="1169" y="439"/>
                    <a:pt x="1169" y="439"/>
                  </a:cubicBezTo>
                  <a:cubicBezTo>
                    <a:pt x="1169" y="196"/>
                    <a:pt x="973" y="0"/>
                    <a:pt x="731" y="0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  <p:sp>
        <p:nvSpPr>
          <p:cNvPr id="86" name="Freeform 5"/>
          <p:cNvSpPr>
            <a:spLocks/>
          </p:cNvSpPr>
          <p:nvPr userDrawn="1"/>
        </p:nvSpPr>
        <p:spPr bwMode="auto">
          <a:xfrm flipH="1">
            <a:off x="11486507" y="174661"/>
            <a:ext cx="530831" cy="530831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87" name="TextBox 86"/>
          <p:cNvSpPr txBox="1"/>
          <p:nvPr userDrawn="1"/>
        </p:nvSpPr>
        <p:spPr>
          <a:xfrm>
            <a:off x="11526134" y="245136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60E2A6B-A809-4840-BF14-8648BC0BDF87}" type="slidenum">
              <a:rPr lang="id-ID" sz="1800" b="1" smtClean="0">
                <a:solidFill>
                  <a:schemeClr val="tx2">
                    <a:lumMod val="75000"/>
                  </a:schemeClr>
                </a:solidFill>
              </a:rPr>
              <a:pPr algn="ctr"/>
              <a:t>‹#›</a:t>
            </a:fld>
            <a:endParaRPr lang="id-ID" sz="1800" dirty="0">
              <a:solidFill>
                <a:schemeClr val="tx2">
                  <a:lumMod val="75000"/>
                </a:schemeClr>
              </a:solidFill>
            </a:endParaRPr>
          </a:p>
        </p:txBody>
      </p:sp>
      <p:grpSp>
        <p:nvGrpSpPr>
          <p:cNvPr id="89" name="Group 88"/>
          <p:cNvGrpSpPr/>
          <p:nvPr userDrawn="1"/>
        </p:nvGrpSpPr>
        <p:grpSpPr>
          <a:xfrm>
            <a:off x="347419" y="6409324"/>
            <a:ext cx="224082" cy="221156"/>
            <a:chOff x="4328868" y="5502988"/>
            <a:chExt cx="500307" cy="493774"/>
          </a:xfrm>
        </p:grpSpPr>
        <p:sp>
          <p:nvSpPr>
            <p:cNvPr id="90" name="Freeform 89">
              <a:hlinkClick r:id="" action="ppaction://hlinkshowjump?jump=previousslide"/>
            </p:cNvPr>
            <p:cNvSpPr>
              <a:spLocks/>
            </p:cNvSpPr>
            <p:nvPr userDrawn="1"/>
          </p:nvSpPr>
          <p:spPr bwMode="auto">
            <a:xfrm>
              <a:off x="4520555" y="5649754"/>
              <a:ext cx="116933" cy="200242"/>
            </a:xfrm>
            <a:custGeom>
              <a:avLst/>
              <a:gdLst>
                <a:gd name="T0" fmla="*/ 417 w 425"/>
                <a:gd name="T1" fmla="*/ 77 h 728"/>
                <a:gd name="T2" fmla="*/ 131 w 425"/>
                <a:gd name="T3" fmla="*/ 364 h 728"/>
                <a:gd name="T4" fmla="*/ 417 w 425"/>
                <a:gd name="T5" fmla="*/ 650 h 728"/>
                <a:gd name="T6" fmla="*/ 425 w 425"/>
                <a:gd name="T7" fmla="*/ 667 h 728"/>
                <a:gd name="T8" fmla="*/ 417 w 425"/>
                <a:gd name="T9" fmla="*/ 684 h 728"/>
                <a:gd name="T10" fmla="*/ 381 w 425"/>
                <a:gd name="T11" fmla="*/ 720 h 728"/>
                <a:gd name="T12" fmla="*/ 364 w 425"/>
                <a:gd name="T13" fmla="*/ 728 h 728"/>
                <a:gd name="T14" fmla="*/ 347 w 425"/>
                <a:gd name="T15" fmla="*/ 720 h 728"/>
                <a:gd name="T16" fmla="*/ 8 w 425"/>
                <a:gd name="T17" fmla="*/ 381 h 728"/>
                <a:gd name="T18" fmla="*/ 0 w 425"/>
                <a:gd name="T19" fmla="*/ 364 h 728"/>
                <a:gd name="T20" fmla="*/ 8 w 425"/>
                <a:gd name="T21" fmla="*/ 347 h 728"/>
                <a:gd name="T22" fmla="*/ 347 w 425"/>
                <a:gd name="T23" fmla="*/ 7 h 728"/>
                <a:gd name="T24" fmla="*/ 364 w 425"/>
                <a:gd name="T25" fmla="*/ 0 h 728"/>
                <a:gd name="T26" fmla="*/ 381 w 425"/>
                <a:gd name="T27" fmla="*/ 7 h 728"/>
                <a:gd name="T28" fmla="*/ 417 w 425"/>
                <a:gd name="T29" fmla="*/ 44 h 728"/>
                <a:gd name="T30" fmla="*/ 425 w 425"/>
                <a:gd name="T31" fmla="*/ 60 h 728"/>
                <a:gd name="T32" fmla="*/ 417 w 425"/>
                <a:gd name="T33" fmla="*/ 77 h 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25" h="728">
                  <a:moveTo>
                    <a:pt x="417" y="77"/>
                  </a:moveTo>
                  <a:cubicBezTo>
                    <a:pt x="131" y="364"/>
                    <a:pt x="131" y="364"/>
                    <a:pt x="131" y="364"/>
                  </a:cubicBezTo>
                  <a:cubicBezTo>
                    <a:pt x="417" y="650"/>
                    <a:pt x="417" y="650"/>
                    <a:pt x="417" y="650"/>
                  </a:cubicBezTo>
                  <a:cubicBezTo>
                    <a:pt x="422" y="655"/>
                    <a:pt x="425" y="661"/>
                    <a:pt x="425" y="667"/>
                  </a:cubicBezTo>
                  <a:cubicBezTo>
                    <a:pt x="425" y="673"/>
                    <a:pt x="422" y="680"/>
                    <a:pt x="417" y="684"/>
                  </a:cubicBezTo>
                  <a:cubicBezTo>
                    <a:pt x="381" y="720"/>
                    <a:pt x="381" y="720"/>
                    <a:pt x="381" y="720"/>
                  </a:cubicBezTo>
                  <a:cubicBezTo>
                    <a:pt x="377" y="725"/>
                    <a:pt x="370" y="728"/>
                    <a:pt x="364" y="728"/>
                  </a:cubicBezTo>
                  <a:cubicBezTo>
                    <a:pt x="358" y="728"/>
                    <a:pt x="352" y="725"/>
                    <a:pt x="347" y="720"/>
                  </a:cubicBezTo>
                  <a:cubicBezTo>
                    <a:pt x="8" y="381"/>
                    <a:pt x="8" y="381"/>
                    <a:pt x="8" y="381"/>
                  </a:cubicBezTo>
                  <a:cubicBezTo>
                    <a:pt x="3" y="376"/>
                    <a:pt x="0" y="369"/>
                    <a:pt x="0" y="364"/>
                  </a:cubicBezTo>
                  <a:cubicBezTo>
                    <a:pt x="0" y="358"/>
                    <a:pt x="3" y="351"/>
                    <a:pt x="8" y="347"/>
                  </a:cubicBezTo>
                  <a:cubicBezTo>
                    <a:pt x="347" y="7"/>
                    <a:pt x="347" y="7"/>
                    <a:pt x="347" y="7"/>
                  </a:cubicBezTo>
                  <a:cubicBezTo>
                    <a:pt x="352" y="3"/>
                    <a:pt x="358" y="0"/>
                    <a:pt x="364" y="0"/>
                  </a:cubicBezTo>
                  <a:cubicBezTo>
                    <a:pt x="370" y="0"/>
                    <a:pt x="377" y="3"/>
                    <a:pt x="381" y="7"/>
                  </a:cubicBezTo>
                  <a:cubicBezTo>
                    <a:pt x="417" y="44"/>
                    <a:pt x="417" y="44"/>
                    <a:pt x="417" y="44"/>
                  </a:cubicBezTo>
                  <a:cubicBezTo>
                    <a:pt x="422" y="48"/>
                    <a:pt x="425" y="54"/>
                    <a:pt x="425" y="60"/>
                  </a:cubicBezTo>
                  <a:cubicBezTo>
                    <a:pt x="425" y="66"/>
                    <a:pt x="422" y="73"/>
                    <a:pt x="417" y="77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91" name="Freeform 90">
              <a:hlinkClick r:id="" action="ppaction://hlinkshowjump?jump=previousslide"/>
            </p:cNvPr>
            <p:cNvSpPr>
              <a:spLocks noEditPoints="1"/>
            </p:cNvSpPr>
            <p:nvPr userDrawn="1"/>
          </p:nvSpPr>
          <p:spPr bwMode="auto">
            <a:xfrm>
              <a:off x="4328868" y="5502988"/>
              <a:ext cx="500307" cy="493774"/>
            </a:xfrm>
            <a:custGeom>
              <a:avLst/>
              <a:gdLst>
                <a:gd name="T0" fmla="*/ 2355 w 2753"/>
                <a:gd name="T1" fmla="*/ 114 h 2716"/>
                <a:gd name="T2" fmla="*/ 2639 w 2753"/>
                <a:gd name="T3" fmla="*/ 399 h 2716"/>
                <a:gd name="T4" fmla="*/ 2639 w 2753"/>
                <a:gd name="T5" fmla="*/ 2317 h 2716"/>
                <a:gd name="T6" fmla="*/ 2355 w 2753"/>
                <a:gd name="T7" fmla="*/ 2602 h 2716"/>
                <a:gd name="T8" fmla="*/ 398 w 2753"/>
                <a:gd name="T9" fmla="*/ 2602 h 2716"/>
                <a:gd name="T10" fmla="*/ 113 w 2753"/>
                <a:gd name="T11" fmla="*/ 2317 h 2716"/>
                <a:gd name="T12" fmla="*/ 113 w 2753"/>
                <a:gd name="T13" fmla="*/ 399 h 2716"/>
                <a:gd name="T14" fmla="*/ 398 w 2753"/>
                <a:gd name="T15" fmla="*/ 114 h 2716"/>
                <a:gd name="T16" fmla="*/ 2355 w 2753"/>
                <a:gd name="T17" fmla="*/ 114 h 2716"/>
                <a:gd name="T18" fmla="*/ 2355 w 2753"/>
                <a:gd name="T19" fmla="*/ 0 h 2716"/>
                <a:gd name="T20" fmla="*/ 398 w 2753"/>
                <a:gd name="T21" fmla="*/ 0 h 2716"/>
                <a:gd name="T22" fmla="*/ 0 w 2753"/>
                <a:gd name="T23" fmla="*/ 399 h 2716"/>
                <a:gd name="T24" fmla="*/ 0 w 2753"/>
                <a:gd name="T25" fmla="*/ 2317 h 2716"/>
                <a:gd name="T26" fmla="*/ 398 w 2753"/>
                <a:gd name="T27" fmla="*/ 2716 h 2716"/>
                <a:gd name="T28" fmla="*/ 2355 w 2753"/>
                <a:gd name="T29" fmla="*/ 2716 h 2716"/>
                <a:gd name="T30" fmla="*/ 2753 w 2753"/>
                <a:gd name="T31" fmla="*/ 2317 h 2716"/>
                <a:gd name="T32" fmla="*/ 2753 w 2753"/>
                <a:gd name="T33" fmla="*/ 399 h 2716"/>
                <a:gd name="T34" fmla="*/ 2355 w 2753"/>
                <a:gd name="T35" fmla="*/ 0 h 27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53" h="2716">
                  <a:moveTo>
                    <a:pt x="2355" y="114"/>
                  </a:moveTo>
                  <a:cubicBezTo>
                    <a:pt x="2512" y="114"/>
                    <a:pt x="2639" y="242"/>
                    <a:pt x="2639" y="399"/>
                  </a:cubicBezTo>
                  <a:cubicBezTo>
                    <a:pt x="2639" y="2317"/>
                    <a:pt x="2639" y="2317"/>
                    <a:pt x="2639" y="2317"/>
                  </a:cubicBezTo>
                  <a:cubicBezTo>
                    <a:pt x="2639" y="2474"/>
                    <a:pt x="2512" y="2602"/>
                    <a:pt x="2355" y="2602"/>
                  </a:cubicBezTo>
                  <a:cubicBezTo>
                    <a:pt x="398" y="2602"/>
                    <a:pt x="398" y="2602"/>
                    <a:pt x="398" y="2602"/>
                  </a:cubicBezTo>
                  <a:cubicBezTo>
                    <a:pt x="241" y="2602"/>
                    <a:pt x="113" y="2474"/>
                    <a:pt x="113" y="2317"/>
                  </a:cubicBezTo>
                  <a:cubicBezTo>
                    <a:pt x="113" y="399"/>
                    <a:pt x="113" y="399"/>
                    <a:pt x="113" y="399"/>
                  </a:cubicBezTo>
                  <a:cubicBezTo>
                    <a:pt x="113" y="242"/>
                    <a:pt x="241" y="114"/>
                    <a:pt x="398" y="114"/>
                  </a:cubicBezTo>
                  <a:cubicBezTo>
                    <a:pt x="2355" y="114"/>
                    <a:pt x="2355" y="114"/>
                    <a:pt x="2355" y="114"/>
                  </a:cubicBezTo>
                  <a:moveTo>
                    <a:pt x="2355" y="0"/>
                  </a:moveTo>
                  <a:cubicBezTo>
                    <a:pt x="398" y="0"/>
                    <a:pt x="398" y="0"/>
                    <a:pt x="398" y="0"/>
                  </a:cubicBezTo>
                  <a:cubicBezTo>
                    <a:pt x="178" y="0"/>
                    <a:pt x="0" y="179"/>
                    <a:pt x="0" y="399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0" y="2538"/>
                    <a:pt x="178" y="2716"/>
                    <a:pt x="398" y="2716"/>
                  </a:cubicBezTo>
                  <a:cubicBezTo>
                    <a:pt x="2355" y="2716"/>
                    <a:pt x="2355" y="2716"/>
                    <a:pt x="2355" y="2716"/>
                  </a:cubicBezTo>
                  <a:cubicBezTo>
                    <a:pt x="2575" y="2716"/>
                    <a:pt x="2753" y="2538"/>
                    <a:pt x="2753" y="2317"/>
                  </a:cubicBezTo>
                  <a:cubicBezTo>
                    <a:pt x="2753" y="399"/>
                    <a:pt x="2753" y="399"/>
                    <a:pt x="2753" y="399"/>
                  </a:cubicBezTo>
                  <a:cubicBezTo>
                    <a:pt x="2753" y="179"/>
                    <a:pt x="2575" y="0"/>
                    <a:pt x="2355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  <p:grpSp>
        <p:nvGrpSpPr>
          <p:cNvPr id="92" name="Group 91"/>
          <p:cNvGrpSpPr/>
          <p:nvPr userDrawn="1"/>
        </p:nvGrpSpPr>
        <p:grpSpPr>
          <a:xfrm flipH="1">
            <a:off x="657355" y="6409324"/>
            <a:ext cx="224082" cy="221156"/>
            <a:chOff x="4328868" y="5502988"/>
            <a:chExt cx="500307" cy="493774"/>
          </a:xfrm>
        </p:grpSpPr>
        <p:sp>
          <p:nvSpPr>
            <p:cNvPr id="93" name="Freeform 92">
              <a:hlinkClick r:id="" action="ppaction://hlinkshowjump?jump=nextslide"/>
            </p:cNvPr>
            <p:cNvSpPr>
              <a:spLocks/>
            </p:cNvSpPr>
            <p:nvPr userDrawn="1"/>
          </p:nvSpPr>
          <p:spPr bwMode="auto">
            <a:xfrm>
              <a:off x="4520556" y="5649754"/>
              <a:ext cx="116933" cy="200242"/>
            </a:xfrm>
            <a:custGeom>
              <a:avLst/>
              <a:gdLst>
                <a:gd name="T0" fmla="*/ 417 w 425"/>
                <a:gd name="T1" fmla="*/ 77 h 728"/>
                <a:gd name="T2" fmla="*/ 131 w 425"/>
                <a:gd name="T3" fmla="*/ 364 h 728"/>
                <a:gd name="T4" fmla="*/ 417 w 425"/>
                <a:gd name="T5" fmla="*/ 650 h 728"/>
                <a:gd name="T6" fmla="*/ 425 w 425"/>
                <a:gd name="T7" fmla="*/ 667 h 728"/>
                <a:gd name="T8" fmla="*/ 417 w 425"/>
                <a:gd name="T9" fmla="*/ 684 h 728"/>
                <a:gd name="T10" fmla="*/ 381 w 425"/>
                <a:gd name="T11" fmla="*/ 720 h 728"/>
                <a:gd name="T12" fmla="*/ 364 w 425"/>
                <a:gd name="T13" fmla="*/ 728 h 728"/>
                <a:gd name="T14" fmla="*/ 347 w 425"/>
                <a:gd name="T15" fmla="*/ 720 h 728"/>
                <a:gd name="T16" fmla="*/ 8 w 425"/>
                <a:gd name="T17" fmla="*/ 381 h 728"/>
                <a:gd name="T18" fmla="*/ 0 w 425"/>
                <a:gd name="T19" fmla="*/ 364 h 728"/>
                <a:gd name="T20" fmla="*/ 8 w 425"/>
                <a:gd name="T21" fmla="*/ 347 h 728"/>
                <a:gd name="T22" fmla="*/ 347 w 425"/>
                <a:gd name="T23" fmla="*/ 7 h 728"/>
                <a:gd name="T24" fmla="*/ 364 w 425"/>
                <a:gd name="T25" fmla="*/ 0 h 728"/>
                <a:gd name="T26" fmla="*/ 381 w 425"/>
                <a:gd name="T27" fmla="*/ 7 h 728"/>
                <a:gd name="T28" fmla="*/ 417 w 425"/>
                <a:gd name="T29" fmla="*/ 44 h 728"/>
                <a:gd name="T30" fmla="*/ 425 w 425"/>
                <a:gd name="T31" fmla="*/ 60 h 728"/>
                <a:gd name="T32" fmla="*/ 417 w 425"/>
                <a:gd name="T33" fmla="*/ 77 h 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25" h="728">
                  <a:moveTo>
                    <a:pt x="417" y="77"/>
                  </a:moveTo>
                  <a:cubicBezTo>
                    <a:pt x="131" y="364"/>
                    <a:pt x="131" y="364"/>
                    <a:pt x="131" y="364"/>
                  </a:cubicBezTo>
                  <a:cubicBezTo>
                    <a:pt x="417" y="650"/>
                    <a:pt x="417" y="650"/>
                    <a:pt x="417" y="650"/>
                  </a:cubicBezTo>
                  <a:cubicBezTo>
                    <a:pt x="422" y="655"/>
                    <a:pt x="425" y="661"/>
                    <a:pt x="425" y="667"/>
                  </a:cubicBezTo>
                  <a:cubicBezTo>
                    <a:pt x="425" y="673"/>
                    <a:pt x="422" y="680"/>
                    <a:pt x="417" y="684"/>
                  </a:cubicBezTo>
                  <a:cubicBezTo>
                    <a:pt x="381" y="720"/>
                    <a:pt x="381" y="720"/>
                    <a:pt x="381" y="720"/>
                  </a:cubicBezTo>
                  <a:cubicBezTo>
                    <a:pt x="377" y="725"/>
                    <a:pt x="370" y="728"/>
                    <a:pt x="364" y="728"/>
                  </a:cubicBezTo>
                  <a:cubicBezTo>
                    <a:pt x="358" y="728"/>
                    <a:pt x="352" y="725"/>
                    <a:pt x="347" y="720"/>
                  </a:cubicBezTo>
                  <a:cubicBezTo>
                    <a:pt x="8" y="381"/>
                    <a:pt x="8" y="381"/>
                    <a:pt x="8" y="381"/>
                  </a:cubicBezTo>
                  <a:cubicBezTo>
                    <a:pt x="3" y="376"/>
                    <a:pt x="0" y="369"/>
                    <a:pt x="0" y="364"/>
                  </a:cubicBezTo>
                  <a:cubicBezTo>
                    <a:pt x="0" y="358"/>
                    <a:pt x="3" y="351"/>
                    <a:pt x="8" y="347"/>
                  </a:cubicBezTo>
                  <a:cubicBezTo>
                    <a:pt x="347" y="7"/>
                    <a:pt x="347" y="7"/>
                    <a:pt x="347" y="7"/>
                  </a:cubicBezTo>
                  <a:cubicBezTo>
                    <a:pt x="352" y="3"/>
                    <a:pt x="358" y="0"/>
                    <a:pt x="364" y="0"/>
                  </a:cubicBezTo>
                  <a:cubicBezTo>
                    <a:pt x="370" y="0"/>
                    <a:pt x="377" y="3"/>
                    <a:pt x="381" y="7"/>
                  </a:cubicBezTo>
                  <a:cubicBezTo>
                    <a:pt x="417" y="44"/>
                    <a:pt x="417" y="44"/>
                    <a:pt x="417" y="44"/>
                  </a:cubicBezTo>
                  <a:cubicBezTo>
                    <a:pt x="422" y="48"/>
                    <a:pt x="425" y="54"/>
                    <a:pt x="425" y="60"/>
                  </a:cubicBezTo>
                  <a:cubicBezTo>
                    <a:pt x="425" y="66"/>
                    <a:pt x="422" y="73"/>
                    <a:pt x="417" y="77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94" name="Freeform 93">
              <a:hlinkClick r:id="" action="ppaction://hlinkshowjump?jump=nextslide"/>
            </p:cNvPr>
            <p:cNvSpPr>
              <a:spLocks noEditPoints="1"/>
            </p:cNvSpPr>
            <p:nvPr userDrawn="1"/>
          </p:nvSpPr>
          <p:spPr bwMode="auto">
            <a:xfrm>
              <a:off x="4328868" y="5502988"/>
              <a:ext cx="500307" cy="493774"/>
            </a:xfrm>
            <a:custGeom>
              <a:avLst/>
              <a:gdLst>
                <a:gd name="T0" fmla="*/ 2355 w 2753"/>
                <a:gd name="T1" fmla="*/ 114 h 2716"/>
                <a:gd name="T2" fmla="*/ 2639 w 2753"/>
                <a:gd name="T3" fmla="*/ 399 h 2716"/>
                <a:gd name="T4" fmla="*/ 2639 w 2753"/>
                <a:gd name="T5" fmla="*/ 2317 h 2716"/>
                <a:gd name="T6" fmla="*/ 2355 w 2753"/>
                <a:gd name="T7" fmla="*/ 2602 h 2716"/>
                <a:gd name="T8" fmla="*/ 398 w 2753"/>
                <a:gd name="T9" fmla="*/ 2602 h 2716"/>
                <a:gd name="T10" fmla="*/ 113 w 2753"/>
                <a:gd name="T11" fmla="*/ 2317 h 2716"/>
                <a:gd name="T12" fmla="*/ 113 w 2753"/>
                <a:gd name="T13" fmla="*/ 399 h 2716"/>
                <a:gd name="T14" fmla="*/ 398 w 2753"/>
                <a:gd name="T15" fmla="*/ 114 h 2716"/>
                <a:gd name="T16" fmla="*/ 2355 w 2753"/>
                <a:gd name="T17" fmla="*/ 114 h 2716"/>
                <a:gd name="T18" fmla="*/ 2355 w 2753"/>
                <a:gd name="T19" fmla="*/ 0 h 2716"/>
                <a:gd name="T20" fmla="*/ 398 w 2753"/>
                <a:gd name="T21" fmla="*/ 0 h 2716"/>
                <a:gd name="T22" fmla="*/ 0 w 2753"/>
                <a:gd name="T23" fmla="*/ 399 h 2716"/>
                <a:gd name="T24" fmla="*/ 0 w 2753"/>
                <a:gd name="T25" fmla="*/ 2317 h 2716"/>
                <a:gd name="T26" fmla="*/ 398 w 2753"/>
                <a:gd name="T27" fmla="*/ 2716 h 2716"/>
                <a:gd name="T28" fmla="*/ 2355 w 2753"/>
                <a:gd name="T29" fmla="*/ 2716 h 2716"/>
                <a:gd name="T30" fmla="*/ 2753 w 2753"/>
                <a:gd name="T31" fmla="*/ 2317 h 2716"/>
                <a:gd name="T32" fmla="*/ 2753 w 2753"/>
                <a:gd name="T33" fmla="*/ 399 h 2716"/>
                <a:gd name="T34" fmla="*/ 2355 w 2753"/>
                <a:gd name="T35" fmla="*/ 0 h 27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53" h="2716">
                  <a:moveTo>
                    <a:pt x="2355" y="114"/>
                  </a:moveTo>
                  <a:cubicBezTo>
                    <a:pt x="2512" y="114"/>
                    <a:pt x="2639" y="242"/>
                    <a:pt x="2639" y="399"/>
                  </a:cubicBezTo>
                  <a:cubicBezTo>
                    <a:pt x="2639" y="2317"/>
                    <a:pt x="2639" y="2317"/>
                    <a:pt x="2639" y="2317"/>
                  </a:cubicBezTo>
                  <a:cubicBezTo>
                    <a:pt x="2639" y="2474"/>
                    <a:pt x="2512" y="2602"/>
                    <a:pt x="2355" y="2602"/>
                  </a:cubicBezTo>
                  <a:cubicBezTo>
                    <a:pt x="398" y="2602"/>
                    <a:pt x="398" y="2602"/>
                    <a:pt x="398" y="2602"/>
                  </a:cubicBezTo>
                  <a:cubicBezTo>
                    <a:pt x="241" y="2602"/>
                    <a:pt x="113" y="2474"/>
                    <a:pt x="113" y="2317"/>
                  </a:cubicBezTo>
                  <a:cubicBezTo>
                    <a:pt x="113" y="399"/>
                    <a:pt x="113" y="399"/>
                    <a:pt x="113" y="399"/>
                  </a:cubicBezTo>
                  <a:cubicBezTo>
                    <a:pt x="113" y="242"/>
                    <a:pt x="241" y="114"/>
                    <a:pt x="398" y="114"/>
                  </a:cubicBezTo>
                  <a:cubicBezTo>
                    <a:pt x="2355" y="114"/>
                    <a:pt x="2355" y="114"/>
                    <a:pt x="2355" y="114"/>
                  </a:cubicBezTo>
                  <a:moveTo>
                    <a:pt x="2355" y="0"/>
                  </a:moveTo>
                  <a:cubicBezTo>
                    <a:pt x="398" y="0"/>
                    <a:pt x="398" y="0"/>
                    <a:pt x="398" y="0"/>
                  </a:cubicBezTo>
                  <a:cubicBezTo>
                    <a:pt x="178" y="0"/>
                    <a:pt x="0" y="179"/>
                    <a:pt x="0" y="399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0" y="2538"/>
                    <a:pt x="178" y="2716"/>
                    <a:pt x="398" y="2716"/>
                  </a:cubicBezTo>
                  <a:cubicBezTo>
                    <a:pt x="2355" y="2716"/>
                    <a:pt x="2355" y="2716"/>
                    <a:pt x="2355" y="2716"/>
                  </a:cubicBezTo>
                  <a:cubicBezTo>
                    <a:pt x="2575" y="2716"/>
                    <a:pt x="2753" y="2538"/>
                    <a:pt x="2753" y="2317"/>
                  </a:cubicBezTo>
                  <a:cubicBezTo>
                    <a:pt x="2753" y="399"/>
                    <a:pt x="2753" y="399"/>
                    <a:pt x="2753" y="399"/>
                  </a:cubicBezTo>
                  <a:cubicBezTo>
                    <a:pt x="2753" y="179"/>
                    <a:pt x="2575" y="0"/>
                    <a:pt x="2355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</p:spTree>
    <p:extLst>
      <p:ext uri="{BB962C8B-B14F-4D97-AF65-F5344CB8AC3E}">
        <p14:creationId xmlns:p14="http://schemas.microsoft.com/office/powerpoint/2010/main" val="3304719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0"/>
                            </p:stCondLst>
                            <p:childTnLst>
                              <p:par>
                                <p:cTn id="6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6" grpId="0" animBg="1"/>
      <p:bldP spid="87" grpId="0"/>
    </p:bld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Freeform 95"/>
          <p:cNvSpPr/>
          <p:nvPr userDrawn="1"/>
        </p:nvSpPr>
        <p:spPr>
          <a:xfrm rot="5400000" flipV="1">
            <a:off x="6571303" y="1237301"/>
            <a:ext cx="6858000" cy="4383396"/>
          </a:xfrm>
          <a:custGeom>
            <a:avLst/>
            <a:gdLst>
              <a:gd name="connsiteX0" fmla="*/ 0 w 6858000"/>
              <a:gd name="connsiteY0" fmla="*/ 255625 h 4383396"/>
              <a:gd name="connsiteX1" fmla="*/ 0 w 6858000"/>
              <a:gd name="connsiteY1" fmla="*/ 4383396 h 4383396"/>
              <a:gd name="connsiteX2" fmla="*/ 6858000 w 6858000"/>
              <a:gd name="connsiteY2" fmla="*/ 4383396 h 4383396"/>
              <a:gd name="connsiteX3" fmla="*/ 6858000 w 6858000"/>
              <a:gd name="connsiteY3" fmla="*/ 255625 h 4383396"/>
              <a:gd name="connsiteX4" fmla="*/ 3766065 w 6858000"/>
              <a:gd name="connsiteY4" fmla="*/ 255625 h 4383396"/>
              <a:gd name="connsiteX5" fmla="*/ 3429001 w 6858000"/>
              <a:gd name="connsiteY5" fmla="*/ 0 h 4383396"/>
              <a:gd name="connsiteX6" fmla="*/ 3091936 w 6858000"/>
              <a:gd name="connsiteY6" fmla="*/ 255625 h 4383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8000" h="4383396">
                <a:moveTo>
                  <a:pt x="0" y="255625"/>
                </a:moveTo>
                <a:lnTo>
                  <a:pt x="0" y="4383396"/>
                </a:lnTo>
                <a:lnTo>
                  <a:pt x="6858000" y="4383396"/>
                </a:lnTo>
                <a:lnTo>
                  <a:pt x="6858000" y="255625"/>
                </a:lnTo>
                <a:lnTo>
                  <a:pt x="3766065" y="255625"/>
                </a:lnTo>
                <a:lnTo>
                  <a:pt x="3429001" y="0"/>
                </a:lnTo>
                <a:lnTo>
                  <a:pt x="3091936" y="255625"/>
                </a:lnTo>
                <a:close/>
              </a:path>
            </a:pathLst>
          </a:custGeom>
          <a:pattFill prst="pct5">
            <a:fgClr>
              <a:schemeClr val="accent2">
                <a:lumMod val="50000"/>
              </a:schemeClr>
            </a:fgClr>
            <a:bgClr>
              <a:schemeClr val="accent3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69" name="Freeform 5"/>
          <p:cNvSpPr>
            <a:spLocks/>
          </p:cNvSpPr>
          <p:nvPr userDrawn="1"/>
        </p:nvSpPr>
        <p:spPr bwMode="auto">
          <a:xfrm flipH="1">
            <a:off x="9930136" y="-637092"/>
            <a:ext cx="2711791" cy="2711789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70" name="Freeform 5"/>
          <p:cNvSpPr>
            <a:spLocks/>
          </p:cNvSpPr>
          <p:nvPr userDrawn="1"/>
        </p:nvSpPr>
        <p:spPr bwMode="auto">
          <a:xfrm flipH="1">
            <a:off x="8535301" y="921256"/>
            <a:ext cx="982576" cy="982576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71" name="Freeform 5"/>
          <p:cNvSpPr>
            <a:spLocks/>
          </p:cNvSpPr>
          <p:nvPr userDrawn="1"/>
        </p:nvSpPr>
        <p:spPr bwMode="auto">
          <a:xfrm flipH="1">
            <a:off x="8690348" y="-296897"/>
            <a:ext cx="672480" cy="67248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72" name="Freeform 5"/>
          <p:cNvSpPr>
            <a:spLocks/>
          </p:cNvSpPr>
          <p:nvPr userDrawn="1"/>
        </p:nvSpPr>
        <p:spPr bwMode="auto">
          <a:xfrm flipH="1">
            <a:off x="6892774" y="1381250"/>
            <a:ext cx="1081310" cy="108131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73" name="Freeform 5"/>
          <p:cNvSpPr>
            <a:spLocks/>
          </p:cNvSpPr>
          <p:nvPr userDrawn="1"/>
        </p:nvSpPr>
        <p:spPr bwMode="auto">
          <a:xfrm flipH="1">
            <a:off x="7490451" y="215697"/>
            <a:ext cx="521440" cy="52144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74" name="Freeform 5"/>
          <p:cNvSpPr>
            <a:spLocks/>
          </p:cNvSpPr>
          <p:nvPr userDrawn="1"/>
        </p:nvSpPr>
        <p:spPr bwMode="auto">
          <a:xfrm flipH="1">
            <a:off x="9305255" y="2655843"/>
            <a:ext cx="1337469" cy="1337469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75" name="Freeform 5"/>
          <p:cNvSpPr>
            <a:spLocks/>
          </p:cNvSpPr>
          <p:nvPr userDrawn="1"/>
        </p:nvSpPr>
        <p:spPr bwMode="auto">
          <a:xfrm flipH="1">
            <a:off x="11073361" y="2461388"/>
            <a:ext cx="672480" cy="67248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76" name="Freeform 5"/>
          <p:cNvSpPr>
            <a:spLocks/>
          </p:cNvSpPr>
          <p:nvPr userDrawn="1"/>
        </p:nvSpPr>
        <p:spPr bwMode="auto">
          <a:xfrm flipH="1">
            <a:off x="10870156" y="3855256"/>
            <a:ext cx="521440" cy="52144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77" name="Freeform 5"/>
          <p:cNvSpPr>
            <a:spLocks/>
          </p:cNvSpPr>
          <p:nvPr userDrawn="1"/>
        </p:nvSpPr>
        <p:spPr bwMode="auto">
          <a:xfrm flipH="1">
            <a:off x="8352858" y="2453988"/>
            <a:ext cx="521761" cy="521761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78" name="Freeform 5"/>
          <p:cNvSpPr>
            <a:spLocks/>
          </p:cNvSpPr>
          <p:nvPr userDrawn="1"/>
        </p:nvSpPr>
        <p:spPr bwMode="auto">
          <a:xfrm flipH="1">
            <a:off x="11801991" y="3355185"/>
            <a:ext cx="672480" cy="67248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79" name="Freeform 5"/>
          <p:cNvSpPr>
            <a:spLocks/>
          </p:cNvSpPr>
          <p:nvPr userDrawn="1"/>
        </p:nvSpPr>
        <p:spPr bwMode="auto">
          <a:xfrm flipH="1">
            <a:off x="12086289" y="2172540"/>
            <a:ext cx="385460" cy="38546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grpSp>
        <p:nvGrpSpPr>
          <p:cNvPr id="80" name="Group 79"/>
          <p:cNvGrpSpPr/>
          <p:nvPr userDrawn="1"/>
        </p:nvGrpSpPr>
        <p:grpSpPr>
          <a:xfrm flipH="1">
            <a:off x="1036725" y="1090208"/>
            <a:ext cx="93144" cy="590448"/>
            <a:chOff x="7711341" y="589735"/>
            <a:chExt cx="93144" cy="590448"/>
          </a:xfrm>
        </p:grpSpPr>
        <p:sp>
          <p:nvSpPr>
            <p:cNvPr id="81" name="Freeform 5"/>
            <p:cNvSpPr>
              <a:spLocks/>
            </p:cNvSpPr>
            <p:nvPr/>
          </p:nvSpPr>
          <p:spPr bwMode="auto">
            <a:xfrm>
              <a:off x="7711341" y="589735"/>
              <a:ext cx="93144" cy="93144"/>
            </a:xfrm>
            <a:custGeom>
              <a:avLst/>
              <a:gdLst>
                <a:gd name="T0" fmla="*/ 731 w 1169"/>
                <a:gd name="T1" fmla="*/ 0 h 1169"/>
                <a:gd name="T2" fmla="*/ 0 w 1169"/>
                <a:gd name="T3" fmla="*/ 0 h 1169"/>
                <a:gd name="T4" fmla="*/ 0 w 1169"/>
                <a:gd name="T5" fmla="*/ 731 h 1169"/>
                <a:gd name="T6" fmla="*/ 439 w 1169"/>
                <a:gd name="T7" fmla="*/ 1169 h 1169"/>
                <a:gd name="T8" fmla="*/ 1169 w 1169"/>
                <a:gd name="T9" fmla="*/ 1169 h 1169"/>
                <a:gd name="T10" fmla="*/ 1169 w 1169"/>
                <a:gd name="T11" fmla="*/ 439 h 1169"/>
                <a:gd name="T12" fmla="*/ 731 w 1169"/>
                <a:gd name="T13" fmla="*/ 0 h 1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69" h="1169">
                  <a:moveTo>
                    <a:pt x="73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731"/>
                    <a:pt x="0" y="731"/>
                    <a:pt x="0" y="731"/>
                  </a:cubicBezTo>
                  <a:cubicBezTo>
                    <a:pt x="0" y="973"/>
                    <a:pt x="196" y="1169"/>
                    <a:pt x="439" y="1169"/>
                  </a:cubicBezTo>
                  <a:cubicBezTo>
                    <a:pt x="1169" y="1169"/>
                    <a:pt x="1169" y="1169"/>
                    <a:pt x="1169" y="1169"/>
                  </a:cubicBezTo>
                  <a:cubicBezTo>
                    <a:pt x="1169" y="439"/>
                    <a:pt x="1169" y="439"/>
                    <a:pt x="1169" y="439"/>
                  </a:cubicBezTo>
                  <a:cubicBezTo>
                    <a:pt x="1169" y="196"/>
                    <a:pt x="973" y="0"/>
                    <a:pt x="731" y="0"/>
                  </a:cubicBez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82" name="Freeform 5"/>
            <p:cNvSpPr>
              <a:spLocks/>
            </p:cNvSpPr>
            <p:nvPr/>
          </p:nvSpPr>
          <p:spPr bwMode="auto">
            <a:xfrm>
              <a:off x="7711341" y="714061"/>
              <a:ext cx="93144" cy="93144"/>
            </a:xfrm>
            <a:custGeom>
              <a:avLst/>
              <a:gdLst>
                <a:gd name="T0" fmla="*/ 731 w 1169"/>
                <a:gd name="T1" fmla="*/ 0 h 1169"/>
                <a:gd name="T2" fmla="*/ 0 w 1169"/>
                <a:gd name="T3" fmla="*/ 0 h 1169"/>
                <a:gd name="T4" fmla="*/ 0 w 1169"/>
                <a:gd name="T5" fmla="*/ 731 h 1169"/>
                <a:gd name="T6" fmla="*/ 439 w 1169"/>
                <a:gd name="T7" fmla="*/ 1169 h 1169"/>
                <a:gd name="T8" fmla="*/ 1169 w 1169"/>
                <a:gd name="T9" fmla="*/ 1169 h 1169"/>
                <a:gd name="T10" fmla="*/ 1169 w 1169"/>
                <a:gd name="T11" fmla="*/ 439 h 1169"/>
                <a:gd name="T12" fmla="*/ 731 w 1169"/>
                <a:gd name="T13" fmla="*/ 0 h 1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69" h="1169">
                  <a:moveTo>
                    <a:pt x="73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731"/>
                    <a:pt x="0" y="731"/>
                    <a:pt x="0" y="731"/>
                  </a:cubicBezTo>
                  <a:cubicBezTo>
                    <a:pt x="0" y="973"/>
                    <a:pt x="196" y="1169"/>
                    <a:pt x="439" y="1169"/>
                  </a:cubicBezTo>
                  <a:cubicBezTo>
                    <a:pt x="1169" y="1169"/>
                    <a:pt x="1169" y="1169"/>
                    <a:pt x="1169" y="1169"/>
                  </a:cubicBezTo>
                  <a:cubicBezTo>
                    <a:pt x="1169" y="439"/>
                    <a:pt x="1169" y="439"/>
                    <a:pt x="1169" y="439"/>
                  </a:cubicBezTo>
                  <a:cubicBezTo>
                    <a:pt x="1169" y="196"/>
                    <a:pt x="973" y="0"/>
                    <a:pt x="731" y="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83" name="Freeform 5"/>
            <p:cNvSpPr>
              <a:spLocks/>
            </p:cNvSpPr>
            <p:nvPr/>
          </p:nvSpPr>
          <p:spPr bwMode="auto">
            <a:xfrm>
              <a:off x="7711341" y="838387"/>
              <a:ext cx="93144" cy="93144"/>
            </a:xfrm>
            <a:custGeom>
              <a:avLst/>
              <a:gdLst>
                <a:gd name="T0" fmla="*/ 731 w 1169"/>
                <a:gd name="T1" fmla="*/ 0 h 1169"/>
                <a:gd name="T2" fmla="*/ 0 w 1169"/>
                <a:gd name="T3" fmla="*/ 0 h 1169"/>
                <a:gd name="T4" fmla="*/ 0 w 1169"/>
                <a:gd name="T5" fmla="*/ 731 h 1169"/>
                <a:gd name="T6" fmla="*/ 439 w 1169"/>
                <a:gd name="T7" fmla="*/ 1169 h 1169"/>
                <a:gd name="T8" fmla="*/ 1169 w 1169"/>
                <a:gd name="T9" fmla="*/ 1169 h 1169"/>
                <a:gd name="T10" fmla="*/ 1169 w 1169"/>
                <a:gd name="T11" fmla="*/ 439 h 1169"/>
                <a:gd name="T12" fmla="*/ 731 w 1169"/>
                <a:gd name="T13" fmla="*/ 0 h 1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69" h="1169">
                  <a:moveTo>
                    <a:pt x="73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731"/>
                    <a:pt x="0" y="731"/>
                    <a:pt x="0" y="731"/>
                  </a:cubicBezTo>
                  <a:cubicBezTo>
                    <a:pt x="0" y="973"/>
                    <a:pt x="196" y="1169"/>
                    <a:pt x="439" y="1169"/>
                  </a:cubicBezTo>
                  <a:cubicBezTo>
                    <a:pt x="1169" y="1169"/>
                    <a:pt x="1169" y="1169"/>
                    <a:pt x="1169" y="1169"/>
                  </a:cubicBezTo>
                  <a:cubicBezTo>
                    <a:pt x="1169" y="439"/>
                    <a:pt x="1169" y="439"/>
                    <a:pt x="1169" y="439"/>
                  </a:cubicBezTo>
                  <a:cubicBezTo>
                    <a:pt x="1169" y="196"/>
                    <a:pt x="973" y="0"/>
                    <a:pt x="731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84" name="Freeform 5"/>
            <p:cNvSpPr>
              <a:spLocks/>
            </p:cNvSpPr>
            <p:nvPr/>
          </p:nvSpPr>
          <p:spPr bwMode="auto">
            <a:xfrm>
              <a:off x="7711341" y="962713"/>
              <a:ext cx="93144" cy="93144"/>
            </a:xfrm>
            <a:custGeom>
              <a:avLst/>
              <a:gdLst>
                <a:gd name="T0" fmla="*/ 731 w 1169"/>
                <a:gd name="T1" fmla="*/ 0 h 1169"/>
                <a:gd name="T2" fmla="*/ 0 w 1169"/>
                <a:gd name="T3" fmla="*/ 0 h 1169"/>
                <a:gd name="T4" fmla="*/ 0 w 1169"/>
                <a:gd name="T5" fmla="*/ 731 h 1169"/>
                <a:gd name="T6" fmla="*/ 439 w 1169"/>
                <a:gd name="T7" fmla="*/ 1169 h 1169"/>
                <a:gd name="T8" fmla="*/ 1169 w 1169"/>
                <a:gd name="T9" fmla="*/ 1169 h 1169"/>
                <a:gd name="T10" fmla="*/ 1169 w 1169"/>
                <a:gd name="T11" fmla="*/ 439 h 1169"/>
                <a:gd name="T12" fmla="*/ 731 w 1169"/>
                <a:gd name="T13" fmla="*/ 0 h 1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69" h="1169">
                  <a:moveTo>
                    <a:pt x="73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731"/>
                    <a:pt x="0" y="731"/>
                    <a:pt x="0" y="731"/>
                  </a:cubicBezTo>
                  <a:cubicBezTo>
                    <a:pt x="0" y="973"/>
                    <a:pt x="196" y="1169"/>
                    <a:pt x="439" y="1169"/>
                  </a:cubicBezTo>
                  <a:cubicBezTo>
                    <a:pt x="1169" y="1169"/>
                    <a:pt x="1169" y="1169"/>
                    <a:pt x="1169" y="1169"/>
                  </a:cubicBezTo>
                  <a:cubicBezTo>
                    <a:pt x="1169" y="439"/>
                    <a:pt x="1169" y="439"/>
                    <a:pt x="1169" y="439"/>
                  </a:cubicBezTo>
                  <a:cubicBezTo>
                    <a:pt x="1169" y="196"/>
                    <a:pt x="973" y="0"/>
                    <a:pt x="731" y="0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85" name="Freeform 5"/>
            <p:cNvSpPr>
              <a:spLocks/>
            </p:cNvSpPr>
            <p:nvPr/>
          </p:nvSpPr>
          <p:spPr bwMode="auto">
            <a:xfrm>
              <a:off x="7711341" y="1087039"/>
              <a:ext cx="93144" cy="93144"/>
            </a:xfrm>
            <a:custGeom>
              <a:avLst/>
              <a:gdLst>
                <a:gd name="T0" fmla="*/ 731 w 1169"/>
                <a:gd name="T1" fmla="*/ 0 h 1169"/>
                <a:gd name="T2" fmla="*/ 0 w 1169"/>
                <a:gd name="T3" fmla="*/ 0 h 1169"/>
                <a:gd name="T4" fmla="*/ 0 w 1169"/>
                <a:gd name="T5" fmla="*/ 731 h 1169"/>
                <a:gd name="T6" fmla="*/ 439 w 1169"/>
                <a:gd name="T7" fmla="*/ 1169 h 1169"/>
                <a:gd name="T8" fmla="*/ 1169 w 1169"/>
                <a:gd name="T9" fmla="*/ 1169 h 1169"/>
                <a:gd name="T10" fmla="*/ 1169 w 1169"/>
                <a:gd name="T11" fmla="*/ 439 h 1169"/>
                <a:gd name="T12" fmla="*/ 731 w 1169"/>
                <a:gd name="T13" fmla="*/ 0 h 1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69" h="1169">
                  <a:moveTo>
                    <a:pt x="73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731"/>
                    <a:pt x="0" y="731"/>
                    <a:pt x="0" y="731"/>
                  </a:cubicBezTo>
                  <a:cubicBezTo>
                    <a:pt x="0" y="973"/>
                    <a:pt x="196" y="1169"/>
                    <a:pt x="439" y="1169"/>
                  </a:cubicBezTo>
                  <a:cubicBezTo>
                    <a:pt x="1169" y="1169"/>
                    <a:pt x="1169" y="1169"/>
                    <a:pt x="1169" y="1169"/>
                  </a:cubicBezTo>
                  <a:cubicBezTo>
                    <a:pt x="1169" y="439"/>
                    <a:pt x="1169" y="439"/>
                    <a:pt x="1169" y="439"/>
                  </a:cubicBezTo>
                  <a:cubicBezTo>
                    <a:pt x="1169" y="196"/>
                    <a:pt x="973" y="0"/>
                    <a:pt x="731" y="0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  <p:sp>
        <p:nvSpPr>
          <p:cNvPr id="86" name="Freeform 5"/>
          <p:cNvSpPr>
            <a:spLocks/>
          </p:cNvSpPr>
          <p:nvPr userDrawn="1"/>
        </p:nvSpPr>
        <p:spPr bwMode="auto">
          <a:xfrm flipH="1">
            <a:off x="11486507" y="174661"/>
            <a:ext cx="530831" cy="530831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87" name="TextBox 86"/>
          <p:cNvSpPr txBox="1"/>
          <p:nvPr userDrawn="1"/>
        </p:nvSpPr>
        <p:spPr>
          <a:xfrm>
            <a:off x="11526134" y="245136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60E2A6B-A809-4840-BF14-8648BC0BDF87}" type="slidenum">
              <a:rPr lang="id-ID" sz="1800" b="1" smtClean="0">
                <a:solidFill>
                  <a:schemeClr val="tx2">
                    <a:lumMod val="75000"/>
                  </a:schemeClr>
                </a:solidFill>
              </a:rPr>
              <a:pPr algn="ctr"/>
              <a:t>‹#›</a:t>
            </a:fld>
            <a:endParaRPr lang="id-ID" sz="1800" dirty="0">
              <a:solidFill>
                <a:schemeClr val="tx2">
                  <a:lumMod val="75000"/>
                </a:schemeClr>
              </a:solidFill>
            </a:endParaRPr>
          </a:p>
        </p:txBody>
      </p:sp>
      <p:grpSp>
        <p:nvGrpSpPr>
          <p:cNvPr id="89" name="Group 88"/>
          <p:cNvGrpSpPr/>
          <p:nvPr userDrawn="1"/>
        </p:nvGrpSpPr>
        <p:grpSpPr>
          <a:xfrm>
            <a:off x="347419" y="6409324"/>
            <a:ext cx="224082" cy="221156"/>
            <a:chOff x="4328868" y="5502988"/>
            <a:chExt cx="500307" cy="493774"/>
          </a:xfrm>
        </p:grpSpPr>
        <p:sp>
          <p:nvSpPr>
            <p:cNvPr id="90" name="Freeform 89">
              <a:hlinkClick r:id="" action="ppaction://hlinkshowjump?jump=previousslide"/>
            </p:cNvPr>
            <p:cNvSpPr>
              <a:spLocks/>
            </p:cNvSpPr>
            <p:nvPr userDrawn="1"/>
          </p:nvSpPr>
          <p:spPr bwMode="auto">
            <a:xfrm>
              <a:off x="4520555" y="5649754"/>
              <a:ext cx="116933" cy="200242"/>
            </a:xfrm>
            <a:custGeom>
              <a:avLst/>
              <a:gdLst>
                <a:gd name="T0" fmla="*/ 417 w 425"/>
                <a:gd name="T1" fmla="*/ 77 h 728"/>
                <a:gd name="T2" fmla="*/ 131 w 425"/>
                <a:gd name="T3" fmla="*/ 364 h 728"/>
                <a:gd name="T4" fmla="*/ 417 w 425"/>
                <a:gd name="T5" fmla="*/ 650 h 728"/>
                <a:gd name="T6" fmla="*/ 425 w 425"/>
                <a:gd name="T7" fmla="*/ 667 h 728"/>
                <a:gd name="T8" fmla="*/ 417 w 425"/>
                <a:gd name="T9" fmla="*/ 684 h 728"/>
                <a:gd name="T10" fmla="*/ 381 w 425"/>
                <a:gd name="T11" fmla="*/ 720 h 728"/>
                <a:gd name="T12" fmla="*/ 364 w 425"/>
                <a:gd name="T13" fmla="*/ 728 h 728"/>
                <a:gd name="T14" fmla="*/ 347 w 425"/>
                <a:gd name="T15" fmla="*/ 720 h 728"/>
                <a:gd name="T16" fmla="*/ 8 w 425"/>
                <a:gd name="T17" fmla="*/ 381 h 728"/>
                <a:gd name="T18" fmla="*/ 0 w 425"/>
                <a:gd name="T19" fmla="*/ 364 h 728"/>
                <a:gd name="T20" fmla="*/ 8 w 425"/>
                <a:gd name="T21" fmla="*/ 347 h 728"/>
                <a:gd name="T22" fmla="*/ 347 w 425"/>
                <a:gd name="T23" fmla="*/ 7 h 728"/>
                <a:gd name="T24" fmla="*/ 364 w 425"/>
                <a:gd name="T25" fmla="*/ 0 h 728"/>
                <a:gd name="T26" fmla="*/ 381 w 425"/>
                <a:gd name="T27" fmla="*/ 7 h 728"/>
                <a:gd name="T28" fmla="*/ 417 w 425"/>
                <a:gd name="T29" fmla="*/ 44 h 728"/>
                <a:gd name="T30" fmla="*/ 425 w 425"/>
                <a:gd name="T31" fmla="*/ 60 h 728"/>
                <a:gd name="T32" fmla="*/ 417 w 425"/>
                <a:gd name="T33" fmla="*/ 77 h 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25" h="728">
                  <a:moveTo>
                    <a:pt x="417" y="77"/>
                  </a:moveTo>
                  <a:cubicBezTo>
                    <a:pt x="131" y="364"/>
                    <a:pt x="131" y="364"/>
                    <a:pt x="131" y="364"/>
                  </a:cubicBezTo>
                  <a:cubicBezTo>
                    <a:pt x="417" y="650"/>
                    <a:pt x="417" y="650"/>
                    <a:pt x="417" y="650"/>
                  </a:cubicBezTo>
                  <a:cubicBezTo>
                    <a:pt x="422" y="655"/>
                    <a:pt x="425" y="661"/>
                    <a:pt x="425" y="667"/>
                  </a:cubicBezTo>
                  <a:cubicBezTo>
                    <a:pt x="425" y="673"/>
                    <a:pt x="422" y="680"/>
                    <a:pt x="417" y="684"/>
                  </a:cubicBezTo>
                  <a:cubicBezTo>
                    <a:pt x="381" y="720"/>
                    <a:pt x="381" y="720"/>
                    <a:pt x="381" y="720"/>
                  </a:cubicBezTo>
                  <a:cubicBezTo>
                    <a:pt x="377" y="725"/>
                    <a:pt x="370" y="728"/>
                    <a:pt x="364" y="728"/>
                  </a:cubicBezTo>
                  <a:cubicBezTo>
                    <a:pt x="358" y="728"/>
                    <a:pt x="352" y="725"/>
                    <a:pt x="347" y="720"/>
                  </a:cubicBezTo>
                  <a:cubicBezTo>
                    <a:pt x="8" y="381"/>
                    <a:pt x="8" y="381"/>
                    <a:pt x="8" y="381"/>
                  </a:cubicBezTo>
                  <a:cubicBezTo>
                    <a:pt x="3" y="376"/>
                    <a:pt x="0" y="369"/>
                    <a:pt x="0" y="364"/>
                  </a:cubicBezTo>
                  <a:cubicBezTo>
                    <a:pt x="0" y="358"/>
                    <a:pt x="3" y="351"/>
                    <a:pt x="8" y="347"/>
                  </a:cubicBezTo>
                  <a:cubicBezTo>
                    <a:pt x="347" y="7"/>
                    <a:pt x="347" y="7"/>
                    <a:pt x="347" y="7"/>
                  </a:cubicBezTo>
                  <a:cubicBezTo>
                    <a:pt x="352" y="3"/>
                    <a:pt x="358" y="0"/>
                    <a:pt x="364" y="0"/>
                  </a:cubicBezTo>
                  <a:cubicBezTo>
                    <a:pt x="370" y="0"/>
                    <a:pt x="377" y="3"/>
                    <a:pt x="381" y="7"/>
                  </a:cubicBezTo>
                  <a:cubicBezTo>
                    <a:pt x="417" y="44"/>
                    <a:pt x="417" y="44"/>
                    <a:pt x="417" y="44"/>
                  </a:cubicBezTo>
                  <a:cubicBezTo>
                    <a:pt x="422" y="48"/>
                    <a:pt x="425" y="54"/>
                    <a:pt x="425" y="60"/>
                  </a:cubicBezTo>
                  <a:cubicBezTo>
                    <a:pt x="425" y="66"/>
                    <a:pt x="422" y="73"/>
                    <a:pt x="417" y="77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91" name="Freeform 90">
              <a:hlinkClick r:id="" action="ppaction://hlinkshowjump?jump=previousslide"/>
            </p:cNvPr>
            <p:cNvSpPr>
              <a:spLocks noEditPoints="1"/>
            </p:cNvSpPr>
            <p:nvPr userDrawn="1"/>
          </p:nvSpPr>
          <p:spPr bwMode="auto">
            <a:xfrm>
              <a:off x="4328868" y="5502988"/>
              <a:ext cx="500307" cy="493774"/>
            </a:xfrm>
            <a:custGeom>
              <a:avLst/>
              <a:gdLst>
                <a:gd name="T0" fmla="*/ 2355 w 2753"/>
                <a:gd name="T1" fmla="*/ 114 h 2716"/>
                <a:gd name="T2" fmla="*/ 2639 w 2753"/>
                <a:gd name="T3" fmla="*/ 399 h 2716"/>
                <a:gd name="T4" fmla="*/ 2639 w 2753"/>
                <a:gd name="T5" fmla="*/ 2317 h 2716"/>
                <a:gd name="T6" fmla="*/ 2355 w 2753"/>
                <a:gd name="T7" fmla="*/ 2602 h 2716"/>
                <a:gd name="T8" fmla="*/ 398 w 2753"/>
                <a:gd name="T9" fmla="*/ 2602 h 2716"/>
                <a:gd name="T10" fmla="*/ 113 w 2753"/>
                <a:gd name="T11" fmla="*/ 2317 h 2716"/>
                <a:gd name="T12" fmla="*/ 113 w 2753"/>
                <a:gd name="T13" fmla="*/ 399 h 2716"/>
                <a:gd name="T14" fmla="*/ 398 w 2753"/>
                <a:gd name="T15" fmla="*/ 114 h 2716"/>
                <a:gd name="T16" fmla="*/ 2355 w 2753"/>
                <a:gd name="T17" fmla="*/ 114 h 2716"/>
                <a:gd name="T18" fmla="*/ 2355 w 2753"/>
                <a:gd name="T19" fmla="*/ 0 h 2716"/>
                <a:gd name="T20" fmla="*/ 398 w 2753"/>
                <a:gd name="T21" fmla="*/ 0 h 2716"/>
                <a:gd name="T22" fmla="*/ 0 w 2753"/>
                <a:gd name="T23" fmla="*/ 399 h 2716"/>
                <a:gd name="T24" fmla="*/ 0 w 2753"/>
                <a:gd name="T25" fmla="*/ 2317 h 2716"/>
                <a:gd name="T26" fmla="*/ 398 w 2753"/>
                <a:gd name="T27" fmla="*/ 2716 h 2716"/>
                <a:gd name="T28" fmla="*/ 2355 w 2753"/>
                <a:gd name="T29" fmla="*/ 2716 h 2716"/>
                <a:gd name="T30" fmla="*/ 2753 w 2753"/>
                <a:gd name="T31" fmla="*/ 2317 h 2716"/>
                <a:gd name="T32" fmla="*/ 2753 w 2753"/>
                <a:gd name="T33" fmla="*/ 399 h 2716"/>
                <a:gd name="T34" fmla="*/ 2355 w 2753"/>
                <a:gd name="T35" fmla="*/ 0 h 27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53" h="2716">
                  <a:moveTo>
                    <a:pt x="2355" y="114"/>
                  </a:moveTo>
                  <a:cubicBezTo>
                    <a:pt x="2512" y="114"/>
                    <a:pt x="2639" y="242"/>
                    <a:pt x="2639" y="399"/>
                  </a:cubicBezTo>
                  <a:cubicBezTo>
                    <a:pt x="2639" y="2317"/>
                    <a:pt x="2639" y="2317"/>
                    <a:pt x="2639" y="2317"/>
                  </a:cubicBezTo>
                  <a:cubicBezTo>
                    <a:pt x="2639" y="2474"/>
                    <a:pt x="2512" y="2602"/>
                    <a:pt x="2355" y="2602"/>
                  </a:cubicBezTo>
                  <a:cubicBezTo>
                    <a:pt x="398" y="2602"/>
                    <a:pt x="398" y="2602"/>
                    <a:pt x="398" y="2602"/>
                  </a:cubicBezTo>
                  <a:cubicBezTo>
                    <a:pt x="241" y="2602"/>
                    <a:pt x="113" y="2474"/>
                    <a:pt x="113" y="2317"/>
                  </a:cubicBezTo>
                  <a:cubicBezTo>
                    <a:pt x="113" y="399"/>
                    <a:pt x="113" y="399"/>
                    <a:pt x="113" y="399"/>
                  </a:cubicBezTo>
                  <a:cubicBezTo>
                    <a:pt x="113" y="242"/>
                    <a:pt x="241" y="114"/>
                    <a:pt x="398" y="114"/>
                  </a:cubicBezTo>
                  <a:cubicBezTo>
                    <a:pt x="2355" y="114"/>
                    <a:pt x="2355" y="114"/>
                    <a:pt x="2355" y="114"/>
                  </a:cubicBezTo>
                  <a:moveTo>
                    <a:pt x="2355" y="0"/>
                  </a:moveTo>
                  <a:cubicBezTo>
                    <a:pt x="398" y="0"/>
                    <a:pt x="398" y="0"/>
                    <a:pt x="398" y="0"/>
                  </a:cubicBezTo>
                  <a:cubicBezTo>
                    <a:pt x="178" y="0"/>
                    <a:pt x="0" y="179"/>
                    <a:pt x="0" y="399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0" y="2538"/>
                    <a:pt x="178" y="2716"/>
                    <a:pt x="398" y="2716"/>
                  </a:cubicBezTo>
                  <a:cubicBezTo>
                    <a:pt x="2355" y="2716"/>
                    <a:pt x="2355" y="2716"/>
                    <a:pt x="2355" y="2716"/>
                  </a:cubicBezTo>
                  <a:cubicBezTo>
                    <a:pt x="2575" y="2716"/>
                    <a:pt x="2753" y="2538"/>
                    <a:pt x="2753" y="2317"/>
                  </a:cubicBezTo>
                  <a:cubicBezTo>
                    <a:pt x="2753" y="399"/>
                    <a:pt x="2753" y="399"/>
                    <a:pt x="2753" y="399"/>
                  </a:cubicBezTo>
                  <a:cubicBezTo>
                    <a:pt x="2753" y="179"/>
                    <a:pt x="2575" y="0"/>
                    <a:pt x="2355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  <p:grpSp>
        <p:nvGrpSpPr>
          <p:cNvPr id="92" name="Group 91"/>
          <p:cNvGrpSpPr/>
          <p:nvPr userDrawn="1"/>
        </p:nvGrpSpPr>
        <p:grpSpPr>
          <a:xfrm flipH="1">
            <a:off x="657355" y="6409324"/>
            <a:ext cx="224082" cy="221156"/>
            <a:chOff x="4328868" y="5502988"/>
            <a:chExt cx="500307" cy="493774"/>
          </a:xfrm>
        </p:grpSpPr>
        <p:sp>
          <p:nvSpPr>
            <p:cNvPr id="93" name="Freeform 92">
              <a:hlinkClick r:id="" action="ppaction://hlinkshowjump?jump=nextslide"/>
            </p:cNvPr>
            <p:cNvSpPr>
              <a:spLocks/>
            </p:cNvSpPr>
            <p:nvPr userDrawn="1"/>
          </p:nvSpPr>
          <p:spPr bwMode="auto">
            <a:xfrm>
              <a:off x="4520556" y="5649754"/>
              <a:ext cx="116933" cy="200242"/>
            </a:xfrm>
            <a:custGeom>
              <a:avLst/>
              <a:gdLst>
                <a:gd name="T0" fmla="*/ 417 w 425"/>
                <a:gd name="T1" fmla="*/ 77 h 728"/>
                <a:gd name="T2" fmla="*/ 131 w 425"/>
                <a:gd name="T3" fmla="*/ 364 h 728"/>
                <a:gd name="T4" fmla="*/ 417 w 425"/>
                <a:gd name="T5" fmla="*/ 650 h 728"/>
                <a:gd name="T6" fmla="*/ 425 w 425"/>
                <a:gd name="T7" fmla="*/ 667 h 728"/>
                <a:gd name="T8" fmla="*/ 417 w 425"/>
                <a:gd name="T9" fmla="*/ 684 h 728"/>
                <a:gd name="T10" fmla="*/ 381 w 425"/>
                <a:gd name="T11" fmla="*/ 720 h 728"/>
                <a:gd name="T12" fmla="*/ 364 w 425"/>
                <a:gd name="T13" fmla="*/ 728 h 728"/>
                <a:gd name="T14" fmla="*/ 347 w 425"/>
                <a:gd name="T15" fmla="*/ 720 h 728"/>
                <a:gd name="T16" fmla="*/ 8 w 425"/>
                <a:gd name="T17" fmla="*/ 381 h 728"/>
                <a:gd name="T18" fmla="*/ 0 w 425"/>
                <a:gd name="T19" fmla="*/ 364 h 728"/>
                <a:gd name="T20" fmla="*/ 8 w 425"/>
                <a:gd name="T21" fmla="*/ 347 h 728"/>
                <a:gd name="T22" fmla="*/ 347 w 425"/>
                <a:gd name="T23" fmla="*/ 7 h 728"/>
                <a:gd name="T24" fmla="*/ 364 w 425"/>
                <a:gd name="T25" fmla="*/ 0 h 728"/>
                <a:gd name="T26" fmla="*/ 381 w 425"/>
                <a:gd name="T27" fmla="*/ 7 h 728"/>
                <a:gd name="T28" fmla="*/ 417 w 425"/>
                <a:gd name="T29" fmla="*/ 44 h 728"/>
                <a:gd name="T30" fmla="*/ 425 w 425"/>
                <a:gd name="T31" fmla="*/ 60 h 728"/>
                <a:gd name="T32" fmla="*/ 417 w 425"/>
                <a:gd name="T33" fmla="*/ 77 h 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25" h="728">
                  <a:moveTo>
                    <a:pt x="417" y="77"/>
                  </a:moveTo>
                  <a:cubicBezTo>
                    <a:pt x="131" y="364"/>
                    <a:pt x="131" y="364"/>
                    <a:pt x="131" y="364"/>
                  </a:cubicBezTo>
                  <a:cubicBezTo>
                    <a:pt x="417" y="650"/>
                    <a:pt x="417" y="650"/>
                    <a:pt x="417" y="650"/>
                  </a:cubicBezTo>
                  <a:cubicBezTo>
                    <a:pt x="422" y="655"/>
                    <a:pt x="425" y="661"/>
                    <a:pt x="425" y="667"/>
                  </a:cubicBezTo>
                  <a:cubicBezTo>
                    <a:pt x="425" y="673"/>
                    <a:pt x="422" y="680"/>
                    <a:pt x="417" y="684"/>
                  </a:cubicBezTo>
                  <a:cubicBezTo>
                    <a:pt x="381" y="720"/>
                    <a:pt x="381" y="720"/>
                    <a:pt x="381" y="720"/>
                  </a:cubicBezTo>
                  <a:cubicBezTo>
                    <a:pt x="377" y="725"/>
                    <a:pt x="370" y="728"/>
                    <a:pt x="364" y="728"/>
                  </a:cubicBezTo>
                  <a:cubicBezTo>
                    <a:pt x="358" y="728"/>
                    <a:pt x="352" y="725"/>
                    <a:pt x="347" y="720"/>
                  </a:cubicBezTo>
                  <a:cubicBezTo>
                    <a:pt x="8" y="381"/>
                    <a:pt x="8" y="381"/>
                    <a:pt x="8" y="381"/>
                  </a:cubicBezTo>
                  <a:cubicBezTo>
                    <a:pt x="3" y="376"/>
                    <a:pt x="0" y="369"/>
                    <a:pt x="0" y="364"/>
                  </a:cubicBezTo>
                  <a:cubicBezTo>
                    <a:pt x="0" y="358"/>
                    <a:pt x="3" y="351"/>
                    <a:pt x="8" y="347"/>
                  </a:cubicBezTo>
                  <a:cubicBezTo>
                    <a:pt x="347" y="7"/>
                    <a:pt x="347" y="7"/>
                    <a:pt x="347" y="7"/>
                  </a:cubicBezTo>
                  <a:cubicBezTo>
                    <a:pt x="352" y="3"/>
                    <a:pt x="358" y="0"/>
                    <a:pt x="364" y="0"/>
                  </a:cubicBezTo>
                  <a:cubicBezTo>
                    <a:pt x="370" y="0"/>
                    <a:pt x="377" y="3"/>
                    <a:pt x="381" y="7"/>
                  </a:cubicBezTo>
                  <a:cubicBezTo>
                    <a:pt x="417" y="44"/>
                    <a:pt x="417" y="44"/>
                    <a:pt x="417" y="44"/>
                  </a:cubicBezTo>
                  <a:cubicBezTo>
                    <a:pt x="422" y="48"/>
                    <a:pt x="425" y="54"/>
                    <a:pt x="425" y="60"/>
                  </a:cubicBezTo>
                  <a:cubicBezTo>
                    <a:pt x="425" y="66"/>
                    <a:pt x="422" y="73"/>
                    <a:pt x="417" y="77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94" name="Freeform 93">
              <a:hlinkClick r:id="" action="ppaction://hlinkshowjump?jump=nextslide"/>
            </p:cNvPr>
            <p:cNvSpPr>
              <a:spLocks noEditPoints="1"/>
            </p:cNvSpPr>
            <p:nvPr userDrawn="1"/>
          </p:nvSpPr>
          <p:spPr bwMode="auto">
            <a:xfrm>
              <a:off x="4328868" y="5502988"/>
              <a:ext cx="500307" cy="493774"/>
            </a:xfrm>
            <a:custGeom>
              <a:avLst/>
              <a:gdLst>
                <a:gd name="T0" fmla="*/ 2355 w 2753"/>
                <a:gd name="T1" fmla="*/ 114 h 2716"/>
                <a:gd name="T2" fmla="*/ 2639 w 2753"/>
                <a:gd name="T3" fmla="*/ 399 h 2716"/>
                <a:gd name="T4" fmla="*/ 2639 w 2753"/>
                <a:gd name="T5" fmla="*/ 2317 h 2716"/>
                <a:gd name="T6" fmla="*/ 2355 w 2753"/>
                <a:gd name="T7" fmla="*/ 2602 h 2716"/>
                <a:gd name="T8" fmla="*/ 398 w 2753"/>
                <a:gd name="T9" fmla="*/ 2602 h 2716"/>
                <a:gd name="T10" fmla="*/ 113 w 2753"/>
                <a:gd name="T11" fmla="*/ 2317 h 2716"/>
                <a:gd name="T12" fmla="*/ 113 w 2753"/>
                <a:gd name="T13" fmla="*/ 399 h 2716"/>
                <a:gd name="T14" fmla="*/ 398 w 2753"/>
                <a:gd name="T15" fmla="*/ 114 h 2716"/>
                <a:gd name="T16" fmla="*/ 2355 w 2753"/>
                <a:gd name="T17" fmla="*/ 114 h 2716"/>
                <a:gd name="T18" fmla="*/ 2355 w 2753"/>
                <a:gd name="T19" fmla="*/ 0 h 2716"/>
                <a:gd name="T20" fmla="*/ 398 w 2753"/>
                <a:gd name="T21" fmla="*/ 0 h 2716"/>
                <a:gd name="T22" fmla="*/ 0 w 2753"/>
                <a:gd name="T23" fmla="*/ 399 h 2716"/>
                <a:gd name="T24" fmla="*/ 0 w 2753"/>
                <a:gd name="T25" fmla="*/ 2317 h 2716"/>
                <a:gd name="T26" fmla="*/ 398 w 2753"/>
                <a:gd name="T27" fmla="*/ 2716 h 2716"/>
                <a:gd name="T28" fmla="*/ 2355 w 2753"/>
                <a:gd name="T29" fmla="*/ 2716 h 2716"/>
                <a:gd name="T30" fmla="*/ 2753 w 2753"/>
                <a:gd name="T31" fmla="*/ 2317 h 2716"/>
                <a:gd name="T32" fmla="*/ 2753 w 2753"/>
                <a:gd name="T33" fmla="*/ 399 h 2716"/>
                <a:gd name="T34" fmla="*/ 2355 w 2753"/>
                <a:gd name="T35" fmla="*/ 0 h 27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53" h="2716">
                  <a:moveTo>
                    <a:pt x="2355" y="114"/>
                  </a:moveTo>
                  <a:cubicBezTo>
                    <a:pt x="2512" y="114"/>
                    <a:pt x="2639" y="242"/>
                    <a:pt x="2639" y="399"/>
                  </a:cubicBezTo>
                  <a:cubicBezTo>
                    <a:pt x="2639" y="2317"/>
                    <a:pt x="2639" y="2317"/>
                    <a:pt x="2639" y="2317"/>
                  </a:cubicBezTo>
                  <a:cubicBezTo>
                    <a:pt x="2639" y="2474"/>
                    <a:pt x="2512" y="2602"/>
                    <a:pt x="2355" y="2602"/>
                  </a:cubicBezTo>
                  <a:cubicBezTo>
                    <a:pt x="398" y="2602"/>
                    <a:pt x="398" y="2602"/>
                    <a:pt x="398" y="2602"/>
                  </a:cubicBezTo>
                  <a:cubicBezTo>
                    <a:pt x="241" y="2602"/>
                    <a:pt x="113" y="2474"/>
                    <a:pt x="113" y="2317"/>
                  </a:cubicBezTo>
                  <a:cubicBezTo>
                    <a:pt x="113" y="399"/>
                    <a:pt x="113" y="399"/>
                    <a:pt x="113" y="399"/>
                  </a:cubicBezTo>
                  <a:cubicBezTo>
                    <a:pt x="113" y="242"/>
                    <a:pt x="241" y="114"/>
                    <a:pt x="398" y="114"/>
                  </a:cubicBezTo>
                  <a:cubicBezTo>
                    <a:pt x="2355" y="114"/>
                    <a:pt x="2355" y="114"/>
                    <a:pt x="2355" y="114"/>
                  </a:cubicBezTo>
                  <a:moveTo>
                    <a:pt x="2355" y="0"/>
                  </a:moveTo>
                  <a:cubicBezTo>
                    <a:pt x="398" y="0"/>
                    <a:pt x="398" y="0"/>
                    <a:pt x="398" y="0"/>
                  </a:cubicBezTo>
                  <a:cubicBezTo>
                    <a:pt x="178" y="0"/>
                    <a:pt x="0" y="179"/>
                    <a:pt x="0" y="399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0" y="2538"/>
                    <a:pt x="178" y="2716"/>
                    <a:pt x="398" y="2716"/>
                  </a:cubicBezTo>
                  <a:cubicBezTo>
                    <a:pt x="2355" y="2716"/>
                    <a:pt x="2355" y="2716"/>
                    <a:pt x="2355" y="2716"/>
                  </a:cubicBezTo>
                  <a:cubicBezTo>
                    <a:pt x="2575" y="2716"/>
                    <a:pt x="2753" y="2538"/>
                    <a:pt x="2753" y="2317"/>
                  </a:cubicBezTo>
                  <a:cubicBezTo>
                    <a:pt x="2753" y="399"/>
                    <a:pt x="2753" y="399"/>
                    <a:pt x="2753" y="399"/>
                  </a:cubicBezTo>
                  <a:cubicBezTo>
                    <a:pt x="2753" y="179"/>
                    <a:pt x="2575" y="0"/>
                    <a:pt x="2355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</p:spTree>
    <p:extLst>
      <p:ext uri="{BB962C8B-B14F-4D97-AF65-F5344CB8AC3E}">
        <p14:creationId xmlns:p14="http://schemas.microsoft.com/office/powerpoint/2010/main" val="2788048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0"/>
                            </p:stCondLst>
                            <p:childTnLst>
                              <p:par>
                                <p:cTn id="6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6" grpId="0" animBg="1"/>
      <p:bldP spid="87" grpId="0"/>
    </p:bld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-1"/>
            <a:ext cx="12192000" cy="5033913"/>
          </a:xfrm>
          <a:prstGeom prst="rect">
            <a:avLst/>
          </a:prstGeom>
          <a:pattFill prst="pct5">
            <a:fgClr>
              <a:schemeClr val="accent2">
                <a:lumMod val="50000"/>
              </a:schemeClr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2" name="Freeform 5"/>
          <p:cNvSpPr>
            <a:spLocks/>
          </p:cNvSpPr>
          <p:nvPr userDrawn="1"/>
        </p:nvSpPr>
        <p:spPr bwMode="auto">
          <a:xfrm flipH="1">
            <a:off x="9930136" y="-637092"/>
            <a:ext cx="2711791" cy="2711789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3" name="Freeform 5"/>
          <p:cNvSpPr>
            <a:spLocks/>
          </p:cNvSpPr>
          <p:nvPr userDrawn="1"/>
        </p:nvSpPr>
        <p:spPr bwMode="auto">
          <a:xfrm flipH="1">
            <a:off x="8535301" y="921256"/>
            <a:ext cx="982576" cy="982576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4" name="Freeform 5"/>
          <p:cNvSpPr>
            <a:spLocks/>
          </p:cNvSpPr>
          <p:nvPr userDrawn="1"/>
        </p:nvSpPr>
        <p:spPr bwMode="auto">
          <a:xfrm flipH="1">
            <a:off x="8690348" y="-296897"/>
            <a:ext cx="672480" cy="67248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5" name="Freeform 5"/>
          <p:cNvSpPr>
            <a:spLocks/>
          </p:cNvSpPr>
          <p:nvPr userDrawn="1"/>
        </p:nvSpPr>
        <p:spPr bwMode="auto">
          <a:xfrm flipH="1">
            <a:off x="6892774" y="1381250"/>
            <a:ext cx="1081310" cy="108131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6" name="Freeform 5"/>
          <p:cNvSpPr>
            <a:spLocks/>
          </p:cNvSpPr>
          <p:nvPr userDrawn="1"/>
        </p:nvSpPr>
        <p:spPr bwMode="auto">
          <a:xfrm flipH="1">
            <a:off x="7644119" y="215697"/>
            <a:ext cx="521440" cy="52144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7" name="Freeform 5"/>
          <p:cNvSpPr>
            <a:spLocks/>
          </p:cNvSpPr>
          <p:nvPr userDrawn="1"/>
        </p:nvSpPr>
        <p:spPr bwMode="auto">
          <a:xfrm flipH="1">
            <a:off x="9305255" y="2655843"/>
            <a:ext cx="1337469" cy="1337469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8" name="Freeform 5"/>
          <p:cNvSpPr>
            <a:spLocks/>
          </p:cNvSpPr>
          <p:nvPr userDrawn="1"/>
        </p:nvSpPr>
        <p:spPr bwMode="auto">
          <a:xfrm flipH="1">
            <a:off x="11073361" y="2461388"/>
            <a:ext cx="672480" cy="67248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9" name="Freeform 5"/>
          <p:cNvSpPr>
            <a:spLocks/>
          </p:cNvSpPr>
          <p:nvPr userDrawn="1"/>
        </p:nvSpPr>
        <p:spPr bwMode="auto">
          <a:xfrm flipH="1">
            <a:off x="10870156" y="3855256"/>
            <a:ext cx="521440" cy="52144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0" name="Freeform 5"/>
          <p:cNvSpPr>
            <a:spLocks/>
          </p:cNvSpPr>
          <p:nvPr userDrawn="1"/>
        </p:nvSpPr>
        <p:spPr bwMode="auto">
          <a:xfrm flipH="1">
            <a:off x="8352858" y="2453988"/>
            <a:ext cx="521761" cy="521761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1" name="Freeform 5"/>
          <p:cNvSpPr>
            <a:spLocks/>
          </p:cNvSpPr>
          <p:nvPr userDrawn="1"/>
        </p:nvSpPr>
        <p:spPr bwMode="auto">
          <a:xfrm flipH="1">
            <a:off x="11801991" y="3355185"/>
            <a:ext cx="672480" cy="67248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2" name="Freeform 5"/>
          <p:cNvSpPr>
            <a:spLocks/>
          </p:cNvSpPr>
          <p:nvPr userDrawn="1"/>
        </p:nvSpPr>
        <p:spPr bwMode="auto">
          <a:xfrm flipH="1">
            <a:off x="12086289" y="2172540"/>
            <a:ext cx="385460" cy="38546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0" name="Freeform 5"/>
          <p:cNvSpPr>
            <a:spLocks/>
          </p:cNvSpPr>
          <p:nvPr userDrawn="1"/>
        </p:nvSpPr>
        <p:spPr bwMode="auto">
          <a:xfrm flipH="1">
            <a:off x="11486507" y="174661"/>
            <a:ext cx="530831" cy="530831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1" name="TextBox 20"/>
          <p:cNvSpPr txBox="1"/>
          <p:nvPr userDrawn="1"/>
        </p:nvSpPr>
        <p:spPr>
          <a:xfrm>
            <a:off x="11526134" y="245136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60E2A6B-A809-4840-BF14-8648BC0BDF87}" type="slidenum">
              <a:rPr lang="id-ID" sz="1800" b="1" smtClean="0">
                <a:solidFill>
                  <a:schemeClr val="accent1">
                    <a:lumMod val="75000"/>
                  </a:schemeClr>
                </a:solidFill>
              </a:rPr>
              <a:pPr algn="ctr"/>
              <a:t>‹#›</a:t>
            </a:fld>
            <a:endParaRPr lang="id-ID" sz="1800" dirty="0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35" name="Group 34"/>
          <p:cNvGrpSpPr/>
          <p:nvPr userDrawn="1"/>
        </p:nvGrpSpPr>
        <p:grpSpPr>
          <a:xfrm>
            <a:off x="11483320" y="6409324"/>
            <a:ext cx="224082" cy="221156"/>
            <a:chOff x="4328868" y="5502988"/>
            <a:chExt cx="500307" cy="493774"/>
          </a:xfrm>
        </p:grpSpPr>
        <p:sp>
          <p:nvSpPr>
            <p:cNvPr id="39" name="Freeform 38">
              <a:hlinkClick r:id="" action="ppaction://hlinkshowjump?jump=previousslide"/>
            </p:cNvPr>
            <p:cNvSpPr>
              <a:spLocks/>
            </p:cNvSpPr>
            <p:nvPr userDrawn="1"/>
          </p:nvSpPr>
          <p:spPr bwMode="auto">
            <a:xfrm>
              <a:off x="4520555" y="5649754"/>
              <a:ext cx="116933" cy="200242"/>
            </a:xfrm>
            <a:custGeom>
              <a:avLst/>
              <a:gdLst>
                <a:gd name="T0" fmla="*/ 417 w 425"/>
                <a:gd name="T1" fmla="*/ 77 h 728"/>
                <a:gd name="T2" fmla="*/ 131 w 425"/>
                <a:gd name="T3" fmla="*/ 364 h 728"/>
                <a:gd name="T4" fmla="*/ 417 w 425"/>
                <a:gd name="T5" fmla="*/ 650 h 728"/>
                <a:gd name="T6" fmla="*/ 425 w 425"/>
                <a:gd name="T7" fmla="*/ 667 h 728"/>
                <a:gd name="T8" fmla="*/ 417 w 425"/>
                <a:gd name="T9" fmla="*/ 684 h 728"/>
                <a:gd name="T10" fmla="*/ 381 w 425"/>
                <a:gd name="T11" fmla="*/ 720 h 728"/>
                <a:gd name="T12" fmla="*/ 364 w 425"/>
                <a:gd name="T13" fmla="*/ 728 h 728"/>
                <a:gd name="T14" fmla="*/ 347 w 425"/>
                <a:gd name="T15" fmla="*/ 720 h 728"/>
                <a:gd name="T16" fmla="*/ 8 w 425"/>
                <a:gd name="T17" fmla="*/ 381 h 728"/>
                <a:gd name="T18" fmla="*/ 0 w 425"/>
                <a:gd name="T19" fmla="*/ 364 h 728"/>
                <a:gd name="T20" fmla="*/ 8 w 425"/>
                <a:gd name="T21" fmla="*/ 347 h 728"/>
                <a:gd name="T22" fmla="*/ 347 w 425"/>
                <a:gd name="T23" fmla="*/ 7 h 728"/>
                <a:gd name="T24" fmla="*/ 364 w 425"/>
                <a:gd name="T25" fmla="*/ 0 h 728"/>
                <a:gd name="T26" fmla="*/ 381 w 425"/>
                <a:gd name="T27" fmla="*/ 7 h 728"/>
                <a:gd name="T28" fmla="*/ 417 w 425"/>
                <a:gd name="T29" fmla="*/ 44 h 728"/>
                <a:gd name="T30" fmla="*/ 425 w 425"/>
                <a:gd name="T31" fmla="*/ 60 h 728"/>
                <a:gd name="T32" fmla="*/ 417 w 425"/>
                <a:gd name="T33" fmla="*/ 77 h 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25" h="728">
                  <a:moveTo>
                    <a:pt x="417" y="77"/>
                  </a:moveTo>
                  <a:cubicBezTo>
                    <a:pt x="131" y="364"/>
                    <a:pt x="131" y="364"/>
                    <a:pt x="131" y="364"/>
                  </a:cubicBezTo>
                  <a:cubicBezTo>
                    <a:pt x="417" y="650"/>
                    <a:pt x="417" y="650"/>
                    <a:pt x="417" y="650"/>
                  </a:cubicBezTo>
                  <a:cubicBezTo>
                    <a:pt x="422" y="655"/>
                    <a:pt x="425" y="661"/>
                    <a:pt x="425" y="667"/>
                  </a:cubicBezTo>
                  <a:cubicBezTo>
                    <a:pt x="425" y="673"/>
                    <a:pt x="422" y="680"/>
                    <a:pt x="417" y="684"/>
                  </a:cubicBezTo>
                  <a:cubicBezTo>
                    <a:pt x="381" y="720"/>
                    <a:pt x="381" y="720"/>
                    <a:pt x="381" y="720"/>
                  </a:cubicBezTo>
                  <a:cubicBezTo>
                    <a:pt x="377" y="725"/>
                    <a:pt x="370" y="728"/>
                    <a:pt x="364" y="728"/>
                  </a:cubicBezTo>
                  <a:cubicBezTo>
                    <a:pt x="358" y="728"/>
                    <a:pt x="352" y="725"/>
                    <a:pt x="347" y="720"/>
                  </a:cubicBezTo>
                  <a:cubicBezTo>
                    <a:pt x="8" y="381"/>
                    <a:pt x="8" y="381"/>
                    <a:pt x="8" y="381"/>
                  </a:cubicBezTo>
                  <a:cubicBezTo>
                    <a:pt x="3" y="376"/>
                    <a:pt x="0" y="369"/>
                    <a:pt x="0" y="364"/>
                  </a:cubicBezTo>
                  <a:cubicBezTo>
                    <a:pt x="0" y="358"/>
                    <a:pt x="3" y="351"/>
                    <a:pt x="8" y="347"/>
                  </a:cubicBezTo>
                  <a:cubicBezTo>
                    <a:pt x="347" y="7"/>
                    <a:pt x="347" y="7"/>
                    <a:pt x="347" y="7"/>
                  </a:cubicBezTo>
                  <a:cubicBezTo>
                    <a:pt x="352" y="3"/>
                    <a:pt x="358" y="0"/>
                    <a:pt x="364" y="0"/>
                  </a:cubicBezTo>
                  <a:cubicBezTo>
                    <a:pt x="370" y="0"/>
                    <a:pt x="377" y="3"/>
                    <a:pt x="381" y="7"/>
                  </a:cubicBezTo>
                  <a:cubicBezTo>
                    <a:pt x="417" y="44"/>
                    <a:pt x="417" y="44"/>
                    <a:pt x="417" y="44"/>
                  </a:cubicBezTo>
                  <a:cubicBezTo>
                    <a:pt x="422" y="48"/>
                    <a:pt x="425" y="54"/>
                    <a:pt x="425" y="60"/>
                  </a:cubicBezTo>
                  <a:cubicBezTo>
                    <a:pt x="425" y="66"/>
                    <a:pt x="422" y="73"/>
                    <a:pt x="417" y="77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40" name="Freeform 39">
              <a:hlinkClick r:id="" action="ppaction://hlinkshowjump?jump=previousslide"/>
            </p:cNvPr>
            <p:cNvSpPr>
              <a:spLocks noEditPoints="1"/>
            </p:cNvSpPr>
            <p:nvPr userDrawn="1"/>
          </p:nvSpPr>
          <p:spPr bwMode="auto">
            <a:xfrm>
              <a:off x="4328868" y="5502988"/>
              <a:ext cx="500307" cy="493774"/>
            </a:xfrm>
            <a:custGeom>
              <a:avLst/>
              <a:gdLst>
                <a:gd name="T0" fmla="*/ 2355 w 2753"/>
                <a:gd name="T1" fmla="*/ 114 h 2716"/>
                <a:gd name="T2" fmla="*/ 2639 w 2753"/>
                <a:gd name="T3" fmla="*/ 399 h 2716"/>
                <a:gd name="T4" fmla="*/ 2639 w 2753"/>
                <a:gd name="T5" fmla="*/ 2317 h 2716"/>
                <a:gd name="T6" fmla="*/ 2355 w 2753"/>
                <a:gd name="T7" fmla="*/ 2602 h 2716"/>
                <a:gd name="T8" fmla="*/ 398 w 2753"/>
                <a:gd name="T9" fmla="*/ 2602 h 2716"/>
                <a:gd name="T10" fmla="*/ 113 w 2753"/>
                <a:gd name="T11" fmla="*/ 2317 h 2716"/>
                <a:gd name="T12" fmla="*/ 113 w 2753"/>
                <a:gd name="T13" fmla="*/ 399 h 2716"/>
                <a:gd name="T14" fmla="*/ 398 w 2753"/>
                <a:gd name="T15" fmla="*/ 114 h 2716"/>
                <a:gd name="T16" fmla="*/ 2355 w 2753"/>
                <a:gd name="T17" fmla="*/ 114 h 2716"/>
                <a:gd name="T18" fmla="*/ 2355 w 2753"/>
                <a:gd name="T19" fmla="*/ 0 h 2716"/>
                <a:gd name="T20" fmla="*/ 398 w 2753"/>
                <a:gd name="T21" fmla="*/ 0 h 2716"/>
                <a:gd name="T22" fmla="*/ 0 w 2753"/>
                <a:gd name="T23" fmla="*/ 399 h 2716"/>
                <a:gd name="T24" fmla="*/ 0 w 2753"/>
                <a:gd name="T25" fmla="*/ 2317 h 2716"/>
                <a:gd name="T26" fmla="*/ 398 w 2753"/>
                <a:gd name="T27" fmla="*/ 2716 h 2716"/>
                <a:gd name="T28" fmla="*/ 2355 w 2753"/>
                <a:gd name="T29" fmla="*/ 2716 h 2716"/>
                <a:gd name="T30" fmla="*/ 2753 w 2753"/>
                <a:gd name="T31" fmla="*/ 2317 h 2716"/>
                <a:gd name="T32" fmla="*/ 2753 w 2753"/>
                <a:gd name="T33" fmla="*/ 399 h 2716"/>
                <a:gd name="T34" fmla="*/ 2355 w 2753"/>
                <a:gd name="T35" fmla="*/ 0 h 27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53" h="2716">
                  <a:moveTo>
                    <a:pt x="2355" y="114"/>
                  </a:moveTo>
                  <a:cubicBezTo>
                    <a:pt x="2512" y="114"/>
                    <a:pt x="2639" y="242"/>
                    <a:pt x="2639" y="399"/>
                  </a:cubicBezTo>
                  <a:cubicBezTo>
                    <a:pt x="2639" y="2317"/>
                    <a:pt x="2639" y="2317"/>
                    <a:pt x="2639" y="2317"/>
                  </a:cubicBezTo>
                  <a:cubicBezTo>
                    <a:pt x="2639" y="2474"/>
                    <a:pt x="2512" y="2602"/>
                    <a:pt x="2355" y="2602"/>
                  </a:cubicBezTo>
                  <a:cubicBezTo>
                    <a:pt x="398" y="2602"/>
                    <a:pt x="398" y="2602"/>
                    <a:pt x="398" y="2602"/>
                  </a:cubicBezTo>
                  <a:cubicBezTo>
                    <a:pt x="241" y="2602"/>
                    <a:pt x="113" y="2474"/>
                    <a:pt x="113" y="2317"/>
                  </a:cubicBezTo>
                  <a:cubicBezTo>
                    <a:pt x="113" y="399"/>
                    <a:pt x="113" y="399"/>
                    <a:pt x="113" y="399"/>
                  </a:cubicBezTo>
                  <a:cubicBezTo>
                    <a:pt x="113" y="242"/>
                    <a:pt x="241" y="114"/>
                    <a:pt x="398" y="114"/>
                  </a:cubicBezTo>
                  <a:cubicBezTo>
                    <a:pt x="2355" y="114"/>
                    <a:pt x="2355" y="114"/>
                    <a:pt x="2355" y="114"/>
                  </a:cubicBezTo>
                  <a:moveTo>
                    <a:pt x="2355" y="0"/>
                  </a:moveTo>
                  <a:cubicBezTo>
                    <a:pt x="398" y="0"/>
                    <a:pt x="398" y="0"/>
                    <a:pt x="398" y="0"/>
                  </a:cubicBezTo>
                  <a:cubicBezTo>
                    <a:pt x="178" y="0"/>
                    <a:pt x="0" y="179"/>
                    <a:pt x="0" y="399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0" y="2538"/>
                    <a:pt x="178" y="2716"/>
                    <a:pt x="398" y="2716"/>
                  </a:cubicBezTo>
                  <a:cubicBezTo>
                    <a:pt x="2355" y="2716"/>
                    <a:pt x="2355" y="2716"/>
                    <a:pt x="2355" y="2716"/>
                  </a:cubicBezTo>
                  <a:cubicBezTo>
                    <a:pt x="2575" y="2716"/>
                    <a:pt x="2753" y="2538"/>
                    <a:pt x="2753" y="2317"/>
                  </a:cubicBezTo>
                  <a:cubicBezTo>
                    <a:pt x="2753" y="399"/>
                    <a:pt x="2753" y="399"/>
                    <a:pt x="2753" y="399"/>
                  </a:cubicBezTo>
                  <a:cubicBezTo>
                    <a:pt x="2753" y="179"/>
                    <a:pt x="2575" y="0"/>
                    <a:pt x="2355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  <p:grpSp>
        <p:nvGrpSpPr>
          <p:cNvPr id="41" name="Group 40"/>
          <p:cNvGrpSpPr/>
          <p:nvPr userDrawn="1"/>
        </p:nvGrpSpPr>
        <p:grpSpPr>
          <a:xfrm flipH="1">
            <a:off x="11793256" y="6409324"/>
            <a:ext cx="224082" cy="221156"/>
            <a:chOff x="4328868" y="5502988"/>
            <a:chExt cx="500307" cy="493774"/>
          </a:xfrm>
        </p:grpSpPr>
        <p:sp>
          <p:nvSpPr>
            <p:cNvPr id="42" name="Freeform 41">
              <a:hlinkClick r:id="" action="ppaction://hlinkshowjump?jump=nextslide"/>
            </p:cNvPr>
            <p:cNvSpPr>
              <a:spLocks/>
            </p:cNvSpPr>
            <p:nvPr userDrawn="1"/>
          </p:nvSpPr>
          <p:spPr bwMode="auto">
            <a:xfrm>
              <a:off x="4520556" y="5649754"/>
              <a:ext cx="116933" cy="200242"/>
            </a:xfrm>
            <a:custGeom>
              <a:avLst/>
              <a:gdLst>
                <a:gd name="T0" fmla="*/ 417 w 425"/>
                <a:gd name="T1" fmla="*/ 77 h 728"/>
                <a:gd name="T2" fmla="*/ 131 w 425"/>
                <a:gd name="T3" fmla="*/ 364 h 728"/>
                <a:gd name="T4" fmla="*/ 417 w 425"/>
                <a:gd name="T5" fmla="*/ 650 h 728"/>
                <a:gd name="T6" fmla="*/ 425 w 425"/>
                <a:gd name="T7" fmla="*/ 667 h 728"/>
                <a:gd name="T8" fmla="*/ 417 w 425"/>
                <a:gd name="T9" fmla="*/ 684 h 728"/>
                <a:gd name="T10" fmla="*/ 381 w 425"/>
                <a:gd name="T11" fmla="*/ 720 h 728"/>
                <a:gd name="T12" fmla="*/ 364 w 425"/>
                <a:gd name="T13" fmla="*/ 728 h 728"/>
                <a:gd name="T14" fmla="*/ 347 w 425"/>
                <a:gd name="T15" fmla="*/ 720 h 728"/>
                <a:gd name="T16" fmla="*/ 8 w 425"/>
                <a:gd name="T17" fmla="*/ 381 h 728"/>
                <a:gd name="T18" fmla="*/ 0 w 425"/>
                <a:gd name="T19" fmla="*/ 364 h 728"/>
                <a:gd name="T20" fmla="*/ 8 w 425"/>
                <a:gd name="T21" fmla="*/ 347 h 728"/>
                <a:gd name="T22" fmla="*/ 347 w 425"/>
                <a:gd name="T23" fmla="*/ 7 h 728"/>
                <a:gd name="T24" fmla="*/ 364 w 425"/>
                <a:gd name="T25" fmla="*/ 0 h 728"/>
                <a:gd name="T26" fmla="*/ 381 w 425"/>
                <a:gd name="T27" fmla="*/ 7 h 728"/>
                <a:gd name="T28" fmla="*/ 417 w 425"/>
                <a:gd name="T29" fmla="*/ 44 h 728"/>
                <a:gd name="T30" fmla="*/ 425 w 425"/>
                <a:gd name="T31" fmla="*/ 60 h 728"/>
                <a:gd name="T32" fmla="*/ 417 w 425"/>
                <a:gd name="T33" fmla="*/ 77 h 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25" h="728">
                  <a:moveTo>
                    <a:pt x="417" y="77"/>
                  </a:moveTo>
                  <a:cubicBezTo>
                    <a:pt x="131" y="364"/>
                    <a:pt x="131" y="364"/>
                    <a:pt x="131" y="364"/>
                  </a:cubicBezTo>
                  <a:cubicBezTo>
                    <a:pt x="417" y="650"/>
                    <a:pt x="417" y="650"/>
                    <a:pt x="417" y="650"/>
                  </a:cubicBezTo>
                  <a:cubicBezTo>
                    <a:pt x="422" y="655"/>
                    <a:pt x="425" y="661"/>
                    <a:pt x="425" y="667"/>
                  </a:cubicBezTo>
                  <a:cubicBezTo>
                    <a:pt x="425" y="673"/>
                    <a:pt x="422" y="680"/>
                    <a:pt x="417" y="684"/>
                  </a:cubicBezTo>
                  <a:cubicBezTo>
                    <a:pt x="381" y="720"/>
                    <a:pt x="381" y="720"/>
                    <a:pt x="381" y="720"/>
                  </a:cubicBezTo>
                  <a:cubicBezTo>
                    <a:pt x="377" y="725"/>
                    <a:pt x="370" y="728"/>
                    <a:pt x="364" y="728"/>
                  </a:cubicBezTo>
                  <a:cubicBezTo>
                    <a:pt x="358" y="728"/>
                    <a:pt x="352" y="725"/>
                    <a:pt x="347" y="720"/>
                  </a:cubicBezTo>
                  <a:cubicBezTo>
                    <a:pt x="8" y="381"/>
                    <a:pt x="8" y="381"/>
                    <a:pt x="8" y="381"/>
                  </a:cubicBezTo>
                  <a:cubicBezTo>
                    <a:pt x="3" y="376"/>
                    <a:pt x="0" y="369"/>
                    <a:pt x="0" y="364"/>
                  </a:cubicBezTo>
                  <a:cubicBezTo>
                    <a:pt x="0" y="358"/>
                    <a:pt x="3" y="351"/>
                    <a:pt x="8" y="347"/>
                  </a:cubicBezTo>
                  <a:cubicBezTo>
                    <a:pt x="347" y="7"/>
                    <a:pt x="347" y="7"/>
                    <a:pt x="347" y="7"/>
                  </a:cubicBezTo>
                  <a:cubicBezTo>
                    <a:pt x="352" y="3"/>
                    <a:pt x="358" y="0"/>
                    <a:pt x="364" y="0"/>
                  </a:cubicBezTo>
                  <a:cubicBezTo>
                    <a:pt x="370" y="0"/>
                    <a:pt x="377" y="3"/>
                    <a:pt x="381" y="7"/>
                  </a:cubicBezTo>
                  <a:cubicBezTo>
                    <a:pt x="417" y="44"/>
                    <a:pt x="417" y="44"/>
                    <a:pt x="417" y="44"/>
                  </a:cubicBezTo>
                  <a:cubicBezTo>
                    <a:pt x="422" y="48"/>
                    <a:pt x="425" y="54"/>
                    <a:pt x="425" y="60"/>
                  </a:cubicBezTo>
                  <a:cubicBezTo>
                    <a:pt x="425" y="66"/>
                    <a:pt x="422" y="73"/>
                    <a:pt x="417" y="77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43" name="Freeform 42">
              <a:hlinkClick r:id="" action="ppaction://hlinkshowjump?jump=nextslide"/>
            </p:cNvPr>
            <p:cNvSpPr>
              <a:spLocks noEditPoints="1"/>
            </p:cNvSpPr>
            <p:nvPr userDrawn="1"/>
          </p:nvSpPr>
          <p:spPr bwMode="auto">
            <a:xfrm>
              <a:off x="4328868" y="5502988"/>
              <a:ext cx="500307" cy="493774"/>
            </a:xfrm>
            <a:custGeom>
              <a:avLst/>
              <a:gdLst>
                <a:gd name="T0" fmla="*/ 2355 w 2753"/>
                <a:gd name="T1" fmla="*/ 114 h 2716"/>
                <a:gd name="T2" fmla="*/ 2639 w 2753"/>
                <a:gd name="T3" fmla="*/ 399 h 2716"/>
                <a:gd name="T4" fmla="*/ 2639 w 2753"/>
                <a:gd name="T5" fmla="*/ 2317 h 2716"/>
                <a:gd name="T6" fmla="*/ 2355 w 2753"/>
                <a:gd name="T7" fmla="*/ 2602 h 2716"/>
                <a:gd name="T8" fmla="*/ 398 w 2753"/>
                <a:gd name="T9" fmla="*/ 2602 h 2716"/>
                <a:gd name="T10" fmla="*/ 113 w 2753"/>
                <a:gd name="T11" fmla="*/ 2317 h 2716"/>
                <a:gd name="T12" fmla="*/ 113 w 2753"/>
                <a:gd name="T13" fmla="*/ 399 h 2716"/>
                <a:gd name="T14" fmla="*/ 398 w 2753"/>
                <a:gd name="T15" fmla="*/ 114 h 2716"/>
                <a:gd name="T16" fmla="*/ 2355 w 2753"/>
                <a:gd name="T17" fmla="*/ 114 h 2716"/>
                <a:gd name="T18" fmla="*/ 2355 w 2753"/>
                <a:gd name="T19" fmla="*/ 0 h 2716"/>
                <a:gd name="T20" fmla="*/ 398 w 2753"/>
                <a:gd name="T21" fmla="*/ 0 h 2716"/>
                <a:gd name="T22" fmla="*/ 0 w 2753"/>
                <a:gd name="T23" fmla="*/ 399 h 2716"/>
                <a:gd name="T24" fmla="*/ 0 w 2753"/>
                <a:gd name="T25" fmla="*/ 2317 h 2716"/>
                <a:gd name="T26" fmla="*/ 398 w 2753"/>
                <a:gd name="T27" fmla="*/ 2716 h 2716"/>
                <a:gd name="T28" fmla="*/ 2355 w 2753"/>
                <a:gd name="T29" fmla="*/ 2716 h 2716"/>
                <a:gd name="T30" fmla="*/ 2753 w 2753"/>
                <a:gd name="T31" fmla="*/ 2317 h 2716"/>
                <a:gd name="T32" fmla="*/ 2753 w 2753"/>
                <a:gd name="T33" fmla="*/ 399 h 2716"/>
                <a:gd name="T34" fmla="*/ 2355 w 2753"/>
                <a:gd name="T35" fmla="*/ 0 h 27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53" h="2716">
                  <a:moveTo>
                    <a:pt x="2355" y="114"/>
                  </a:moveTo>
                  <a:cubicBezTo>
                    <a:pt x="2512" y="114"/>
                    <a:pt x="2639" y="242"/>
                    <a:pt x="2639" y="399"/>
                  </a:cubicBezTo>
                  <a:cubicBezTo>
                    <a:pt x="2639" y="2317"/>
                    <a:pt x="2639" y="2317"/>
                    <a:pt x="2639" y="2317"/>
                  </a:cubicBezTo>
                  <a:cubicBezTo>
                    <a:pt x="2639" y="2474"/>
                    <a:pt x="2512" y="2602"/>
                    <a:pt x="2355" y="2602"/>
                  </a:cubicBezTo>
                  <a:cubicBezTo>
                    <a:pt x="398" y="2602"/>
                    <a:pt x="398" y="2602"/>
                    <a:pt x="398" y="2602"/>
                  </a:cubicBezTo>
                  <a:cubicBezTo>
                    <a:pt x="241" y="2602"/>
                    <a:pt x="113" y="2474"/>
                    <a:pt x="113" y="2317"/>
                  </a:cubicBezTo>
                  <a:cubicBezTo>
                    <a:pt x="113" y="399"/>
                    <a:pt x="113" y="399"/>
                    <a:pt x="113" y="399"/>
                  </a:cubicBezTo>
                  <a:cubicBezTo>
                    <a:pt x="113" y="242"/>
                    <a:pt x="241" y="114"/>
                    <a:pt x="398" y="114"/>
                  </a:cubicBezTo>
                  <a:cubicBezTo>
                    <a:pt x="2355" y="114"/>
                    <a:pt x="2355" y="114"/>
                    <a:pt x="2355" y="114"/>
                  </a:cubicBezTo>
                  <a:moveTo>
                    <a:pt x="2355" y="0"/>
                  </a:moveTo>
                  <a:cubicBezTo>
                    <a:pt x="398" y="0"/>
                    <a:pt x="398" y="0"/>
                    <a:pt x="398" y="0"/>
                  </a:cubicBezTo>
                  <a:cubicBezTo>
                    <a:pt x="178" y="0"/>
                    <a:pt x="0" y="179"/>
                    <a:pt x="0" y="399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0" y="2538"/>
                    <a:pt x="178" y="2716"/>
                    <a:pt x="398" y="2716"/>
                  </a:cubicBezTo>
                  <a:cubicBezTo>
                    <a:pt x="2355" y="2716"/>
                    <a:pt x="2355" y="2716"/>
                    <a:pt x="2355" y="2716"/>
                  </a:cubicBezTo>
                  <a:cubicBezTo>
                    <a:pt x="2575" y="2716"/>
                    <a:pt x="2753" y="2538"/>
                    <a:pt x="2753" y="2317"/>
                  </a:cubicBezTo>
                  <a:cubicBezTo>
                    <a:pt x="2753" y="399"/>
                    <a:pt x="2753" y="399"/>
                    <a:pt x="2753" y="399"/>
                  </a:cubicBezTo>
                  <a:cubicBezTo>
                    <a:pt x="2753" y="179"/>
                    <a:pt x="2575" y="0"/>
                    <a:pt x="2355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</p:spTree>
    <p:extLst>
      <p:ext uri="{BB962C8B-B14F-4D97-AF65-F5344CB8AC3E}">
        <p14:creationId xmlns:p14="http://schemas.microsoft.com/office/powerpoint/2010/main" val="1889022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20" grpId="0" animBg="1"/>
      <p:bldP spid="21" grpId="0"/>
    </p:bld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2558000"/>
            <a:ext cx="12192000" cy="4300000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endParaRPr lang="id-ID"/>
          </a:p>
        </p:txBody>
      </p:sp>
      <p:sp>
        <p:nvSpPr>
          <p:cNvPr id="22" name="Freeform 5"/>
          <p:cNvSpPr>
            <a:spLocks/>
          </p:cNvSpPr>
          <p:nvPr userDrawn="1"/>
        </p:nvSpPr>
        <p:spPr bwMode="auto">
          <a:xfrm flipH="1">
            <a:off x="9930136" y="-637092"/>
            <a:ext cx="2711791" cy="2711789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3" name="Freeform 5"/>
          <p:cNvSpPr>
            <a:spLocks/>
          </p:cNvSpPr>
          <p:nvPr userDrawn="1"/>
        </p:nvSpPr>
        <p:spPr bwMode="auto">
          <a:xfrm flipH="1">
            <a:off x="8535301" y="921256"/>
            <a:ext cx="982576" cy="982576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4" name="Freeform 5"/>
          <p:cNvSpPr>
            <a:spLocks/>
          </p:cNvSpPr>
          <p:nvPr userDrawn="1"/>
        </p:nvSpPr>
        <p:spPr bwMode="auto">
          <a:xfrm flipH="1">
            <a:off x="8690348" y="-296897"/>
            <a:ext cx="672480" cy="67248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5" name="Freeform 5"/>
          <p:cNvSpPr>
            <a:spLocks/>
          </p:cNvSpPr>
          <p:nvPr userDrawn="1"/>
        </p:nvSpPr>
        <p:spPr bwMode="auto">
          <a:xfrm flipH="1">
            <a:off x="6892774" y="1381250"/>
            <a:ext cx="1081310" cy="108131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6" name="Freeform 5"/>
          <p:cNvSpPr>
            <a:spLocks/>
          </p:cNvSpPr>
          <p:nvPr userDrawn="1"/>
        </p:nvSpPr>
        <p:spPr bwMode="auto">
          <a:xfrm flipH="1">
            <a:off x="7644119" y="215697"/>
            <a:ext cx="521440" cy="52144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7" name="Freeform 5"/>
          <p:cNvSpPr>
            <a:spLocks/>
          </p:cNvSpPr>
          <p:nvPr userDrawn="1"/>
        </p:nvSpPr>
        <p:spPr bwMode="auto">
          <a:xfrm flipH="1">
            <a:off x="9305255" y="2655843"/>
            <a:ext cx="1337469" cy="1337469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8" name="Freeform 5"/>
          <p:cNvSpPr>
            <a:spLocks/>
          </p:cNvSpPr>
          <p:nvPr userDrawn="1"/>
        </p:nvSpPr>
        <p:spPr bwMode="auto">
          <a:xfrm flipH="1">
            <a:off x="11073361" y="2461388"/>
            <a:ext cx="672480" cy="67248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9" name="Freeform 5"/>
          <p:cNvSpPr>
            <a:spLocks/>
          </p:cNvSpPr>
          <p:nvPr userDrawn="1"/>
        </p:nvSpPr>
        <p:spPr bwMode="auto">
          <a:xfrm flipH="1">
            <a:off x="10870156" y="3855256"/>
            <a:ext cx="521440" cy="52144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0" name="Freeform 5"/>
          <p:cNvSpPr>
            <a:spLocks/>
          </p:cNvSpPr>
          <p:nvPr userDrawn="1"/>
        </p:nvSpPr>
        <p:spPr bwMode="auto">
          <a:xfrm flipH="1">
            <a:off x="8352858" y="2453988"/>
            <a:ext cx="521761" cy="521761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1" name="Freeform 5"/>
          <p:cNvSpPr>
            <a:spLocks/>
          </p:cNvSpPr>
          <p:nvPr userDrawn="1"/>
        </p:nvSpPr>
        <p:spPr bwMode="auto">
          <a:xfrm flipH="1">
            <a:off x="11801991" y="3355185"/>
            <a:ext cx="672480" cy="67248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2" name="Freeform 5"/>
          <p:cNvSpPr>
            <a:spLocks/>
          </p:cNvSpPr>
          <p:nvPr userDrawn="1"/>
        </p:nvSpPr>
        <p:spPr bwMode="auto">
          <a:xfrm flipH="1">
            <a:off x="12086289" y="2172540"/>
            <a:ext cx="385460" cy="38546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0" name="Freeform 5"/>
          <p:cNvSpPr>
            <a:spLocks/>
          </p:cNvSpPr>
          <p:nvPr userDrawn="1"/>
        </p:nvSpPr>
        <p:spPr bwMode="auto">
          <a:xfrm flipH="1">
            <a:off x="11486507" y="174661"/>
            <a:ext cx="530831" cy="530831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1" name="TextBox 20"/>
          <p:cNvSpPr txBox="1"/>
          <p:nvPr userDrawn="1"/>
        </p:nvSpPr>
        <p:spPr>
          <a:xfrm>
            <a:off x="11526134" y="245136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60E2A6B-A809-4840-BF14-8648BC0BDF87}" type="slidenum">
              <a:rPr lang="id-ID" sz="1800" b="1" smtClean="0">
                <a:solidFill>
                  <a:schemeClr val="bg1"/>
                </a:solidFill>
              </a:rPr>
              <a:pPr algn="ctr"/>
              <a:t>‹#›</a:t>
            </a:fld>
            <a:endParaRPr lang="id-ID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5314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20" grpId="0" animBg="1"/>
      <p:bldP spid="21" grpId="0"/>
    </p:bld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5"/>
          <p:cNvSpPr>
            <a:spLocks/>
          </p:cNvSpPr>
          <p:nvPr userDrawn="1"/>
        </p:nvSpPr>
        <p:spPr bwMode="auto">
          <a:xfrm flipH="1">
            <a:off x="9930136" y="-637092"/>
            <a:ext cx="2711791" cy="2711789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3" name="Freeform 5"/>
          <p:cNvSpPr>
            <a:spLocks/>
          </p:cNvSpPr>
          <p:nvPr userDrawn="1"/>
        </p:nvSpPr>
        <p:spPr bwMode="auto">
          <a:xfrm flipH="1">
            <a:off x="8535301" y="921256"/>
            <a:ext cx="982576" cy="982576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4" name="Freeform 5"/>
          <p:cNvSpPr>
            <a:spLocks/>
          </p:cNvSpPr>
          <p:nvPr userDrawn="1"/>
        </p:nvSpPr>
        <p:spPr bwMode="auto">
          <a:xfrm flipH="1">
            <a:off x="8690348" y="-296897"/>
            <a:ext cx="672480" cy="67248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5" name="Freeform 5"/>
          <p:cNvSpPr>
            <a:spLocks/>
          </p:cNvSpPr>
          <p:nvPr userDrawn="1"/>
        </p:nvSpPr>
        <p:spPr bwMode="auto">
          <a:xfrm flipH="1">
            <a:off x="6892774" y="1381250"/>
            <a:ext cx="1081310" cy="108131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6" name="Freeform 5"/>
          <p:cNvSpPr>
            <a:spLocks/>
          </p:cNvSpPr>
          <p:nvPr userDrawn="1"/>
        </p:nvSpPr>
        <p:spPr bwMode="auto">
          <a:xfrm flipH="1">
            <a:off x="7644119" y="215697"/>
            <a:ext cx="521440" cy="52144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7" name="Freeform 5"/>
          <p:cNvSpPr>
            <a:spLocks/>
          </p:cNvSpPr>
          <p:nvPr userDrawn="1"/>
        </p:nvSpPr>
        <p:spPr bwMode="auto">
          <a:xfrm flipH="1">
            <a:off x="9305255" y="2655843"/>
            <a:ext cx="1337469" cy="1337469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8" name="Freeform 5"/>
          <p:cNvSpPr>
            <a:spLocks/>
          </p:cNvSpPr>
          <p:nvPr userDrawn="1"/>
        </p:nvSpPr>
        <p:spPr bwMode="auto">
          <a:xfrm flipH="1">
            <a:off x="11073361" y="2461388"/>
            <a:ext cx="672480" cy="67248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9" name="Freeform 5"/>
          <p:cNvSpPr>
            <a:spLocks/>
          </p:cNvSpPr>
          <p:nvPr userDrawn="1"/>
        </p:nvSpPr>
        <p:spPr bwMode="auto">
          <a:xfrm flipH="1">
            <a:off x="10870156" y="3855256"/>
            <a:ext cx="521440" cy="52144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0" name="Freeform 5"/>
          <p:cNvSpPr>
            <a:spLocks/>
          </p:cNvSpPr>
          <p:nvPr userDrawn="1"/>
        </p:nvSpPr>
        <p:spPr bwMode="auto">
          <a:xfrm flipH="1">
            <a:off x="8352858" y="2453988"/>
            <a:ext cx="521761" cy="521761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1" name="Freeform 5"/>
          <p:cNvSpPr>
            <a:spLocks/>
          </p:cNvSpPr>
          <p:nvPr userDrawn="1"/>
        </p:nvSpPr>
        <p:spPr bwMode="auto">
          <a:xfrm flipH="1">
            <a:off x="11801991" y="3355185"/>
            <a:ext cx="672480" cy="67248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2" name="Freeform 5"/>
          <p:cNvSpPr>
            <a:spLocks/>
          </p:cNvSpPr>
          <p:nvPr userDrawn="1"/>
        </p:nvSpPr>
        <p:spPr bwMode="auto">
          <a:xfrm flipH="1">
            <a:off x="12086289" y="2172540"/>
            <a:ext cx="385460" cy="38546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grpSp>
        <p:nvGrpSpPr>
          <p:cNvPr id="14" name="Group 13"/>
          <p:cNvGrpSpPr/>
          <p:nvPr userDrawn="1"/>
        </p:nvGrpSpPr>
        <p:grpSpPr>
          <a:xfrm flipH="1">
            <a:off x="1036725" y="1090208"/>
            <a:ext cx="93144" cy="590448"/>
            <a:chOff x="7711341" y="589735"/>
            <a:chExt cx="93144" cy="590448"/>
          </a:xfrm>
        </p:grpSpPr>
        <p:sp>
          <p:nvSpPr>
            <p:cNvPr id="15" name="Freeform 5"/>
            <p:cNvSpPr>
              <a:spLocks/>
            </p:cNvSpPr>
            <p:nvPr/>
          </p:nvSpPr>
          <p:spPr bwMode="auto">
            <a:xfrm>
              <a:off x="7711341" y="589735"/>
              <a:ext cx="93144" cy="93144"/>
            </a:xfrm>
            <a:custGeom>
              <a:avLst/>
              <a:gdLst>
                <a:gd name="T0" fmla="*/ 731 w 1169"/>
                <a:gd name="T1" fmla="*/ 0 h 1169"/>
                <a:gd name="T2" fmla="*/ 0 w 1169"/>
                <a:gd name="T3" fmla="*/ 0 h 1169"/>
                <a:gd name="T4" fmla="*/ 0 w 1169"/>
                <a:gd name="T5" fmla="*/ 731 h 1169"/>
                <a:gd name="T6" fmla="*/ 439 w 1169"/>
                <a:gd name="T7" fmla="*/ 1169 h 1169"/>
                <a:gd name="T8" fmla="*/ 1169 w 1169"/>
                <a:gd name="T9" fmla="*/ 1169 h 1169"/>
                <a:gd name="T10" fmla="*/ 1169 w 1169"/>
                <a:gd name="T11" fmla="*/ 439 h 1169"/>
                <a:gd name="T12" fmla="*/ 731 w 1169"/>
                <a:gd name="T13" fmla="*/ 0 h 1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69" h="1169">
                  <a:moveTo>
                    <a:pt x="73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731"/>
                    <a:pt x="0" y="731"/>
                    <a:pt x="0" y="731"/>
                  </a:cubicBezTo>
                  <a:cubicBezTo>
                    <a:pt x="0" y="973"/>
                    <a:pt x="196" y="1169"/>
                    <a:pt x="439" y="1169"/>
                  </a:cubicBezTo>
                  <a:cubicBezTo>
                    <a:pt x="1169" y="1169"/>
                    <a:pt x="1169" y="1169"/>
                    <a:pt x="1169" y="1169"/>
                  </a:cubicBezTo>
                  <a:cubicBezTo>
                    <a:pt x="1169" y="439"/>
                    <a:pt x="1169" y="439"/>
                    <a:pt x="1169" y="439"/>
                  </a:cubicBezTo>
                  <a:cubicBezTo>
                    <a:pt x="1169" y="196"/>
                    <a:pt x="973" y="0"/>
                    <a:pt x="731" y="0"/>
                  </a:cubicBez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16" name="Freeform 5"/>
            <p:cNvSpPr>
              <a:spLocks/>
            </p:cNvSpPr>
            <p:nvPr/>
          </p:nvSpPr>
          <p:spPr bwMode="auto">
            <a:xfrm>
              <a:off x="7711341" y="714061"/>
              <a:ext cx="93144" cy="93144"/>
            </a:xfrm>
            <a:custGeom>
              <a:avLst/>
              <a:gdLst>
                <a:gd name="T0" fmla="*/ 731 w 1169"/>
                <a:gd name="T1" fmla="*/ 0 h 1169"/>
                <a:gd name="T2" fmla="*/ 0 w 1169"/>
                <a:gd name="T3" fmla="*/ 0 h 1169"/>
                <a:gd name="T4" fmla="*/ 0 w 1169"/>
                <a:gd name="T5" fmla="*/ 731 h 1169"/>
                <a:gd name="T6" fmla="*/ 439 w 1169"/>
                <a:gd name="T7" fmla="*/ 1169 h 1169"/>
                <a:gd name="T8" fmla="*/ 1169 w 1169"/>
                <a:gd name="T9" fmla="*/ 1169 h 1169"/>
                <a:gd name="T10" fmla="*/ 1169 w 1169"/>
                <a:gd name="T11" fmla="*/ 439 h 1169"/>
                <a:gd name="T12" fmla="*/ 731 w 1169"/>
                <a:gd name="T13" fmla="*/ 0 h 1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69" h="1169">
                  <a:moveTo>
                    <a:pt x="73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731"/>
                    <a:pt x="0" y="731"/>
                    <a:pt x="0" y="731"/>
                  </a:cubicBezTo>
                  <a:cubicBezTo>
                    <a:pt x="0" y="973"/>
                    <a:pt x="196" y="1169"/>
                    <a:pt x="439" y="1169"/>
                  </a:cubicBezTo>
                  <a:cubicBezTo>
                    <a:pt x="1169" y="1169"/>
                    <a:pt x="1169" y="1169"/>
                    <a:pt x="1169" y="1169"/>
                  </a:cubicBezTo>
                  <a:cubicBezTo>
                    <a:pt x="1169" y="439"/>
                    <a:pt x="1169" y="439"/>
                    <a:pt x="1169" y="439"/>
                  </a:cubicBezTo>
                  <a:cubicBezTo>
                    <a:pt x="1169" y="196"/>
                    <a:pt x="973" y="0"/>
                    <a:pt x="731" y="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17" name="Freeform 5"/>
            <p:cNvSpPr>
              <a:spLocks/>
            </p:cNvSpPr>
            <p:nvPr/>
          </p:nvSpPr>
          <p:spPr bwMode="auto">
            <a:xfrm>
              <a:off x="7711341" y="838387"/>
              <a:ext cx="93144" cy="93144"/>
            </a:xfrm>
            <a:custGeom>
              <a:avLst/>
              <a:gdLst>
                <a:gd name="T0" fmla="*/ 731 w 1169"/>
                <a:gd name="T1" fmla="*/ 0 h 1169"/>
                <a:gd name="T2" fmla="*/ 0 w 1169"/>
                <a:gd name="T3" fmla="*/ 0 h 1169"/>
                <a:gd name="T4" fmla="*/ 0 w 1169"/>
                <a:gd name="T5" fmla="*/ 731 h 1169"/>
                <a:gd name="T6" fmla="*/ 439 w 1169"/>
                <a:gd name="T7" fmla="*/ 1169 h 1169"/>
                <a:gd name="T8" fmla="*/ 1169 w 1169"/>
                <a:gd name="T9" fmla="*/ 1169 h 1169"/>
                <a:gd name="T10" fmla="*/ 1169 w 1169"/>
                <a:gd name="T11" fmla="*/ 439 h 1169"/>
                <a:gd name="T12" fmla="*/ 731 w 1169"/>
                <a:gd name="T13" fmla="*/ 0 h 1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69" h="1169">
                  <a:moveTo>
                    <a:pt x="73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731"/>
                    <a:pt x="0" y="731"/>
                    <a:pt x="0" y="731"/>
                  </a:cubicBezTo>
                  <a:cubicBezTo>
                    <a:pt x="0" y="973"/>
                    <a:pt x="196" y="1169"/>
                    <a:pt x="439" y="1169"/>
                  </a:cubicBezTo>
                  <a:cubicBezTo>
                    <a:pt x="1169" y="1169"/>
                    <a:pt x="1169" y="1169"/>
                    <a:pt x="1169" y="1169"/>
                  </a:cubicBezTo>
                  <a:cubicBezTo>
                    <a:pt x="1169" y="439"/>
                    <a:pt x="1169" y="439"/>
                    <a:pt x="1169" y="439"/>
                  </a:cubicBezTo>
                  <a:cubicBezTo>
                    <a:pt x="1169" y="196"/>
                    <a:pt x="973" y="0"/>
                    <a:pt x="731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18" name="Freeform 5"/>
            <p:cNvSpPr>
              <a:spLocks/>
            </p:cNvSpPr>
            <p:nvPr/>
          </p:nvSpPr>
          <p:spPr bwMode="auto">
            <a:xfrm>
              <a:off x="7711341" y="962713"/>
              <a:ext cx="93144" cy="93144"/>
            </a:xfrm>
            <a:custGeom>
              <a:avLst/>
              <a:gdLst>
                <a:gd name="T0" fmla="*/ 731 w 1169"/>
                <a:gd name="T1" fmla="*/ 0 h 1169"/>
                <a:gd name="T2" fmla="*/ 0 w 1169"/>
                <a:gd name="T3" fmla="*/ 0 h 1169"/>
                <a:gd name="T4" fmla="*/ 0 w 1169"/>
                <a:gd name="T5" fmla="*/ 731 h 1169"/>
                <a:gd name="T6" fmla="*/ 439 w 1169"/>
                <a:gd name="T7" fmla="*/ 1169 h 1169"/>
                <a:gd name="T8" fmla="*/ 1169 w 1169"/>
                <a:gd name="T9" fmla="*/ 1169 h 1169"/>
                <a:gd name="T10" fmla="*/ 1169 w 1169"/>
                <a:gd name="T11" fmla="*/ 439 h 1169"/>
                <a:gd name="T12" fmla="*/ 731 w 1169"/>
                <a:gd name="T13" fmla="*/ 0 h 1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69" h="1169">
                  <a:moveTo>
                    <a:pt x="73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731"/>
                    <a:pt x="0" y="731"/>
                    <a:pt x="0" y="731"/>
                  </a:cubicBezTo>
                  <a:cubicBezTo>
                    <a:pt x="0" y="973"/>
                    <a:pt x="196" y="1169"/>
                    <a:pt x="439" y="1169"/>
                  </a:cubicBezTo>
                  <a:cubicBezTo>
                    <a:pt x="1169" y="1169"/>
                    <a:pt x="1169" y="1169"/>
                    <a:pt x="1169" y="1169"/>
                  </a:cubicBezTo>
                  <a:cubicBezTo>
                    <a:pt x="1169" y="439"/>
                    <a:pt x="1169" y="439"/>
                    <a:pt x="1169" y="439"/>
                  </a:cubicBezTo>
                  <a:cubicBezTo>
                    <a:pt x="1169" y="196"/>
                    <a:pt x="973" y="0"/>
                    <a:pt x="731" y="0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19" name="Freeform 5"/>
            <p:cNvSpPr>
              <a:spLocks/>
            </p:cNvSpPr>
            <p:nvPr/>
          </p:nvSpPr>
          <p:spPr bwMode="auto">
            <a:xfrm>
              <a:off x="7711341" y="1087039"/>
              <a:ext cx="93144" cy="93144"/>
            </a:xfrm>
            <a:custGeom>
              <a:avLst/>
              <a:gdLst>
                <a:gd name="T0" fmla="*/ 731 w 1169"/>
                <a:gd name="T1" fmla="*/ 0 h 1169"/>
                <a:gd name="T2" fmla="*/ 0 w 1169"/>
                <a:gd name="T3" fmla="*/ 0 h 1169"/>
                <a:gd name="T4" fmla="*/ 0 w 1169"/>
                <a:gd name="T5" fmla="*/ 731 h 1169"/>
                <a:gd name="T6" fmla="*/ 439 w 1169"/>
                <a:gd name="T7" fmla="*/ 1169 h 1169"/>
                <a:gd name="T8" fmla="*/ 1169 w 1169"/>
                <a:gd name="T9" fmla="*/ 1169 h 1169"/>
                <a:gd name="T10" fmla="*/ 1169 w 1169"/>
                <a:gd name="T11" fmla="*/ 439 h 1169"/>
                <a:gd name="T12" fmla="*/ 731 w 1169"/>
                <a:gd name="T13" fmla="*/ 0 h 1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69" h="1169">
                  <a:moveTo>
                    <a:pt x="73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731"/>
                    <a:pt x="0" y="731"/>
                    <a:pt x="0" y="731"/>
                  </a:cubicBezTo>
                  <a:cubicBezTo>
                    <a:pt x="0" y="973"/>
                    <a:pt x="196" y="1169"/>
                    <a:pt x="439" y="1169"/>
                  </a:cubicBezTo>
                  <a:cubicBezTo>
                    <a:pt x="1169" y="1169"/>
                    <a:pt x="1169" y="1169"/>
                    <a:pt x="1169" y="1169"/>
                  </a:cubicBezTo>
                  <a:cubicBezTo>
                    <a:pt x="1169" y="439"/>
                    <a:pt x="1169" y="439"/>
                    <a:pt x="1169" y="439"/>
                  </a:cubicBezTo>
                  <a:cubicBezTo>
                    <a:pt x="1169" y="196"/>
                    <a:pt x="973" y="0"/>
                    <a:pt x="731" y="0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  <p:sp>
        <p:nvSpPr>
          <p:cNvPr id="20" name="Freeform 5"/>
          <p:cNvSpPr>
            <a:spLocks/>
          </p:cNvSpPr>
          <p:nvPr userDrawn="1"/>
        </p:nvSpPr>
        <p:spPr bwMode="auto">
          <a:xfrm flipH="1">
            <a:off x="11486507" y="174661"/>
            <a:ext cx="530831" cy="530831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1" name="TextBox 20"/>
          <p:cNvSpPr txBox="1"/>
          <p:nvPr userDrawn="1"/>
        </p:nvSpPr>
        <p:spPr>
          <a:xfrm>
            <a:off x="11526134" y="245136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60E2A6B-A809-4840-BF14-8648BC0BDF87}" type="slidenum">
              <a:rPr lang="id-ID" sz="1800" b="1" smtClean="0">
                <a:solidFill>
                  <a:schemeClr val="bg1"/>
                </a:solidFill>
              </a:rPr>
              <a:pPr algn="ctr"/>
              <a:t>‹#›</a:t>
            </a:fld>
            <a:endParaRPr lang="id-ID" sz="1800" dirty="0">
              <a:solidFill>
                <a:schemeClr val="bg1"/>
              </a:solidFill>
            </a:endParaRPr>
          </a:p>
        </p:txBody>
      </p:sp>
      <p:sp>
        <p:nvSpPr>
          <p:cNvPr id="34" name="TextBox 33"/>
          <p:cNvSpPr txBox="1"/>
          <p:nvPr userDrawn="1"/>
        </p:nvSpPr>
        <p:spPr>
          <a:xfrm>
            <a:off x="956885" y="6409324"/>
            <a:ext cx="174599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050" b="1" dirty="0" smtClean="0">
                <a:solidFill>
                  <a:schemeClr val="accent1">
                    <a:lumMod val="75000"/>
                  </a:schemeClr>
                </a:solidFill>
                <a:latin typeface="Raleway" panose="020B0003030101060003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Kupat</a:t>
            </a:r>
            <a:r>
              <a:rPr lang="id-ID" sz="1050" b="1" baseline="0" dirty="0" smtClean="0">
                <a:solidFill>
                  <a:schemeClr val="accent1">
                    <a:lumMod val="75000"/>
                  </a:schemeClr>
                </a:solidFill>
                <a:latin typeface="Raleway" panose="020B0003030101060003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Tahu </a:t>
            </a:r>
            <a:r>
              <a:rPr lang="id-ID" sz="1050" dirty="0" smtClean="0">
                <a:solidFill>
                  <a:schemeClr val="bg1">
                    <a:lumMod val="65000"/>
                  </a:schemeClr>
                </a:solidFill>
                <a:latin typeface="Raleway" panose="020B0003030101060003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Presentation</a:t>
            </a:r>
            <a:endParaRPr lang="en-US" sz="1050" dirty="0">
              <a:solidFill>
                <a:schemeClr val="bg1">
                  <a:lumMod val="65000"/>
                </a:schemeClr>
              </a:solidFill>
              <a:latin typeface="Raleway" panose="020B0003030101060003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35" name="Group 34"/>
          <p:cNvGrpSpPr/>
          <p:nvPr userDrawn="1"/>
        </p:nvGrpSpPr>
        <p:grpSpPr>
          <a:xfrm>
            <a:off x="347419" y="6409324"/>
            <a:ext cx="224082" cy="221156"/>
            <a:chOff x="4328868" y="5502988"/>
            <a:chExt cx="500307" cy="493774"/>
          </a:xfrm>
        </p:grpSpPr>
        <p:sp>
          <p:nvSpPr>
            <p:cNvPr id="39" name="Freeform 38">
              <a:hlinkClick r:id="" action="ppaction://hlinkshowjump?jump=previousslide"/>
            </p:cNvPr>
            <p:cNvSpPr>
              <a:spLocks/>
            </p:cNvSpPr>
            <p:nvPr userDrawn="1"/>
          </p:nvSpPr>
          <p:spPr bwMode="auto">
            <a:xfrm>
              <a:off x="4520555" y="5649754"/>
              <a:ext cx="116933" cy="200242"/>
            </a:xfrm>
            <a:custGeom>
              <a:avLst/>
              <a:gdLst>
                <a:gd name="T0" fmla="*/ 417 w 425"/>
                <a:gd name="T1" fmla="*/ 77 h 728"/>
                <a:gd name="T2" fmla="*/ 131 w 425"/>
                <a:gd name="T3" fmla="*/ 364 h 728"/>
                <a:gd name="T4" fmla="*/ 417 w 425"/>
                <a:gd name="T5" fmla="*/ 650 h 728"/>
                <a:gd name="T6" fmla="*/ 425 w 425"/>
                <a:gd name="T7" fmla="*/ 667 h 728"/>
                <a:gd name="T8" fmla="*/ 417 w 425"/>
                <a:gd name="T9" fmla="*/ 684 h 728"/>
                <a:gd name="T10" fmla="*/ 381 w 425"/>
                <a:gd name="T11" fmla="*/ 720 h 728"/>
                <a:gd name="T12" fmla="*/ 364 w 425"/>
                <a:gd name="T13" fmla="*/ 728 h 728"/>
                <a:gd name="T14" fmla="*/ 347 w 425"/>
                <a:gd name="T15" fmla="*/ 720 h 728"/>
                <a:gd name="T16" fmla="*/ 8 w 425"/>
                <a:gd name="T17" fmla="*/ 381 h 728"/>
                <a:gd name="T18" fmla="*/ 0 w 425"/>
                <a:gd name="T19" fmla="*/ 364 h 728"/>
                <a:gd name="T20" fmla="*/ 8 w 425"/>
                <a:gd name="T21" fmla="*/ 347 h 728"/>
                <a:gd name="T22" fmla="*/ 347 w 425"/>
                <a:gd name="T23" fmla="*/ 7 h 728"/>
                <a:gd name="T24" fmla="*/ 364 w 425"/>
                <a:gd name="T25" fmla="*/ 0 h 728"/>
                <a:gd name="T26" fmla="*/ 381 w 425"/>
                <a:gd name="T27" fmla="*/ 7 h 728"/>
                <a:gd name="T28" fmla="*/ 417 w 425"/>
                <a:gd name="T29" fmla="*/ 44 h 728"/>
                <a:gd name="T30" fmla="*/ 425 w 425"/>
                <a:gd name="T31" fmla="*/ 60 h 728"/>
                <a:gd name="T32" fmla="*/ 417 w 425"/>
                <a:gd name="T33" fmla="*/ 77 h 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25" h="728">
                  <a:moveTo>
                    <a:pt x="417" y="77"/>
                  </a:moveTo>
                  <a:cubicBezTo>
                    <a:pt x="131" y="364"/>
                    <a:pt x="131" y="364"/>
                    <a:pt x="131" y="364"/>
                  </a:cubicBezTo>
                  <a:cubicBezTo>
                    <a:pt x="417" y="650"/>
                    <a:pt x="417" y="650"/>
                    <a:pt x="417" y="650"/>
                  </a:cubicBezTo>
                  <a:cubicBezTo>
                    <a:pt x="422" y="655"/>
                    <a:pt x="425" y="661"/>
                    <a:pt x="425" y="667"/>
                  </a:cubicBezTo>
                  <a:cubicBezTo>
                    <a:pt x="425" y="673"/>
                    <a:pt x="422" y="680"/>
                    <a:pt x="417" y="684"/>
                  </a:cubicBezTo>
                  <a:cubicBezTo>
                    <a:pt x="381" y="720"/>
                    <a:pt x="381" y="720"/>
                    <a:pt x="381" y="720"/>
                  </a:cubicBezTo>
                  <a:cubicBezTo>
                    <a:pt x="377" y="725"/>
                    <a:pt x="370" y="728"/>
                    <a:pt x="364" y="728"/>
                  </a:cubicBezTo>
                  <a:cubicBezTo>
                    <a:pt x="358" y="728"/>
                    <a:pt x="352" y="725"/>
                    <a:pt x="347" y="720"/>
                  </a:cubicBezTo>
                  <a:cubicBezTo>
                    <a:pt x="8" y="381"/>
                    <a:pt x="8" y="381"/>
                    <a:pt x="8" y="381"/>
                  </a:cubicBezTo>
                  <a:cubicBezTo>
                    <a:pt x="3" y="376"/>
                    <a:pt x="0" y="369"/>
                    <a:pt x="0" y="364"/>
                  </a:cubicBezTo>
                  <a:cubicBezTo>
                    <a:pt x="0" y="358"/>
                    <a:pt x="3" y="351"/>
                    <a:pt x="8" y="347"/>
                  </a:cubicBezTo>
                  <a:cubicBezTo>
                    <a:pt x="347" y="7"/>
                    <a:pt x="347" y="7"/>
                    <a:pt x="347" y="7"/>
                  </a:cubicBezTo>
                  <a:cubicBezTo>
                    <a:pt x="352" y="3"/>
                    <a:pt x="358" y="0"/>
                    <a:pt x="364" y="0"/>
                  </a:cubicBezTo>
                  <a:cubicBezTo>
                    <a:pt x="370" y="0"/>
                    <a:pt x="377" y="3"/>
                    <a:pt x="381" y="7"/>
                  </a:cubicBezTo>
                  <a:cubicBezTo>
                    <a:pt x="417" y="44"/>
                    <a:pt x="417" y="44"/>
                    <a:pt x="417" y="44"/>
                  </a:cubicBezTo>
                  <a:cubicBezTo>
                    <a:pt x="422" y="48"/>
                    <a:pt x="425" y="54"/>
                    <a:pt x="425" y="60"/>
                  </a:cubicBezTo>
                  <a:cubicBezTo>
                    <a:pt x="425" y="66"/>
                    <a:pt x="422" y="73"/>
                    <a:pt x="417" y="77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40" name="Freeform 39">
              <a:hlinkClick r:id="" action="ppaction://hlinkshowjump?jump=previousslide"/>
            </p:cNvPr>
            <p:cNvSpPr>
              <a:spLocks noEditPoints="1"/>
            </p:cNvSpPr>
            <p:nvPr userDrawn="1"/>
          </p:nvSpPr>
          <p:spPr bwMode="auto">
            <a:xfrm>
              <a:off x="4328868" y="5502988"/>
              <a:ext cx="500307" cy="493774"/>
            </a:xfrm>
            <a:custGeom>
              <a:avLst/>
              <a:gdLst>
                <a:gd name="T0" fmla="*/ 2355 w 2753"/>
                <a:gd name="T1" fmla="*/ 114 h 2716"/>
                <a:gd name="T2" fmla="*/ 2639 w 2753"/>
                <a:gd name="T3" fmla="*/ 399 h 2716"/>
                <a:gd name="T4" fmla="*/ 2639 w 2753"/>
                <a:gd name="T5" fmla="*/ 2317 h 2716"/>
                <a:gd name="T6" fmla="*/ 2355 w 2753"/>
                <a:gd name="T7" fmla="*/ 2602 h 2716"/>
                <a:gd name="T8" fmla="*/ 398 w 2753"/>
                <a:gd name="T9" fmla="*/ 2602 h 2716"/>
                <a:gd name="T10" fmla="*/ 113 w 2753"/>
                <a:gd name="T11" fmla="*/ 2317 h 2716"/>
                <a:gd name="T12" fmla="*/ 113 w 2753"/>
                <a:gd name="T13" fmla="*/ 399 h 2716"/>
                <a:gd name="T14" fmla="*/ 398 w 2753"/>
                <a:gd name="T15" fmla="*/ 114 h 2716"/>
                <a:gd name="T16" fmla="*/ 2355 w 2753"/>
                <a:gd name="T17" fmla="*/ 114 h 2716"/>
                <a:gd name="T18" fmla="*/ 2355 w 2753"/>
                <a:gd name="T19" fmla="*/ 0 h 2716"/>
                <a:gd name="T20" fmla="*/ 398 w 2753"/>
                <a:gd name="T21" fmla="*/ 0 h 2716"/>
                <a:gd name="T22" fmla="*/ 0 w 2753"/>
                <a:gd name="T23" fmla="*/ 399 h 2716"/>
                <a:gd name="T24" fmla="*/ 0 w 2753"/>
                <a:gd name="T25" fmla="*/ 2317 h 2716"/>
                <a:gd name="T26" fmla="*/ 398 w 2753"/>
                <a:gd name="T27" fmla="*/ 2716 h 2716"/>
                <a:gd name="T28" fmla="*/ 2355 w 2753"/>
                <a:gd name="T29" fmla="*/ 2716 h 2716"/>
                <a:gd name="T30" fmla="*/ 2753 w 2753"/>
                <a:gd name="T31" fmla="*/ 2317 h 2716"/>
                <a:gd name="T32" fmla="*/ 2753 w 2753"/>
                <a:gd name="T33" fmla="*/ 399 h 2716"/>
                <a:gd name="T34" fmla="*/ 2355 w 2753"/>
                <a:gd name="T35" fmla="*/ 0 h 27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53" h="2716">
                  <a:moveTo>
                    <a:pt x="2355" y="114"/>
                  </a:moveTo>
                  <a:cubicBezTo>
                    <a:pt x="2512" y="114"/>
                    <a:pt x="2639" y="242"/>
                    <a:pt x="2639" y="399"/>
                  </a:cubicBezTo>
                  <a:cubicBezTo>
                    <a:pt x="2639" y="2317"/>
                    <a:pt x="2639" y="2317"/>
                    <a:pt x="2639" y="2317"/>
                  </a:cubicBezTo>
                  <a:cubicBezTo>
                    <a:pt x="2639" y="2474"/>
                    <a:pt x="2512" y="2602"/>
                    <a:pt x="2355" y="2602"/>
                  </a:cubicBezTo>
                  <a:cubicBezTo>
                    <a:pt x="398" y="2602"/>
                    <a:pt x="398" y="2602"/>
                    <a:pt x="398" y="2602"/>
                  </a:cubicBezTo>
                  <a:cubicBezTo>
                    <a:pt x="241" y="2602"/>
                    <a:pt x="113" y="2474"/>
                    <a:pt x="113" y="2317"/>
                  </a:cubicBezTo>
                  <a:cubicBezTo>
                    <a:pt x="113" y="399"/>
                    <a:pt x="113" y="399"/>
                    <a:pt x="113" y="399"/>
                  </a:cubicBezTo>
                  <a:cubicBezTo>
                    <a:pt x="113" y="242"/>
                    <a:pt x="241" y="114"/>
                    <a:pt x="398" y="114"/>
                  </a:cubicBezTo>
                  <a:cubicBezTo>
                    <a:pt x="2355" y="114"/>
                    <a:pt x="2355" y="114"/>
                    <a:pt x="2355" y="114"/>
                  </a:cubicBezTo>
                  <a:moveTo>
                    <a:pt x="2355" y="0"/>
                  </a:moveTo>
                  <a:cubicBezTo>
                    <a:pt x="398" y="0"/>
                    <a:pt x="398" y="0"/>
                    <a:pt x="398" y="0"/>
                  </a:cubicBezTo>
                  <a:cubicBezTo>
                    <a:pt x="178" y="0"/>
                    <a:pt x="0" y="179"/>
                    <a:pt x="0" y="399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0" y="2538"/>
                    <a:pt x="178" y="2716"/>
                    <a:pt x="398" y="2716"/>
                  </a:cubicBezTo>
                  <a:cubicBezTo>
                    <a:pt x="2355" y="2716"/>
                    <a:pt x="2355" y="2716"/>
                    <a:pt x="2355" y="2716"/>
                  </a:cubicBezTo>
                  <a:cubicBezTo>
                    <a:pt x="2575" y="2716"/>
                    <a:pt x="2753" y="2538"/>
                    <a:pt x="2753" y="2317"/>
                  </a:cubicBezTo>
                  <a:cubicBezTo>
                    <a:pt x="2753" y="399"/>
                    <a:pt x="2753" y="399"/>
                    <a:pt x="2753" y="399"/>
                  </a:cubicBezTo>
                  <a:cubicBezTo>
                    <a:pt x="2753" y="179"/>
                    <a:pt x="2575" y="0"/>
                    <a:pt x="2355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  <p:grpSp>
        <p:nvGrpSpPr>
          <p:cNvPr id="41" name="Group 40"/>
          <p:cNvGrpSpPr/>
          <p:nvPr userDrawn="1"/>
        </p:nvGrpSpPr>
        <p:grpSpPr>
          <a:xfrm flipH="1">
            <a:off x="657355" y="6409324"/>
            <a:ext cx="224082" cy="221156"/>
            <a:chOff x="4328868" y="5502988"/>
            <a:chExt cx="500307" cy="493774"/>
          </a:xfrm>
        </p:grpSpPr>
        <p:sp>
          <p:nvSpPr>
            <p:cNvPr id="42" name="Freeform 41">
              <a:hlinkClick r:id="" action="ppaction://hlinkshowjump?jump=nextslide"/>
            </p:cNvPr>
            <p:cNvSpPr>
              <a:spLocks/>
            </p:cNvSpPr>
            <p:nvPr userDrawn="1"/>
          </p:nvSpPr>
          <p:spPr bwMode="auto">
            <a:xfrm>
              <a:off x="4520556" y="5649754"/>
              <a:ext cx="116933" cy="200242"/>
            </a:xfrm>
            <a:custGeom>
              <a:avLst/>
              <a:gdLst>
                <a:gd name="T0" fmla="*/ 417 w 425"/>
                <a:gd name="T1" fmla="*/ 77 h 728"/>
                <a:gd name="T2" fmla="*/ 131 w 425"/>
                <a:gd name="T3" fmla="*/ 364 h 728"/>
                <a:gd name="T4" fmla="*/ 417 w 425"/>
                <a:gd name="T5" fmla="*/ 650 h 728"/>
                <a:gd name="T6" fmla="*/ 425 w 425"/>
                <a:gd name="T7" fmla="*/ 667 h 728"/>
                <a:gd name="T8" fmla="*/ 417 w 425"/>
                <a:gd name="T9" fmla="*/ 684 h 728"/>
                <a:gd name="T10" fmla="*/ 381 w 425"/>
                <a:gd name="T11" fmla="*/ 720 h 728"/>
                <a:gd name="T12" fmla="*/ 364 w 425"/>
                <a:gd name="T13" fmla="*/ 728 h 728"/>
                <a:gd name="T14" fmla="*/ 347 w 425"/>
                <a:gd name="T15" fmla="*/ 720 h 728"/>
                <a:gd name="T16" fmla="*/ 8 w 425"/>
                <a:gd name="T17" fmla="*/ 381 h 728"/>
                <a:gd name="T18" fmla="*/ 0 w 425"/>
                <a:gd name="T19" fmla="*/ 364 h 728"/>
                <a:gd name="T20" fmla="*/ 8 w 425"/>
                <a:gd name="T21" fmla="*/ 347 h 728"/>
                <a:gd name="T22" fmla="*/ 347 w 425"/>
                <a:gd name="T23" fmla="*/ 7 h 728"/>
                <a:gd name="T24" fmla="*/ 364 w 425"/>
                <a:gd name="T25" fmla="*/ 0 h 728"/>
                <a:gd name="T26" fmla="*/ 381 w 425"/>
                <a:gd name="T27" fmla="*/ 7 h 728"/>
                <a:gd name="T28" fmla="*/ 417 w 425"/>
                <a:gd name="T29" fmla="*/ 44 h 728"/>
                <a:gd name="T30" fmla="*/ 425 w 425"/>
                <a:gd name="T31" fmla="*/ 60 h 728"/>
                <a:gd name="T32" fmla="*/ 417 w 425"/>
                <a:gd name="T33" fmla="*/ 77 h 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25" h="728">
                  <a:moveTo>
                    <a:pt x="417" y="77"/>
                  </a:moveTo>
                  <a:cubicBezTo>
                    <a:pt x="131" y="364"/>
                    <a:pt x="131" y="364"/>
                    <a:pt x="131" y="364"/>
                  </a:cubicBezTo>
                  <a:cubicBezTo>
                    <a:pt x="417" y="650"/>
                    <a:pt x="417" y="650"/>
                    <a:pt x="417" y="650"/>
                  </a:cubicBezTo>
                  <a:cubicBezTo>
                    <a:pt x="422" y="655"/>
                    <a:pt x="425" y="661"/>
                    <a:pt x="425" y="667"/>
                  </a:cubicBezTo>
                  <a:cubicBezTo>
                    <a:pt x="425" y="673"/>
                    <a:pt x="422" y="680"/>
                    <a:pt x="417" y="684"/>
                  </a:cubicBezTo>
                  <a:cubicBezTo>
                    <a:pt x="381" y="720"/>
                    <a:pt x="381" y="720"/>
                    <a:pt x="381" y="720"/>
                  </a:cubicBezTo>
                  <a:cubicBezTo>
                    <a:pt x="377" y="725"/>
                    <a:pt x="370" y="728"/>
                    <a:pt x="364" y="728"/>
                  </a:cubicBezTo>
                  <a:cubicBezTo>
                    <a:pt x="358" y="728"/>
                    <a:pt x="352" y="725"/>
                    <a:pt x="347" y="720"/>
                  </a:cubicBezTo>
                  <a:cubicBezTo>
                    <a:pt x="8" y="381"/>
                    <a:pt x="8" y="381"/>
                    <a:pt x="8" y="381"/>
                  </a:cubicBezTo>
                  <a:cubicBezTo>
                    <a:pt x="3" y="376"/>
                    <a:pt x="0" y="369"/>
                    <a:pt x="0" y="364"/>
                  </a:cubicBezTo>
                  <a:cubicBezTo>
                    <a:pt x="0" y="358"/>
                    <a:pt x="3" y="351"/>
                    <a:pt x="8" y="347"/>
                  </a:cubicBezTo>
                  <a:cubicBezTo>
                    <a:pt x="347" y="7"/>
                    <a:pt x="347" y="7"/>
                    <a:pt x="347" y="7"/>
                  </a:cubicBezTo>
                  <a:cubicBezTo>
                    <a:pt x="352" y="3"/>
                    <a:pt x="358" y="0"/>
                    <a:pt x="364" y="0"/>
                  </a:cubicBezTo>
                  <a:cubicBezTo>
                    <a:pt x="370" y="0"/>
                    <a:pt x="377" y="3"/>
                    <a:pt x="381" y="7"/>
                  </a:cubicBezTo>
                  <a:cubicBezTo>
                    <a:pt x="417" y="44"/>
                    <a:pt x="417" y="44"/>
                    <a:pt x="417" y="44"/>
                  </a:cubicBezTo>
                  <a:cubicBezTo>
                    <a:pt x="422" y="48"/>
                    <a:pt x="425" y="54"/>
                    <a:pt x="425" y="60"/>
                  </a:cubicBezTo>
                  <a:cubicBezTo>
                    <a:pt x="425" y="66"/>
                    <a:pt x="422" y="73"/>
                    <a:pt x="417" y="77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43" name="Freeform 42">
              <a:hlinkClick r:id="" action="ppaction://hlinkshowjump?jump=nextslide"/>
            </p:cNvPr>
            <p:cNvSpPr>
              <a:spLocks noEditPoints="1"/>
            </p:cNvSpPr>
            <p:nvPr userDrawn="1"/>
          </p:nvSpPr>
          <p:spPr bwMode="auto">
            <a:xfrm>
              <a:off x="4328868" y="5502988"/>
              <a:ext cx="500307" cy="493774"/>
            </a:xfrm>
            <a:custGeom>
              <a:avLst/>
              <a:gdLst>
                <a:gd name="T0" fmla="*/ 2355 w 2753"/>
                <a:gd name="T1" fmla="*/ 114 h 2716"/>
                <a:gd name="T2" fmla="*/ 2639 w 2753"/>
                <a:gd name="T3" fmla="*/ 399 h 2716"/>
                <a:gd name="T4" fmla="*/ 2639 w 2753"/>
                <a:gd name="T5" fmla="*/ 2317 h 2716"/>
                <a:gd name="T6" fmla="*/ 2355 w 2753"/>
                <a:gd name="T7" fmla="*/ 2602 h 2716"/>
                <a:gd name="T8" fmla="*/ 398 w 2753"/>
                <a:gd name="T9" fmla="*/ 2602 h 2716"/>
                <a:gd name="T10" fmla="*/ 113 w 2753"/>
                <a:gd name="T11" fmla="*/ 2317 h 2716"/>
                <a:gd name="T12" fmla="*/ 113 w 2753"/>
                <a:gd name="T13" fmla="*/ 399 h 2716"/>
                <a:gd name="T14" fmla="*/ 398 w 2753"/>
                <a:gd name="T15" fmla="*/ 114 h 2716"/>
                <a:gd name="T16" fmla="*/ 2355 w 2753"/>
                <a:gd name="T17" fmla="*/ 114 h 2716"/>
                <a:gd name="T18" fmla="*/ 2355 w 2753"/>
                <a:gd name="T19" fmla="*/ 0 h 2716"/>
                <a:gd name="T20" fmla="*/ 398 w 2753"/>
                <a:gd name="T21" fmla="*/ 0 h 2716"/>
                <a:gd name="T22" fmla="*/ 0 w 2753"/>
                <a:gd name="T23" fmla="*/ 399 h 2716"/>
                <a:gd name="T24" fmla="*/ 0 w 2753"/>
                <a:gd name="T25" fmla="*/ 2317 h 2716"/>
                <a:gd name="T26" fmla="*/ 398 w 2753"/>
                <a:gd name="T27" fmla="*/ 2716 h 2716"/>
                <a:gd name="T28" fmla="*/ 2355 w 2753"/>
                <a:gd name="T29" fmla="*/ 2716 h 2716"/>
                <a:gd name="T30" fmla="*/ 2753 w 2753"/>
                <a:gd name="T31" fmla="*/ 2317 h 2716"/>
                <a:gd name="T32" fmla="*/ 2753 w 2753"/>
                <a:gd name="T33" fmla="*/ 399 h 2716"/>
                <a:gd name="T34" fmla="*/ 2355 w 2753"/>
                <a:gd name="T35" fmla="*/ 0 h 27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53" h="2716">
                  <a:moveTo>
                    <a:pt x="2355" y="114"/>
                  </a:moveTo>
                  <a:cubicBezTo>
                    <a:pt x="2512" y="114"/>
                    <a:pt x="2639" y="242"/>
                    <a:pt x="2639" y="399"/>
                  </a:cubicBezTo>
                  <a:cubicBezTo>
                    <a:pt x="2639" y="2317"/>
                    <a:pt x="2639" y="2317"/>
                    <a:pt x="2639" y="2317"/>
                  </a:cubicBezTo>
                  <a:cubicBezTo>
                    <a:pt x="2639" y="2474"/>
                    <a:pt x="2512" y="2602"/>
                    <a:pt x="2355" y="2602"/>
                  </a:cubicBezTo>
                  <a:cubicBezTo>
                    <a:pt x="398" y="2602"/>
                    <a:pt x="398" y="2602"/>
                    <a:pt x="398" y="2602"/>
                  </a:cubicBezTo>
                  <a:cubicBezTo>
                    <a:pt x="241" y="2602"/>
                    <a:pt x="113" y="2474"/>
                    <a:pt x="113" y="2317"/>
                  </a:cubicBezTo>
                  <a:cubicBezTo>
                    <a:pt x="113" y="399"/>
                    <a:pt x="113" y="399"/>
                    <a:pt x="113" y="399"/>
                  </a:cubicBezTo>
                  <a:cubicBezTo>
                    <a:pt x="113" y="242"/>
                    <a:pt x="241" y="114"/>
                    <a:pt x="398" y="114"/>
                  </a:cubicBezTo>
                  <a:cubicBezTo>
                    <a:pt x="2355" y="114"/>
                    <a:pt x="2355" y="114"/>
                    <a:pt x="2355" y="114"/>
                  </a:cubicBezTo>
                  <a:moveTo>
                    <a:pt x="2355" y="0"/>
                  </a:moveTo>
                  <a:cubicBezTo>
                    <a:pt x="398" y="0"/>
                    <a:pt x="398" y="0"/>
                    <a:pt x="398" y="0"/>
                  </a:cubicBezTo>
                  <a:cubicBezTo>
                    <a:pt x="178" y="0"/>
                    <a:pt x="0" y="179"/>
                    <a:pt x="0" y="399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0" y="2538"/>
                    <a:pt x="178" y="2716"/>
                    <a:pt x="398" y="2716"/>
                  </a:cubicBezTo>
                  <a:cubicBezTo>
                    <a:pt x="2355" y="2716"/>
                    <a:pt x="2355" y="2716"/>
                    <a:pt x="2355" y="2716"/>
                  </a:cubicBezTo>
                  <a:cubicBezTo>
                    <a:pt x="2575" y="2716"/>
                    <a:pt x="2753" y="2538"/>
                    <a:pt x="2753" y="2317"/>
                  </a:cubicBezTo>
                  <a:cubicBezTo>
                    <a:pt x="2753" y="399"/>
                    <a:pt x="2753" y="399"/>
                    <a:pt x="2753" y="399"/>
                  </a:cubicBezTo>
                  <a:cubicBezTo>
                    <a:pt x="2753" y="179"/>
                    <a:pt x="2575" y="0"/>
                    <a:pt x="2355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0" y="2492866"/>
            <a:ext cx="6080289" cy="2003425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endParaRPr lang="id-ID"/>
          </a:p>
        </p:txBody>
      </p:sp>
      <p:sp>
        <p:nvSpPr>
          <p:cNvPr id="33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6095650" y="2492866"/>
            <a:ext cx="6080289" cy="2003425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448573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20" grpId="0" animBg="1"/>
      <p:bldP spid="21" grpId="0"/>
      <p:bldP spid="34" grpId="0"/>
    </p:bld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5"/>
          <p:cNvSpPr>
            <a:spLocks/>
          </p:cNvSpPr>
          <p:nvPr userDrawn="1"/>
        </p:nvSpPr>
        <p:spPr bwMode="auto">
          <a:xfrm flipH="1">
            <a:off x="9930136" y="-637092"/>
            <a:ext cx="2711791" cy="2711789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3" name="Freeform 5"/>
          <p:cNvSpPr>
            <a:spLocks/>
          </p:cNvSpPr>
          <p:nvPr userDrawn="1"/>
        </p:nvSpPr>
        <p:spPr bwMode="auto">
          <a:xfrm flipH="1">
            <a:off x="8535301" y="921256"/>
            <a:ext cx="982576" cy="982576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4" name="Freeform 5"/>
          <p:cNvSpPr>
            <a:spLocks/>
          </p:cNvSpPr>
          <p:nvPr userDrawn="1"/>
        </p:nvSpPr>
        <p:spPr bwMode="auto">
          <a:xfrm flipH="1">
            <a:off x="8690348" y="-296897"/>
            <a:ext cx="672480" cy="67248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5" name="Freeform 5"/>
          <p:cNvSpPr>
            <a:spLocks/>
          </p:cNvSpPr>
          <p:nvPr userDrawn="1"/>
        </p:nvSpPr>
        <p:spPr bwMode="auto">
          <a:xfrm flipH="1">
            <a:off x="6892774" y="1381250"/>
            <a:ext cx="1081310" cy="108131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6" name="Freeform 5"/>
          <p:cNvSpPr>
            <a:spLocks/>
          </p:cNvSpPr>
          <p:nvPr userDrawn="1"/>
        </p:nvSpPr>
        <p:spPr bwMode="auto">
          <a:xfrm flipH="1">
            <a:off x="7644119" y="215697"/>
            <a:ext cx="521440" cy="52144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7" name="Freeform 5"/>
          <p:cNvSpPr>
            <a:spLocks/>
          </p:cNvSpPr>
          <p:nvPr userDrawn="1"/>
        </p:nvSpPr>
        <p:spPr bwMode="auto">
          <a:xfrm flipH="1">
            <a:off x="9305255" y="2655843"/>
            <a:ext cx="1337469" cy="1337469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8" name="Freeform 5"/>
          <p:cNvSpPr>
            <a:spLocks/>
          </p:cNvSpPr>
          <p:nvPr userDrawn="1"/>
        </p:nvSpPr>
        <p:spPr bwMode="auto">
          <a:xfrm flipH="1">
            <a:off x="11073361" y="2461388"/>
            <a:ext cx="672480" cy="67248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9" name="Freeform 5"/>
          <p:cNvSpPr>
            <a:spLocks/>
          </p:cNvSpPr>
          <p:nvPr userDrawn="1"/>
        </p:nvSpPr>
        <p:spPr bwMode="auto">
          <a:xfrm flipH="1">
            <a:off x="10870156" y="3855256"/>
            <a:ext cx="521440" cy="52144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0" name="Freeform 5"/>
          <p:cNvSpPr>
            <a:spLocks/>
          </p:cNvSpPr>
          <p:nvPr userDrawn="1"/>
        </p:nvSpPr>
        <p:spPr bwMode="auto">
          <a:xfrm flipH="1">
            <a:off x="8352858" y="2453988"/>
            <a:ext cx="521761" cy="521761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1" name="Freeform 5"/>
          <p:cNvSpPr>
            <a:spLocks/>
          </p:cNvSpPr>
          <p:nvPr userDrawn="1"/>
        </p:nvSpPr>
        <p:spPr bwMode="auto">
          <a:xfrm flipH="1">
            <a:off x="11801991" y="3355185"/>
            <a:ext cx="672480" cy="67248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2" name="Freeform 5"/>
          <p:cNvSpPr>
            <a:spLocks/>
          </p:cNvSpPr>
          <p:nvPr userDrawn="1"/>
        </p:nvSpPr>
        <p:spPr bwMode="auto">
          <a:xfrm flipH="1">
            <a:off x="12086289" y="2172540"/>
            <a:ext cx="385460" cy="38546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grpSp>
        <p:nvGrpSpPr>
          <p:cNvPr id="14" name="Group 13"/>
          <p:cNvGrpSpPr/>
          <p:nvPr userDrawn="1"/>
        </p:nvGrpSpPr>
        <p:grpSpPr>
          <a:xfrm flipH="1">
            <a:off x="1036725" y="1090208"/>
            <a:ext cx="93144" cy="590448"/>
            <a:chOff x="7711341" y="589735"/>
            <a:chExt cx="93144" cy="590448"/>
          </a:xfrm>
        </p:grpSpPr>
        <p:sp>
          <p:nvSpPr>
            <p:cNvPr id="15" name="Freeform 5"/>
            <p:cNvSpPr>
              <a:spLocks/>
            </p:cNvSpPr>
            <p:nvPr/>
          </p:nvSpPr>
          <p:spPr bwMode="auto">
            <a:xfrm>
              <a:off x="7711341" y="589735"/>
              <a:ext cx="93144" cy="93144"/>
            </a:xfrm>
            <a:custGeom>
              <a:avLst/>
              <a:gdLst>
                <a:gd name="T0" fmla="*/ 731 w 1169"/>
                <a:gd name="T1" fmla="*/ 0 h 1169"/>
                <a:gd name="T2" fmla="*/ 0 w 1169"/>
                <a:gd name="T3" fmla="*/ 0 h 1169"/>
                <a:gd name="T4" fmla="*/ 0 w 1169"/>
                <a:gd name="T5" fmla="*/ 731 h 1169"/>
                <a:gd name="T6" fmla="*/ 439 w 1169"/>
                <a:gd name="T7" fmla="*/ 1169 h 1169"/>
                <a:gd name="T8" fmla="*/ 1169 w 1169"/>
                <a:gd name="T9" fmla="*/ 1169 h 1169"/>
                <a:gd name="T10" fmla="*/ 1169 w 1169"/>
                <a:gd name="T11" fmla="*/ 439 h 1169"/>
                <a:gd name="T12" fmla="*/ 731 w 1169"/>
                <a:gd name="T13" fmla="*/ 0 h 1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69" h="1169">
                  <a:moveTo>
                    <a:pt x="73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731"/>
                    <a:pt x="0" y="731"/>
                    <a:pt x="0" y="731"/>
                  </a:cubicBezTo>
                  <a:cubicBezTo>
                    <a:pt x="0" y="973"/>
                    <a:pt x="196" y="1169"/>
                    <a:pt x="439" y="1169"/>
                  </a:cubicBezTo>
                  <a:cubicBezTo>
                    <a:pt x="1169" y="1169"/>
                    <a:pt x="1169" y="1169"/>
                    <a:pt x="1169" y="1169"/>
                  </a:cubicBezTo>
                  <a:cubicBezTo>
                    <a:pt x="1169" y="439"/>
                    <a:pt x="1169" y="439"/>
                    <a:pt x="1169" y="439"/>
                  </a:cubicBezTo>
                  <a:cubicBezTo>
                    <a:pt x="1169" y="196"/>
                    <a:pt x="973" y="0"/>
                    <a:pt x="731" y="0"/>
                  </a:cubicBez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16" name="Freeform 5"/>
            <p:cNvSpPr>
              <a:spLocks/>
            </p:cNvSpPr>
            <p:nvPr/>
          </p:nvSpPr>
          <p:spPr bwMode="auto">
            <a:xfrm>
              <a:off x="7711341" y="714061"/>
              <a:ext cx="93144" cy="93144"/>
            </a:xfrm>
            <a:custGeom>
              <a:avLst/>
              <a:gdLst>
                <a:gd name="T0" fmla="*/ 731 w 1169"/>
                <a:gd name="T1" fmla="*/ 0 h 1169"/>
                <a:gd name="T2" fmla="*/ 0 w 1169"/>
                <a:gd name="T3" fmla="*/ 0 h 1169"/>
                <a:gd name="T4" fmla="*/ 0 w 1169"/>
                <a:gd name="T5" fmla="*/ 731 h 1169"/>
                <a:gd name="T6" fmla="*/ 439 w 1169"/>
                <a:gd name="T7" fmla="*/ 1169 h 1169"/>
                <a:gd name="T8" fmla="*/ 1169 w 1169"/>
                <a:gd name="T9" fmla="*/ 1169 h 1169"/>
                <a:gd name="T10" fmla="*/ 1169 w 1169"/>
                <a:gd name="T11" fmla="*/ 439 h 1169"/>
                <a:gd name="T12" fmla="*/ 731 w 1169"/>
                <a:gd name="T13" fmla="*/ 0 h 1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69" h="1169">
                  <a:moveTo>
                    <a:pt x="73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731"/>
                    <a:pt x="0" y="731"/>
                    <a:pt x="0" y="731"/>
                  </a:cubicBezTo>
                  <a:cubicBezTo>
                    <a:pt x="0" y="973"/>
                    <a:pt x="196" y="1169"/>
                    <a:pt x="439" y="1169"/>
                  </a:cubicBezTo>
                  <a:cubicBezTo>
                    <a:pt x="1169" y="1169"/>
                    <a:pt x="1169" y="1169"/>
                    <a:pt x="1169" y="1169"/>
                  </a:cubicBezTo>
                  <a:cubicBezTo>
                    <a:pt x="1169" y="439"/>
                    <a:pt x="1169" y="439"/>
                    <a:pt x="1169" y="439"/>
                  </a:cubicBezTo>
                  <a:cubicBezTo>
                    <a:pt x="1169" y="196"/>
                    <a:pt x="973" y="0"/>
                    <a:pt x="731" y="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17" name="Freeform 5"/>
            <p:cNvSpPr>
              <a:spLocks/>
            </p:cNvSpPr>
            <p:nvPr/>
          </p:nvSpPr>
          <p:spPr bwMode="auto">
            <a:xfrm>
              <a:off x="7711341" y="838387"/>
              <a:ext cx="93144" cy="93144"/>
            </a:xfrm>
            <a:custGeom>
              <a:avLst/>
              <a:gdLst>
                <a:gd name="T0" fmla="*/ 731 w 1169"/>
                <a:gd name="T1" fmla="*/ 0 h 1169"/>
                <a:gd name="T2" fmla="*/ 0 w 1169"/>
                <a:gd name="T3" fmla="*/ 0 h 1169"/>
                <a:gd name="T4" fmla="*/ 0 w 1169"/>
                <a:gd name="T5" fmla="*/ 731 h 1169"/>
                <a:gd name="T6" fmla="*/ 439 w 1169"/>
                <a:gd name="T7" fmla="*/ 1169 h 1169"/>
                <a:gd name="T8" fmla="*/ 1169 w 1169"/>
                <a:gd name="T9" fmla="*/ 1169 h 1169"/>
                <a:gd name="T10" fmla="*/ 1169 w 1169"/>
                <a:gd name="T11" fmla="*/ 439 h 1169"/>
                <a:gd name="T12" fmla="*/ 731 w 1169"/>
                <a:gd name="T13" fmla="*/ 0 h 1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69" h="1169">
                  <a:moveTo>
                    <a:pt x="73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731"/>
                    <a:pt x="0" y="731"/>
                    <a:pt x="0" y="731"/>
                  </a:cubicBezTo>
                  <a:cubicBezTo>
                    <a:pt x="0" y="973"/>
                    <a:pt x="196" y="1169"/>
                    <a:pt x="439" y="1169"/>
                  </a:cubicBezTo>
                  <a:cubicBezTo>
                    <a:pt x="1169" y="1169"/>
                    <a:pt x="1169" y="1169"/>
                    <a:pt x="1169" y="1169"/>
                  </a:cubicBezTo>
                  <a:cubicBezTo>
                    <a:pt x="1169" y="439"/>
                    <a:pt x="1169" y="439"/>
                    <a:pt x="1169" y="439"/>
                  </a:cubicBezTo>
                  <a:cubicBezTo>
                    <a:pt x="1169" y="196"/>
                    <a:pt x="973" y="0"/>
                    <a:pt x="731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18" name="Freeform 5"/>
            <p:cNvSpPr>
              <a:spLocks/>
            </p:cNvSpPr>
            <p:nvPr/>
          </p:nvSpPr>
          <p:spPr bwMode="auto">
            <a:xfrm>
              <a:off x="7711341" y="962713"/>
              <a:ext cx="93144" cy="93144"/>
            </a:xfrm>
            <a:custGeom>
              <a:avLst/>
              <a:gdLst>
                <a:gd name="T0" fmla="*/ 731 w 1169"/>
                <a:gd name="T1" fmla="*/ 0 h 1169"/>
                <a:gd name="T2" fmla="*/ 0 w 1169"/>
                <a:gd name="T3" fmla="*/ 0 h 1169"/>
                <a:gd name="T4" fmla="*/ 0 w 1169"/>
                <a:gd name="T5" fmla="*/ 731 h 1169"/>
                <a:gd name="T6" fmla="*/ 439 w 1169"/>
                <a:gd name="T7" fmla="*/ 1169 h 1169"/>
                <a:gd name="T8" fmla="*/ 1169 w 1169"/>
                <a:gd name="T9" fmla="*/ 1169 h 1169"/>
                <a:gd name="T10" fmla="*/ 1169 w 1169"/>
                <a:gd name="T11" fmla="*/ 439 h 1169"/>
                <a:gd name="T12" fmla="*/ 731 w 1169"/>
                <a:gd name="T13" fmla="*/ 0 h 1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69" h="1169">
                  <a:moveTo>
                    <a:pt x="73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731"/>
                    <a:pt x="0" y="731"/>
                    <a:pt x="0" y="731"/>
                  </a:cubicBezTo>
                  <a:cubicBezTo>
                    <a:pt x="0" y="973"/>
                    <a:pt x="196" y="1169"/>
                    <a:pt x="439" y="1169"/>
                  </a:cubicBezTo>
                  <a:cubicBezTo>
                    <a:pt x="1169" y="1169"/>
                    <a:pt x="1169" y="1169"/>
                    <a:pt x="1169" y="1169"/>
                  </a:cubicBezTo>
                  <a:cubicBezTo>
                    <a:pt x="1169" y="439"/>
                    <a:pt x="1169" y="439"/>
                    <a:pt x="1169" y="439"/>
                  </a:cubicBezTo>
                  <a:cubicBezTo>
                    <a:pt x="1169" y="196"/>
                    <a:pt x="973" y="0"/>
                    <a:pt x="731" y="0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19" name="Freeform 5"/>
            <p:cNvSpPr>
              <a:spLocks/>
            </p:cNvSpPr>
            <p:nvPr/>
          </p:nvSpPr>
          <p:spPr bwMode="auto">
            <a:xfrm>
              <a:off x="7711341" y="1087039"/>
              <a:ext cx="93144" cy="93144"/>
            </a:xfrm>
            <a:custGeom>
              <a:avLst/>
              <a:gdLst>
                <a:gd name="T0" fmla="*/ 731 w 1169"/>
                <a:gd name="T1" fmla="*/ 0 h 1169"/>
                <a:gd name="T2" fmla="*/ 0 w 1169"/>
                <a:gd name="T3" fmla="*/ 0 h 1169"/>
                <a:gd name="T4" fmla="*/ 0 w 1169"/>
                <a:gd name="T5" fmla="*/ 731 h 1169"/>
                <a:gd name="T6" fmla="*/ 439 w 1169"/>
                <a:gd name="T7" fmla="*/ 1169 h 1169"/>
                <a:gd name="T8" fmla="*/ 1169 w 1169"/>
                <a:gd name="T9" fmla="*/ 1169 h 1169"/>
                <a:gd name="T10" fmla="*/ 1169 w 1169"/>
                <a:gd name="T11" fmla="*/ 439 h 1169"/>
                <a:gd name="T12" fmla="*/ 731 w 1169"/>
                <a:gd name="T13" fmla="*/ 0 h 1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69" h="1169">
                  <a:moveTo>
                    <a:pt x="73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731"/>
                    <a:pt x="0" y="731"/>
                    <a:pt x="0" y="731"/>
                  </a:cubicBezTo>
                  <a:cubicBezTo>
                    <a:pt x="0" y="973"/>
                    <a:pt x="196" y="1169"/>
                    <a:pt x="439" y="1169"/>
                  </a:cubicBezTo>
                  <a:cubicBezTo>
                    <a:pt x="1169" y="1169"/>
                    <a:pt x="1169" y="1169"/>
                    <a:pt x="1169" y="1169"/>
                  </a:cubicBezTo>
                  <a:cubicBezTo>
                    <a:pt x="1169" y="439"/>
                    <a:pt x="1169" y="439"/>
                    <a:pt x="1169" y="439"/>
                  </a:cubicBezTo>
                  <a:cubicBezTo>
                    <a:pt x="1169" y="196"/>
                    <a:pt x="973" y="0"/>
                    <a:pt x="731" y="0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  <p:sp>
        <p:nvSpPr>
          <p:cNvPr id="20" name="Freeform 5"/>
          <p:cNvSpPr>
            <a:spLocks/>
          </p:cNvSpPr>
          <p:nvPr userDrawn="1"/>
        </p:nvSpPr>
        <p:spPr bwMode="auto">
          <a:xfrm flipH="1">
            <a:off x="11486507" y="174661"/>
            <a:ext cx="530831" cy="530831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1" name="TextBox 20"/>
          <p:cNvSpPr txBox="1"/>
          <p:nvPr userDrawn="1"/>
        </p:nvSpPr>
        <p:spPr>
          <a:xfrm>
            <a:off x="11526134" y="245136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60E2A6B-A809-4840-BF14-8648BC0BDF87}" type="slidenum">
              <a:rPr lang="id-ID" sz="1800" b="1" smtClean="0">
                <a:solidFill>
                  <a:schemeClr val="bg1"/>
                </a:solidFill>
              </a:rPr>
              <a:pPr algn="ctr"/>
              <a:t>‹#›</a:t>
            </a:fld>
            <a:endParaRPr lang="id-ID" sz="1800" dirty="0">
              <a:solidFill>
                <a:schemeClr val="bg1"/>
              </a:solidFill>
            </a:endParaRPr>
          </a:p>
        </p:txBody>
      </p:sp>
      <p:sp>
        <p:nvSpPr>
          <p:cNvPr id="34" name="TextBox 33"/>
          <p:cNvSpPr txBox="1"/>
          <p:nvPr userDrawn="1"/>
        </p:nvSpPr>
        <p:spPr>
          <a:xfrm>
            <a:off x="956885" y="6409324"/>
            <a:ext cx="174599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050" b="1" dirty="0" smtClean="0">
                <a:solidFill>
                  <a:schemeClr val="accent1">
                    <a:lumMod val="75000"/>
                  </a:schemeClr>
                </a:solidFill>
                <a:latin typeface="Raleway" panose="020B0003030101060003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Kupat</a:t>
            </a:r>
            <a:r>
              <a:rPr lang="id-ID" sz="1050" b="1" baseline="0" dirty="0" smtClean="0">
                <a:solidFill>
                  <a:schemeClr val="accent1">
                    <a:lumMod val="75000"/>
                  </a:schemeClr>
                </a:solidFill>
                <a:latin typeface="Raleway" panose="020B0003030101060003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Tahu </a:t>
            </a:r>
            <a:r>
              <a:rPr lang="id-ID" sz="1050" dirty="0" smtClean="0">
                <a:solidFill>
                  <a:schemeClr val="bg1">
                    <a:lumMod val="65000"/>
                  </a:schemeClr>
                </a:solidFill>
                <a:latin typeface="Raleway" panose="020B0003030101060003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Presentation</a:t>
            </a:r>
            <a:endParaRPr lang="en-US" sz="1050" dirty="0">
              <a:solidFill>
                <a:schemeClr val="bg1">
                  <a:lumMod val="65000"/>
                </a:schemeClr>
              </a:solidFill>
              <a:latin typeface="Raleway" panose="020B0003030101060003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35" name="Group 34"/>
          <p:cNvGrpSpPr/>
          <p:nvPr userDrawn="1"/>
        </p:nvGrpSpPr>
        <p:grpSpPr>
          <a:xfrm>
            <a:off x="347419" y="6409324"/>
            <a:ext cx="224082" cy="221156"/>
            <a:chOff x="4328868" y="5502988"/>
            <a:chExt cx="500307" cy="493774"/>
          </a:xfrm>
        </p:grpSpPr>
        <p:sp>
          <p:nvSpPr>
            <p:cNvPr id="39" name="Freeform 38">
              <a:hlinkClick r:id="" action="ppaction://hlinkshowjump?jump=previousslide"/>
            </p:cNvPr>
            <p:cNvSpPr>
              <a:spLocks/>
            </p:cNvSpPr>
            <p:nvPr userDrawn="1"/>
          </p:nvSpPr>
          <p:spPr bwMode="auto">
            <a:xfrm>
              <a:off x="4520555" y="5649754"/>
              <a:ext cx="116933" cy="200242"/>
            </a:xfrm>
            <a:custGeom>
              <a:avLst/>
              <a:gdLst>
                <a:gd name="T0" fmla="*/ 417 w 425"/>
                <a:gd name="T1" fmla="*/ 77 h 728"/>
                <a:gd name="T2" fmla="*/ 131 w 425"/>
                <a:gd name="T3" fmla="*/ 364 h 728"/>
                <a:gd name="T4" fmla="*/ 417 w 425"/>
                <a:gd name="T5" fmla="*/ 650 h 728"/>
                <a:gd name="T6" fmla="*/ 425 w 425"/>
                <a:gd name="T7" fmla="*/ 667 h 728"/>
                <a:gd name="T8" fmla="*/ 417 w 425"/>
                <a:gd name="T9" fmla="*/ 684 h 728"/>
                <a:gd name="T10" fmla="*/ 381 w 425"/>
                <a:gd name="T11" fmla="*/ 720 h 728"/>
                <a:gd name="T12" fmla="*/ 364 w 425"/>
                <a:gd name="T13" fmla="*/ 728 h 728"/>
                <a:gd name="T14" fmla="*/ 347 w 425"/>
                <a:gd name="T15" fmla="*/ 720 h 728"/>
                <a:gd name="T16" fmla="*/ 8 w 425"/>
                <a:gd name="T17" fmla="*/ 381 h 728"/>
                <a:gd name="T18" fmla="*/ 0 w 425"/>
                <a:gd name="T19" fmla="*/ 364 h 728"/>
                <a:gd name="T20" fmla="*/ 8 w 425"/>
                <a:gd name="T21" fmla="*/ 347 h 728"/>
                <a:gd name="T22" fmla="*/ 347 w 425"/>
                <a:gd name="T23" fmla="*/ 7 h 728"/>
                <a:gd name="T24" fmla="*/ 364 w 425"/>
                <a:gd name="T25" fmla="*/ 0 h 728"/>
                <a:gd name="T26" fmla="*/ 381 w 425"/>
                <a:gd name="T27" fmla="*/ 7 h 728"/>
                <a:gd name="T28" fmla="*/ 417 w 425"/>
                <a:gd name="T29" fmla="*/ 44 h 728"/>
                <a:gd name="T30" fmla="*/ 425 w 425"/>
                <a:gd name="T31" fmla="*/ 60 h 728"/>
                <a:gd name="T32" fmla="*/ 417 w 425"/>
                <a:gd name="T33" fmla="*/ 77 h 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25" h="728">
                  <a:moveTo>
                    <a:pt x="417" y="77"/>
                  </a:moveTo>
                  <a:cubicBezTo>
                    <a:pt x="131" y="364"/>
                    <a:pt x="131" y="364"/>
                    <a:pt x="131" y="364"/>
                  </a:cubicBezTo>
                  <a:cubicBezTo>
                    <a:pt x="417" y="650"/>
                    <a:pt x="417" y="650"/>
                    <a:pt x="417" y="650"/>
                  </a:cubicBezTo>
                  <a:cubicBezTo>
                    <a:pt x="422" y="655"/>
                    <a:pt x="425" y="661"/>
                    <a:pt x="425" y="667"/>
                  </a:cubicBezTo>
                  <a:cubicBezTo>
                    <a:pt x="425" y="673"/>
                    <a:pt x="422" y="680"/>
                    <a:pt x="417" y="684"/>
                  </a:cubicBezTo>
                  <a:cubicBezTo>
                    <a:pt x="381" y="720"/>
                    <a:pt x="381" y="720"/>
                    <a:pt x="381" y="720"/>
                  </a:cubicBezTo>
                  <a:cubicBezTo>
                    <a:pt x="377" y="725"/>
                    <a:pt x="370" y="728"/>
                    <a:pt x="364" y="728"/>
                  </a:cubicBezTo>
                  <a:cubicBezTo>
                    <a:pt x="358" y="728"/>
                    <a:pt x="352" y="725"/>
                    <a:pt x="347" y="720"/>
                  </a:cubicBezTo>
                  <a:cubicBezTo>
                    <a:pt x="8" y="381"/>
                    <a:pt x="8" y="381"/>
                    <a:pt x="8" y="381"/>
                  </a:cubicBezTo>
                  <a:cubicBezTo>
                    <a:pt x="3" y="376"/>
                    <a:pt x="0" y="369"/>
                    <a:pt x="0" y="364"/>
                  </a:cubicBezTo>
                  <a:cubicBezTo>
                    <a:pt x="0" y="358"/>
                    <a:pt x="3" y="351"/>
                    <a:pt x="8" y="347"/>
                  </a:cubicBezTo>
                  <a:cubicBezTo>
                    <a:pt x="347" y="7"/>
                    <a:pt x="347" y="7"/>
                    <a:pt x="347" y="7"/>
                  </a:cubicBezTo>
                  <a:cubicBezTo>
                    <a:pt x="352" y="3"/>
                    <a:pt x="358" y="0"/>
                    <a:pt x="364" y="0"/>
                  </a:cubicBezTo>
                  <a:cubicBezTo>
                    <a:pt x="370" y="0"/>
                    <a:pt x="377" y="3"/>
                    <a:pt x="381" y="7"/>
                  </a:cubicBezTo>
                  <a:cubicBezTo>
                    <a:pt x="417" y="44"/>
                    <a:pt x="417" y="44"/>
                    <a:pt x="417" y="44"/>
                  </a:cubicBezTo>
                  <a:cubicBezTo>
                    <a:pt x="422" y="48"/>
                    <a:pt x="425" y="54"/>
                    <a:pt x="425" y="60"/>
                  </a:cubicBezTo>
                  <a:cubicBezTo>
                    <a:pt x="425" y="66"/>
                    <a:pt x="422" y="73"/>
                    <a:pt x="417" y="77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40" name="Freeform 39">
              <a:hlinkClick r:id="" action="ppaction://hlinkshowjump?jump=previousslide"/>
            </p:cNvPr>
            <p:cNvSpPr>
              <a:spLocks noEditPoints="1"/>
            </p:cNvSpPr>
            <p:nvPr userDrawn="1"/>
          </p:nvSpPr>
          <p:spPr bwMode="auto">
            <a:xfrm>
              <a:off x="4328868" y="5502988"/>
              <a:ext cx="500307" cy="493774"/>
            </a:xfrm>
            <a:custGeom>
              <a:avLst/>
              <a:gdLst>
                <a:gd name="T0" fmla="*/ 2355 w 2753"/>
                <a:gd name="T1" fmla="*/ 114 h 2716"/>
                <a:gd name="T2" fmla="*/ 2639 w 2753"/>
                <a:gd name="T3" fmla="*/ 399 h 2716"/>
                <a:gd name="T4" fmla="*/ 2639 w 2753"/>
                <a:gd name="T5" fmla="*/ 2317 h 2716"/>
                <a:gd name="T6" fmla="*/ 2355 w 2753"/>
                <a:gd name="T7" fmla="*/ 2602 h 2716"/>
                <a:gd name="T8" fmla="*/ 398 w 2753"/>
                <a:gd name="T9" fmla="*/ 2602 h 2716"/>
                <a:gd name="T10" fmla="*/ 113 w 2753"/>
                <a:gd name="T11" fmla="*/ 2317 h 2716"/>
                <a:gd name="T12" fmla="*/ 113 w 2753"/>
                <a:gd name="T13" fmla="*/ 399 h 2716"/>
                <a:gd name="T14" fmla="*/ 398 w 2753"/>
                <a:gd name="T15" fmla="*/ 114 h 2716"/>
                <a:gd name="T16" fmla="*/ 2355 w 2753"/>
                <a:gd name="T17" fmla="*/ 114 h 2716"/>
                <a:gd name="T18" fmla="*/ 2355 w 2753"/>
                <a:gd name="T19" fmla="*/ 0 h 2716"/>
                <a:gd name="T20" fmla="*/ 398 w 2753"/>
                <a:gd name="T21" fmla="*/ 0 h 2716"/>
                <a:gd name="T22" fmla="*/ 0 w 2753"/>
                <a:gd name="T23" fmla="*/ 399 h 2716"/>
                <a:gd name="T24" fmla="*/ 0 w 2753"/>
                <a:gd name="T25" fmla="*/ 2317 h 2716"/>
                <a:gd name="T26" fmla="*/ 398 w 2753"/>
                <a:gd name="T27" fmla="*/ 2716 h 2716"/>
                <a:gd name="T28" fmla="*/ 2355 w 2753"/>
                <a:gd name="T29" fmla="*/ 2716 h 2716"/>
                <a:gd name="T30" fmla="*/ 2753 w 2753"/>
                <a:gd name="T31" fmla="*/ 2317 h 2716"/>
                <a:gd name="T32" fmla="*/ 2753 w 2753"/>
                <a:gd name="T33" fmla="*/ 399 h 2716"/>
                <a:gd name="T34" fmla="*/ 2355 w 2753"/>
                <a:gd name="T35" fmla="*/ 0 h 27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53" h="2716">
                  <a:moveTo>
                    <a:pt x="2355" y="114"/>
                  </a:moveTo>
                  <a:cubicBezTo>
                    <a:pt x="2512" y="114"/>
                    <a:pt x="2639" y="242"/>
                    <a:pt x="2639" y="399"/>
                  </a:cubicBezTo>
                  <a:cubicBezTo>
                    <a:pt x="2639" y="2317"/>
                    <a:pt x="2639" y="2317"/>
                    <a:pt x="2639" y="2317"/>
                  </a:cubicBezTo>
                  <a:cubicBezTo>
                    <a:pt x="2639" y="2474"/>
                    <a:pt x="2512" y="2602"/>
                    <a:pt x="2355" y="2602"/>
                  </a:cubicBezTo>
                  <a:cubicBezTo>
                    <a:pt x="398" y="2602"/>
                    <a:pt x="398" y="2602"/>
                    <a:pt x="398" y="2602"/>
                  </a:cubicBezTo>
                  <a:cubicBezTo>
                    <a:pt x="241" y="2602"/>
                    <a:pt x="113" y="2474"/>
                    <a:pt x="113" y="2317"/>
                  </a:cubicBezTo>
                  <a:cubicBezTo>
                    <a:pt x="113" y="399"/>
                    <a:pt x="113" y="399"/>
                    <a:pt x="113" y="399"/>
                  </a:cubicBezTo>
                  <a:cubicBezTo>
                    <a:pt x="113" y="242"/>
                    <a:pt x="241" y="114"/>
                    <a:pt x="398" y="114"/>
                  </a:cubicBezTo>
                  <a:cubicBezTo>
                    <a:pt x="2355" y="114"/>
                    <a:pt x="2355" y="114"/>
                    <a:pt x="2355" y="114"/>
                  </a:cubicBezTo>
                  <a:moveTo>
                    <a:pt x="2355" y="0"/>
                  </a:moveTo>
                  <a:cubicBezTo>
                    <a:pt x="398" y="0"/>
                    <a:pt x="398" y="0"/>
                    <a:pt x="398" y="0"/>
                  </a:cubicBezTo>
                  <a:cubicBezTo>
                    <a:pt x="178" y="0"/>
                    <a:pt x="0" y="179"/>
                    <a:pt x="0" y="399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0" y="2538"/>
                    <a:pt x="178" y="2716"/>
                    <a:pt x="398" y="2716"/>
                  </a:cubicBezTo>
                  <a:cubicBezTo>
                    <a:pt x="2355" y="2716"/>
                    <a:pt x="2355" y="2716"/>
                    <a:pt x="2355" y="2716"/>
                  </a:cubicBezTo>
                  <a:cubicBezTo>
                    <a:pt x="2575" y="2716"/>
                    <a:pt x="2753" y="2538"/>
                    <a:pt x="2753" y="2317"/>
                  </a:cubicBezTo>
                  <a:cubicBezTo>
                    <a:pt x="2753" y="399"/>
                    <a:pt x="2753" y="399"/>
                    <a:pt x="2753" y="399"/>
                  </a:cubicBezTo>
                  <a:cubicBezTo>
                    <a:pt x="2753" y="179"/>
                    <a:pt x="2575" y="0"/>
                    <a:pt x="2355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  <p:grpSp>
        <p:nvGrpSpPr>
          <p:cNvPr id="41" name="Group 40"/>
          <p:cNvGrpSpPr/>
          <p:nvPr userDrawn="1"/>
        </p:nvGrpSpPr>
        <p:grpSpPr>
          <a:xfrm flipH="1">
            <a:off x="657355" y="6409324"/>
            <a:ext cx="224082" cy="221156"/>
            <a:chOff x="4328868" y="5502988"/>
            <a:chExt cx="500307" cy="493774"/>
          </a:xfrm>
        </p:grpSpPr>
        <p:sp>
          <p:nvSpPr>
            <p:cNvPr id="42" name="Freeform 41">
              <a:hlinkClick r:id="" action="ppaction://hlinkshowjump?jump=nextslide"/>
            </p:cNvPr>
            <p:cNvSpPr>
              <a:spLocks/>
            </p:cNvSpPr>
            <p:nvPr userDrawn="1"/>
          </p:nvSpPr>
          <p:spPr bwMode="auto">
            <a:xfrm>
              <a:off x="4520556" y="5649754"/>
              <a:ext cx="116933" cy="200242"/>
            </a:xfrm>
            <a:custGeom>
              <a:avLst/>
              <a:gdLst>
                <a:gd name="T0" fmla="*/ 417 w 425"/>
                <a:gd name="T1" fmla="*/ 77 h 728"/>
                <a:gd name="T2" fmla="*/ 131 w 425"/>
                <a:gd name="T3" fmla="*/ 364 h 728"/>
                <a:gd name="T4" fmla="*/ 417 w 425"/>
                <a:gd name="T5" fmla="*/ 650 h 728"/>
                <a:gd name="T6" fmla="*/ 425 w 425"/>
                <a:gd name="T7" fmla="*/ 667 h 728"/>
                <a:gd name="T8" fmla="*/ 417 w 425"/>
                <a:gd name="T9" fmla="*/ 684 h 728"/>
                <a:gd name="T10" fmla="*/ 381 w 425"/>
                <a:gd name="T11" fmla="*/ 720 h 728"/>
                <a:gd name="T12" fmla="*/ 364 w 425"/>
                <a:gd name="T13" fmla="*/ 728 h 728"/>
                <a:gd name="T14" fmla="*/ 347 w 425"/>
                <a:gd name="T15" fmla="*/ 720 h 728"/>
                <a:gd name="T16" fmla="*/ 8 w 425"/>
                <a:gd name="T17" fmla="*/ 381 h 728"/>
                <a:gd name="T18" fmla="*/ 0 w 425"/>
                <a:gd name="T19" fmla="*/ 364 h 728"/>
                <a:gd name="T20" fmla="*/ 8 w 425"/>
                <a:gd name="T21" fmla="*/ 347 h 728"/>
                <a:gd name="T22" fmla="*/ 347 w 425"/>
                <a:gd name="T23" fmla="*/ 7 h 728"/>
                <a:gd name="T24" fmla="*/ 364 w 425"/>
                <a:gd name="T25" fmla="*/ 0 h 728"/>
                <a:gd name="T26" fmla="*/ 381 w 425"/>
                <a:gd name="T27" fmla="*/ 7 h 728"/>
                <a:gd name="T28" fmla="*/ 417 w 425"/>
                <a:gd name="T29" fmla="*/ 44 h 728"/>
                <a:gd name="T30" fmla="*/ 425 w 425"/>
                <a:gd name="T31" fmla="*/ 60 h 728"/>
                <a:gd name="T32" fmla="*/ 417 w 425"/>
                <a:gd name="T33" fmla="*/ 77 h 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25" h="728">
                  <a:moveTo>
                    <a:pt x="417" y="77"/>
                  </a:moveTo>
                  <a:cubicBezTo>
                    <a:pt x="131" y="364"/>
                    <a:pt x="131" y="364"/>
                    <a:pt x="131" y="364"/>
                  </a:cubicBezTo>
                  <a:cubicBezTo>
                    <a:pt x="417" y="650"/>
                    <a:pt x="417" y="650"/>
                    <a:pt x="417" y="650"/>
                  </a:cubicBezTo>
                  <a:cubicBezTo>
                    <a:pt x="422" y="655"/>
                    <a:pt x="425" y="661"/>
                    <a:pt x="425" y="667"/>
                  </a:cubicBezTo>
                  <a:cubicBezTo>
                    <a:pt x="425" y="673"/>
                    <a:pt x="422" y="680"/>
                    <a:pt x="417" y="684"/>
                  </a:cubicBezTo>
                  <a:cubicBezTo>
                    <a:pt x="381" y="720"/>
                    <a:pt x="381" y="720"/>
                    <a:pt x="381" y="720"/>
                  </a:cubicBezTo>
                  <a:cubicBezTo>
                    <a:pt x="377" y="725"/>
                    <a:pt x="370" y="728"/>
                    <a:pt x="364" y="728"/>
                  </a:cubicBezTo>
                  <a:cubicBezTo>
                    <a:pt x="358" y="728"/>
                    <a:pt x="352" y="725"/>
                    <a:pt x="347" y="720"/>
                  </a:cubicBezTo>
                  <a:cubicBezTo>
                    <a:pt x="8" y="381"/>
                    <a:pt x="8" y="381"/>
                    <a:pt x="8" y="381"/>
                  </a:cubicBezTo>
                  <a:cubicBezTo>
                    <a:pt x="3" y="376"/>
                    <a:pt x="0" y="369"/>
                    <a:pt x="0" y="364"/>
                  </a:cubicBezTo>
                  <a:cubicBezTo>
                    <a:pt x="0" y="358"/>
                    <a:pt x="3" y="351"/>
                    <a:pt x="8" y="347"/>
                  </a:cubicBezTo>
                  <a:cubicBezTo>
                    <a:pt x="347" y="7"/>
                    <a:pt x="347" y="7"/>
                    <a:pt x="347" y="7"/>
                  </a:cubicBezTo>
                  <a:cubicBezTo>
                    <a:pt x="352" y="3"/>
                    <a:pt x="358" y="0"/>
                    <a:pt x="364" y="0"/>
                  </a:cubicBezTo>
                  <a:cubicBezTo>
                    <a:pt x="370" y="0"/>
                    <a:pt x="377" y="3"/>
                    <a:pt x="381" y="7"/>
                  </a:cubicBezTo>
                  <a:cubicBezTo>
                    <a:pt x="417" y="44"/>
                    <a:pt x="417" y="44"/>
                    <a:pt x="417" y="44"/>
                  </a:cubicBezTo>
                  <a:cubicBezTo>
                    <a:pt x="422" y="48"/>
                    <a:pt x="425" y="54"/>
                    <a:pt x="425" y="60"/>
                  </a:cubicBezTo>
                  <a:cubicBezTo>
                    <a:pt x="425" y="66"/>
                    <a:pt x="422" y="73"/>
                    <a:pt x="417" y="77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43" name="Freeform 42">
              <a:hlinkClick r:id="" action="ppaction://hlinkshowjump?jump=nextslide"/>
            </p:cNvPr>
            <p:cNvSpPr>
              <a:spLocks noEditPoints="1"/>
            </p:cNvSpPr>
            <p:nvPr userDrawn="1"/>
          </p:nvSpPr>
          <p:spPr bwMode="auto">
            <a:xfrm>
              <a:off x="4328868" y="5502988"/>
              <a:ext cx="500307" cy="493774"/>
            </a:xfrm>
            <a:custGeom>
              <a:avLst/>
              <a:gdLst>
                <a:gd name="T0" fmla="*/ 2355 w 2753"/>
                <a:gd name="T1" fmla="*/ 114 h 2716"/>
                <a:gd name="T2" fmla="*/ 2639 w 2753"/>
                <a:gd name="T3" fmla="*/ 399 h 2716"/>
                <a:gd name="T4" fmla="*/ 2639 w 2753"/>
                <a:gd name="T5" fmla="*/ 2317 h 2716"/>
                <a:gd name="T6" fmla="*/ 2355 w 2753"/>
                <a:gd name="T7" fmla="*/ 2602 h 2716"/>
                <a:gd name="T8" fmla="*/ 398 w 2753"/>
                <a:gd name="T9" fmla="*/ 2602 h 2716"/>
                <a:gd name="T10" fmla="*/ 113 w 2753"/>
                <a:gd name="T11" fmla="*/ 2317 h 2716"/>
                <a:gd name="T12" fmla="*/ 113 w 2753"/>
                <a:gd name="T13" fmla="*/ 399 h 2716"/>
                <a:gd name="T14" fmla="*/ 398 w 2753"/>
                <a:gd name="T15" fmla="*/ 114 h 2716"/>
                <a:gd name="T16" fmla="*/ 2355 w 2753"/>
                <a:gd name="T17" fmla="*/ 114 h 2716"/>
                <a:gd name="T18" fmla="*/ 2355 w 2753"/>
                <a:gd name="T19" fmla="*/ 0 h 2716"/>
                <a:gd name="T20" fmla="*/ 398 w 2753"/>
                <a:gd name="T21" fmla="*/ 0 h 2716"/>
                <a:gd name="T22" fmla="*/ 0 w 2753"/>
                <a:gd name="T23" fmla="*/ 399 h 2716"/>
                <a:gd name="T24" fmla="*/ 0 w 2753"/>
                <a:gd name="T25" fmla="*/ 2317 h 2716"/>
                <a:gd name="T26" fmla="*/ 398 w 2753"/>
                <a:gd name="T27" fmla="*/ 2716 h 2716"/>
                <a:gd name="T28" fmla="*/ 2355 w 2753"/>
                <a:gd name="T29" fmla="*/ 2716 h 2716"/>
                <a:gd name="T30" fmla="*/ 2753 w 2753"/>
                <a:gd name="T31" fmla="*/ 2317 h 2716"/>
                <a:gd name="T32" fmla="*/ 2753 w 2753"/>
                <a:gd name="T33" fmla="*/ 399 h 2716"/>
                <a:gd name="T34" fmla="*/ 2355 w 2753"/>
                <a:gd name="T35" fmla="*/ 0 h 27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53" h="2716">
                  <a:moveTo>
                    <a:pt x="2355" y="114"/>
                  </a:moveTo>
                  <a:cubicBezTo>
                    <a:pt x="2512" y="114"/>
                    <a:pt x="2639" y="242"/>
                    <a:pt x="2639" y="399"/>
                  </a:cubicBezTo>
                  <a:cubicBezTo>
                    <a:pt x="2639" y="2317"/>
                    <a:pt x="2639" y="2317"/>
                    <a:pt x="2639" y="2317"/>
                  </a:cubicBezTo>
                  <a:cubicBezTo>
                    <a:pt x="2639" y="2474"/>
                    <a:pt x="2512" y="2602"/>
                    <a:pt x="2355" y="2602"/>
                  </a:cubicBezTo>
                  <a:cubicBezTo>
                    <a:pt x="398" y="2602"/>
                    <a:pt x="398" y="2602"/>
                    <a:pt x="398" y="2602"/>
                  </a:cubicBezTo>
                  <a:cubicBezTo>
                    <a:pt x="241" y="2602"/>
                    <a:pt x="113" y="2474"/>
                    <a:pt x="113" y="2317"/>
                  </a:cubicBezTo>
                  <a:cubicBezTo>
                    <a:pt x="113" y="399"/>
                    <a:pt x="113" y="399"/>
                    <a:pt x="113" y="399"/>
                  </a:cubicBezTo>
                  <a:cubicBezTo>
                    <a:pt x="113" y="242"/>
                    <a:pt x="241" y="114"/>
                    <a:pt x="398" y="114"/>
                  </a:cubicBezTo>
                  <a:cubicBezTo>
                    <a:pt x="2355" y="114"/>
                    <a:pt x="2355" y="114"/>
                    <a:pt x="2355" y="114"/>
                  </a:cubicBezTo>
                  <a:moveTo>
                    <a:pt x="2355" y="0"/>
                  </a:moveTo>
                  <a:cubicBezTo>
                    <a:pt x="398" y="0"/>
                    <a:pt x="398" y="0"/>
                    <a:pt x="398" y="0"/>
                  </a:cubicBezTo>
                  <a:cubicBezTo>
                    <a:pt x="178" y="0"/>
                    <a:pt x="0" y="179"/>
                    <a:pt x="0" y="399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0" y="2538"/>
                    <a:pt x="178" y="2716"/>
                    <a:pt x="398" y="2716"/>
                  </a:cubicBezTo>
                  <a:cubicBezTo>
                    <a:pt x="2355" y="2716"/>
                    <a:pt x="2355" y="2716"/>
                    <a:pt x="2355" y="2716"/>
                  </a:cubicBezTo>
                  <a:cubicBezTo>
                    <a:pt x="2575" y="2716"/>
                    <a:pt x="2753" y="2538"/>
                    <a:pt x="2753" y="2317"/>
                  </a:cubicBezTo>
                  <a:cubicBezTo>
                    <a:pt x="2753" y="399"/>
                    <a:pt x="2753" y="399"/>
                    <a:pt x="2753" y="399"/>
                  </a:cubicBezTo>
                  <a:cubicBezTo>
                    <a:pt x="2753" y="179"/>
                    <a:pt x="2575" y="0"/>
                    <a:pt x="2355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  <p:sp>
        <p:nvSpPr>
          <p:cNvPr id="33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6095650" y="2322864"/>
            <a:ext cx="6080289" cy="2003425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336111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20" grpId="0" animBg="1"/>
      <p:bldP spid="21" grpId="0"/>
      <p:bldP spid="34" grpId="0"/>
    </p:bld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4936700" y="1225485"/>
            <a:ext cx="2375163" cy="326338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24017473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5"/>
          <p:cNvSpPr>
            <a:spLocks/>
          </p:cNvSpPr>
          <p:nvPr userDrawn="1"/>
        </p:nvSpPr>
        <p:spPr bwMode="auto">
          <a:xfrm flipH="1">
            <a:off x="9930136" y="-637092"/>
            <a:ext cx="2711791" cy="2711789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3" name="Freeform 5"/>
          <p:cNvSpPr>
            <a:spLocks/>
          </p:cNvSpPr>
          <p:nvPr userDrawn="1"/>
        </p:nvSpPr>
        <p:spPr bwMode="auto">
          <a:xfrm flipH="1">
            <a:off x="8535301" y="921256"/>
            <a:ext cx="982576" cy="982576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4" name="Freeform 5"/>
          <p:cNvSpPr>
            <a:spLocks/>
          </p:cNvSpPr>
          <p:nvPr userDrawn="1"/>
        </p:nvSpPr>
        <p:spPr bwMode="auto">
          <a:xfrm flipH="1">
            <a:off x="8690348" y="-296897"/>
            <a:ext cx="672480" cy="67248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5" name="Freeform 5"/>
          <p:cNvSpPr>
            <a:spLocks/>
          </p:cNvSpPr>
          <p:nvPr userDrawn="1"/>
        </p:nvSpPr>
        <p:spPr bwMode="auto">
          <a:xfrm flipH="1">
            <a:off x="6892774" y="1381250"/>
            <a:ext cx="1081310" cy="108131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6" name="Freeform 5"/>
          <p:cNvSpPr>
            <a:spLocks/>
          </p:cNvSpPr>
          <p:nvPr userDrawn="1"/>
        </p:nvSpPr>
        <p:spPr bwMode="auto">
          <a:xfrm flipH="1">
            <a:off x="7644119" y="215697"/>
            <a:ext cx="521440" cy="52144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7" name="Freeform 5"/>
          <p:cNvSpPr>
            <a:spLocks/>
          </p:cNvSpPr>
          <p:nvPr userDrawn="1"/>
        </p:nvSpPr>
        <p:spPr bwMode="auto">
          <a:xfrm flipH="1">
            <a:off x="9305255" y="2655843"/>
            <a:ext cx="1337469" cy="1337469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8" name="Freeform 5"/>
          <p:cNvSpPr>
            <a:spLocks/>
          </p:cNvSpPr>
          <p:nvPr userDrawn="1"/>
        </p:nvSpPr>
        <p:spPr bwMode="auto">
          <a:xfrm flipH="1">
            <a:off x="11073361" y="2461388"/>
            <a:ext cx="672480" cy="67248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9" name="Freeform 5"/>
          <p:cNvSpPr>
            <a:spLocks/>
          </p:cNvSpPr>
          <p:nvPr userDrawn="1"/>
        </p:nvSpPr>
        <p:spPr bwMode="auto">
          <a:xfrm flipH="1">
            <a:off x="10870156" y="3855256"/>
            <a:ext cx="521440" cy="52144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0" name="Freeform 5"/>
          <p:cNvSpPr>
            <a:spLocks/>
          </p:cNvSpPr>
          <p:nvPr userDrawn="1"/>
        </p:nvSpPr>
        <p:spPr bwMode="auto">
          <a:xfrm flipH="1">
            <a:off x="8352858" y="2453988"/>
            <a:ext cx="521761" cy="521761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1" name="Freeform 5"/>
          <p:cNvSpPr>
            <a:spLocks/>
          </p:cNvSpPr>
          <p:nvPr userDrawn="1"/>
        </p:nvSpPr>
        <p:spPr bwMode="auto">
          <a:xfrm flipH="1">
            <a:off x="11801991" y="3355185"/>
            <a:ext cx="672480" cy="67248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2" name="Freeform 5"/>
          <p:cNvSpPr>
            <a:spLocks/>
          </p:cNvSpPr>
          <p:nvPr userDrawn="1"/>
        </p:nvSpPr>
        <p:spPr bwMode="auto">
          <a:xfrm flipH="1">
            <a:off x="12086289" y="2172540"/>
            <a:ext cx="385460" cy="38546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5914546" y="0"/>
            <a:ext cx="6277454" cy="6858000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endParaRPr lang="id-ID" dirty="0"/>
          </a:p>
        </p:txBody>
      </p:sp>
      <p:sp>
        <p:nvSpPr>
          <p:cNvPr id="20" name="Freeform 5"/>
          <p:cNvSpPr>
            <a:spLocks/>
          </p:cNvSpPr>
          <p:nvPr userDrawn="1"/>
        </p:nvSpPr>
        <p:spPr bwMode="auto">
          <a:xfrm flipH="1">
            <a:off x="11486507" y="174661"/>
            <a:ext cx="530831" cy="530831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1" name="TextBox 20"/>
          <p:cNvSpPr txBox="1"/>
          <p:nvPr userDrawn="1"/>
        </p:nvSpPr>
        <p:spPr>
          <a:xfrm>
            <a:off x="11526134" y="245136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60E2A6B-A809-4840-BF14-8648BC0BDF87}" type="slidenum">
              <a:rPr lang="id-ID" sz="1800" b="1" smtClean="0">
                <a:solidFill>
                  <a:schemeClr val="bg1"/>
                </a:solidFill>
              </a:rPr>
              <a:pPr algn="ctr"/>
              <a:t>‹#›</a:t>
            </a:fld>
            <a:endParaRPr lang="id-ID" sz="1800" dirty="0">
              <a:solidFill>
                <a:schemeClr val="bg1"/>
              </a:solidFill>
            </a:endParaRPr>
          </a:p>
        </p:txBody>
      </p:sp>
      <p:sp>
        <p:nvSpPr>
          <p:cNvPr id="35" name="TextBox 34"/>
          <p:cNvSpPr txBox="1"/>
          <p:nvPr userDrawn="1"/>
        </p:nvSpPr>
        <p:spPr>
          <a:xfrm>
            <a:off x="956885" y="6409324"/>
            <a:ext cx="174599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050" b="1" dirty="0" smtClean="0">
                <a:solidFill>
                  <a:schemeClr val="accent1">
                    <a:lumMod val="75000"/>
                  </a:schemeClr>
                </a:solidFill>
                <a:latin typeface="Raleway" panose="020B0003030101060003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Kupat</a:t>
            </a:r>
            <a:r>
              <a:rPr lang="id-ID" sz="1050" b="1" baseline="0" dirty="0" smtClean="0">
                <a:solidFill>
                  <a:schemeClr val="accent1">
                    <a:lumMod val="75000"/>
                  </a:schemeClr>
                </a:solidFill>
                <a:latin typeface="Raleway" panose="020B0003030101060003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Tahu </a:t>
            </a:r>
            <a:r>
              <a:rPr lang="id-ID" sz="1050" dirty="0" smtClean="0">
                <a:solidFill>
                  <a:schemeClr val="bg1">
                    <a:lumMod val="65000"/>
                  </a:schemeClr>
                </a:solidFill>
                <a:latin typeface="Raleway" panose="020B0003030101060003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Presentation</a:t>
            </a:r>
            <a:endParaRPr lang="en-US" sz="1050" dirty="0">
              <a:solidFill>
                <a:schemeClr val="bg1">
                  <a:lumMod val="65000"/>
                </a:schemeClr>
              </a:solidFill>
              <a:latin typeface="Raleway" panose="020B0003030101060003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39" name="Group 38"/>
          <p:cNvGrpSpPr/>
          <p:nvPr userDrawn="1"/>
        </p:nvGrpSpPr>
        <p:grpSpPr>
          <a:xfrm>
            <a:off x="347419" y="6409324"/>
            <a:ext cx="224082" cy="221156"/>
            <a:chOff x="4328868" y="5502988"/>
            <a:chExt cx="500307" cy="493774"/>
          </a:xfrm>
        </p:grpSpPr>
        <p:sp>
          <p:nvSpPr>
            <p:cNvPr id="40" name="Freeform 39">
              <a:hlinkClick r:id="" action="ppaction://hlinkshowjump?jump=previousslide"/>
            </p:cNvPr>
            <p:cNvSpPr>
              <a:spLocks/>
            </p:cNvSpPr>
            <p:nvPr userDrawn="1"/>
          </p:nvSpPr>
          <p:spPr bwMode="auto">
            <a:xfrm>
              <a:off x="4520555" y="5649754"/>
              <a:ext cx="116933" cy="200242"/>
            </a:xfrm>
            <a:custGeom>
              <a:avLst/>
              <a:gdLst>
                <a:gd name="T0" fmla="*/ 417 w 425"/>
                <a:gd name="T1" fmla="*/ 77 h 728"/>
                <a:gd name="T2" fmla="*/ 131 w 425"/>
                <a:gd name="T3" fmla="*/ 364 h 728"/>
                <a:gd name="T4" fmla="*/ 417 w 425"/>
                <a:gd name="T5" fmla="*/ 650 h 728"/>
                <a:gd name="T6" fmla="*/ 425 w 425"/>
                <a:gd name="T7" fmla="*/ 667 h 728"/>
                <a:gd name="T8" fmla="*/ 417 w 425"/>
                <a:gd name="T9" fmla="*/ 684 h 728"/>
                <a:gd name="T10" fmla="*/ 381 w 425"/>
                <a:gd name="T11" fmla="*/ 720 h 728"/>
                <a:gd name="T12" fmla="*/ 364 w 425"/>
                <a:gd name="T13" fmla="*/ 728 h 728"/>
                <a:gd name="T14" fmla="*/ 347 w 425"/>
                <a:gd name="T15" fmla="*/ 720 h 728"/>
                <a:gd name="T16" fmla="*/ 8 w 425"/>
                <a:gd name="T17" fmla="*/ 381 h 728"/>
                <a:gd name="T18" fmla="*/ 0 w 425"/>
                <a:gd name="T19" fmla="*/ 364 h 728"/>
                <a:gd name="T20" fmla="*/ 8 w 425"/>
                <a:gd name="T21" fmla="*/ 347 h 728"/>
                <a:gd name="T22" fmla="*/ 347 w 425"/>
                <a:gd name="T23" fmla="*/ 7 h 728"/>
                <a:gd name="T24" fmla="*/ 364 w 425"/>
                <a:gd name="T25" fmla="*/ 0 h 728"/>
                <a:gd name="T26" fmla="*/ 381 w 425"/>
                <a:gd name="T27" fmla="*/ 7 h 728"/>
                <a:gd name="T28" fmla="*/ 417 w 425"/>
                <a:gd name="T29" fmla="*/ 44 h 728"/>
                <a:gd name="T30" fmla="*/ 425 w 425"/>
                <a:gd name="T31" fmla="*/ 60 h 728"/>
                <a:gd name="T32" fmla="*/ 417 w 425"/>
                <a:gd name="T33" fmla="*/ 77 h 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25" h="728">
                  <a:moveTo>
                    <a:pt x="417" y="77"/>
                  </a:moveTo>
                  <a:cubicBezTo>
                    <a:pt x="131" y="364"/>
                    <a:pt x="131" y="364"/>
                    <a:pt x="131" y="364"/>
                  </a:cubicBezTo>
                  <a:cubicBezTo>
                    <a:pt x="417" y="650"/>
                    <a:pt x="417" y="650"/>
                    <a:pt x="417" y="650"/>
                  </a:cubicBezTo>
                  <a:cubicBezTo>
                    <a:pt x="422" y="655"/>
                    <a:pt x="425" y="661"/>
                    <a:pt x="425" y="667"/>
                  </a:cubicBezTo>
                  <a:cubicBezTo>
                    <a:pt x="425" y="673"/>
                    <a:pt x="422" y="680"/>
                    <a:pt x="417" y="684"/>
                  </a:cubicBezTo>
                  <a:cubicBezTo>
                    <a:pt x="381" y="720"/>
                    <a:pt x="381" y="720"/>
                    <a:pt x="381" y="720"/>
                  </a:cubicBezTo>
                  <a:cubicBezTo>
                    <a:pt x="377" y="725"/>
                    <a:pt x="370" y="728"/>
                    <a:pt x="364" y="728"/>
                  </a:cubicBezTo>
                  <a:cubicBezTo>
                    <a:pt x="358" y="728"/>
                    <a:pt x="352" y="725"/>
                    <a:pt x="347" y="720"/>
                  </a:cubicBezTo>
                  <a:cubicBezTo>
                    <a:pt x="8" y="381"/>
                    <a:pt x="8" y="381"/>
                    <a:pt x="8" y="381"/>
                  </a:cubicBezTo>
                  <a:cubicBezTo>
                    <a:pt x="3" y="376"/>
                    <a:pt x="0" y="369"/>
                    <a:pt x="0" y="364"/>
                  </a:cubicBezTo>
                  <a:cubicBezTo>
                    <a:pt x="0" y="358"/>
                    <a:pt x="3" y="351"/>
                    <a:pt x="8" y="347"/>
                  </a:cubicBezTo>
                  <a:cubicBezTo>
                    <a:pt x="347" y="7"/>
                    <a:pt x="347" y="7"/>
                    <a:pt x="347" y="7"/>
                  </a:cubicBezTo>
                  <a:cubicBezTo>
                    <a:pt x="352" y="3"/>
                    <a:pt x="358" y="0"/>
                    <a:pt x="364" y="0"/>
                  </a:cubicBezTo>
                  <a:cubicBezTo>
                    <a:pt x="370" y="0"/>
                    <a:pt x="377" y="3"/>
                    <a:pt x="381" y="7"/>
                  </a:cubicBezTo>
                  <a:cubicBezTo>
                    <a:pt x="417" y="44"/>
                    <a:pt x="417" y="44"/>
                    <a:pt x="417" y="44"/>
                  </a:cubicBezTo>
                  <a:cubicBezTo>
                    <a:pt x="422" y="48"/>
                    <a:pt x="425" y="54"/>
                    <a:pt x="425" y="60"/>
                  </a:cubicBezTo>
                  <a:cubicBezTo>
                    <a:pt x="425" y="66"/>
                    <a:pt x="422" y="73"/>
                    <a:pt x="417" y="77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41" name="Freeform 40">
              <a:hlinkClick r:id="" action="ppaction://hlinkshowjump?jump=previousslide"/>
            </p:cNvPr>
            <p:cNvSpPr>
              <a:spLocks noEditPoints="1"/>
            </p:cNvSpPr>
            <p:nvPr userDrawn="1"/>
          </p:nvSpPr>
          <p:spPr bwMode="auto">
            <a:xfrm>
              <a:off x="4328868" y="5502988"/>
              <a:ext cx="500307" cy="493774"/>
            </a:xfrm>
            <a:custGeom>
              <a:avLst/>
              <a:gdLst>
                <a:gd name="T0" fmla="*/ 2355 w 2753"/>
                <a:gd name="T1" fmla="*/ 114 h 2716"/>
                <a:gd name="T2" fmla="*/ 2639 w 2753"/>
                <a:gd name="T3" fmla="*/ 399 h 2716"/>
                <a:gd name="T4" fmla="*/ 2639 w 2753"/>
                <a:gd name="T5" fmla="*/ 2317 h 2716"/>
                <a:gd name="T6" fmla="*/ 2355 w 2753"/>
                <a:gd name="T7" fmla="*/ 2602 h 2716"/>
                <a:gd name="T8" fmla="*/ 398 w 2753"/>
                <a:gd name="T9" fmla="*/ 2602 h 2716"/>
                <a:gd name="T10" fmla="*/ 113 w 2753"/>
                <a:gd name="T11" fmla="*/ 2317 h 2716"/>
                <a:gd name="T12" fmla="*/ 113 w 2753"/>
                <a:gd name="T13" fmla="*/ 399 h 2716"/>
                <a:gd name="T14" fmla="*/ 398 w 2753"/>
                <a:gd name="T15" fmla="*/ 114 h 2716"/>
                <a:gd name="T16" fmla="*/ 2355 w 2753"/>
                <a:gd name="T17" fmla="*/ 114 h 2716"/>
                <a:gd name="T18" fmla="*/ 2355 w 2753"/>
                <a:gd name="T19" fmla="*/ 0 h 2716"/>
                <a:gd name="T20" fmla="*/ 398 w 2753"/>
                <a:gd name="T21" fmla="*/ 0 h 2716"/>
                <a:gd name="T22" fmla="*/ 0 w 2753"/>
                <a:gd name="T23" fmla="*/ 399 h 2716"/>
                <a:gd name="T24" fmla="*/ 0 w 2753"/>
                <a:gd name="T25" fmla="*/ 2317 h 2716"/>
                <a:gd name="T26" fmla="*/ 398 w 2753"/>
                <a:gd name="T27" fmla="*/ 2716 h 2716"/>
                <a:gd name="T28" fmla="*/ 2355 w 2753"/>
                <a:gd name="T29" fmla="*/ 2716 h 2716"/>
                <a:gd name="T30" fmla="*/ 2753 w 2753"/>
                <a:gd name="T31" fmla="*/ 2317 h 2716"/>
                <a:gd name="T32" fmla="*/ 2753 w 2753"/>
                <a:gd name="T33" fmla="*/ 399 h 2716"/>
                <a:gd name="T34" fmla="*/ 2355 w 2753"/>
                <a:gd name="T35" fmla="*/ 0 h 27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53" h="2716">
                  <a:moveTo>
                    <a:pt x="2355" y="114"/>
                  </a:moveTo>
                  <a:cubicBezTo>
                    <a:pt x="2512" y="114"/>
                    <a:pt x="2639" y="242"/>
                    <a:pt x="2639" y="399"/>
                  </a:cubicBezTo>
                  <a:cubicBezTo>
                    <a:pt x="2639" y="2317"/>
                    <a:pt x="2639" y="2317"/>
                    <a:pt x="2639" y="2317"/>
                  </a:cubicBezTo>
                  <a:cubicBezTo>
                    <a:pt x="2639" y="2474"/>
                    <a:pt x="2512" y="2602"/>
                    <a:pt x="2355" y="2602"/>
                  </a:cubicBezTo>
                  <a:cubicBezTo>
                    <a:pt x="398" y="2602"/>
                    <a:pt x="398" y="2602"/>
                    <a:pt x="398" y="2602"/>
                  </a:cubicBezTo>
                  <a:cubicBezTo>
                    <a:pt x="241" y="2602"/>
                    <a:pt x="113" y="2474"/>
                    <a:pt x="113" y="2317"/>
                  </a:cubicBezTo>
                  <a:cubicBezTo>
                    <a:pt x="113" y="399"/>
                    <a:pt x="113" y="399"/>
                    <a:pt x="113" y="399"/>
                  </a:cubicBezTo>
                  <a:cubicBezTo>
                    <a:pt x="113" y="242"/>
                    <a:pt x="241" y="114"/>
                    <a:pt x="398" y="114"/>
                  </a:cubicBezTo>
                  <a:cubicBezTo>
                    <a:pt x="2355" y="114"/>
                    <a:pt x="2355" y="114"/>
                    <a:pt x="2355" y="114"/>
                  </a:cubicBezTo>
                  <a:moveTo>
                    <a:pt x="2355" y="0"/>
                  </a:moveTo>
                  <a:cubicBezTo>
                    <a:pt x="398" y="0"/>
                    <a:pt x="398" y="0"/>
                    <a:pt x="398" y="0"/>
                  </a:cubicBezTo>
                  <a:cubicBezTo>
                    <a:pt x="178" y="0"/>
                    <a:pt x="0" y="179"/>
                    <a:pt x="0" y="399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0" y="2538"/>
                    <a:pt x="178" y="2716"/>
                    <a:pt x="398" y="2716"/>
                  </a:cubicBezTo>
                  <a:cubicBezTo>
                    <a:pt x="2355" y="2716"/>
                    <a:pt x="2355" y="2716"/>
                    <a:pt x="2355" y="2716"/>
                  </a:cubicBezTo>
                  <a:cubicBezTo>
                    <a:pt x="2575" y="2716"/>
                    <a:pt x="2753" y="2538"/>
                    <a:pt x="2753" y="2317"/>
                  </a:cubicBezTo>
                  <a:cubicBezTo>
                    <a:pt x="2753" y="399"/>
                    <a:pt x="2753" y="399"/>
                    <a:pt x="2753" y="399"/>
                  </a:cubicBezTo>
                  <a:cubicBezTo>
                    <a:pt x="2753" y="179"/>
                    <a:pt x="2575" y="0"/>
                    <a:pt x="2355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  <p:grpSp>
        <p:nvGrpSpPr>
          <p:cNvPr id="42" name="Group 41"/>
          <p:cNvGrpSpPr/>
          <p:nvPr userDrawn="1"/>
        </p:nvGrpSpPr>
        <p:grpSpPr>
          <a:xfrm flipH="1">
            <a:off x="657355" y="6409324"/>
            <a:ext cx="224082" cy="221156"/>
            <a:chOff x="4328868" y="5502988"/>
            <a:chExt cx="500307" cy="493774"/>
          </a:xfrm>
        </p:grpSpPr>
        <p:sp>
          <p:nvSpPr>
            <p:cNvPr id="43" name="Freeform 42">
              <a:hlinkClick r:id="" action="ppaction://hlinkshowjump?jump=nextslide"/>
            </p:cNvPr>
            <p:cNvSpPr>
              <a:spLocks/>
            </p:cNvSpPr>
            <p:nvPr userDrawn="1"/>
          </p:nvSpPr>
          <p:spPr bwMode="auto">
            <a:xfrm>
              <a:off x="4520556" y="5649754"/>
              <a:ext cx="116933" cy="200242"/>
            </a:xfrm>
            <a:custGeom>
              <a:avLst/>
              <a:gdLst>
                <a:gd name="T0" fmla="*/ 417 w 425"/>
                <a:gd name="T1" fmla="*/ 77 h 728"/>
                <a:gd name="T2" fmla="*/ 131 w 425"/>
                <a:gd name="T3" fmla="*/ 364 h 728"/>
                <a:gd name="T4" fmla="*/ 417 w 425"/>
                <a:gd name="T5" fmla="*/ 650 h 728"/>
                <a:gd name="T6" fmla="*/ 425 w 425"/>
                <a:gd name="T7" fmla="*/ 667 h 728"/>
                <a:gd name="T8" fmla="*/ 417 w 425"/>
                <a:gd name="T9" fmla="*/ 684 h 728"/>
                <a:gd name="T10" fmla="*/ 381 w 425"/>
                <a:gd name="T11" fmla="*/ 720 h 728"/>
                <a:gd name="T12" fmla="*/ 364 w 425"/>
                <a:gd name="T13" fmla="*/ 728 h 728"/>
                <a:gd name="T14" fmla="*/ 347 w 425"/>
                <a:gd name="T15" fmla="*/ 720 h 728"/>
                <a:gd name="T16" fmla="*/ 8 w 425"/>
                <a:gd name="T17" fmla="*/ 381 h 728"/>
                <a:gd name="T18" fmla="*/ 0 w 425"/>
                <a:gd name="T19" fmla="*/ 364 h 728"/>
                <a:gd name="T20" fmla="*/ 8 w 425"/>
                <a:gd name="T21" fmla="*/ 347 h 728"/>
                <a:gd name="T22" fmla="*/ 347 w 425"/>
                <a:gd name="T23" fmla="*/ 7 h 728"/>
                <a:gd name="T24" fmla="*/ 364 w 425"/>
                <a:gd name="T25" fmla="*/ 0 h 728"/>
                <a:gd name="T26" fmla="*/ 381 w 425"/>
                <a:gd name="T27" fmla="*/ 7 h 728"/>
                <a:gd name="T28" fmla="*/ 417 w 425"/>
                <a:gd name="T29" fmla="*/ 44 h 728"/>
                <a:gd name="T30" fmla="*/ 425 w 425"/>
                <a:gd name="T31" fmla="*/ 60 h 728"/>
                <a:gd name="T32" fmla="*/ 417 w 425"/>
                <a:gd name="T33" fmla="*/ 77 h 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25" h="728">
                  <a:moveTo>
                    <a:pt x="417" y="77"/>
                  </a:moveTo>
                  <a:cubicBezTo>
                    <a:pt x="131" y="364"/>
                    <a:pt x="131" y="364"/>
                    <a:pt x="131" y="364"/>
                  </a:cubicBezTo>
                  <a:cubicBezTo>
                    <a:pt x="417" y="650"/>
                    <a:pt x="417" y="650"/>
                    <a:pt x="417" y="650"/>
                  </a:cubicBezTo>
                  <a:cubicBezTo>
                    <a:pt x="422" y="655"/>
                    <a:pt x="425" y="661"/>
                    <a:pt x="425" y="667"/>
                  </a:cubicBezTo>
                  <a:cubicBezTo>
                    <a:pt x="425" y="673"/>
                    <a:pt x="422" y="680"/>
                    <a:pt x="417" y="684"/>
                  </a:cubicBezTo>
                  <a:cubicBezTo>
                    <a:pt x="381" y="720"/>
                    <a:pt x="381" y="720"/>
                    <a:pt x="381" y="720"/>
                  </a:cubicBezTo>
                  <a:cubicBezTo>
                    <a:pt x="377" y="725"/>
                    <a:pt x="370" y="728"/>
                    <a:pt x="364" y="728"/>
                  </a:cubicBezTo>
                  <a:cubicBezTo>
                    <a:pt x="358" y="728"/>
                    <a:pt x="352" y="725"/>
                    <a:pt x="347" y="720"/>
                  </a:cubicBezTo>
                  <a:cubicBezTo>
                    <a:pt x="8" y="381"/>
                    <a:pt x="8" y="381"/>
                    <a:pt x="8" y="381"/>
                  </a:cubicBezTo>
                  <a:cubicBezTo>
                    <a:pt x="3" y="376"/>
                    <a:pt x="0" y="369"/>
                    <a:pt x="0" y="364"/>
                  </a:cubicBezTo>
                  <a:cubicBezTo>
                    <a:pt x="0" y="358"/>
                    <a:pt x="3" y="351"/>
                    <a:pt x="8" y="347"/>
                  </a:cubicBezTo>
                  <a:cubicBezTo>
                    <a:pt x="347" y="7"/>
                    <a:pt x="347" y="7"/>
                    <a:pt x="347" y="7"/>
                  </a:cubicBezTo>
                  <a:cubicBezTo>
                    <a:pt x="352" y="3"/>
                    <a:pt x="358" y="0"/>
                    <a:pt x="364" y="0"/>
                  </a:cubicBezTo>
                  <a:cubicBezTo>
                    <a:pt x="370" y="0"/>
                    <a:pt x="377" y="3"/>
                    <a:pt x="381" y="7"/>
                  </a:cubicBezTo>
                  <a:cubicBezTo>
                    <a:pt x="417" y="44"/>
                    <a:pt x="417" y="44"/>
                    <a:pt x="417" y="44"/>
                  </a:cubicBezTo>
                  <a:cubicBezTo>
                    <a:pt x="422" y="48"/>
                    <a:pt x="425" y="54"/>
                    <a:pt x="425" y="60"/>
                  </a:cubicBezTo>
                  <a:cubicBezTo>
                    <a:pt x="425" y="66"/>
                    <a:pt x="422" y="73"/>
                    <a:pt x="417" y="77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44" name="Freeform 43">
              <a:hlinkClick r:id="" action="ppaction://hlinkshowjump?jump=nextslide"/>
            </p:cNvPr>
            <p:cNvSpPr>
              <a:spLocks noEditPoints="1"/>
            </p:cNvSpPr>
            <p:nvPr userDrawn="1"/>
          </p:nvSpPr>
          <p:spPr bwMode="auto">
            <a:xfrm>
              <a:off x="4328868" y="5502988"/>
              <a:ext cx="500307" cy="493774"/>
            </a:xfrm>
            <a:custGeom>
              <a:avLst/>
              <a:gdLst>
                <a:gd name="T0" fmla="*/ 2355 w 2753"/>
                <a:gd name="T1" fmla="*/ 114 h 2716"/>
                <a:gd name="T2" fmla="*/ 2639 w 2753"/>
                <a:gd name="T3" fmla="*/ 399 h 2716"/>
                <a:gd name="T4" fmla="*/ 2639 w 2753"/>
                <a:gd name="T5" fmla="*/ 2317 h 2716"/>
                <a:gd name="T6" fmla="*/ 2355 w 2753"/>
                <a:gd name="T7" fmla="*/ 2602 h 2716"/>
                <a:gd name="T8" fmla="*/ 398 w 2753"/>
                <a:gd name="T9" fmla="*/ 2602 h 2716"/>
                <a:gd name="T10" fmla="*/ 113 w 2753"/>
                <a:gd name="T11" fmla="*/ 2317 h 2716"/>
                <a:gd name="T12" fmla="*/ 113 w 2753"/>
                <a:gd name="T13" fmla="*/ 399 h 2716"/>
                <a:gd name="T14" fmla="*/ 398 w 2753"/>
                <a:gd name="T15" fmla="*/ 114 h 2716"/>
                <a:gd name="T16" fmla="*/ 2355 w 2753"/>
                <a:gd name="T17" fmla="*/ 114 h 2716"/>
                <a:gd name="T18" fmla="*/ 2355 w 2753"/>
                <a:gd name="T19" fmla="*/ 0 h 2716"/>
                <a:gd name="T20" fmla="*/ 398 w 2753"/>
                <a:gd name="T21" fmla="*/ 0 h 2716"/>
                <a:gd name="T22" fmla="*/ 0 w 2753"/>
                <a:gd name="T23" fmla="*/ 399 h 2716"/>
                <a:gd name="T24" fmla="*/ 0 w 2753"/>
                <a:gd name="T25" fmla="*/ 2317 h 2716"/>
                <a:gd name="T26" fmla="*/ 398 w 2753"/>
                <a:gd name="T27" fmla="*/ 2716 h 2716"/>
                <a:gd name="T28" fmla="*/ 2355 w 2753"/>
                <a:gd name="T29" fmla="*/ 2716 h 2716"/>
                <a:gd name="T30" fmla="*/ 2753 w 2753"/>
                <a:gd name="T31" fmla="*/ 2317 h 2716"/>
                <a:gd name="T32" fmla="*/ 2753 w 2753"/>
                <a:gd name="T33" fmla="*/ 399 h 2716"/>
                <a:gd name="T34" fmla="*/ 2355 w 2753"/>
                <a:gd name="T35" fmla="*/ 0 h 27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53" h="2716">
                  <a:moveTo>
                    <a:pt x="2355" y="114"/>
                  </a:moveTo>
                  <a:cubicBezTo>
                    <a:pt x="2512" y="114"/>
                    <a:pt x="2639" y="242"/>
                    <a:pt x="2639" y="399"/>
                  </a:cubicBezTo>
                  <a:cubicBezTo>
                    <a:pt x="2639" y="2317"/>
                    <a:pt x="2639" y="2317"/>
                    <a:pt x="2639" y="2317"/>
                  </a:cubicBezTo>
                  <a:cubicBezTo>
                    <a:pt x="2639" y="2474"/>
                    <a:pt x="2512" y="2602"/>
                    <a:pt x="2355" y="2602"/>
                  </a:cubicBezTo>
                  <a:cubicBezTo>
                    <a:pt x="398" y="2602"/>
                    <a:pt x="398" y="2602"/>
                    <a:pt x="398" y="2602"/>
                  </a:cubicBezTo>
                  <a:cubicBezTo>
                    <a:pt x="241" y="2602"/>
                    <a:pt x="113" y="2474"/>
                    <a:pt x="113" y="2317"/>
                  </a:cubicBezTo>
                  <a:cubicBezTo>
                    <a:pt x="113" y="399"/>
                    <a:pt x="113" y="399"/>
                    <a:pt x="113" y="399"/>
                  </a:cubicBezTo>
                  <a:cubicBezTo>
                    <a:pt x="113" y="242"/>
                    <a:pt x="241" y="114"/>
                    <a:pt x="398" y="114"/>
                  </a:cubicBezTo>
                  <a:cubicBezTo>
                    <a:pt x="2355" y="114"/>
                    <a:pt x="2355" y="114"/>
                    <a:pt x="2355" y="114"/>
                  </a:cubicBezTo>
                  <a:moveTo>
                    <a:pt x="2355" y="0"/>
                  </a:moveTo>
                  <a:cubicBezTo>
                    <a:pt x="398" y="0"/>
                    <a:pt x="398" y="0"/>
                    <a:pt x="398" y="0"/>
                  </a:cubicBezTo>
                  <a:cubicBezTo>
                    <a:pt x="178" y="0"/>
                    <a:pt x="0" y="179"/>
                    <a:pt x="0" y="399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0" y="2538"/>
                    <a:pt x="178" y="2716"/>
                    <a:pt x="398" y="2716"/>
                  </a:cubicBezTo>
                  <a:cubicBezTo>
                    <a:pt x="2355" y="2716"/>
                    <a:pt x="2355" y="2716"/>
                    <a:pt x="2355" y="2716"/>
                  </a:cubicBezTo>
                  <a:cubicBezTo>
                    <a:pt x="2575" y="2716"/>
                    <a:pt x="2753" y="2538"/>
                    <a:pt x="2753" y="2317"/>
                  </a:cubicBezTo>
                  <a:cubicBezTo>
                    <a:pt x="2753" y="399"/>
                    <a:pt x="2753" y="399"/>
                    <a:pt x="2753" y="399"/>
                  </a:cubicBezTo>
                  <a:cubicBezTo>
                    <a:pt x="2753" y="179"/>
                    <a:pt x="2575" y="0"/>
                    <a:pt x="2355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</p:spTree>
    <p:extLst>
      <p:ext uri="{BB962C8B-B14F-4D97-AF65-F5344CB8AC3E}">
        <p14:creationId xmlns:p14="http://schemas.microsoft.com/office/powerpoint/2010/main" val="914051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20" grpId="0" animBg="1"/>
      <p:bldP spid="21" grpId="0"/>
      <p:bldP spid="35" grpId="0"/>
    </p:bld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5"/>
          <p:cNvSpPr>
            <a:spLocks/>
          </p:cNvSpPr>
          <p:nvPr userDrawn="1"/>
        </p:nvSpPr>
        <p:spPr bwMode="auto">
          <a:xfrm flipH="1">
            <a:off x="9930136" y="-637092"/>
            <a:ext cx="2711791" cy="2711789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3" name="Freeform 5"/>
          <p:cNvSpPr>
            <a:spLocks/>
          </p:cNvSpPr>
          <p:nvPr userDrawn="1"/>
        </p:nvSpPr>
        <p:spPr bwMode="auto">
          <a:xfrm flipH="1">
            <a:off x="8535301" y="921256"/>
            <a:ext cx="982576" cy="982576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4" name="Freeform 5"/>
          <p:cNvSpPr>
            <a:spLocks/>
          </p:cNvSpPr>
          <p:nvPr userDrawn="1"/>
        </p:nvSpPr>
        <p:spPr bwMode="auto">
          <a:xfrm flipH="1">
            <a:off x="8690348" y="-296897"/>
            <a:ext cx="672480" cy="67248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5" name="Freeform 5"/>
          <p:cNvSpPr>
            <a:spLocks/>
          </p:cNvSpPr>
          <p:nvPr userDrawn="1"/>
        </p:nvSpPr>
        <p:spPr bwMode="auto">
          <a:xfrm flipH="1">
            <a:off x="6892774" y="1381250"/>
            <a:ext cx="1081310" cy="108131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6" name="Freeform 5"/>
          <p:cNvSpPr>
            <a:spLocks/>
          </p:cNvSpPr>
          <p:nvPr userDrawn="1"/>
        </p:nvSpPr>
        <p:spPr bwMode="auto">
          <a:xfrm flipH="1">
            <a:off x="7644119" y="215697"/>
            <a:ext cx="521440" cy="52144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7" name="Freeform 5"/>
          <p:cNvSpPr>
            <a:spLocks/>
          </p:cNvSpPr>
          <p:nvPr userDrawn="1"/>
        </p:nvSpPr>
        <p:spPr bwMode="auto">
          <a:xfrm flipH="1">
            <a:off x="9305255" y="2655843"/>
            <a:ext cx="1337469" cy="1337469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8" name="Freeform 5"/>
          <p:cNvSpPr>
            <a:spLocks/>
          </p:cNvSpPr>
          <p:nvPr userDrawn="1"/>
        </p:nvSpPr>
        <p:spPr bwMode="auto">
          <a:xfrm flipH="1">
            <a:off x="11073361" y="2461388"/>
            <a:ext cx="672480" cy="67248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9" name="Freeform 5"/>
          <p:cNvSpPr>
            <a:spLocks/>
          </p:cNvSpPr>
          <p:nvPr userDrawn="1"/>
        </p:nvSpPr>
        <p:spPr bwMode="auto">
          <a:xfrm flipH="1">
            <a:off x="10870156" y="3855256"/>
            <a:ext cx="521440" cy="52144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0" name="Freeform 5"/>
          <p:cNvSpPr>
            <a:spLocks/>
          </p:cNvSpPr>
          <p:nvPr userDrawn="1"/>
        </p:nvSpPr>
        <p:spPr bwMode="auto">
          <a:xfrm flipH="1">
            <a:off x="8352858" y="2453988"/>
            <a:ext cx="521761" cy="521761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1" name="Freeform 5"/>
          <p:cNvSpPr>
            <a:spLocks/>
          </p:cNvSpPr>
          <p:nvPr userDrawn="1"/>
        </p:nvSpPr>
        <p:spPr bwMode="auto">
          <a:xfrm flipH="1">
            <a:off x="11801991" y="3355185"/>
            <a:ext cx="672480" cy="67248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2" name="Freeform 5"/>
          <p:cNvSpPr>
            <a:spLocks/>
          </p:cNvSpPr>
          <p:nvPr userDrawn="1"/>
        </p:nvSpPr>
        <p:spPr bwMode="auto">
          <a:xfrm flipH="1">
            <a:off x="12086289" y="2172540"/>
            <a:ext cx="385460" cy="38546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grpSp>
        <p:nvGrpSpPr>
          <p:cNvPr id="14" name="Group 13"/>
          <p:cNvGrpSpPr/>
          <p:nvPr userDrawn="1"/>
        </p:nvGrpSpPr>
        <p:grpSpPr>
          <a:xfrm flipH="1">
            <a:off x="1036725" y="1090208"/>
            <a:ext cx="93144" cy="590448"/>
            <a:chOff x="7711341" y="589735"/>
            <a:chExt cx="93144" cy="590448"/>
          </a:xfrm>
        </p:grpSpPr>
        <p:sp>
          <p:nvSpPr>
            <p:cNvPr id="15" name="Freeform 5"/>
            <p:cNvSpPr>
              <a:spLocks/>
            </p:cNvSpPr>
            <p:nvPr/>
          </p:nvSpPr>
          <p:spPr bwMode="auto">
            <a:xfrm>
              <a:off x="7711341" y="589735"/>
              <a:ext cx="93144" cy="93144"/>
            </a:xfrm>
            <a:custGeom>
              <a:avLst/>
              <a:gdLst>
                <a:gd name="T0" fmla="*/ 731 w 1169"/>
                <a:gd name="T1" fmla="*/ 0 h 1169"/>
                <a:gd name="T2" fmla="*/ 0 w 1169"/>
                <a:gd name="T3" fmla="*/ 0 h 1169"/>
                <a:gd name="T4" fmla="*/ 0 w 1169"/>
                <a:gd name="T5" fmla="*/ 731 h 1169"/>
                <a:gd name="T6" fmla="*/ 439 w 1169"/>
                <a:gd name="T7" fmla="*/ 1169 h 1169"/>
                <a:gd name="T8" fmla="*/ 1169 w 1169"/>
                <a:gd name="T9" fmla="*/ 1169 h 1169"/>
                <a:gd name="T10" fmla="*/ 1169 w 1169"/>
                <a:gd name="T11" fmla="*/ 439 h 1169"/>
                <a:gd name="T12" fmla="*/ 731 w 1169"/>
                <a:gd name="T13" fmla="*/ 0 h 1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69" h="1169">
                  <a:moveTo>
                    <a:pt x="73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731"/>
                    <a:pt x="0" y="731"/>
                    <a:pt x="0" y="731"/>
                  </a:cubicBezTo>
                  <a:cubicBezTo>
                    <a:pt x="0" y="973"/>
                    <a:pt x="196" y="1169"/>
                    <a:pt x="439" y="1169"/>
                  </a:cubicBezTo>
                  <a:cubicBezTo>
                    <a:pt x="1169" y="1169"/>
                    <a:pt x="1169" y="1169"/>
                    <a:pt x="1169" y="1169"/>
                  </a:cubicBezTo>
                  <a:cubicBezTo>
                    <a:pt x="1169" y="439"/>
                    <a:pt x="1169" y="439"/>
                    <a:pt x="1169" y="439"/>
                  </a:cubicBezTo>
                  <a:cubicBezTo>
                    <a:pt x="1169" y="196"/>
                    <a:pt x="973" y="0"/>
                    <a:pt x="731" y="0"/>
                  </a:cubicBez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16" name="Freeform 5"/>
            <p:cNvSpPr>
              <a:spLocks/>
            </p:cNvSpPr>
            <p:nvPr/>
          </p:nvSpPr>
          <p:spPr bwMode="auto">
            <a:xfrm>
              <a:off x="7711341" y="714061"/>
              <a:ext cx="93144" cy="93144"/>
            </a:xfrm>
            <a:custGeom>
              <a:avLst/>
              <a:gdLst>
                <a:gd name="T0" fmla="*/ 731 w 1169"/>
                <a:gd name="T1" fmla="*/ 0 h 1169"/>
                <a:gd name="T2" fmla="*/ 0 w 1169"/>
                <a:gd name="T3" fmla="*/ 0 h 1169"/>
                <a:gd name="T4" fmla="*/ 0 w 1169"/>
                <a:gd name="T5" fmla="*/ 731 h 1169"/>
                <a:gd name="T6" fmla="*/ 439 w 1169"/>
                <a:gd name="T7" fmla="*/ 1169 h 1169"/>
                <a:gd name="T8" fmla="*/ 1169 w 1169"/>
                <a:gd name="T9" fmla="*/ 1169 h 1169"/>
                <a:gd name="T10" fmla="*/ 1169 w 1169"/>
                <a:gd name="T11" fmla="*/ 439 h 1169"/>
                <a:gd name="T12" fmla="*/ 731 w 1169"/>
                <a:gd name="T13" fmla="*/ 0 h 1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69" h="1169">
                  <a:moveTo>
                    <a:pt x="73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731"/>
                    <a:pt x="0" y="731"/>
                    <a:pt x="0" y="731"/>
                  </a:cubicBezTo>
                  <a:cubicBezTo>
                    <a:pt x="0" y="973"/>
                    <a:pt x="196" y="1169"/>
                    <a:pt x="439" y="1169"/>
                  </a:cubicBezTo>
                  <a:cubicBezTo>
                    <a:pt x="1169" y="1169"/>
                    <a:pt x="1169" y="1169"/>
                    <a:pt x="1169" y="1169"/>
                  </a:cubicBezTo>
                  <a:cubicBezTo>
                    <a:pt x="1169" y="439"/>
                    <a:pt x="1169" y="439"/>
                    <a:pt x="1169" y="439"/>
                  </a:cubicBezTo>
                  <a:cubicBezTo>
                    <a:pt x="1169" y="196"/>
                    <a:pt x="973" y="0"/>
                    <a:pt x="731" y="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17" name="Freeform 5"/>
            <p:cNvSpPr>
              <a:spLocks/>
            </p:cNvSpPr>
            <p:nvPr/>
          </p:nvSpPr>
          <p:spPr bwMode="auto">
            <a:xfrm>
              <a:off x="7711341" y="838387"/>
              <a:ext cx="93144" cy="93144"/>
            </a:xfrm>
            <a:custGeom>
              <a:avLst/>
              <a:gdLst>
                <a:gd name="T0" fmla="*/ 731 w 1169"/>
                <a:gd name="T1" fmla="*/ 0 h 1169"/>
                <a:gd name="T2" fmla="*/ 0 w 1169"/>
                <a:gd name="T3" fmla="*/ 0 h 1169"/>
                <a:gd name="T4" fmla="*/ 0 w 1169"/>
                <a:gd name="T5" fmla="*/ 731 h 1169"/>
                <a:gd name="T6" fmla="*/ 439 w 1169"/>
                <a:gd name="T7" fmla="*/ 1169 h 1169"/>
                <a:gd name="T8" fmla="*/ 1169 w 1169"/>
                <a:gd name="T9" fmla="*/ 1169 h 1169"/>
                <a:gd name="T10" fmla="*/ 1169 w 1169"/>
                <a:gd name="T11" fmla="*/ 439 h 1169"/>
                <a:gd name="T12" fmla="*/ 731 w 1169"/>
                <a:gd name="T13" fmla="*/ 0 h 1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69" h="1169">
                  <a:moveTo>
                    <a:pt x="73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731"/>
                    <a:pt x="0" y="731"/>
                    <a:pt x="0" y="731"/>
                  </a:cubicBezTo>
                  <a:cubicBezTo>
                    <a:pt x="0" y="973"/>
                    <a:pt x="196" y="1169"/>
                    <a:pt x="439" y="1169"/>
                  </a:cubicBezTo>
                  <a:cubicBezTo>
                    <a:pt x="1169" y="1169"/>
                    <a:pt x="1169" y="1169"/>
                    <a:pt x="1169" y="1169"/>
                  </a:cubicBezTo>
                  <a:cubicBezTo>
                    <a:pt x="1169" y="439"/>
                    <a:pt x="1169" y="439"/>
                    <a:pt x="1169" y="439"/>
                  </a:cubicBezTo>
                  <a:cubicBezTo>
                    <a:pt x="1169" y="196"/>
                    <a:pt x="973" y="0"/>
                    <a:pt x="731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18" name="Freeform 5"/>
            <p:cNvSpPr>
              <a:spLocks/>
            </p:cNvSpPr>
            <p:nvPr/>
          </p:nvSpPr>
          <p:spPr bwMode="auto">
            <a:xfrm>
              <a:off x="7711341" y="962713"/>
              <a:ext cx="93144" cy="93144"/>
            </a:xfrm>
            <a:custGeom>
              <a:avLst/>
              <a:gdLst>
                <a:gd name="T0" fmla="*/ 731 w 1169"/>
                <a:gd name="T1" fmla="*/ 0 h 1169"/>
                <a:gd name="T2" fmla="*/ 0 w 1169"/>
                <a:gd name="T3" fmla="*/ 0 h 1169"/>
                <a:gd name="T4" fmla="*/ 0 w 1169"/>
                <a:gd name="T5" fmla="*/ 731 h 1169"/>
                <a:gd name="T6" fmla="*/ 439 w 1169"/>
                <a:gd name="T7" fmla="*/ 1169 h 1169"/>
                <a:gd name="T8" fmla="*/ 1169 w 1169"/>
                <a:gd name="T9" fmla="*/ 1169 h 1169"/>
                <a:gd name="T10" fmla="*/ 1169 w 1169"/>
                <a:gd name="T11" fmla="*/ 439 h 1169"/>
                <a:gd name="T12" fmla="*/ 731 w 1169"/>
                <a:gd name="T13" fmla="*/ 0 h 1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69" h="1169">
                  <a:moveTo>
                    <a:pt x="73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731"/>
                    <a:pt x="0" y="731"/>
                    <a:pt x="0" y="731"/>
                  </a:cubicBezTo>
                  <a:cubicBezTo>
                    <a:pt x="0" y="973"/>
                    <a:pt x="196" y="1169"/>
                    <a:pt x="439" y="1169"/>
                  </a:cubicBezTo>
                  <a:cubicBezTo>
                    <a:pt x="1169" y="1169"/>
                    <a:pt x="1169" y="1169"/>
                    <a:pt x="1169" y="1169"/>
                  </a:cubicBezTo>
                  <a:cubicBezTo>
                    <a:pt x="1169" y="439"/>
                    <a:pt x="1169" y="439"/>
                    <a:pt x="1169" y="439"/>
                  </a:cubicBezTo>
                  <a:cubicBezTo>
                    <a:pt x="1169" y="196"/>
                    <a:pt x="973" y="0"/>
                    <a:pt x="731" y="0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19" name="Freeform 5"/>
            <p:cNvSpPr>
              <a:spLocks/>
            </p:cNvSpPr>
            <p:nvPr/>
          </p:nvSpPr>
          <p:spPr bwMode="auto">
            <a:xfrm>
              <a:off x="7711341" y="1087039"/>
              <a:ext cx="93144" cy="93144"/>
            </a:xfrm>
            <a:custGeom>
              <a:avLst/>
              <a:gdLst>
                <a:gd name="T0" fmla="*/ 731 w 1169"/>
                <a:gd name="T1" fmla="*/ 0 h 1169"/>
                <a:gd name="T2" fmla="*/ 0 w 1169"/>
                <a:gd name="T3" fmla="*/ 0 h 1169"/>
                <a:gd name="T4" fmla="*/ 0 w 1169"/>
                <a:gd name="T5" fmla="*/ 731 h 1169"/>
                <a:gd name="T6" fmla="*/ 439 w 1169"/>
                <a:gd name="T7" fmla="*/ 1169 h 1169"/>
                <a:gd name="T8" fmla="*/ 1169 w 1169"/>
                <a:gd name="T9" fmla="*/ 1169 h 1169"/>
                <a:gd name="T10" fmla="*/ 1169 w 1169"/>
                <a:gd name="T11" fmla="*/ 439 h 1169"/>
                <a:gd name="T12" fmla="*/ 731 w 1169"/>
                <a:gd name="T13" fmla="*/ 0 h 1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69" h="1169">
                  <a:moveTo>
                    <a:pt x="73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731"/>
                    <a:pt x="0" y="731"/>
                    <a:pt x="0" y="731"/>
                  </a:cubicBezTo>
                  <a:cubicBezTo>
                    <a:pt x="0" y="973"/>
                    <a:pt x="196" y="1169"/>
                    <a:pt x="439" y="1169"/>
                  </a:cubicBezTo>
                  <a:cubicBezTo>
                    <a:pt x="1169" y="1169"/>
                    <a:pt x="1169" y="1169"/>
                    <a:pt x="1169" y="1169"/>
                  </a:cubicBezTo>
                  <a:cubicBezTo>
                    <a:pt x="1169" y="439"/>
                    <a:pt x="1169" y="439"/>
                    <a:pt x="1169" y="439"/>
                  </a:cubicBezTo>
                  <a:cubicBezTo>
                    <a:pt x="1169" y="196"/>
                    <a:pt x="973" y="0"/>
                    <a:pt x="731" y="0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  <p:sp>
        <p:nvSpPr>
          <p:cNvPr id="20" name="Freeform 5"/>
          <p:cNvSpPr>
            <a:spLocks/>
          </p:cNvSpPr>
          <p:nvPr userDrawn="1"/>
        </p:nvSpPr>
        <p:spPr bwMode="auto">
          <a:xfrm flipH="1">
            <a:off x="11486507" y="174661"/>
            <a:ext cx="530831" cy="530831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1" name="TextBox 20"/>
          <p:cNvSpPr txBox="1"/>
          <p:nvPr userDrawn="1"/>
        </p:nvSpPr>
        <p:spPr>
          <a:xfrm>
            <a:off x="11526134" y="245136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60E2A6B-A809-4840-BF14-8648BC0BDF87}" type="slidenum">
              <a:rPr lang="id-ID" sz="1800" b="1" smtClean="0">
                <a:solidFill>
                  <a:schemeClr val="bg1"/>
                </a:solidFill>
              </a:rPr>
              <a:pPr algn="ctr"/>
              <a:t>‹#›</a:t>
            </a:fld>
            <a:endParaRPr lang="id-ID" sz="1800" dirty="0">
              <a:solidFill>
                <a:schemeClr val="bg1"/>
              </a:solidFill>
            </a:endParaRPr>
          </a:p>
        </p:txBody>
      </p:sp>
      <p:sp>
        <p:nvSpPr>
          <p:cNvPr id="34" name="TextBox 33"/>
          <p:cNvSpPr txBox="1"/>
          <p:nvPr userDrawn="1"/>
        </p:nvSpPr>
        <p:spPr>
          <a:xfrm>
            <a:off x="956885" y="6409324"/>
            <a:ext cx="174599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050" b="1" dirty="0" smtClean="0">
                <a:solidFill>
                  <a:schemeClr val="accent1">
                    <a:lumMod val="75000"/>
                  </a:schemeClr>
                </a:solidFill>
                <a:latin typeface="Raleway" panose="020B0003030101060003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Kupat</a:t>
            </a:r>
            <a:r>
              <a:rPr lang="id-ID" sz="1050" b="1" baseline="0" dirty="0" smtClean="0">
                <a:solidFill>
                  <a:schemeClr val="accent1">
                    <a:lumMod val="75000"/>
                  </a:schemeClr>
                </a:solidFill>
                <a:latin typeface="Raleway" panose="020B0003030101060003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Tahu </a:t>
            </a:r>
            <a:r>
              <a:rPr lang="id-ID" sz="1050" dirty="0" smtClean="0">
                <a:solidFill>
                  <a:schemeClr val="bg1">
                    <a:lumMod val="65000"/>
                  </a:schemeClr>
                </a:solidFill>
                <a:latin typeface="Raleway" panose="020B0003030101060003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Presentation</a:t>
            </a:r>
            <a:endParaRPr lang="en-US" sz="1050" dirty="0">
              <a:solidFill>
                <a:schemeClr val="bg1">
                  <a:lumMod val="65000"/>
                </a:schemeClr>
              </a:solidFill>
              <a:latin typeface="Raleway" panose="020B0003030101060003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35" name="Group 34"/>
          <p:cNvGrpSpPr/>
          <p:nvPr userDrawn="1"/>
        </p:nvGrpSpPr>
        <p:grpSpPr>
          <a:xfrm>
            <a:off x="347419" y="6409324"/>
            <a:ext cx="224082" cy="221156"/>
            <a:chOff x="4328868" y="5502988"/>
            <a:chExt cx="500307" cy="493774"/>
          </a:xfrm>
        </p:grpSpPr>
        <p:sp>
          <p:nvSpPr>
            <p:cNvPr id="39" name="Freeform 38">
              <a:hlinkClick r:id="" action="ppaction://hlinkshowjump?jump=previousslide"/>
            </p:cNvPr>
            <p:cNvSpPr>
              <a:spLocks/>
            </p:cNvSpPr>
            <p:nvPr userDrawn="1"/>
          </p:nvSpPr>
          <p:spPr bwMode="auto">
            <a:xfrm>
              <a:off x="4520555" y="5649754"/>
              <a:ext cx="116933" cy="200242"/>
            </a:xfrm>
            <a:custGeom>
              <a:avLst/>
              <a:gdLst>
                <a:gd name="T0" fmla="*/ 417 w 425"/>
                <a:gd name="T1" fmla="*/ 77 h 728"/>
                <a:gd name="T2" fmla="*/ 131 w 425"/>
                <a:gd name="T3" fmla="*/ 364 h 728"/>
                <a:gd name="T4" fmla="*/ 417 w 425"/>
                <a:gd name="T5" fmla="*/ 650 h 728"/>
                <a:gd name="T6" fmla="*/ 425 w 425"/>
                <a:gd name="T7" fmla="*/ 667 h 728"/>
                <a:gd name="T8" fmla="*/ 417 w 425"/>
                <a:gd name="T9" fmla="*/ 684 h 728"/>
                <a:gd name="T10" fmla="*/ 381 w 425"/>
                <a:gd name="T11" fmla="*/ 720 h 728"/>
                <a:gd name="T12" fmla="*/ 364 w 425"/>
                <a:gd name="T13" fmla="*/ 728 h 728"/>
                <a:gd name="T14" fmla="*/ 347 w 425"/>
                <a:gd name="T15" fmla="*/ 720 h 728"/>
                <a:gd name="T16" fmla="*/ 8 w 425"/>
                <a:gd name="T17" fmla="*/ 381 h 728"/>
                <a:gd name="T18" fmla="*/ 0 w 425"/>
                <a:gd name="T19" fmla="*/ 364 h 728"/>
                <a:gd name="T20" fmla="*/ 8 w 425"/>
                <a:gd name="T21" fmla="*/ 347 h 728"/>
                <a:gd name="T22" fmla="*/ 347 w 425"/>
                <a:gd name="T23" fmla="*/ 7 h 728"/>
                <a:gd name="T24" fmla="*/ 364 w 425"/>
                <a:gd name="T25" fmla="*/ 0 h 728"/>
                <a:gd name="T26" fmla="*/ 381 w 425"/>
                <a:gd name="T27" fmla="*/ 7 h 728"/>
                <a:gd name="T28" fmla="*/ 417 w 425"/>
                <a:gd name="T29" fmla="*/ 44 h 728"/>
                <a:gd name="T30" fmla="*/ 425 w 425"/>
                <a:gd name="T31" fmla="*/ 60 h 728"/>
                <a:gd name="T32" fmla="*/ 417 w 425"/>
                <a:gd name="T33" fmla="*/ 77 h 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25" h="728">
                  <a:moveTo>
                    <a:pt x="417" y="77"/>
                  </a:moveTo>
                  <a:cubicBezTo>
                    <a:pt x="131" y="364"/>
                    <a:pt x="131" y="364"/>
                    <a:pt x="131" y="364"/>
                  </a:cubicBezTo>
                  <a:cubicBezTo>
                    <a:pt x="417" y="650"/>
                    <a:pt x="417" y="650"/>
                    <a:pt x="417" y="650"/>
                  </a:cubicBezTo>
                  <a:cubicBezTo>
                    <a:pt x="422" y="655"/>
                    <a:pt x="425" y="661"/>
                    <a:pt x="425" y="667"/>
                  </a:cubicBezTo>
                  <a:cubicBezTo>
                    <a:pt x="425" y="673"/>
                    <a:pt x="422" y="680"/>
                    <a:pt x="417" y="684"/>
                  </a:cubicBezTo>
                  <a:cubicBezTo>
                    <a:pt x="381" y="720"/>
                    <a:pt x="381" y="720"/>
                    <a:pt x="381" y="720"/>
                  </a:cubicBezTo>
                  <a:cubicBezTo>
                    <a:pt x="377" y="725"/>
                    <a:pt x="370" y="728"/>
                    <a:pt x="364" y="728"/>
                  </a:cubicBezTo>
                  <a:cubicBezTo>
                    <a:pt x="358" y="728"/>
                    <a:pt x="352" y="725"/>
                    <a:pt x="347" y="720"/>
                  </a:cubicBezTo>
                  <a:cubicBezTo>
                    <a:pt x="8" y="381"/>
                    <a:pt x="8" y="381"/>
                    <a:pt x="8" y="381"/>
                  </a:cubicBezTo>
                  <a:cubicBezTo>
                    <a:pt x="3" y="376"/>
                    <a:pt x="0" y="369"/>
                    <a:pt x="0" y="364"/>
                  </a:cubicBezTo>
                  <a:cubicBezTo>
                    <a:pt x="0" y="358"/>
                    <a:pt x="3" y="351"/>
                    <a:pt x="8" y="347"/>
                  </a:cubicBezTo>
                  <a:cubicBezTo>
                    <a:pt x="347" y="7"/>
                    <a:pt x="347" y="7"/>
                    <a:pt x="347" y="7"/>
                  </a:cubicBezTo>
                  <a:cubicBezTo>
                    <a:pt x="352" y="3"/>
                    <a:pt x="358" y="0"/>
                    <a:pt x="364" y="0"/>
                  </a:cubicBezTo>
                  <a:cubicBezTo>
                    <a:pt x="370" y="0"/>
                    <a:pt x="377" y="3"/>
                    <a:pt x="381" y="7"/>
                  </a:cubicBezTo>
                  <a:cubicBezTo>
                    <a:pt x="417" y="44"/>
                    <a:pt x="417" y="44"/>
                    <a:pt x="417" y="44"/>
                  </a:cubicBezTo>
                  <a:cubicBezTo>
                    <a:pt x="422" y="48"/>
                    <a:pt x="425" y="54"/>
                    <a:pt x="425" y="60"/>
                  </a:cubicBezTo>
                  <a:cubicBezTo>
                    <a:pt x="425" y="66"/>
                    <a:pt x="422" y="73"/>
                    <a:pt x="417" y="77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40" name="Freeform 39">
              <a:hlinkClick r:id="" action="ppaction://hlinkshowjump?jump=previousslide"/>
            </p:cNvPr>
            <p:cNvSpPr>
              <a:spLocks noEditPoints="1"/>
            </p:cNvSpPr>
            <p:nvPr userDrawn="1"/>
          </p:nvSpPr>
          <p:spPr bwMode="auto">
            <a:xfrm>
              <a:off x="4328868" y="5502988"/>
              <a:ext cx="500307" cy="493774"/>
            </a:xfrm>
            <a:custGeom>
              <a:avLst/>
              <a:gdLst>
                <a:gd name="T0" fmla="*/ 2355 w 2753"/>
                <a:gd name="T1" fmla="*/ 114 h 2716"/>
                <a:gd name="T2" fmla="*/ 2639 w 2753"/>
                <a:gd name="T3" fmla="*/ 399 h 2716"/>
                <a:gd name="T4" fmla="*/ 2639 w 2753"/>
                <a:gd name="T5" fmla="*/ 2317 h 2716"/>
                <a:gd name="T6" fmla="*/ 2355 w 2753"/>
                <a:gd name="T7" fmla="*/ 2602 h 2716"/>
                <a:gd name="T8" fmla="*/ 398 w 2753"/>
                <a:gd name="T9" fmla="*/ 2602 h 2716"/>
                <a:gd name="T10" fmla="*/ 113 w 2753"/>
                <a:gd name="T11" fmla="*/ 2317 h 2716"/>
                <a:gd name="T12" fmla="*/ 113 w 2753"/>
                <a:gd name="T13" fmla="*/ 399 h 2716"/>
                <a:gd name="T14" fmla="*/ 398 w 2753"/>
                <a:gd name="T15" fmla="*/ 114 h 2716"/>
                <a:gd name="T16" fmla="*/ 2355 w 2753"/>
                <a:gd name="T17" fmla="*/ 114 h 2716"/>
                <a:gd name="T18" fmla="*/ 2355 w 2753"/>
                <a:gd name="T19" fmla="*/ 0 h 2716"/>
                <a:gd name="T20" fmla="*/ 398 w 2753"/>
                <a:gd name="T21" fmla="*/ 0 h 2716"/>
                <a:gd name="T22" fmla="*/ 0 w 2753"/>
                <a:gd name="T23" fmla="*/ 399 h 2716"/>
                <a:gd name="T24" fmla="*/ 0 w 2753"/>
                <a:gd name="T25" fmla="*/ 2317 h 2716"/>
                <a:gd name="T26" fmla="*/ 398 w 2753"/>
                <a:gd name="T27" fmla="*/ 2716 h 2716"/>
                <a:gd name="T28" fmla="*/ 2355 w 2753"/>
                <a:gd name="T29" fmla="*/ 2716 h 2716"/>
                <a:gd name="T30" fmla="*/ 2753 w 2753"/>
                <a:gd name="T31" fmla="*/ 2317 h 2716"/>
                <a:gd name="T32" fmla="*/ 2753 w 2753"/>
                <a:gd name="T33" fmla="*/ 399 h 2716"/>
                <a:gd name="T34" fmla="*/ 2355 w 2753"/>
                <a:gd name="T35" fmla="*/ 0 h 27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53" h="2716">
                  <a:moveTo>
                    <a:pt x="2355" y="114"/>
                  </a:moveTo>
                  <a:cubicBezTo>
                    <a:pt x="2512" y="114"/>
                    <a:pt x="2639" y="242"/>
                    <a:pt x="2639" y="399"/>
                  </a:cubicBezTo>
                  <a:cubicBezTo>
                    <a:pt x="2639" y="2317"/>
                    <a:pt x="2639" y="2317"/>
                    <a:pt x="2639" y="2317"/>
                  </a:cubicBezTo>
                  <a:cubicBezTo>
                    <a:pt x="2639" y="2474"/>
                    <a:pt x="2512" y="2602"/>
                    <a:pt x="2355" y="2602"/>
                  </a:cubicBezTo>
                  <a:cubicBezTo>
                    <a:pt x="398" y="2602"/>
                    <a:pt x="398" y="2602"/>
                    <a:pt x="398" y="2602"/>
                  </a:cubicBezTo>
                  <a:cubicBezTo>
                    <a:pt x="241" y="2602"/>
                    <a:pt x="113" y="2474"/>
                    <a:pt x="113" y="2317"/>
                  </a:cubicBezTo>
                  <a:cubicBezTo>
                    <a:pt x="113" y="399"/>
                    <a:pt x="113" y="399"/>
                    <a:pt x="113" y="399"/>
                  </a:cubicBezTo>
                  <a:cubicBezTo>
                    <a:pt x="113" y="242"/>
                    <a:pt x="241" y="114"/>
                    <a:pt x="398" y="114"/>
                  </a:cubicBezTo>
                  <a:cubicBezTo>
                    <a:pt x="2355" y="114"/>
                    <a:pt x="2355" y="114"/>
                    <a:pt x="2355" y="114"/>
                  </a:cubicBezTo>
                  <a:moveTo>
                    <a:pt x="2355" y="0"/>
                  </a:moveTo>
                  <a:cubicBezTo>
                    <a:pt x="398" y="0"/>
                    <a:pt x="398" y="0"/>
                    <a:pt x="398" y="0"/>
                  </a:cubicBezTo>
                  <a:cubicBezTo>
                    <a:pt x="178" y="0"/>
                    <a:pt x="0" y="179"/>
                    <a:pt x="0" y="399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0" y="2538"/>
                    <a:pt x="178" y="2716"/>
                    <a:pt x="398" y="2716"/>
                  </a:cubicBezTo>
                  <a:cubicBezTo>
                    <a:pt x="2355" y="2716"/>
                    <a:pt x="2355" y="2716"/>
                    <a:pt x="2355" y="2716"/>
                  </a:cubicBezTo>
                  <a:cubicBezTo>
                    <a:pt x="2575" y="2716"/>
                    <a:pt x="2753" y="2538"/>
                    <a:pt x="2753" y="2317"/>
                  </a:cubicBezTo>
                  <a:cubicBezTo>
                    <a:pt x="2753" y="399"/>
                    <a:pt x="2753" y="399"/>
                    <a:pt x="2753" y="399"/>
                  </a:cubicBezTo>
                  <a:cubicBezTo>
                    <a:pt x="2753" y="179"/>
                    <a:pt x="2575" y="0"/>
                    <a:pt x="2355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  <p:grpSp>
        <p:nvGrpSpPr>
          <p:cNvPr id="41" name="Group 40"/>
          <p:cNvGrpSpPr/>
          <p:nvPr userDrawn="1"/>
        </p:nvGrpSpPr>
        <p:grpSpPr>
          <a:xfrm flipH="1">
            <a:off x="657355" y="6409324"/>
            <a:ext cx="224082" cy="221156"/>
            <a:chOff x="4328868" y="5502988"/>
            <a:chExt cx="500307" cy="493774"/>
          </a:xfrm>
        </p:grpSpPr>
        <p:sp>
          <p:nvSpPr>
            <p:cNvPr id="42" name="Freeform 41">
              <a:hlinkClick r:id="" action="ppaction://hlinkshowjump?jump=nextslide"/>
            </p:cNvPr>
            <p:cNvSpPr>
              <a:spLocks/>
            </p:cNvSpPr>
            <p:nvPr userDrawn="1"/>
          </p:nvSpPr>
          <p:spPr bwMode="auto">
            <a:xfrm>
              <a:off x="4520556" y="5649754"/>
              <a:ext cx="116933" cy="200242"/>
            </a:xfrm>
            <a:custGeom>
              <a:avLst/>
              <a:gdLst>
                <a:gd name="T0" fmla="*/ 417 w 425"/>
                <a:gd name="T1" fmla="*/ 77 h 728"/>
                <a:gd name="T2" fmla="*/ 131 w 425"/>
                <a:gd name="T3" fmla="*/ 364 h 728"/>
                <a:gd name="T4" fmla="*/ 417 w 425"/>
                <a:gd name="T5" fmla="*/ 650 h 728"/>
                <a:gd name="T6" fmla="*/ 425 w 425"/>
                <a:gd name="T7" fmla="*/ 667 h 728"/>
                <a:gd name="T8" fmla="*/ 417 w 425"/>
                <a:gd name="T9" fmla="*/ 684 h 728"/>
                <a:gd name="T10" fmla="*/ 381 w 425"/>
                <a:gd name="T11" fmla="*/ 720 h 728"/>
                <a:gd name="T12" fmla="*/ 364 w 425"/>
                <a:gd name="T13" fmla="*/ 728 h 728"/>
                <a:gd name="T14" fmla="*/ 347 w 425"/>
                <a:gd name="T15" fmla="*/ 720 h 728"/>
                <a:gd name="T16" fmla="*/ 8 w 425"/>
                <a:gd name="T17" fmla="*/ 381 h 728"/>
                <a:gd name="T18" fmla="*/ 0 w 425"/>
                <a:gd name="T19" fmla="*/ 364 h 728"/>
                <a:gd name="T20" fmla="*/ 8 w 425"/>
                <a:gd name="T21" fmla="*/ 347 h 728"/>
                <a:gd name="T22" fmla="*/ 347 w 425"/>
                <a:gd name="T23" fmla="*/ 7 h 728"/>
                <a:gd name="T24" fmla="*/ 364 w 425"/>
                <a:gd name="T25" fmla="*/ 0 h 728"/>
                <a:gd name="T26" fmla="*/ 381 w 425"/>
                <a:gd name="T27" fmla="*/ 7 h 728"/>
                <a:gd name="T28" fmla="*/ 417 w 425"/>
                <a:gd name="T29" fmla="*/ 44 h 728"/>
                <a:gd name="T30" fmla="*/ 425 w 425"/>
                <a:gd name="T31" fmla="*/ 60 h 728"/>
                <a:gd name="T32" fmla="*/ 417 w 425"/>
                <a:gd name="T33" fmla="*/ 77 h 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25" h="728">
                  <a:moveTo>
                    <a:pt x="417" y="77"/>
                  </a:moveTo>
                  <a:cubicBezTo>
                    <a:pt x="131" y="364"/>
                    <a:pt x="131" y="364"/>
                    <a:pt x="131" y="364"/>
                  </a:cubicBezTo>
                  <a:cubicBezTo>
                    <a:pt x="417" y="650"/>
                    <a:pt x="417" y="650"/>
                    <a:pt x="417" y="650"/>
                  </a:cubicBezTo>
                  <a:cubicBezTo>
                    <a:pt x="422" y="655"/>
                    <a:pt x="425" y="661"/>
                    <a:pt x="425" y="667"/>
                  </a:cubicBezTo>
                  <a:cubicBezTo>
                    <a:pt x="425" y="673"/>
                    <a:pt x="422" y="680"/>
                    <a:pt x="417" y="684"/>
                  </a:cubicBezTo>
                  <a:cubicBezTo>
                    <a:pt x="381" y="720"/>
                    <a:pt x="381" y="720"/>
                    <a:pt x="381" y="720"/>
                  </a:cubicBezTo>
                  <a:cubicBezTo>
                    <a:pt x="377" y="725"/>
                    <a:pt x="370" y="728"/>
                    <a:pt x="364" y="728"/>
                  </a:cubicBezTo>
                  <a:cubicBezTo>
                    <a:pt x="358" y="728"/>
                    <a:pt x="352" y="725"/>
                    <a:pt x="347" y="720"/>
                  </a:cubicBezTo>
                  <a:cubicBezTo>
                    <a:pt x="8" y="381"/>
                    <a:pt x="8" y="381"/>
                    <a:pt x="8" y="381"/>
                  </a:cubicBezTo>
                  <a:cubicBezTo>
                    <a:pt x="3" y="376"/>
                    <a:pt x="0" y="369"/>
                    <a:pt x="0" y="364"/>
                  </a:cubicBezTo>
                  <a:cubicBezTo>
                    <a:pt x="0" y="358"/>
                    <a:pt x="3" y="351"/>
                    <a:pt x="8" y="347"/>
                  </a:cubicBezTo>
                  <a:cubicBezTo>
                    <a:pt x="347" y="7"/>
                    <a:pt x="347" y="7"/>
                    <a:pt x="347" y="7"/>
                  </a:cubicBezTo>
                  <a:cubicBezTo>
                    <a:pt x="352" y="3"/>
                    <a:pt x="358" y="0"/>
                    <a:pt x="364" y="0"/>
                  </a:cubicBezTo>
                  <a:cubicBezTo>
                    <a:pt x="370" y="0"/>
                    <a:pt x="377" y="3"/>
                    <a:pt x="381" y="7"/>
                  </a:cubicBezTo>
                  <a:cubicBezTo>
                    <a:pt x="417" y="44"/>
                    <a:pt x="417" y="44"/>
                    <a:pt x="417" y="44"/>
                  </a:cubicBezTo>
                  <a:cubicBezTo>
                    <a:pt x="422" y="48"/>
                    <a:pt x="425" y="54"/>
                    <a:pt x="425" y="60"/>
                  </a:cubicBezTo>
                  <a:cubicBezTo>
                    <a:pt x="425" y="66"/>
                    <a:pt x="422" y="73"/>
                    <a:pt x="417" y="77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43" name="Freeform 42">
              <a:hlinkClick r:id="" action="ppaction://hlinkshowjump?jump=nextslide"/>
            </p:cNvPr>
            <p:cNvSpPr>
              <a:spLocks noEditPoints="1"/>
            </p:cNvSpPr>
            <p:nvPr userDrawn="1"/>
          </p:nvSpPr>
          <p:spPr bwMode="auto">
            <a:xfrm>
              <a:off x="4328868" y="5502988"/>
              <a:ext cx="500307" cy="493774"/>
            </a:xfrm>
            <a:custGeom>
              <a:avLst/>
              <a:gdLst>
                <a:gd name="T0" fmla="*/ 2355 w 2753"/>
                <a:gd name="T1" fmla="*/ 114 h 2716"/>
                <a:gd name="T2" fmla="*/ 2639 w 2753"/>
                <a:gd name="T3" fmla="*/ 399 h 2716"/>
                <a:gd name="T4" fmla="*/ 2639 w 2753"/>
                <a:gd name="T5" fmla="*/ 2317 h 2716"/>
                <a:gd name="T6" fmla="*/ 2355 w 2753"/>
                <a:gd name="T7" fmla="*/ 2602 h 2716"/>
                <a:gd name="T8" fmla="*/ 398 w 2753"/>
                <a:gd name="T9" fmla="*/ 2602 h 2716"/>
                <a:gd name="T10" fmla="*/ 113 w 2753"/>
                <a:gd name="T11" fmla="*/ 2317 h 2716"/>
                <a:gd name="T12" fmla="*/ 113 w 2753"/>
                <a:gd name="T13" fmla="*/ 399 h 2716"/>
                <a:gd name="T14" fmla="*/ 398 w 2753"/>
                <a:gd name="T15" fmla="*/ 114 h 2716"/>
                <a:gd name="T16" fmla="*/ 2355 w 2753"/>
                <a:gd name="T17" fmla="*/ 114 h 2716"/>
                <a:gd name="T18" fmla="*/ 2355 w 2753"/>
                <a:gd name="T19" fmla="*/ 0 h 2716"/>
                <a:gd name="T20" fmla="*/ 398 w 2753"/>
                <a:gd name="T21" fmla="*/ 0 h 2716"/>
                <a:gd name="T22" fmla="*/ 0 w 2753"/>
                <a:gd name="T23" fmla="*/ 399 h 2716"/>
                <a:gd name="T24" fmla="*/ 0 w 2753"/>
                <a:gd name="T25" fmla="*/ 2317 h 2716"/>
                <a:gd name="T26" fmla="*/ 398 w 2753"/>
                <a:gd name="T27" fmla="*/ 2716 h 2716"/>
                <a:gd name="T28" fmla="*/ 2355 w 2753"/>
                <a:gd name="T29" fmla="*/ 2716 h 2716"/>
                <a:gd name="T30" fmla="*/ 2753 w 2753"/>
                <a:gd name="T31" fmla="*/ 2317 h 2716"/>
                <a:gd name="T32" fmla="*/ 2753 w 2753"/>
                <a:gd name="T33" fmla="*/ 399 h 2716"/>
                <a:gd name="T34" fmla="*/ 2355 w 2753"/>
                <a:gd name="T35" fmla="*/ 0 h 27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53" h="2716">
                  <a:moveTo>
                    <a:pt x="2355" y="114"/>
                  </a:moveTo>
                  <a:cubicBezTo>
                    <a:pt x="2512" y="114"/>
                    <a:pt x="2639" y="242"/>
                    <a:pt x="2639" y="399"/>
                  </a:cubicBezTo>
                  <a:cubicBezTo>
                    <a:pt x="2639" y="2317"/>
                    <a:pt x="2639" y="2317"/>
                    <a:pt x="2639" y="2317"/>
                  </a:cubicBezTo>
                  <a:cubicBezTo>
                    <a:pt x="2639" y="2474"/>
                    <a:pt x="2512" y="2602"/>
                    <a:pt x="2355" y="2602"/>
                  </a:cubicBezTo>
                  <a:cubicBezTo>
                    <a:pt x="398" y="2602"/>
                    <a:pt x="398" y="2602"/>
                    <a:pt x="398" y="2602"/>
                  </a:cubicBezTo>
                  <a:cubicBezTo>
                    <a:pt x="241" y="2602"/>
                    <a:pt x="113" y="2474"/>
                    <a:pt x="113" y="2317"/>
                  </a:cubicBezTo>
                  <a:cubicBezTo>
                    <a:pt x="113" y="399"/>
                    <a:pt x="113" y="399"/>
                    <a:pt x="113" y="399"/>
                  </a:cubicBezTo>
                  <a:cubicBezTo>
                    <a:pt x="113" y="242"/>
                    <a:pt x="241" y="114"/>
                    <a:pt x="398" y="114"/>
                  </a:cubicBezTo>
                  <a:cubicBezTo>
                    <a:pt x="2355" y="114"/>
                    <a:pt x="2355" y="114"/>
                    <a:pt x="2355" y="114"/>
                  </a:cubicBezTo>
                  <a:moveTo>
                    <a:pt x="2355" y="0"/>
                  </a:moveTo>
                  <a:cubicBezTo>
                    <a:pt x="398" y="0"/>
                    <a:pt x="398" y="0"/>
                    <a:pt x="398" y="0"/>
                  </a:cubicBezTo>
                  <a:cubicBezTo>
                    <a:pt x="178" y="0"/>
                    <a:pt x="0" y="179"/>
                    <a:pt x="0" y="399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0" y="2538"/>
                    <a:pt x="178" y="2716"/>
                    <a:pt x="398" y="2716"/>
                  </a:cubicBezTo>
                  <a:cubicBezTo>
                    <a:pt x="2355" y="2716"/>
                    <a:pt x="2355" y="2716"/>
                    <a:pt x="2355" y="2716"/>
                  </a:cubicBezTo>
                  <a:cubicBezTo>
                    <a:pt x="2575" y="2716"/>
                    <a:pt x="2753" y="2538"/>
                    <a:pt x="2753" y="2317"/>
                  </a:cubicBezTo>
                  <a:cubicBezTo>
                    <a:pt x="2753" y="399"/>
                    <a:pt x="2753" y="399"/>
                    <a:pt x="2753" y="399"/>
                  </a:cubicBezTo>
                  <a:cubicBezTo>
                    <a:pt x="2753" y="179"/>
                    <a:pt x="2575" y="0"/>
                    <a:pt x="2355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2324101"/>
            <a:ext cx="12192000" cy="205263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529537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20" grpId="0" animBg="1"/>
      <p:bldP spid="21" grpId="0"/>
      <p:bldP spid="34" grpId="0"/>
    </p:bld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5"/>
          <p:cNvSpPr>
            <a:spLocks/>
          </p:cNvSpPr>
          <p:nvPr userDrawn="1"/>
        </p:nvSpPr>
        <p:spPr bwMode="auto">
          <a:xfrm flipH="1">
            <a:off x="9930136" y="-637092"/>
            <a:ext cx="2711791" cy="2711789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3" name="Freeform 5"/>
          <p:cNvSpPr>
            <a:spLocks/>
          </p:cNvSpPr>
          <p:nvPr userDrawn="1"/>
        </p:nvSpPr>
        <p:spPr bwMode="auto">
          <a:xfrm flipH="1">
            <a:off x="8535301" y="921256"/>
            <a:ext cx="982576" cy="982576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4" name="Freeform 5"/>
          <p:cNvSpPr>
            <a:spLocks/>
          </p:cNvSpPr>
          <p:nvPr userDrawn="1"/>
        </p:nvSpPr>
        <p:spPr bwMode="auto">
          <a:xfrm flipH="1">
            <a:off x="8690348" y="-296897"/>
            <a:ext cx="672480" cy="67248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5" name="Freeform 5"/>
          <p:cNvSpPr>
            <a:spLocks/>
          </p:cNvSpPr>
          <p:nvPr userDrawn="1"/>
        </p:nvSpPr>
        <p:spPr bwMode="auto">
          <a:xfrm flipH="1">
            <a:off x="6892774" y="1381250"/>
            <a:ext cx="1081310" cy="108131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6" name="Freeform 5"/>
          <p:cNvSpPr>
            <a:spLocks/>
          </p:cNvSpPr>
          <p:nvPr userDrawn="1"/>
        </p:nvSpPr>
        <p:spPr bwMode="auto">
          <a:xfrm flipH="1">
            <a:off x="7644119" y="215697"/>
            <a:ext cx="521440" cy="52144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7" name="Freeform 5"/>
          <p:cNvSpPr>
            <a:spLocks/>
          </p:cNvSpPr>
          <p:nvPr userDrawn="1"/>
        </p:nvSpPr>
        <p:spPr bwMode="auto">
          <a:xfrm flipH="1">
            <a:off x="9305255" y="2655843"/>
            <a:ext cx="1337469" cy="1337469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8" name="Freeform 5"/>
          <p:cNvSpPr>
            <a:spLocks/>
          </p:cNvSpPr>
          <p:nvPr userDrawn="1"/>
        </p:nvSpPr>
        <p:spPr bwMode="auto">
          <a:xfrm flipH="1">
            <a:off x="11073361" y="2461388"/>
            <a:ext cx="672480" cy="67248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9" name="Freeform 5"/>
          <p:cNvSpPr>
            <a:spLocks/>
          </p:cNvSpPr>
          <p:nvPr userDrawn="1"/>
        </p:nvSpPr>
        <p:spPr bwMode="auto">
          <a:xfrm flipH="1">
            <a:off x="10870156" y="3855256"/>
            <a:ext cx="521440" cy="52144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0" name="Freeform 5"/>
          <p:cNvSpPr>
            <a:spLocks/>
          </p:cNvSpPr>
          <p:nvPr userDrawn="1"/>
        </p:nvSpPr>
        <p:spPr bwMode="auto">
          <a:xfrm flipH="1">
            <a:off x="8352858" y="2453988"/>
            <a:ext cx="521761" cy="521761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1" name="Freeform 5"/>
          <p:cNvSpPr>
            <a:spLocks/>
          </p:cNvSpPr>
          <p:nvPr userDrawn="1"/>
        </p:nvSpPr>
        <p:spPr bwMode="auto">
          <a:xfrm flipH="1">
            <a:off x="11801991" y="3355185"/>
            <a:ext cx="672480" cy="67248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2" name="Freeform 5"/>
          <p:cNvSpPr>
            <a:spLocks/>
          </p:cNvSpPr>
          <p:nvPr userDrawn="1"/>
        </p:nvSpPr>
        <p:spPr bwMode="auto">
          <a:xfrm flipH="1">
            <a:off x="12086289" y="2172540"/>
            <a:ext cx="385460" cy="38546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grpSp>
        <p:nvGrpSpPr>
          <p:cNvPr id="14" name="Group 13"/>
          <p:cNvGrpSpPr/>
          <p:nvPr userDrawn="1"/>
        </p:nvGrpSpPr>
        <p:grpSpPr>
          <a:xfrm flipH="1">
            <a:off x="1036725" y="1090208"/>
            <a:ext cx="93144" cy="590448"/>
            <a:chOff x="7711341" y="589735"/>
            <a:chExt cx="93144" cy="590448"/>
          </a:xfrm>
        </p:grpSpPr>
        <p:sp>
          <p:nvSpPr>
            <p:cNvPr id="15" name="Freeform 5"/>
            <p:cNvSpPr>
              <a:spLocks/>
            </p:cNvSpPr>
            <p:nvPr/>
          </p:nvSpPr>
          <p:spPr bwMode="auto">
            <a:xfrm>
              <a:off x="7711341" y="589735"/>
              <a:ext cx="93144" cy="93144"/>
            </a:xfrm>
            <a:custGeom>
              <a:avLst/>
              <a:gdLst>
                <a:gd name="T0" fmla="*/ 731 w 1169"/>
                <a:gd name="T1" fmla="*/ 0 h 1169"/>
                <a:gd name="T2" fmla="*/ 0 w 1169"/>
                <a:gd name="T3" fmla="*/ 0 h 1169"/>
                <a:gd name="T4" fmla="*/ 0 w 1169"/>
                <a:gd name="T5" fmla="*/ 731 h 1169"/>
                <a:gd name="T6" fmla="*/ 439 w 1169"/>
                <a:gd name="T7" fmla="*/ 1169 h 1169"/>
                <a:gd name="T8" fmla="*/ 1169 w 1169"/>
                <a:gd name="T9" fmla="*/ 1169 h 1169"/>
                <a:gd name="T10" fmla="*/ 1169 w 1169"/>
                <a:gd name="T11" fmla="*/ 439 h 1169"/>
                <a:gd name="T12" fmla="*/ 731 w 1169"/>
                <a:gd name="T13" fmla="*/ 0 h 1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69" h="1169">
                  <a:moveTo>
                    <a:pt x="73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731"/>
                    <a:pt x="0" y="731"/>
                    <a:pt x="0" y="731"/>
                  </a:cubicBezTo>
                  <a:cubicBezTo>
                    <a:pt x="0" y="973"/>
                    <a:pt x="196" y="1169"/>
                    <a:pt x="439" y="1169"/>
                  </a:cubicBezTo>
                  <a:cubicBezTo>
                    <a:pt x="1169" y="1169"/>
                    <a:pt x="1169" y="1169"/>
                    <a:pt x="1169" y="1169"/>
                  </a:cubicBezTo>
                  <a:cubicBezTo>
                    <a:pt x="1169" y="439"/>
                    <a:pt x="1169" y="439"/>
                    <a:pt x="1169" y="439"/>
                  </a:cubicBezTo>
                  <a:cubicBezTo>
                    <a:pt x="1169" y="196"/>
                    <a:pt x="973" y="0"/>
                    <a:pt x="731" y="0"/>
                  </a:cubicBez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16" name="Freeform 5"/>
            <p:cNvSpPr>
              <a:spLocks/>
            </p:cNvSpPr>
            <p:nvPr/>
          </p:nvSpPr>
          <p:spPr bwMode="auto">
            <a:xfrm>
              <a:off x="7711341" y="714061"/>
              <a:ext cx="93144" cy="93144"/>
            </a:xfrm>
            <a:custGeom>
              <a:avLst/>
              <a:gdLst>
                <a:gd name="T0" fmla="*/ 731 w 1169"/>
                <a:gd name="T1" fmla="*/ 0 h 1169"/>
                <a:gd name="T2" fmla="*/ 0 w 1169"/>
                <a:gd name="T3" fmla="*/ 0 h 1169"/>
                <a:gd name="T4" fmla="*/ 0 w 1169"/>
                <a:gd name="T5" fmla="*/ 731 h 1169"/>
                <a:gd name="T6" fmla="*/ 439 w 1169"/>
                <a:gd name="T7" fmla="*/ 1169 h 1169"/>
                <a:gd name="T8" fmla="*/ 1169 w 1169"/>
                <a:gd name="T9" fmla="*/ 1169 h 1169"/>
                <a:gd name="T10" fmla="*/ 1169 w 1169"/>
                <a:gd name="T11" fmla="*/ 439 h 1169"/>
                <a:gd name="T12" fmla="*/ 731 w 1169"/>
                <a:gd name="T13" fmla="*/ 0 h 1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69" h="1169">
                  <a:moveTo>
                    <a:pt x="73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731"/>
                    <a:pt x="0" y="731"/>
                    <a:pt x="0" y="731"/>
                  </a:cubicBezTo>
                  <a:cubicBezTo>
                    <a:pt x="0" y="973"/>
                    <a:pt x="196" y="1169"/>
                    <a:pt x="439" y="1169"/>
                  </a:cubicBezTo>
                  <a:cubicBezTo>
                    <a:pt x="1169" y="1169"/>
                    <a:pt x="1169" y="1169"/>
                    <a:pt x="1169" y="1169"/>
                  </a:cubicBezTo>
                  <a:cubicBezTo>
                    <a:pt x="1169" y="439"/>
                    <a:pt x="1169" y="439"/>
                    <a:pt x="1169" y="439"/>
                  </a:cubicBezTo>
                  <a:cubicBezTo>
                    <a:pt x="1169" y="196"/>
                    <a:pt x="973" y="0"/>
                    <a:pt x="731" y="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17" name="Freeform 5"/>
            <p:cNvSpPr>
              <a:spLocks/>
            </p:cNvSpPr>
            <p:nvPr/>
          </p:nvSpPr>
          <p:spPr bwMode="auto">
            <a:xfrm>
              <a:off x="7711341" y="838387"/>
              <a:ext cx="93144" cy="93144"/>
            </a:xfrm>
            <a:custGeom>
              <a:avLst/>
              <a:gdLst>
                <a:gd name="T0" fmla="*/ 731 w 1169"/>
                <a:gd name="T1" fmla="*/ 0 h 1169"/>
                <a:gd name="T2" fmla="*/ 0 w 1169"/>
                <a:gd name="T3" fmla="*/ 0 h 1169"/>
                <a:gd name="T4" fmla="*/ 0 w 1169"/>
                <a:gd name="T5" fmla="*/ 731 h 1169"/>
                <a:gd name="T6" fmla="*/ 439 w 1169"/>
                <a:gd name="T7" fmla="*/ 1169 h 1169"/>
                <a:gd name="T8" fmla="*/ 1169 w 1169"/>
                <a:gd name="T9" fmla="*/ 1169 h 1169"/>
                <a:gd name="T10" fmla="*/ 1169 w 1169"/>
                <a:gd name="T11" fmla="*/ 439 h 1169"/>
                <a:gd name="T12" fmla="*/ 731 w 1169"/>
                <a:gd name="T13" fmla="*/ 0 h 1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69" h="1169">
                  <a:moveTo>
                    <a:pt x="73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731"/>
                    <a:pt x="0" y="731"/>
                    <a:pt x="0" y="731"/>
                  </a:cubicBezTo>
                  <a:cubicBezTo>
                    <a:pt x="0" y="973"/>
                    <a:pt x="196" y="1169"/>
                    <a:pt x="439" y="1169"/>
                  </a:cubicBezTo>
                  <a:cubicBezTo>
                    <a:pt x="1169" y="1169"/>
                    <a:pt x="1169" y="1169"/>
                    <a:pt x="1169" y="1169"/>
                  </a:cubicBezTo>
                  <a:cubicBezTo>
                    <a:pt x="1169" y="439"/>
                    <a:pt x="1169" y="439"/>
                    <a:pt x="1169" y="439"/>
                  </a:cubicBezTo>
                  <a:cubicBezTo>
                    <a:pt x="1169" y="196"/>
                    <a:pt x="973" y="0"/>
                    <a:pt x="731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18" name="Freeform 5"/>
            <p:cNvSpPr>
              <a:spLocks/>
            </p:cNvSpPr>
            <p:nvPr/>
          </p:nvSpPr>
          <p:spPr bwMode="auto">
            <a:xfrm>
              <a:off x="7711341" y="962713"/>
              <a:ext cx="93144" cy="93144"/>
            </a:xfrm>
            <a:custGeom>
              <a:avLst/>
              <a:gdLst>
                <a:gd name="T0" fmla="*/ 731 w 1169"/>
                <a:gd name="T1" fmla="*/ 0 h 1169"/>
                <a:gd name="T2" fmla="*/ 0 w 1169"/>
                <a:gd name="T3" fmla="*/ 0 h 1169"/>
                <a:gd name="T4" fmla="*/ 0 w 1169"/>
                <a:gd name="T5" fmla="*/ 731 h 1169"/>
                <a:gd name="T6" fmla="*/ 439 w 1169"/>
                <a:gd name="T7" fmla="*/ 1169 h 1169"/>
                <a:gd name="T8" fmla="*/ 1169 w 1169"/>
                <a:gd name="T9" fmla="*/ 1169 h 1169"/>
                <a:gd name="T10" fmla="*/ 1169 w 1169"/>
                <a:gd name="T11" fmla="*/ 439 h 1169"/>
                <a:gd name="T12" fmla="*/ 731 w 1169"/>
                <a:gd name="T13" fmla="*/ 0 h 1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69" h="1169">
                  <a:moveTo>
                    <a:pt x="73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731"/>
                    <a:pt x="0" y="731"/>
                    <a:pt x="0" y="731"/>
                  </a:cubicBezTo>
                  <a:cubicBezTo>
                    <a:pt x="0" y="973"/>
                    <a:pt x="196" y="1169"/>
                    <a:pt x="439" y="1169"/>
                  </a:cubicBezTo>
                  <a:cubicBezTo>
                    <a:pt x="1169" y="1169"/>
                    <a:pt x="1169" y="1169"/>
                    <a:pt x="1169" y="1169"/>
                  </a:cubicBezTo>
                  <a:cubicBezTo>
                    <a:pt x="1169" y="439"/>
                    <a:pt x="1169" y="439"/>
                    <a:pt x="1169" y="439"/>
                  </a:cubicBezTo>
                  <a:cubicBezTo>
                    <a:pt x="1169" y="196"/>
                    <a:pt x="973" y="0"/>
                    <a:pt x="731" y="0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19" name="Freeform 5"/>
            <p:cNvSpPr>
              <a:spLocks/>
            </p:cNvSpPr>
            <p:nvPr/>
          </p:nvSpPr>
          <p:spPr bwMode="auto">
            <a:xfrm>
              <a:off x="7711341" y="1087039"/>
              <a:ext cx="93144" cy="93144"/>
            </a:xfrm>
            <a:custGeom>
              <a:avLst/>
              <a:gdLst>
                <a:gd name="T0" fmla="*/ 731 w 1169"/>
                <a:gd name="T1" fmla="*/ 0 h 1169"/>
                <a:gd name="T2" fmla="*/ 0 w 1169"/>
                <a:gd name="T3" fmla="*/ 0 h 1169"/>
                <a:gd name="T4" fmla="*/ 0 w 1169"/>
                <a:gd name="T5" fmla="*/ 731 h 1169"/>
                <a:gd name="T6" fmla="*/ 439 w 1169"/>
                <a:gd name="T7" fmla="*/ 1169 h 1169"/>
                <a:gd name="T8" fmla="*/ 1169 w 1169"/>
                <a:gd name="T9" fmla="*/ 1169 h 1169"/>
                <a:gd name="T10" fmla="*/ 1169 w 1169"/>
                <a:gd name="T11" fmla="*/ 439 h 1169"/>
                <a:gd name="T12" fmla="*/ 731 w 1169"/>
                <a:gd name="T13" fmla="*/ 0 h 1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69" h="1169">
                  <a:moveTo>
                    <a:pt x="73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731"/>
                    <a:pt x="0" y="731"/>
                    <a:pt x="0" y="731"/>
                  </a:cubicBezTo>
                  <a:cubicBezTo>
                    <a:pt x="0" y="973"/>
                    <a:pt x="196" y="1169"/>
                    <a:pt x="439" y="1169"/>
                  </a:cubicBezTo>
                  <a:cubicBezTo>
                    <a:pt x="1169" y="1169"/>
                    <a:pt x="1169" y="1169"/>
                    <a:pt x="1169" y="1169"/>
                  </a:cubicBezTo>
                  <a:cubicBezTo>
                    <a:pt x="1169" y="439"/>
                    <a:pt x="1169" y="439"/>
                    <a:pt x="1169" y="439"/>
                  </a:cubicBezTo>
                  <a:cubicBezTo>
                    <a:pt x="1169" y="196"/>
                    <a:pt x="973" y="0"/>
                    <a:pt x="731" y="0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  <p:sp>
        <p:nvSpPr>
          <p:cNvPr id="20" name="Freeform 5"/>
          <p:cNvSpPr>
            <a:spLocks/>
          </p:cNvSpPr>
          <p:nvPr userDrawn="1"/>
        </p:nvSpPr>
        <p:spPr bwMode="auto">
          <a:xfrm flipH="1">
            <a:off x="11486507" y="174661"/>
            <a:ext cx="530831" cy="530831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1" name="TextBox 20"/>
          <p:cNvSpPr txBox="1"/>
          <p:nvPr userDrawn="1"/>
        </p:nvSpPr>
        <p:spPr>
          <a:xfrm>
            <a:off x="11526134" y="245136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60E2A6B-A809-4840-BF14-8648BC0BDF87}" type="slidenum">
              <a:rPr lang="id-ID" sz="1800" b="1" smtClean="0">
                <a:solidFill>
                  <a:schemeClr val="bg1"/>
                </a:solidFill>
              </a:rPr>
              <a:pPr algn="ctr"/>
              <a:t>‹#›</a:t>
            </a:fld>
            <a:endParaRPr lang="id-ID" sz="1800" dirty="0">
              <a:solidFill>
                <a:schemeClr val="bg1"/>
              </a:solidFill>
            </a:endParaRPr>
          </a:p>
        </p:txBody>
      </p:sp>
      <p:sp>
        <p:nvSpPr>
          <p:cNvPr id="34" name="TextBox 33"/>
          <p:cNvSpPr txBox="1"/>
          <p:nvPr userDrawn="1"/>
        </p:nvSpPr>
        <p:spPr>
          <a:xfrm>
            <a:off x="956885" y="6409324"/>
            <a:ext cx="174599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050" b="1" dirty="0" smtClean="0">
                <a:solidFill>
                  <a:schemeClr val="accent1">
                    <a:lumMod val="75000"/>
                  </a:schemeClr>
                </a:solidFill>
                <a:latin typeface="Raleway" panose="020B0003030101060003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Kupat</a:t>
            </a:r>
            <a:r>
              <a:rPr lang="id-ID" sz="1050" b="1" baseline="0" dirty="0" smtClean="0">
                <a:solidFill>
                  <a:schemeClr val="accent1">
                    <a:lumMod val="75000"/>
                  </a:schemeClr>
                </a:solidFill>
                <a:latin typeface="Raleway" panose="020B0003030101060003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Tahu </a:t>
            </a:r>
            <a:r>
              <a:rPr lang="id-ID" sz="1050" dirty="0" smtClean="0">
                <a:solidFill>
                  <a:schemeClr val="bg1">
                    <a:lumMod val="65000"/>
                  </a:schemeClr>
                </a:solidFill>
                <a:latin typeface="Raleway" panose="020B0003030101060003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Presentation</a:t>
            </a:r>
            <a:endParaRPr lang="en-US" sz="1050" dirty="0">
              <a:solidFill>
                <a:schemeClr val="bg1">
                  <a:lumMod val="65000"/>
                </a:schemeClr>
              </a:solidFill>
              <a:latin typeface="Raleway" panose="020B0003030101060003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35" name="Group 34"/>
          <p:cNvGrpSpPr/>
          <p:nvPr userDrawn="1"/>
        </p:nvGrpSpPr>
        <p:grpSpPr>
          <a:xfrm>
            <a:off x="347419" y="6409324"/>
            <a:ext cx="224082" cy="221156"/>
            <a:chOff x="4328868" y="5502988"/>
            <a:chExt cx="500307" cy="493774"/>
          </a:xfrm>
        </p:grpSpPr>
        <p:sp>
          <p:nvSpPr>
            <p:cNvPr id="39" name="Freeform 38">
              <a:hlinkClick r:id="" action="ppaction://hlinkshowjump?jump=previousslide"/>
            </p:cNvPr>
            <p:cNvSpPr>
              <a:spLocks/>
            </p:cNvSpPr>
            <p:nvPr userDrawn="1"/>
          </p:nvSpPr>
          <p:spPr bwMode="auto">
            <a:xfrm>
              <a:off x="4520555" y="5649754"/>
              <a:ext cx="116933" cy="200242"/>
            </a:xfrm>
            <a:custGeom>
              <a:avLst/>
              <a:gdLst>
                <a:gd name="T0" fmla="*/ 417 w 425"/>
                <a:gd name="T1" fmla="*/ 77 h 728"/>
                <a:gd name="T2" fmla="*/ 131 w 425"/>
                <a:gd name="T3" fmla="*/ 364 h 728"/>
                <a:gd name="T4" fmla="*/ 417 w 425"/>
                <a:gd name="T5" fmla="*/ 650 h 728"/>
                <a:gd name="T6" fmla="*/ 425 w 425"/>
                <a:gd name="T7" fmla="*/ 667 h 728"/>
                <a:gd name="T8" fmla="*/ 417 w 425"/>
                <a:gd name="T9" fmla="*/ 684 h 728"/>
                <a:gd name="T10" fmla="*/ 381 w 425"/>
                <a:gd name="T11" fmla="*/ 720 h 728"/>
                <a:gd name="T12" fmla="*/ 364 w 425"/>
                <a:gd name="T13" fmla="*/ 728 h 728"/>
                <a:gd name="T14" fmla="*/ 347 w 425"/>
                <a:gd name="T15" fmla="*/ 720 h 728"/>
                <a:gd name="T16" fmla="*/ 8 w 425"/>
                <a:gd name="T17" fmla="*/ 381 h 728"/>
                <a:gd name="T18" fmla="*/ 0 w 425"/>
                <a:gd name="T19" fmla="*/ 364 h 728"/>
                <a:gd name="T20" fmla="*/ 8 w 425"/>
                <a:gd name="T21" fmla="*/ 347 h 728"/>
                <a:gd name="T22" fmla="*/ 347 w 425"/>
                <a:gd name="T23" fmla="*/ 7 h 728"/>
                <a:gd name="T24" fmla="*/ 364 w 425"/>
                <a:gd name="T25" fmla="*/ 0 h 728"/>
                <a:gd name="T26" fmla="*/ 381 w 425"/>
                <a:gd name="T27" fmla="*/ 7 h 728"/>
                <a:gd name="T28" fmla="*/ 417 w 425"/>
                <a:gd name="T29" fmla="*/ 44 h 728"/>
                <a:gd name="T30" fmla="*/ 425 w 425"/>
                <a:gd name="T31" fmla="*/ 60 h 728"/>
                <a:gd name="T32" fmla="*/ 417 w 425"/>
                <a:gd name="T33" fmla="*/ 77 h 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25" h="728">
                  <a:moveTo>
                    <a:pt x="417" y="77"/>
                  </a:moveTo>
                  <a:cubicBezTo>
                    <a:pt x="131" y="364"/>
                    <a:pt x="131" y="364"/>
                    <a:pt x="131" y="364"/>
                  </a:cubicBezTo>
                  <a:cubicBezTo>
                    <a:pt x="417" y="650"/>
                    <a:pt x="417" y="650"/>
                    <a:pt x="417" y="650"/>
                  </a:cubicBezTo>
                  <a:cubicBezTo>
                    <a:pt x="422" y="655"/>
                    <a:pt x="425" y="661"/>
                    <a:pt x="425" y="667"/>
                  </a:cubicBezTo>
                  <a:cubicBezTo>
                    <a:pt x="425" y="673"/>
                    <a:pt x="422" y="680"/>
                    <a:pt x="417" y="684"/>
                  </a:cubicBezTo>
                  <a:cubicBezTo>
                    <a:pt x="381" y="720"/>
                    <a:pt x="381" y="720"/>
                    <a:pt x="381" y="720"/>
                  </a:cubicBezTo>
                  <a:cubicBezTo>
                    <a:pt x="377" y="725"/>
                    <a:pt x="370" y="728"/>
                    <a:pt x="364" y="728"/>
                  </a:cubicBezTo>
                  <a:cubicBezTo>
                    <a:pt x="358" y="728"/>
                    <a:pt x="352" y="725"/>
                    <a:pt x="347" y="720"/>
                  </a:cubicBezTo>
                  <a:cubicBezTo>
                    <a:pt x="8" y="381"/>
                    <a:pt x="8" y="381"/>
                    <a:pt x="8" y="381"/>
                  </a:cubicBezTo>
                  <a:cubicBezTo>
                    <a:pt x="3" y="376"/>
                    <a:pt x="0" y="369"/>
                    <a:pt x="0" y="364"/>
                  </a:cubicBezTo>
                  <a:cubicBezTo>
                    <a:pt x="0" y="358"/>
                    <a:pt x="3" y="351"/>
                    <a:pt x="8" y="347"/>
                  </a:cubicBezTo>
                  <a:cubicBezTo>
                    <a:pt x="347" y="7"/>
                    <a:pt x="347" y="7"/>
                    <a:pt x="347" y="7"/>
                  </a:cubicBezTo>
                  <a:cubicBezTo>
                    <a:pt x="352" y="3"/>
                    <a:pt x="358" y="0"/>
                    <a:pt x="364" y="0"/>
                  </a:cubicBezTo>
                  <a:cubicBezTo>
                    <a:pt x="370" y="0"/>
                    <a:pt x="377" y="3"/>
                    <a:pt x="381" y="7"/>
                  </a:cubicBezTo>
                  <a:cubicBezTo>
                    <a:pt x="417" y="44"/>
                    <a:pt x="417" y="44"/>
                    <a:pt x="417" y="44"/>
                  </a:cubicBezTo>
                  <a:cubicBezTo>
                    <a:pt x="422" y="48"/>
                    <a:pt x="425" y="54"/>
                    <a:pt x="425" y="60"/>
                  </a:cubicBezTo>
                  <a:cubicBezTo>
                    <a:pt x="425" y="66"/>
                    <a:pt x="422" y="73"/>
                    <a:pt x="417" y="77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40" name="Freeform 39">
              <a:hlinkClick r:id="" action="ppaction://hlinkshowjump?jump=previousslide"/>
            </p:cNvPr>
            <p:cNvSpPr>
              <a:spLocks noEditPoints="1"/>
            </p:cNvSpPr>
            <p:nvPr userDrawn="1"/>
          </p:nvSpPr>
          <p:spPr bwMode="auto">
            <a:xfrm>
              <a:off x="4328868" y="5502988"/>
              <a:ext cx="500307" cy="493774"/>
            </a:xfrm>
            <a:custGeom>
              <a:avLst/>
              <a:gdLst>
                <a:gd name="T0" fmla="*/ 2355 w 2753"/>
                <a:gd name="T1" fmla="*/ 114 h 2716"/>
                <a:gd name="T2" fmla="*/ 2639 w 2753"/>
                <a:gd name="T3" fmla="*/ 399 h 2716"/>
                <a:gd name="T4" fmla="*/ 2639 w 2753"/>
                <a:gd name="T5" fmla="*/ 2317 h 2716"/>
                <a:gd name="T6" fmla="*/ 2355 w 2753"/>
                <a:gd name="T7" fmla="*/ 2602 h 2716"/>
                <a:gd name="T8" fmla="*/ 398 w 2753"/>
                <a:gd name="T9" fmla="*/ 2602 h 2716"/>
                <a:gd name="T10" fmla="*/ 113 w 2753"/>
                <a:gd name="T11" fmla="*/ 2317 h 2716"/>
                <a:gd name="T12" fmla="*/ 113 w 2753"/>
                <a:gd name="T13" fmla="*/ 399 h 2716"/>
                <a:gd name="T14" fmla="*/ 398 w 2753"/>
                <a:gd name="T15" fmla="*/ 114 h 2716"/>
                <a:gd name="T16" fmla="*/ 2355 w 2753"/>
                <a:gd name="T17" fmla="*/ 114 h 2716"/>
                <a:gd name="T18" fmla="*/ 2355 w 2753"/>
                <a:gd name="T19" fmla="*/ 0 h 2716"/>
                <a:gd name="T20" fmla="*/ 398 w 2753"/>
                <a:gd name="T21" fmla="*/ 0 h 2716"/>
                <a:gd name="T22" fmla="*/ 0 w 2753"/>
                <a:gd name="T23" fmla="*/ 399 h 2716"/>
                <a:gd name="T24" fmla="*/ 0 w 2753"/>
                <a:gd name="T25" fmla="*/ 2317 h 2716"/>
                <a:gd name="T26" fmla="*/ 398 w 2753"/>
                <a:gd name="T27" fmla="*/ 2716 h 2716"/>
                <a:gd name="T28" fmla="*/ 2355 w 2753"/>
                <a:gd name="T29" fmla="*/ 2716 h 2716"/>
                <a:gd name="T30" fmla="*/ 2753 w 2753"/>
                <a:gd name="T31" fmla="*/ 2317 h 2716"/>
                <a:gd name="T32" fmla="*/ 2753 w 2753"/>
                <a:gd name="T33" fmla="*/ 399 h 2716"/>
                <a:gd name="T34" fmla="*/ 2355 w 2753"/>
                <a:gd name="T35" fmla="*/ 0 h 27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53" h="2716">
                  <a:moveTo>
                    <a:pt x="2355" y="114"/>
                  </a:moveTo>
                  <a:cubicBezTo>
                    <a:pt x="2512" y="114"/>
                    <a:pt x="2639" y="242"/>
                    <a:pt x="2639" y="399"/>
                  </a:cubicBezTo>
                  <a:cubicBezTo>
                    <a:pt x="2639" y="2317"/>
                    <a:pt x="2639" y="2317"/>
                    <a:pt x="2639" y="2317"/>
                  </a:cubicBezTo>
                  <a:cubicBezTo>
                    <a:pt x="2639" y="2474"/>
                    <a:pt x="2512" y="2602"/>
                    <a:pt x="2355" y="2602"/>
                  </a:cubicBezTo>
                  <a:cubicBezTo>
                    <a:pt x="398" y="2602"/>
                    <a:pt x="398" y="2602"/>
                    <a:pt x="398" y="2602"/>
                  </a:cubicBezTo>
                  <a:cubicBezTo>
                    <a:pt x="241" y="2602"/>
                    <a:pt x="113" y="2474"/>
                    <a:pt x="113" y="2317"/>
                  </a:cubicBezTo>
                  <a:cubicBezTo>
                    <a:pt x="113" y="399"/>
                    <a:pt x="113" y="399"/>
                    <a:pt x="113" y="399"/>
                  </a:cubicBezTo>
                  <a:cubicBezTo>
                    <a:pt x="113" y="242"/>
                    <a:pt x="241" y="114"/>
                    <a:pt x="398" y="114"/>
                  </a:cubicBezTo>
                  <a:cubicBezTo>
                    <a:pt x="2355" y="114"/>
                    <a:pt x="2355" y="114"/>
                    <a:pt x="2355" y="114"/>
                  </a:cubicBezTo>
                  <a:moveTo>
                    <a:pt x="2355" y="0"/>
                  </a:moveTo>
                  <a:cubicBezTo>
                    <a:pt x="398" y="0"/>
                    <a:pt x="398" y="0"/>
                    <a:pt x="398" y="0"/>
                  </a:cubicBezTo>
                  <a:cubicBezTo>
                    <a:pt x="178" y="0"/>
                    <a:pt x="0" y="179"/>
                    <a:pt x="0" y="399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0" y="2538"/>
                    <a:pt x="178" y="2716"/>
                    <a:pt x="398" y="2716"/>
                  </a:cubicBezTo>
                  <a:cubicBezTo>
                    <a:pt x="2355" y="2716"/>
                    <a:pt x="2355" y="2716"/>
                    <a:pt x="2355" y="2716"/>
                  </a:cubicBezTo>
                  <a:cubicBezTo>
                    <a:pt x="2575" y="2716"/>
                    <a:pt x="2753" y="2538"/>
                    <a:pt x="2753" y="2317"/>
                  </a:cubicBezTo>
                  <a:cubicBezTo>
                    <a:pt x="2753" y="399"/>
                    <a:pt x="2753" y="399"/>
                    <a:pt x="2753" y="399"/>
                  </a:cubicBezTo>
                  <a:cubicBezTo>
                    <a:pt x="2753" y="179"/>
                    <a:pt x="2575" y="0"/>
                    <a:pt x="2355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  <p:grpSp>
        <p:nvGrpSpPr>
          <p:cNvPr id="41" name="Group 40"/>
          <p:cNvGrpSpPr/>
          <p:nvPr userDrawn="1"/>
        </p:nvGrpSpPr>
        <p:grpSpPr>
          <a:xfrm flipH="1">
            <a:off x="657355" y="6409324"/>
            <a:ext cx="224082" cy="221156"/>
            <a:chOff x="4328868" y="5502988"/>
            <a:chExt cx="500307" cy="493774"/>
          </a:xfrm>
        </p:grpSpPr>
        <p:sp>
          <p:nvSpPr>
            <p:cNvPr id="42" name="Freeform 41">
              <a:hlinkClick r:id="" action="ppaction://hlinkshowjump?jump=nextslide"/>
            </p:cNvPr>
            <p:cNvSpPr>
              <a:spLocks/>
            </p:cNvSpPr>
            <p:nvPr userDrawn="1"/>
          </p:nvSpPr>
          <p:spPr bwMode="auto">
            <a:xfrm>
              <a:off x="4520556" y="5649754"/>
              <a:ext cx="116933" cy="200242"/>
            </a:xfrm>
            <a:custGeom>
              <a:avLst/>
              <a:gdLst>
                <a:gd name="T0" fmla="*/ 417 w 425"/>
                <a:gd name="T1" fmla="*/ 77 h 728"/>
                <a:gd name="T2" fmla="*/ 131 w 425"/>
                <a:gd name="T3" fmla="*/ 364 h 728"/>
                <a:gd name="T4" fmla="*/ 417 w 425"/>
                <a:gd name="T5" fmla="*/ 650 h 728"/>
                <a:gd name="T6" fmla="*/ 425 w 425"/>
                <a:gd name="T7" fmla="*/ 667 h 728"/>
                <a:gd name="T8" fmla="*/ 417 w 425"/>
                <a:gd name="T9" fmla="*/ 684 h 728"/>
                <a:gd name="T10" fmla="*/ 381 w 425"/>
                <a:gd name="T11" fmla="*/ 720 h 728"/>
                <a:gd name="T12" fmla="*/ 364 w 425"/>
                <a:gd name="T13" fmla="*/ 728 h 728"/>
                <a:gd name="T14" fmla="*/ 347 w 425"/>
                <a:gd name="T15" fmla="*/ 720 h 728"/>
                <a:gd name="T16" fmla="*/ 8 w 425"/>
                <a:gd name="T17" fmla="*/ 381 h 728"/>
                <a:gd name="T18" fmla="*/ 0 w 425"/>
                <a:gd name="T19" fmla="*/ 364 h 728"/>
                <a:gd name="T20" fmla="*/ 8 w 425"/>
                <a:gd name="T21" fmla="*/ 347 h 728"/>
                <a:gd name="T22" fmla="*/ 347 w 425"/>
                <a:gd name="T23" fmla="*/ 7 h 728"/>
                <a:gd name="T24" fmla="*/ 364 w 425"/>
                <a:gd name="T25" fmla="*/ 0 h 728"/>
                <a:gd name="T26" fmla="*/ 381 w 425"/>
                <a:gd name="T27" fmla="*/ 7 h 728"/>
                <a:gd name="T28" fmla="*/ 417 w 425"/>
                <a:gd name="T29" fmla="*/ 44 h 728"/>
                <a:gd name="T30" fmla="*/ 425 w 425"/>
                <a:gd name="T31" fmla="*/ 60 h 728"/>
                <a:gd name="T32" fmla="*/ 417 w 425"/>
                <a:gd name="T33" fmla="*/ 77 h 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25" h="728">
                  <a:moveTo>
                    <a:pt x="417" y="77"/>
                  </a:moveTo>
                  <a:cubicBezTo>
                    <a:pt x="131" y="364"/>
                    <a:pt x="131" y="364"/>
                    <a:pt x="131" y="364"/>
                  </a:cubicBezTo>
                  <a:cubicBezTo>
                    <a:pt x="417" y="650"/>
                    <a:pt x="417" y="650"/>
                    <a:pt x="417" y="650"/>
                  </a:cubicBezTo>
                  <a:cubicBezTo>
                    <a:pt x="422" y="655"/>
                    <a:pt x="425" y="661"/>
                    <a:pt x="425" y="667"/>
                  </a:cubicBezTo>
                  <a:cubicBezTo>
                    <a:pt x="425" y="673"/>
                    <a:pt x="422" y="680"/>
                    <a:pt x="417" y="684"/>
                  </a:cubicBezTo>
                  <a:cubicBezTo>
                    <a:pt x="381" y="720"/>
                    <a:pt x="381" y="720"/>
                    <a:pt x="381" y="720"/>
                  </a:cubicBezTo>
                  <a:cubicBezTo>
                    <a:pt x="377" y="725"/>
                    <a:pt x="370" y="728"/>
                    <a:pt x="364" y="728"/>
                  </a:cubicBezTo>
                  <a:cubicBezTo>
                    <a:pt x="358" y="728"/>
                    <a:pt x="352" y="725"/>
                    <a:pt x="347" y="720"/>
                  </a:cubicBezTo>
                  <a:cubicBezTo>
                    <a:pt x="8" y="381"/>
                    <a:pt x="8" y="381"/>
                    <a:pt x="8" y="381"/>
                  </a:cubicBezTo>
                  <a:cubicBezTo>
                    <a:pt x="3" y="376"/>
                    <a:pt x="0" y="369"/>
                    <a:pt x="0" y="364"/>
                  </a:cubicBezTo>
                  <a:cubicBezTo>
                    <a:pt x="0" y="358"/>
                    <a:pt x="3" y="351"/>
                    <a:pt x="8" y="347"/>
                  </a:cubicBezTo>
                  <a:cubicBezTo>
                    <a:pt x="347" y="7"/>
                    <a:pt x="347" y="7"/>
                    <a:pt x="347" y="7"/>
                  </a:cubicBezTo>
                  <a:cubicBezTo>
                    <a:pt x="352" y="3"/>
                    <a:pt x="358" y="0"/>
                    <a:pt x="364" y="0"/>
                  </a:cubicBezTo>
                  <a:cubicBezTo>
                    <a:pt x="370" y="0"/>
                    <a:pt x="377" y="3"/>
                    <a:pt x="381" y="7"/>
                  </a:cubicBezTo>
                  <a:cubicBezTo>
                    <a:pt x="417" y="44"/>
                    <a:pt x="417" y="44"/>
                    <a:pt x="417" y="44"/>
                  </a:cubicBezTo>
                  <a:cubicBezTo>
                    <a:pt x="422" y="48"/>
                    <a:pt x="425" y="54"/>
                    <a:pt x="425" y="60"/>
                  </a:cubicBezTo>
                  <a:cubicBezTo>
                    <a:pt x="425" y="66"/>
                    <a:pt x="422" y="73"/>
                    <a:pt x="417" y="77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43" name="Freeform 42">
              <a:hlinkClick r:id="" action="ppaction://hlinkshowjump?jump=nextslide"/>
            </p:cNvPr>
            <p:cNvSpPr>
              <a:spLocks noEditPoints="1"/>
            </p:cNvSpPr>
            <p:nvPr userDrawn="1"/>
          </p:nvSpPr>
          <p:spPr bwMode="auto">
            <a:xfrm>
              <a:off x="4328868" y="5502988"/>
              <a:ext cx="500307" cy="493774"/>
            </a:xfrm>
            <a:custGeom>
              <a:avLst/>
              <a:gdLst>
                <a:gd name="T0" fmla="*/ 2355 w 2753"/>
                <a:gd name="T1" fmla="*/ 114 h 2716"/>
                <a:gd name="T2" fmla="*/ 2639 w 2753"/>
                <a:gd name="T3" fmla="*/ 399 h 2716"/>
                <a:gd name="T4" fmla="*/ 2639 w 2753"/>
                <a:gd name="T5" fmla="*/ 2317 h 2716"/>
                <a:gd name="T6" fmla="*/ 2355 w 2753"/>
                <a:gd name="T7" fmla="*/ 2602 h 2716"/>
                <a:gd name="T8" fmla="*/ 398 w 2753"/>
                <a:gd name="T9" fmla="*/ 2602 h 2716"/>
                <a:gd name="T10" fmla="*/ 113 w 2753"/>
                <a:gd name="T11" fmla="*/ 2317 h 2716"/>
                <a:gd name="T12" fmla="*/ 113 w 2753"/>
                <a:gd name="T13" fmla="*/ 399 h 2716"/>
                <a:gd name="T14" fmla="*/ 398 w 2753"/>
                <a:gd name="T15" fmla="*/ 114 h 2716"/>
                <a:gd name="T16" fmla="*/ 2355 w 2753"/>
                <a:gd name="T17" fmla="*/ 114 h 2716"/>
                <a:gd name="T18" fmla="*/ 2355 w 2753"/>
                <a:gd name="T19" fmla="*/ 0 h 2716"/>
                <a:gd name="T20" fmla="*/ 398 w 2753"/>
                <a:gd name="T21" fmla="*/ 0 h 2716"/>
                <a:gd name="T22" fmla="*/ 0 w 2753"/>
                <a:gd name="T23" fmla="*/ 399 h 2716"/>
                <a:gd name="T24" fmla="*/ 0 w 2753"/>
                <a:gd name="T25" fmla="*/ 2317 h 2716"/>
                <a:gd name="T26" fmla="*/ 398 w 2753"/>
                <a:gd name="T27" fmla="*/ 2716 h 2716"/>
                <a:gd name="T28" fmla="*/ 2355 w 2753"/>
                <a:gd name="T29" fmla="*/ 2716 h 2716"/>
                <a:gd name="T30" fmla="*/ 2753 w 2753"/>
                <a:gd name="T31" fmla="*/ 2317 h 2716"/>
                <a:gd name="T32" fmla="*/ 2753 w 2753"/>
                <a:gd name="T33" fmla="*/ 399 h 2716"/>
                <a:gd name="T34" fmla="*/ 2355 w 2753"/>
                <a:gd name="T35" fmla="*/ 0 h 27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53" h="2716">
                  <a:moveTo>
                    <a:pt x="2355" y="114"/>
                  </a:moveTo>
                  <a:cubicBezTo>
                    <a:pt x="2512" y="114"/>
                    <a:pt x="2639" y="242"/>
                    <a:pt x="2639" y="399"/>
                  </a:cubicBezTo>
                  <a:cubicBezTo>
                    <a:pt x="2639" y="2317"/>
                    <a:pt x="2639" y="2317"/>
                    <a:pt x="2639" y="2317"/>
                  </a:cubicBezTo>
                  <a:cubicBezTo>
                    <a:pt x="2639" y="2474"/>
                    <a:pt x="2512" y="2602"/>
                    <a:pt x="2355" y="2602"/>
                  </a:cubicBezTo>
                  <a:cubicBezTo>
                    <a:pt x="398" y="2602"/>
                    <a:pt x="398" y="2602"/>
                    <a:pt x="398" y="2602"/>
                  </a:cubicBezTo>
                  <a:cubicBezTo>
                    <a:pt x="241" y="2602"/>
                    <a:pt x="113" y="2474"/>
                    <a:pt x="113" y="2317"/>
                  </a:cubicBezTo>
                  <a:cubicBezTo>
                    <a:pt x="113" y="399"/>
                    <a:pt x="113" y="399"/>
                    <a:pt x="113" y="399"/>
                  </a:cubicBezTo>
                  <a:cubicBezTo>
                    <a:pt x="113" y="242"/>
                    <a:pt x="241" y="114"/>
                    <a:pt x="398" y="114"/>
                  </a:cubicBezTo>
                  <a:cubicBezTo>
                    <a:pt x="2355" y="114"/>
                    <a:pt x="2355" y="114"/>
                    <a:pt x="2355" y="114"/>
                  </a:cubicBezTo>
                  <a:moveTo>
                    <a:pt x="2355" y="0"/>
                  </a:moveTo>
                  <a:cubicBezTo>
                    <a:pt x="398" y="0"/>
                    <a:pt x="398" y="0"/>
                    <a:pt x="398" y="0"/>
                  </a:cubicBezTo>
                  <a:cubicBezTo>
                    <a:pt x="178" y="0"/>
                    <a:pt x="0" y="179"/>
                    <a:pt x="0" y="399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0" y="2538"/>
                    <a:pt x="178" y="2716"/>
                    <a:pt x="398" y="2716"/>
                  </a:cubicBezTo>
                  <a:cubicBezTo>
                    <a:pt x="2355" y="2716"/>
                    <a:pt x="2355" y="2716"/>
                    <a:pt x="2355" y="2716"/>
                  </a:cubicBezTo>
                  <a:cubicBezTo>
                    <a:pt x="2575" y="2716"/>
                    <a:pt x="2753" y="2538"/>
                    <a:pt x="2753" y="2317"/>
                  </a:cubicBezTo>
                  <a:cubicBezTo>
                    <a:pt x="2753" y="399"/>
                    <a:pt x="2753" y="399"/>
                    <a:pt x="2753" y="399"/>
                  </a:cubicBezTo>
                  <a:cubicBezTo>
                    <a:pt x="2753" y="179"/>
                    <a:pt x="2575" y="0"/>
                    <a:pt x="2355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2324101"/>
            <a:ext cx="12192000" cy="2052638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id-ID"/>
          </a:p>
        </p:txBody>
      </p:sp>
      <p:sp>
        <p:nvSpPr>
          <p:cNvPr id="38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403531" y="2173288"/>
            <a:ext cx="3154363" cy="2016125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182945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20" grpId="0" animBg="1"/>
      <p:bldP spid="21" grpId="0"/>
      <p:bldP spid="34" grpId="0"/>
    </p:bld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5"/>
          <p:cNvSpPr>
            <a:spLocks/>
          </p:cNvSpPr>
          <p:nvPr userDrawn="1"/>
        </p:nvSpPr>
        <p:spPr bwMode="auto">
          <a:xfrm flipH="1">
            <a:off x="9930136" y="-637092"/>
            <a:ext cx="2711791" cy="2711789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3" name="Freeform 5"/>
          <p:cNvSpPr>
            <a:spLocks/>
          </p:cNvSpPr>
          <p:nvPr userDrawn="1"/>
        </p:nvSpPr>
        <p:spPr bwMode="auto">
          <a:xfrm flipH="1">
            <a:off x="8535301" y="921256"/>
            <a:ext cx="982576" cy="982576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4" name="Freeform 5"/>
          <p:cNvSpPr>
            <a:spLocks/>
          </p:cNvSpPr>
          <p:nvPr userDrawn="1"/>
        </p:nvSpPr>
        <p:spPr bwMode="auto">
          <a:xfrm flipH="1">
            <a:off x="8690348" y="-296897"/>
            <a:ext cx="672480" cy="67248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5" name="Freeform 5"/>
          <p:cNvSpPr>
            <a:spLocks/>
          </p:cNvSpPr>
          <p:nvPr userDrawn="1"/>
        </p:nvSpPr>
        <p:spPr bwMode="auto">
          <a:xfrm flipH="1">
            <a:off x="6892774" y="1381250"/>
            <a:ext cx="1081310" cy="108131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6" name="Freeform 5"/>
          <p:cNvSpPr>
            <a:spLocks/>
          </p:cNvSpPr>
          <p:nvPr userDrawn="1"/>
        </p:nvSpPr>
        <p:spPr bwMode="auto">
          <a:xfrm flipH="1">
            <a:off x="7644119" y="215697"/>
            <a:ext cx="521440" cy="52144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7" name="Freeform 5"/>
          <p:cNvSpPr>
            <a:spLocks/>
          </p:cNvSpPr>
          <p:nvPr userDrawn="1"/>
        </p:nvSpPr>
        <p:spPr bwMode="auto">
          <a:xfrm flipH="1">
            <a:off x="9305255" y="2655843"/>
            <a:ext cx="1337469" cy="1337469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8" name="Freeform 5"/>
          <p:cNvSpPr>
            <a:spLocks/>
          </p:cNvSpPr>
          <p:nvPr userDrawn="1"/>
        </p:nvSpPr>
        <p:spPr bwMode="auto">
          <a:xfrm flipH="1">
            <a:off x="11073361" y="2461388"/>
            <a:ext cx="672480" cy="67248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9" name="Freeform 5"/>
          <p:cNvSpPr>
            <a:spLocks/>
          </p:cNvSpPr>
          <p:nvPr userDrawn="1"/>
        </p:nvSpPr>
        <p:spPr bwMode="auto">
          <a:xfrm flipH="1">
            <a:off x="10870156" y="3855256"/>
            <a:ext cx="521440" cy="52144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0" name="Freeform 5"/>
          <p:cNvSpPr>
            <a:spLocks/>
          </p:cNvSpPr>
          <p:nvPr userDrawn="1"/>
        </p:nvSpPr>
        <p:spPr bwMode="auto">
          <a:xfrm flipH="1">
            <a:off x="8352858" y="2453988"/>
            <a:ext cx="521761" cy="521761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1" name="Freeform 5"/>
          <p:cNvSpPr>
            <a:spLocks/>
          </p:cNvSpPr>
          <p:nvPr userDrawn="1"/>
        </p:nvSpPr>
        <p:spPr bwMode="auto">
          <a:xfrm flipH="1">
            <a:off x="11801991" y="3355185"/>
            <a:ext cx="672480" cy="67248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2" name="Freeform 5"/>
          <p:cNvSpPr>
            <a:spLocks/>
          </p:cNvSpPr>
          <p:nvPr userDrawn="1"/>
        </p:nvSpPr>
        <p:spPr bwMode="auto">
          <a:xfrm flipH="1">
            <a:off x="12086289" y="2172540"/>
            <a:ext cx="385460" cy="38546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grpSp>
        <p:nvGrpSpPr>
          <p:cNvPr id="14" name="Group 13"/>
          <p:cNvGrpSpPr/>
          <p:nvPr userDrawn="1"/>
        </p:nvGrpSpPr>
        <p:grpSpPr>
          <a:xfrm flipH="1">
            <a:off x="1036725" y="1090208"/>
            <a:ext cx="93144" cy="590448"/>
            <a:chOff x="7711341" y="589735"/>
            <a:chExt cx="93144" cy="590448"/>
          </a:xfrm>
        </p:grpSpPr>
        <p:sp>
          <p:nvSpPr>
            <p:cNvPr id="15" name="Freeform 5"/>
            <p:cNvSpPr>
              <a:spLocks/>
            </p:cNvSpPr>
            <p:nvPr/>
          </p:nvSpPr>
          <p:spPr bwMode="auto">
            <a:xfrm>
              <a:off x="7711341" y="589735"/>
              <a:ext cx="93144" cy="93144"/>
            </a:xfrm>
            <a:custGeom>
              <a:avLst/>
              <a:gdLst>
                <a:gd name="T0" fmla="*/ 731 w 1169"/>
                <a:gd name="T1" fmla="*/ 0 h 1169"/>
                <a:gd name="T2" fmla="*/ 0 w 1169"/>
                <a:gd name="T3" fmla="*/ 0 h 1169"/>
                <a:gd name="T4" fmla="*/ 0 w 1169"/>
                <a:gd name="T5" fmla="*/ 731 h 1169"/>
                <a:gd name="T6" fmla="*/ 439 w 1169"/>
                <a:gd name="T7" fmla="*/ 1169 h 1169"/>
                <a:gd name="T8" fmla="*/ 1169 w 1169"/>
                <a:gd name="T9" fmla="*/ 1169 h 1169"/>
                <a:gd name="T10" fmla="*/ 1169 w 1169"/>
                <a:gd name="T11" fmla="*/ 439 h 1169"/>
                <a:gd name="T12" fmla="*/ 731 w 1169"/>
                <a:gd name="T13" fmla="*/ 0 h 1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69" h="1169">
                  <a:moveTo>
                    <a:pt x="73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731"/>
                    <a:pt x="0" y="731"/>
                    <a:pt x="0" y="731"/>
                  </a:cubicBezTo>
                  <a:cubicBezTo>
                    <a:pt x="0" y="973"/>
                    <a:pt x="196" y="1169"/>
                    <a:pt x="439" y="1169"/>
                  </a:cubicBezTo>
                  <a:cubicBezTo>
                    <a:pt x="1169" y="1169"/>
                    <a:pt x="1169" y="1169"/>
                    <a:pt x="1169" y="1169"/>
                  </a:cubicBezTo>
                  <a:cubicBezTo>
                    <a:pt x="1169" y="439"/>
                    <a:pt x="1169" y="439"/>
                    <a:pt x="1169" y="439"/>
                  </a:cubicBezTo>
                  <a:cubicBezTo>
                    <a:pt x="1169" y="196"/>
                    <a:pt x="973" y="0"/>
                    <a:pt x="731" y="0"/>
                  </a:cubicBez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16" name="Freeform 5"/>
            <p:cNvSpPr>
              <a:spLocks/>
            </p:cNvSpPr>
            <p:nvPr/>
          </p:nvSpPr>
          <p:spPr bwMode="auto">
            <a:xfrm>
              <a:off x="7711341" y="714061"/>
              <a:ext cx="93144" cy="93144"/>
            </a:xfrm>
            <a:custGeom>
              <a:avLst/>
              <a:gdLst>
                <a:gd name="T0" fmla="*/ 731 w 1169"/>
                <a:gd name="T1" fmla="*/ 0 h 1169"/>
                <a:gd name="T2" fmla="*/ 0 w 1169"/>
                <a:gd name="T3" fmla="*/ 0 h 1169"/>
                <a:gd name="T4" fmla="*/ 0 w 1169"/>
                <a:gd name="T5" fmla="*/ 731 h 1169"/>
                <a:gd name="T6" fmla="*/ 439 w 1169"/>
                <a:gd name="T7" fmla="*/ 1169 h 1169"/>
                <a:gd name="T8" fmla="*/ 1169 w 1169"/>
                <a:gd name="T9" fmla="*/ 1169 h 1169"/>
                <a:gd name="T10" fmla="*/ 1169 w 1169"/>
                <a:gd name="T11" fmla="*/ 439 h 1169"/>
                <a:gd name="T12" fmla="*/ 731 w 1169"/>
                <a:gd name="T13" fmla="*/ 0 h 1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69" h="1169">
                  <a:moveTo>
                    <a:pt x="73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731"/>
                    <a:pt x="0" y="731"/>
                    <a:pt x="0" y="731"/>
                  </a:cubicBezTo>
                  <a:cubicBezTo>
                    <a:pt x="0" y="973"/>
                    <a:pt x="196" y="1169"/>
                    <a:pt x="439" y="1169"/>
                  </a:cubicBezTo>
                  <a:cubicBezTo>
                    <a:pt x="1169" y="1169"/>
                    <a:pt x="1169" y="1169"/>
                    <a:pt x="1169" y="1169"/>
                  </a:cubicBezTo>
                  <a:cubicBezTo>
                    <a:pt x="1169" y="439"/>
                    <a:pt x="1169" y="439"/>
                    <a:pt x="1169" y="439"/>
                  </a:cubicBezTo>
                  <a:cubicBezTo>
                    <a:pt x="1169" y="196"/>
                    <a:pt x="973" y="0"/>
                    <a:pt x="731" y="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17" name="Freeform 5"/>
            <p:cNvSpPr>
              <a:spLocks/>
            </p:cNvSpPr>
            <p:nvPr/>
          </p:nvSpPr>
          <p:spPr bwMode="auto">
            <a:xfrm>
              <a:off x="7711341" y="838387"/>
              <a:ext cx="93144" cy="93144"/>
            </a:xfrm>
            <a:custGeom>
              <a:avLst/>
              <a:gdLst>
                <a:gd name="T0" fmla="*/ 731 w 1169"/>
                <a:gd name="T1" fmla="*/ 0 h 1169"/>
                <a:gd name="T2" fmla="*/ 0 w 1169"/>
                <a:gd name="T3" fmla="*/ 0 h 1169"/>
                <a:gd name="T4" fmla="*/ 0 w 1169"/>
                <a:gd name="T5" fmla="*/ 731 h 1169"/>
                <a:gd name="T6" fmla="*/ 439 w 1169"/>
                <a:gd name="T7" fmla="*/ 1169 h 1169"/>
                <a:gd name="T8" fmla="*/ 1169 w 1169"/>
                <a:gd name="T9" fmla="*/ 1169 h 1169"/>
                <a:gd name="T10" fmla="*/ 1169 w 1169"/>
                <a:gd name="T11" fmla="*/ 439 h 1169"/>
                <a:gd name="T12" fmla="*/ 731 w 1169"/>
                <a:gd name="T13" fmla="*/ 0 h 1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69" h="1169">
                  <a:moveTo>
                    <a:pt x="73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731"/>
                    <a:pt x="0" y="731"/>
                    <a:pt x="0" y="731"/>
                  </a:cubicBezTo>
                  <a:cubicBezTo>
                    <a:pt x="0" y="973"/>
                    <a:pt x="196" y="1169"/>
                    <a:pt x="439" y="1169"/>
                  </a:cubicBezTo>
                  <a:cubicBezTo>
                    <a:pt x="1169" y="1169"/>
                    <a:pt x="1169" y="1169"/>
                    <a:pt x="1169" y="1169"/>
                  </a:cubicBezTo>
                  <a:cubicBezTo>
                    <a:pt x="1169" y="439"/>
                    <a:pt x="1169" y="439"/>
                    <a:pt x="1169" y="439"/>
                  </a:cubicBezTo>
                  <a:cubicBezTo>
                    <a:pt x="1169" y="196"/>
                    <a:pt x="973" y="0"/>
                    <a:pt x="731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18" name="Freeform 5"/>
            <p:cNvSpPr>
              <a:spLocks/>
            </p:cNvSpPr>
            <p:nvPr/>
          </p:nvSpPr>
          <p:spPr bwMode="auto">
            <a:xfrm>
              <a:off x="7711341" y="962713"/>
              <a:ext cx="93144" cy="93144"/>
            </a:xfrm>
            <a:custGeom>
              <a:avLst/>
              <a:gdLst>
                <a:gd name="T0" fmla="*/ 731 w 1169"/>
                <a:gd name="T1" fmla="*/ 0 h 1169"/>
                <a:gd name="T2" fmla="*/ 0 w 1169"/>
                <a:gd name="T3" fmla="*/ 0 h 1169"/>
                <a:gd name="T4" fmla="*/ 0 w 1169"/>
                <a:gd name="T5" fmla="*/ 731 h 1169"/>
                <a:gd name="T6" fmla="*/ 439 w 1169"/>
                <a:gd name="T7" fmla="*/ 1169 h 1169"/>
                <a:gd name="T8" fmla="*/ 1169 w 1169"/>
                <a:gd name="T9" fmla="*/ 1169 h 1169"/>
                <a:gd name="T10" fmla="*/ 1169 w 1169"/>
                <a:gd name="T11" fmla="*/ 439 h 1169"/>
                <a:gd name="T12" fmla="*/ 731 w 1169"/>
                <a:gd name="T13" fmla="*/ 0 h 1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69" h="1169">
                  <a:moveTo>
                    <a:pt x="73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731"/>
                    <a:pt x="0" y="731"/>
                    <a:pt x="0" y="731"/>
                  </a:cubicBezTo>
                  <a:cubicBezTo>
                    <a:pt x="0" y="973"/>
                    <a:pt x="196" y="1169"/>
                    <a:pt x="439" y="1169"/>
                  </a:cubicBezTo>
                  <a:cubicBezTo>
                    <a:pt x="1169" y="1169"/>
                    <a:pt x="1169" y="1169"/>
                    <a:pt x="1169" y="1169"/>
                  </a:cubicBezTo>
                  <a:cubicBezTo>
                    <a:pt x="1169" y="439"/>
                    <a:pt x="1169" y="439"/>
                    <a:pt x="1169" y="439"/>
                  </a:cubicBezTo>
                  <a:cubicBezTo>
                    <a:pt x="1169" y="196"/>
                    <a:pt x="973" y="0"/>
                    <a:pt x="731" y="0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19" name="Freeform 5"/>
            <p:cNvSpPr>
              <a:spLocks/>
            </p:cNvSpPr>
            <p:nvPr/>
          </p:nvSpPr>
          <p:spPr bwMode="auto">
            <a:xfrm>
              <a:off x="7711341" y="1087039"/>
              <a:ext cx="93144" cy="93144"/>
            </a:xfrm>
            <a:custGeom>
              <a:avLst/>
              <a:gdLst>
                <a:gd name="T0" fmla="*/ 731 w 1169"/>
                <a:gd name="T1" fmla="*/ 0 h 1169"/>
                <a:gd name="T2" fmla="*/ 0 w 1169"/>
                <a:gd name="T3" fmla="*/ 0 h 1169"/>
                <a:gd name="T4" fmla="*/ 0 w 1169"/>
                <a:gd name="T5" fmla="*/ 731 h 1169"/>
                <a:gd name="T6" fmla="*/ 439 w 1169"/>
                <a:gd name="T7" fmla="*/ 1169 h 1169"/>
                <a:gd name="T8" fmla="*/ 1169 w 1169"/>
                <a:gd name="T9" fmla="*/ 1169 h 1169"/>
                <a:gd name="T10" fmla="*/ 1169 w 1169"/>
                <a:gd name="T11" fmla="*/ 439 h 1169"/>
                <a:gd name="T12" fmla="*/ 731 w 1169"/>
                <a:gd name="T13" fmla="*/ 0 h 1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69" h="1169">
                  <a:moveTo>
                    <a:pt x="73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731"/>
                    <a:pt x="0" y="731"/>
                    <a:pt x="0" y="731"/>
                  </a:cubicBezTo>
                  <a:cubicBezTo>
                    <a:pt x="0" y="973"/>
                    <a:pt x="196" y="1169"/>
                    <a:pt x="439" y="1169"/>
                  </a:cubicBezTo>
                  <a:cubicBezTo>
                    <a:pt x="1169" y="1169"/>
                    <a:pt x="1169" y="1169"/>
                    <a:pt x="1169" y="1169"/>
                  </a:cubicBezTo>
                  <a:cubicBezTo>
                    <a:pt x="1169" y="439"/>
                    <a:pt x="1169" y="439"/>
                    <a:pt x="1169" y="439"/>
                  </a:cubicBezTo>
                  <a:cubicBezTo>
                    <a:pt x="1169" y="196"/>
                    <a:pt x="973" y="0"/>
                    <a:pt x="731" y="0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  <p:sp>
        <p:nvSpPr>
          <p:cNvPr id="20" name="Freeform 5"/>
          <p:cNvSpPr>
            <a:spLocks/>
          </p:cNvSpPr>
          <p:nvPr userDrawn="1"/>
        </p:nvSpPr>
        <p:spPr bwMode="auto">
          <a:xfrm flipH="1">
            <a:off x="11486507" y="174661"/>
            <a:ext cx="530831" cy="530831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1" name="TextBox 20"/>
          <p:cNvSpPr txBox="1"/>
          <p:nvPr userDrawn="1"/>
        </p:nvSpPr>
        <p:spPr>
          <a:xfrm>
            <a:off x="11526134" y="245136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60E2A6B-A809-4840-BF14-8648BC0BDF87}" type="slidenum">
              <a:rPr lang="id-ID" sz="1800" b="1" smtClean="0">
                <a:solidFill>
                  <a:schemeClr val="bg1"/>
                </a:solidFill>
              </a:rPr>
              <a:pPr algn="ctr"/>
              <a:t>‹#›</a:t>
            </a:fld>
            <a:endParaRPr lang="id-ID" sz="1800" dirty="0">
              <a:solidFill>
                <a:schemeClr val="bg1"/>
              </a:solidFill>
            </a:endParaRPr>
          </a:p>
        </p:txBody>
      </p:sp>
      <p:sp>
        <p:nvSpPr>
          <p:cNvPr id="34" name="TextBox 33"/>
          <p:cNvSpPr txBox="1"/>
          <p:nvPr userDrawn="1"/>
        </p:nvSpPr>
        <p:spPr>
          <a:xfrm>
            <a:off x="956885" y="6409324"/>
            <a:ext cx="174599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050" b="1" dirty="0" smtClean="0">
                <a:solidFill>
                  <a:schemeClr val="accent1">
                    <a:lumMod val="75000"/>
                  </a:schemeClr>
                </a:solidFill>
                <a:latin typeface="Raleway" panose="020B0003030101060003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Kupat</a:t>
            </a:r>
            <a:r>
              <a:rPr lang="id-ID" sz="1050" b="1" baseline="0" dirty="0" smtClean="0">
                <a:solidFill>
                  <a:schemeClr val="accent1">
                    <a:lumMod val="75000"/>
                  </a:schemeClr>
                </a:solidFill>
                <a:latin typeface="Raleway" panose="020B0003030101060003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Tahu </a:t>
            </a:r>
            <a:r>
              <a:rPr lang="id-ID" sz="1050" dirty="0" smtClean="0">
                <a:solidFill>
                  <a:schemeClr val="bg1">
                    <a:lumMod val="65000"/>
                  </a:schemeClr>
                </a:solidFill>
                <a:latin typeface="Raleway" panose="020B0003030101060003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Presentation</a:t>
            </a:r>
            <a:endParaRPr lang="en-US" sz="1050" dirty="0">
              <a:solidFill>
                <a:schemeClr val="bg1">
                  <a:lumMod val="65000"/>
                </a:schemeClr>
              </a:solidFill>
              <a:latin typeface="Raleway" panose="020B0003030101060003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35" name="Group 34"/>
          <p:cNvGrpSpPr/>
          <p:nvPr userDrawn="1"/>
        </p:nvGrpSpPr>
        <p:grpSpPr>
          <a:xfrm>
            <a:off x="347419" y="6409324"/>
            <a:ext cx="224082" cy="221156"/>
            <a:chOff x="4328868" y="5502988"/>
            <a:chExt cx="500307" cy="493774"/>
          </a:xfrm>
        </p:grpSpPr>
        <p:sp>
          <p:nvSpPr>
            <p:cNvPr id="39" name="Freeform 38">
              <a:hlinkClick r:id="" action="ppaction://hlinkshowjump?jump=previousslide"/>
            </p:cNvPr>
            <p:cNvSpPr>
              <a:spLocks/>
            </p:cNvSpPr>
            <p:nvPr userDrawn="1"/>
          </p:nvSpPr>
          <p:spPr bwMode="auto">
            <a:xfrm>
              <a:off x="4520555" y="5649754"/>
              <a:ext cx="116933" cy="200242"/>
            </a:xfrm>
            <a:custGeom>
              <a:avLst/>
              <a:gdLst>
                <a:gd name="T0" fmla="*/ 417 w 425"/>
                <a:gd name="T1" fmla="*/ 77 h 728"/>
                <a:gd name="T2" fmla="*/ 131 w 425"/>
                <a:gd name="T3" fmla="*/ 364 h 728"/>
                <a:gd name="T4" fmla="*/ 417 w 425"/>
                <a:gd name="T5" fmla="*/ 650 h 728"/>
                <a:gd name="T6" fmla="*/ 425 w 425"/>
                <a:gd name="T7" fmla="*/ 667 h 728"/>
                <a:gd name="T8" fmla="*/ 417 w 425"/>
                <a:gd name="T9" fmla="*/ 684 h 728"/>
                <a:gd name="T10" fmla="*/ 381 w 425"/>
                <a:gd name="T11" fmla="*/ 720 h 728"/>
                <a:gd name="T12" fmla="*/ 364 w 425"/>
                <a:gd name="T13" fmla="*/ 728 h 728"/>
                <a:gd name="T14" fmla="*/ 347 w 425"/>
                <a:gd name="T15" fmla="*/ 720 h 728"/>
                <a:gd name="T16" fmla="*/ 8 w 425"/>
                <a:gd name="T17" fmla="*/ 381 h 728"/>
                <a:gd name="T18" fmla="*/ 0 w 425"/>
                <a:gd name="T19" fmla="*/ 364 h 728"/>
                <a:gd name="T20" fmla="*/ 8 w 425"/>
                <a:gd name="T21" fmla="*/ 347 h 728"/>
                <a:gd name="T22" fmla="*/ 347 w 425"/>
                <a:gd name="T23" fmla="*/ 7 h 728"/>
                <a:gd name="T24" fmla="*/ 364 w 425"/>
                <a:gd name="T25" fmla="*/ 0 h 728"/>
                <a:gd name="T26" fmla="*/ 381 w 425"/>
                <a:gd name="T27" fmla="*/ 7 h 728"/>
                <a:gd name="T28" fmla="*/ 417 w 425"/>
                <a:gd name="T29" fmla="*/ 44 h 728"/>
                <a:gd name="T30" fmla="*/ 425 w 425"/>
                <a:gd name="T31" fmla="*/ 60 h 728"/>
                <a:gd name="T32" fmla="*/ 417 w 425"/>
                <a:gd name="T33" fmla="*/ 77 h 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25" h="728">
                  <a:moveTo>
                    <a:pt x="417" y="77"/>
                  </a:moveTo>
                  <a:cubicBezTo>
                    <a:pt x="131" y="364"/>
                    <a:pt x="131" y="364"/>
                    <a:pt x="131" y="364"/>
                  </a:cubicBezTo>
                  <a:cubicBezTo>
                    <a:pt x="417" y="650"/>
                    <a:pt x="417" y="650"/>
                    <a:pt x="417" y="650"/>
                  </a:cubicBezTo>
                  <a:cubicBezTo>
                    <a:pt x="422" y="655"/>
                    <a:pt x="425" y="661"/>
                    <a:pt x="425" y="667"/>
                  </a:cubicBezTo>
                  <a:cubicBezTo>
                    <a:pt x="425" y="673"/>
                    <a:pt x="422" y="680"/>
                    <a:pt x="417" y="684"/>
                  </a:cubicBezTo>
                  <a:cubicBezTo>
                    <a:pt x="381" y="720"/>
                    <a:pt x="381" y="720"/>
                    <a:pt x="381" y="720"/>
                  </a:cubicBezTo>
                  <a:cubicBezTo>
                    <a:pt x="377" y="725"/>
                    <a:pt x="370" y="728"/>
                    <a:pt x="364" y="728"/>
                  </a:cubicBezTo>
                  <a:cubicBezTo>
                    <a:pt x="358" y="728"/>
                    <a:pt x="352" y="725"/>
                    <a:pt x="347" y="720"/>
                  </a:cubicBezTo>
                  <a:cubicBezTo>
                    <a:pt x="8" y="381"/>
                    <a:pt x="8" y="381"/>
                    <a:pt x="8" y="381"/>
                  </a:cubicBezTo>
                  <a:cubicBezTo>
                    <a:pt x="3" y="376"/>
                    <a:pt x="0" y="369"/>
                    <a:pt x="0" y="364"/>
                  </a:cubicBezTo>
                  <a:cubicBezTo>
                    <a:pt x="0" y="358"/>
                    <a:pt x="3" y="351"/>
                    <a:pt x="8" y="347"/>
                  </a:cubicBezTo>
                  <a:cubicBezTo>
                    <a:pt x="347" y="7"/>
                    <a:pt x="347" y="7"/>
                    <a:pt x="347" y="7"/>
                  </a:cubicBezTo>
                  <a:cubicBezTo>
                    <a:pt x="352" y="3"/>
                    <a:pt x="358" y="0"/>
                    <a:pt x="364" y="0"/>
                  </a:cubicBezTo>
                  <a:cubicBezTo>
                    <a:pt x="370" y="0"/>
                    <a:pt x="377" y="3"/>
                    <a:pt x="381" y="7"/>
                  </a:cubicBezTo>
                  <a:cubicBezTo>
                    <a:pt x="417" y="44"/>
                    <a:pt x="417" y="44"/>
                    <a:pt x="417" y="44"/>
                  </a:cubicBezTo>
                  <a:cubicBezTo>
                    <a:pt x="422" y="48"/>
                    <a:pt x="425" y="54"/>
                    <a:pt x="425" y="60"/>
                  </a:cubicBezTo>
                  <a:cubicBezTo>
                    <a:pt x="425" y="66"/>
                    <a:pt x="422" y="73"/>
                    <a:pt x="417" y="77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40" name="Freeform 39">
              <a:hlinkClick r:id="" action="ppaction://hlinkshowjump?jump=previousslide"/>
            </p:cNvPr>
            <p:cNvSpPr>
              <a:spLocks noEditPoints="1"/>
            </p:cNvSpPr>
            <p:nvPr userDrawn="1"/>
          </p:nvSpPr>
          <p:spPr bwMode="auto">
            <a:xfrm>
              <a:off x="4328868" y="5502988"/>
              <a:ext cx="500307" cy="493774"/>
            </a:xfrm>
            <a:custGeom>
              <a:avLst/>
              <a:gdLst>
                <a:gd name="T0" fmla="*/ 2355 w 2753"/>
                <a:gd name="T1" fmla="*/ 114 h 2716"/>
                <a:gd name="T2" fmla="*/ 2639 w 2753"/>
                <a:gd name="T3" fmla="*/ 399 h 2716"/>
                <a:gd name="T4" fmla="*/ 2639 w 2753"/>
                <a:gd name="T5" fmla="*/ 2317 h 2716"/>
                <a:gd name="T6" fmla="*/ 2355 w 2753"/>
                <a:gd name="T7" fmla="*/ 2602 h 2716"/>
                <a:gd name="T8" fmla="*/ 398 w 2753"/>
                <a:gd name="T9" fmla="*/ 2602 h 2716"/>
                <a:gd name="T10" fmla="*/ 113 w 2753"/>
                <a:gd name="T11" fmla="*/ 2317 h 2716"/>
                <a:gd name="T12" fmla="*/ 113 w 2753"/>
                <a:gd name="T13" fmla="*/ 399 h 2716"/>
                <a:gd name="T14" fmla="*/ 398 w 2753"/>
                <a:gd name="T15" fmla="*/ 114 h 2716"/>
                <a:gd name="T16" fmla="*/ 2355 w 2753"/>
                <a:gd name="T17" fmla="*/ 114 h 2716"/>
                <a:gd name="T18" fmla="*/ 2355 w 2753"/>
                <a:gd name="T19" fmla="*/ 0 h 2716"/>
                <a:gd name="T20" fmla="*/ 398 w 2753"/>
                <a:gd name="T21" fmla="*/ 0 h 2716"/>
                <a:gd name="T22" fmla="*/ 0 w 2753"/>
                <a:gd name="T23" fmla="*/ 399 h 2716"/>
                <a:gd name="T24" fmla="*/ 0 w 2753"/>
                <a:gd name="T25" fmla="*/ 2317 h 2716"/>
                <a:gd name="T26" fmla="*/ 398 w 2753"/>
                <a:gd name="T27" fmla="*/ 2716 h 2716"/>
                <a:gd name="T28" fmla="*/ 2355 w 2753"/>
                <a:gd name="T29" fmla="*/ 2716 h 2716"/>
                <a:gd name="T30" fmla="*/ 2753 w 2753"/>
                <a:gd name="T31" fmla="*/ 2317 h 2716"/>
                <a:gd name="T32" fmla="*/ 2753 w 2753"/>
                <a:gd name="T33" fmla="*/ 399 h 2716"/>
                <a:gd name="T34" fmla="*/ 2355 w 2753"/>
                <a:gd name="T35" fmla="*/ 0 h 27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53" h="2716">
                  <a:moveTo>
                    <a:pt x="2355" y="114"/>
                  </a:moveTo>
                  <a:cubicBezTo>
                    <a:pt x="2512" y="114"/>
                    <a:pt x="2639" y="242"/>
                    <a:pt x="2639" y="399"/>
                  </a:cubicBezTo>
                  <a:cubicBezTo>
                    <a:pt x="2639" y="2317"/>
                    <a:pt x="2639" y="2317"/>
                    <a:pt x="2639" y="2317"/>
                  </a:cubicBezTo>
                  <a:cubicBezTo>
                    <a:pt x="2639" y="2474"/>
                    <a:pt x="2512" y="2602"/>
                    <a:pt x="2355" y="2602"/>
                  </a:cubicBezTo>
                  <a:cubicBezTo>
                    <a:pt x="398" y="2602"/>
                    <a:pt x="398" y="2602"/>
                    <a:pt x="398" y="2602"/>
                  </a:cubicBezTo>
                  <a:cubicBezTo>
                    <a:pt x="241" y="2602"/>
                    <a:pt x="113" y="2474"/>
                    <a:pt x="113" y="2317"/>
                  </a:cubicBezTo>
                  <a:cubicBezTo>
                    <a:pt x="113" y="399"/>
                    <a:pt x="113" y="399"/>
                    <a:pt x="113" y="399"/>
                  </a:cubicBezTo>
                  <a:cubicBezTo>
                    <a:pt x="113" y="242"/>
                    <a:pt x="241" y="114"/>
                    <a:pt x="398" y="114"/>
                  </a:cubicBezTo>
                  <a:cubicBezTo>
                    <a:pt x="2355" y="114"/>
                    <a:pt x="2355" y="114"/>
                    <a:pt x="2355" y="114"/>
                  </a:cubicBezTo>
                  <a:moveTo>
                    <a:pt x="2355" y="0"/>
                  </a:moveTo>
                  <a:cubicBezTo>
                    <a:pt x="398" y="0"/>
                    <a:pt x="398" y="0"/>
                    <a:pt x="398" y="0"/>
                  </a:cubicBezTo>
                  <a:cubicBezTo>
                    <a:pt x="178" y="0"/>
                    <a:pt x="0" y="179"/>
                    <a:pt x="0" y="399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0" y="2538"/>
                    <a:pt x="178" y="2716"/>
                    <a:pt x="398" y="2716"/>
                  </a:cubicBezTo>
                  <a:cubicBezTo>
                    <a:pt x="2355" y="2716"/>
                    <a:pt x="2355" y="2716"/>
                    <a:pt x="2355" y="2716"/>
                  </a:cubicBezTo>
                  <a:cubicBezTo>
                    <a:pt x="2575" y="2716"/>
                    <a:pt x="2753" y="2538"/>
                    <a:pt x="2753" y="2317"/>
                  </a:cubicBezTo>
                  <a:cubicBezTo>
                    <a:pt x="2753" y="399"/>
                    <a:pt x="2753" y="399"/>
                    <a:pt x="2753" y="399"/>
                  </a:cubicBezTo>
                  <a:cubicBezTo>
                    <a:pt x="2753" y="179"/>
                    <a:pt x="2575" y="0"/>
                    <a:pt x="2355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  <p:grpSp>
        <p:nvGrpSpPr>
          <p:cNvPr id="41" name="Group 40"/>
          <p:cNvGrpSpPr/>
          <p:nvPr userDrawn="1"/>
        </p:nvGrpSpPr>
        <p:grpSpPr>
          <a:xfrm flipH="1">
            <a:off x="657355" y="6409324"/>
            <a:ext cx="224082" cy="221156"/>
            <a:chOff x="4328868" y="5502988"/>
            <a:chExt cx="500307" cy="493774"/>
          </a:xfrm>
        </p:grpSpPr>
        <p:sp>
          <p:nvSpPr>
            <p:cNvPr id="42" name="Freeform 41">
              <a:hlinkClick r:id="" action="ppaction://hlinkshowjump?jump=nextslide"/>
            </p:cNvPr>
            <p:cNvSpPr>
              <a:spLocks/>
            </p:cNvSpPr>
            <p:nvPr userDrawn="1"/>
          </p:nvSpPr>
          <p:spPr bwMode="auto">
            <a:xfrm>
              <a:off x="4520556" y="5649754"/>
              <a:ext cx="116933" cy="200242"/>
            </a:xfrm>
            <a:custGeom>
              <a:avLst/>
              <a:gdLst>
                <a:gd name="T0" fmla="*/ 417 w 425"/>
                <a:gd name="T1" fmla="*/ 77 h 728"/>
                <a:gd name="T2" fmla="*/ 131 w 425"/>
                <a:gd name="T3" fmla="*/ 364 h 728"/>
                <a:gd name="T4" fmla="*/ 417 w 425"/>
                <a:gd name="T5" fmla="*/ 650 h 728"/>
                <a:gd name="T6" fmla="*/ 425 w 425"/>
                <a:gd name="T7" fmla="*/ 667 h 728"/>
                <a:gd name="T8" fmla="*/ 417 w 425"/>
                <a:gd name="T9" fmla="*/ 684 h 728"/>
                <a:gd name="T10" fmla="*/ 381 w 425"/>
                <a:gd name="T11" fmla="*/ 720 h 728"/>
                <a:gd name="T12" fmla="*/ 364 w 425"/>
                <a:gd name="T13" fmla="*/ 728 h 728"/>
                <a:gd name="T14" fmla="*/ 347 w 425"/>
                <a:gd name="T15" fmla="*/ 720 h 728"/>
                <a:gd name="T16" fmla="*/ 8 w 425"/>
                <a:gd name="T17" fmla="*/ 381 h 728"/>
                <a:gd name="T18" fmla="*/ 0 w 425"/>
                <a:gd name="T19" fmla="*/ 364 h 728"/>
                <a:gd name="T20" fmla="*/ 8 w 425"/>
                <a:gd name="T21" fmla="*/ 347 h 728"/>
                <a:gd name="T22" fmla="*/ 347 w 425"/>
                <a:gd name="T23" fmla="*/ 7 h 728"/>
                <a:gd name="T24" fmla="*/ 364 w 425"/>
                <a:gd name="T25" fmla="*/ 0 h 728"/>
                <a:gd name="T26" fmla="*/ 381 w 425"/>
                <a:gd name="T27" fmla="*/ 7 h 728"/>
                <a:gd name="T28" fmla="*/ 417 w 425"/>
                <a:gd name="T29" fmla="*/ 44 h 728"/>
                <a:gd name="T30" fmla="*/ 425 w 425"/>
                <a:gd name="T31" fmla="*/ 60 h 728"/>
                <a:gd name="T32" fmla="*/ 417 w 425"/>
                <a:gd name="T33" fmla="*/ 77 h 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25" h="728">
                  <a:moveTo>
                    <a:pt x="417" y="77"/>
                  </a:moveTo>
                  <a:cubicBezTo>
                    <a:pt x="131" y="364"/>
                    <a:pt x="131" y="364"/>
                    <a:pt x="131" y="364"/>
                  </a:cubicBezTo>
                  <a:cubicBezTo>
                    <a:pt x="417" y="650"/>
                    <a:pt x="417" y="650"/>
                    <a:pt x="417" y="650"/>
                  </a:cubicBezTo>
                  <a:cubicBezTo>
                    <a:pt x="422" y="655"/>
                    <a:pt x="425" y="661"/>
                    <a:pt x="425" y="667"/>
                  </a:cubicBezTo>
                  <a:cubicBezTo>
                    <a:pt x="425" y="673"/>
                    <a:pt x="422" y="680"/>
                    <a:pt x="417" y="684"/>
                  </a:cubicBezTo>
                  <a:cubicBezTo>
                    <a:pt x="381" y="720"/>
                    <a:pt x="381" y="720"/>
                    <a:pt x="381" y="720"/>
                  </a:cubicBezTo>
                  <a:cubicBezTo>
                    <a:pt x="377" y="725"/>
                    <a:pt x="370" y="728"/>
                    <a:pt x="364" y="728"/>
                  </a:cubicBezTo>
                  <a:cubicBezTo>
                    <a:pt x="358" y="728"/>
                    <a:pt x="352" y="725"/>
                    <a:pt x="347" y="720"/>
                  </a:cubicBezTo>
                  <a:cubicBezTo>
                    <a:pt x="8" y="381"/>
                    <a:pt x="8" y="381"/>
                    <a:pt x="8" y="381"/>
                  </a:cubicBezTo>
                  <a:cubicBezTo>
                    <a:pt x="3" y="376"/>
                    <a:pt x="0" y="369"/>
                    <a:pt x="0" y="364"/>
                  </a:cubicBezTo>
                  <a:cubicBezTo>
                    <a:pt x="0" y="358"/>
                    <a:pt x="3" y="351"/>
                    <a:pt x="8" y="347"/>
                  </a:cubicBezTo>
                  <a:cubicBezTo>
                    <a:pt x="347" y="7"/>
                    <a:pt x="347" y="7"/>
                    <a:pt x="347" y="7"/>
                  </a:cubicBezTo>
                  <a:cubicBezTo>
                    <a:pt x="352" y="3"/>
                    <a:pt x="358" y="0"/>
                    <a:pt x="364" y="0"/>
                  </a:cubicBezTo>
                  <a:cubicBezTo>
                    <a:pt x="370" y="0"/>
                    <a:pt x="377" y="3"/>
                    <a:pt x="381" y="7"/>
                  </a:cubicBezTo>
                  <a:cubicBezTo>
                    <a:pt x="417" y="44"/>
                    <a:pt x="417" y="44"/>
                    <a:pt x="417" y="44"/>
                  </a:cubicBezTo>
                  <a:cubicBezTo>
                    <a:pt x="422" y="48"/>
                    <a:pt x="425" y="54"/>
                    <a:pt x="425" y="60"/>
                  </a:cubicBezTo>
                  <a:cubicBezTo>
                    <a:pt x="425" y="66"/>
                    <a:pt x="422" y="73"/>
                    <a:pt x="417" y="77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43" name="Freeform 42">
              <a:hlinkClick r:id="" action="ppaction://hlinkshowjump?jump=nextslide"/>
            </p:cNvPr>
            <p:cNvSpPr>
              <a:spLocks noEditPoints="1"/>
            </p:cNvSpPr>
            <p:nvPr userDrawn="1"/>
          </p:nvSpPr>
          <p:spPr bwMode="auto">
            <a:xfrm>
              <a:off x="4328868" y="5502988"/>
              <a:ext cx="500307" cy="493774"/>
            </a:xfrm>
            <a:custGeom>
              <a:avLst/>
              <a:gdLst>
                <a:gd name="T0" fmla="*/ 2355 w 2753"/>
                <a:gd name="T1" fmla="*/ 114 h 2716"/>
                <a:gd name="T2" fmla="*/ 2639 w 2753"/>
                <a:gd name="T3" fmla="*/ 399 h 2716"/>
                <a:gd name="T4" fmla="*/ 2639 w 2753"/>
                <a:gd name="T5" fmla="*/ 2317 h 2716"/>
                <a:gd name="T6" fmla="*/ 2355 w 2753"/>
                <a:gd name="T7" fmla="*/ 2602 h 2716"/>
                <a:gd name="T8" fmla="*/ 398 w 2753"/>
                <a:gd name="T9" fmla="*/ 2602 h 2716"/>
                <a:gd name="T10" fmla="*/ 113 w 2753"/>
                <a:gd name="T11" fmla="*/ 2317 h 2716"/>
                <a:gd name="T12" fmla="*/ 113 w 2753"/>
                <a:gd name="T13" fmla="*/ 399 h 2716"/>
                <a:gd name="T14" fmla="*/ 398 w 2753"/>
                <a:gd name="T15" fmla="*/ 114 h 2716"/>
                <a:gd name="T16" fmla="*/ 2355 w 2753"/>
                <a:gd name="T17" fmla="*/ 114 h 2716"/>
                <a:gd name="T18" fmla="*/ 2355 w 2753"/>
                <a:gd name="T19" fmla="*/ 0 h 2716"/>
                <a:gd name="T20" fmla="*/ 398 w 2753"/>
                <a:gd name="T21" fmla="*/ 0 h 2716"/>
                <a:gd name="T22" fmla="*/ 0 w 2753"/>
                <a:gd name="T23" fmla="*/ 399 h 2716"/>
                <a:gd name="T24" fmla="*/ 0 w 2753"/>
                <a:gd name="T25" fmla="*/ 2317 h 2716"/>
                <a:gd name="T26" fmla="*/ 398 w 2753"/>
                <a:gd name="T27" fmla="*/ 2716 h 2716"/>
                <a:gd name="T28" fmla="*/ 2355 w 2753"/>
                <a:gd name="T29" fmla="*/ 2716 h 2716"/>
                <a:gd name="T30" fmla="*/ 2753 w 2753"/>
                <a:gd name="T31" fmla="*/ 2317 h 2716"/>
                <a:gd name="T32" fmla="*/ 2753 w 2753"/>
                <a:gd name="T33" fmla="*/ 399 h 2716"/>
                <a:gd name="T34" fmla="*/ 2355 w 2753"/>
                <a:gd name="T35" fmla="*/ 0 h 27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53" h="2716">
                  <a:moveTo>
                    <a:pt x="2355" y="114"/>
                  </a:moveTo>
                  <a:cubicBezTo>
                    <a:pt x="2512" y="114"/>
                    <a:pt x="2639" y="242"/>
                    <a:pt x="2639" y="399"/>
                  </a:cubicBezTo>
                  <a:cubicBezTo>
                    <a:pt x="2639" y="2317"/>
                    <a:pt x="2639" y="2317"/>
                    <a:pt x="2639" y="2317"/>
                  </a:cubicBezTo>
                  <a:cubicBezTo>
                    <a:pt x="2639" y="2474"/>
                    <a:pt x="2512" y="2602"/>
                    <a:pt x="2355" y="2602"/>
                  </a:cubicBezTo>
                  <a:cubicBezTo>
                    <a:pt x="398" y="2602"/>
                    <a:pt x="398" y="2602"/>
                    <a:pt x="398" y="2602"/>
                  </a:cubicBezTo>
                  <a:cubicBezTo>
                    <a:pt x="241" y="2602"/>
                    <a:pt x="113" y="2474"/>
                    <a:pt x="113" y="2317"/>
                  </a:cubicBezTo>
                  <a:cubicBezTo>
                    <a:pt x="113" y="399"/>
                    <a:pt x="113" y="399"/>
                    <a:pt x="113" y="399"/>
                  </a:cubicBezTo>
                  <a:cubicBezTo>
                    <a:pt x="113" y="242"/>
                    <a:pt x="241" y="114"/>
                    <a:pt x="398" y="114"/>
                  </a:cubicBezTo>
                  <a:cubicBezTo>
                    <a:pt x="2355" y="114"/>
                    <a:pt x="2355" y="114"/>
                    <a:pt x="2355" y="114"/>
                  </a:cubicBezTo>
                  <a:moveTo>
                    <a:pt x="2355" y="0"/>
                  </a:moveTo>
                  <a:cubicBezTo>
                    <a:pt x="398" y="0"/>
                    <a:pt x="398" y="0"/>
                    <a:pt x="398" y="0"/>
                  </a:cubicBezTo>
                  <a:cubicBezTo>
                    <a:pt x="178" y="0"/>
                    <a:pt x="0" y="179"/>
                    <a:pt x="0" y="399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0" y="2538"/>
                    <a:pt x="178" y="2716"/>
                    <a:pt x="398" y="2716"/>
                  </a:cubicBezTo>
                  <a:cubicBezTo>
                    <a:pt x="2355" y="2716"/>
                    <a:pt x="2355" y="2716"/>
                    <a:pt x="2355" y="2716"/>
                  </a:cubicBezTo>
                  <a:cubicBezTo>
                    <a:pt x="2575" y="2716"/>
                    <a:pt x="2753" y="2538"/>
                    <a:pt x="2753" y="2317"/>
                  </a:cubicBezTo>
                  <a:cubicBezTo>
                    <a:pt x="2753" y="399"/>
                    <a:pt x="2753" y="399"/>
                    <a:pt x="2753" y="399"/>
                  </a:cubicBezTo>
                  <a:cubicBezTo>
                    <a:pt x="2753" y="179"/>
                    <a:pt x="2575" y="0"/>
                    <a:pt x="2355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450174" y="2284944"/>
            <a:ext cx="1697846" cy="1697847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id-ID" dirty="0"/>
          </a:p>
        </p:txBody>
      </p:sp>
      <p:sp>
        <p:nvSpPr>
          <p:cNvPr id="46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3971864" y="2284944"/>
            <a:ext cx="1697846" cy="1697847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id-ID" dirty="0"/>
          </a:p>
        </p:txBody>
      </p:sp>
      <p:sp>
        <p:nvSpPr>
          <p:cNvPr id="48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6508785" y="2284944"/>
            <a:ext cx="1697846" cy="1697847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id-ID" dirty="0"/>
          </a:p>
        </p:txBody>
      </p:sp>
      <p:sp>
        <p:nvSpPr>
          <p:cNvPr id="50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9030475" y="2284944"/>
            <a:ext cx="1697846" cy="1697847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072094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20" grpId="0" animBg="1"/>
      <p:bldP spid="21" grpId="0"/>
      <p:bldP spid="34" grpId="0"/>
    </p:bldLst>
  </p:timing>
  <p:extLst mod="1"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5"/>
          <p:cNvSpPr>
            <a:spLocks/>
          </p:cNvSpPr>
          <p:nvPr userDrawn="1"/>
        </p:nvSpPr>
        <p:spPr bwMode="auto">
          <a:xfrm flipH="1">
            <a:off x="9930136" y="-637092"/>
            <a:ext cx="2711791" cy="2711789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3" name="Freeform 5"/>
          <p:cNvSpPr>
            <a:spLocks/>
          </p:cNvSpPr>
          <p:nvPr userDrawn="1"/>
        </p:nvSpPr>
        <p:spPr bwMode="auto">
          <a:xfrm flipH="1">
            <a:off x="8535301" y="921256"/>
            <a:ext cx="982576" cy="982576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4" name="Freeform 5"/>
          <p:cNvSpPr>
            <a:spLocks/>
          </p:cNvSpPr>
          <p:nvPr userDrawn="1"/>
        </p:nvSpPr>
        <p:spPr bwMode="auto">
          <a:xfrm flipH="1">
            <a:off x="8690348" y="-296897"/>
            <a:ext cx="672480" cy="67248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5" name="Freeform 5"/>
          <p:cNvSpPr>
            <a:spLocks/>
          </p:cNvSpPr>
          <p:nvPr userDrawn="1"/>
        </p:nvSpPr>
        <p:spPr bwMode="auto">
          <a:xfrm flipH="1">
            <a:off x="6892774" y="1381250"/>
            <a:ext cx="1081310" cy="108131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6" name="Freeform 5"/>
          <p:cNvSpPr>
            <a:spLocks/>
          </p:cNvSpPr>
          <p:nvPr userDrawn="1"/>
        </p:nvSpPr>
        <p:spPr bwMode="auto">
          <a:xfrm flipH="1">
            <a:off x="7644119" y="215697"/>
            <a:ext cx="521440" cy="52144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7" name="Freeform 5"/>
          <p:cNvSpPr>
            <a:spLocks/>
          </p:cNvSpPr>
          <p:nvPr userDrawn="1"/>
        </p:nvSpPr>
        <p:spPr bwMode="auto">
          <a:xfrm flipH="1">
            <a:off x="9305255" y="2655843"/>
            <a:ext cx="1337469" cy="1337469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8" name="Freeform 5"/>
          <p:cNvSpPr>
            <a:spLocks/>
          </p:cNvSpPr>
          <p:nvPr userDrawn="1"/>
        </p:nvSpPr>
        <p:spPr bwMode="auto">
          <a:xfrm flipH="1">
            <a:off x="11073361" y="2461388"/>
            <a:ext cx="672480" cy="67248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9" name="Freeform 5"/>
          <p:cNvSpPr>
            <a:spLocks/>
          </p:cNvSpPr>
          <p:nvPr userDrawn="1"/>
        </p:nvSpPr>
        <p:spPr bwMode="auto">
          <a:xfrm flipH="1">
            <a:off x="10870156" y="3855256"/>
            <a:ext cx="521440" cy="52144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0" name="Freeform 5"/>
          <p:cNvSpPr>
            <a:spLocks/>
          </p:cNvSpPr>
          <p:nvPr userDrawn="1"/>
        </p:nvSpPr>
        <p:spPr bwMode="auto">
          <a:xfrm flipH="1">
            <a:off x="8352858" y="2453988"/>
            <a:ext cx="521761" cy="521761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1" name="Freeform 5"/>
          <p:cNvSpPr>
            <a:spLocks/>
          </p:cNvSpPr>
          <p:nvPr userDrawn="1"/>
        </p:nvSpPr>
        <p:spPr bwMode="auto">
          <a:xfrm flipH="1">
            <a:off x="11801991" y="3355185"/>
            <a:ext cx="672480" cy="67248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2" name="Freeform 5"/>
          <p:cNvSpPr>
            <a:spLocks/>
          </p:cNvSpPr>
          <p:nvPr userDrawn="1"/>
        </p:nvSpPr>
        <p:spPr bwMode="auto">
          <a:xfrm flipH="1">
            <a:off x="12086289" y="2172540"/>
            <a:ext cx="385460" cy="38546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grpSp>
        <p:nvGrpSpPr>
          <p:cNvPr id="14" name="Group 13"/>
          <p:cNvGrpSpPr/>
          <p:nvPr userDrawn="1"/>
        </p:nvGrpSpPr>
        <p:grpSpPr>
          <a:xfrm flipH="1">
            <a:off x="1036725" y="1090208"/>
            <a:ext cx="93144" cy="590448"/>
            <a:chOff x="7711341" y="589735"/>
            <a:chExt cx="93144" cy="590448"/>
          </a:xfrm>
        </p:grpSpPr>
        <p:sp>
          <p:nvSpPr>
            <p:cNvPr id="15" name="Freeform 5"/>
            <p:cNvSpPr>
              <a:spLocks/>
            </p:cNvSpPr>
            <p:nvPr/>
          </p:nvSpPr>
          <p:spPr bwMode="auto">
            <a:xfrm>
              <a:off x="7711341" y="589735"/>
              <a:ext cx="93144" cy="93144"/>
            </a:xfrm>
            <a:custGeom>
              <a:avLst/>
              <a:gdLst>
                <a:gd name="T0" fmla="*/ 731 w 1169"/>
                <a:gd name="T1" fmla="*/ 0 h 1169"/>
                <a:gd name="T2" fmla="*/ 0 w 1169"/>
                <a:gd name="T3" fmla="*/ 0 h 1169"/>
                <a:gd name="T4" fmla="*/ 0 w 1169"/>
                <a:gd name="T5" fmla="*/ 731 h 1169"/>
                <a:gd name="T6" fmla="*/ 439 w 1169"/>
                <a:gd name="T7" fmla="*/ 1169 h 1169"/>
                <a:gd name="T8" fmla="*/ 1169 w 1169"/>
                <a:gd name="T9" fmla="*/ 1169 h 1169"/>
                <a:gd name="T10" fmla="*/ 1169 w 1169"/>
                <a:gd name="T11" fmla="*/ 439 h 1169"/>
                <a:gd name="T12" fmla="*/ 731 w 1169"/>
                <a:gd name="T13" fmla="*/ 0 h 1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69" h="1169">
                  <a:moveTo>
                    <a:pt x="73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731"/>
                    <a:pt x="0" y="731"/>
                    <a:pt x="0" y="731"/>
                  </a:cubicBezTo>
                  <a:cubicBezTo>
                    <a:pt x="0" y="973"/>
                    <a:pt x="196" y="1169"/>
                    <a:pt x="439" y="1169"/>
                  </a:cubicBezTo>
                  <a:cubicBezTo>
                    <a:pt x="1169" y="1169"/>
                    <a:pt x="1169" y="1169"/>
                    <a:pt x="1169" y="1169"/>
                  </a:cubicBezTo>
                  <a:cubicBezTo>
                    <a:pt x="1169" y="439"/>
                    <a:pt x="1169" y="439"/>
                    <a:pt x="1169" y="439"/>
                  </a:cubicBezTo>
                  <a:cubicBezTo>
                    <a:pt x="1169" y="196"/>
                    <a:pt x="973" y="0"/>
                    <a:pt x="731" y="0"/>
                  </a:cubicBez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16" name="Freeform 5"/>
            <p:cNvSpPr>
              <a:spLocks/>
            </p:cNvSpPr>
            <p:nvPr/>
          </p:nvSpPr>
          <p:spPr bwMode="auto">
            <a:xfrm>
              <a:off x="7711341" y="714061"/>
              <a:ext cx="93144" cy="93144"/>
            </a:xfrm>
            <a:custGeom>
              <a:avLst/>
              <a:gdLst>
                <a:gd name="T0" fmla="*/ 731 w 1169"/>
                <a:gd name="T1" fmla="*/ 0 h 1169"/>
                <a:gd name="T2" fmla="*/ 0 w 1169"/>
                <a:gd name="T3" fmla="*/ 0 h 1169"/>
                <a:gd name="T4" fmla="*/ 0 w 1169"/>
                <a:gd name="T5" fmla="*/ 731 h 1169"/>
                <a:gd name="T6" fmla="*/ 439 w 1169"/>
                <a:gd name="T7" fmla="*/ 1169 h 1169"/>
                <a:gd name="T8" fmla="*/ 1169 w 1169"/>
                <a:gd name="T9" fmla="*/ 1169 h 1169"/>
                <a:gd name="T10" fmla="*/ 1169 w 1169"/>
                <a:gd name="T11" fmla="*/ 439 h 1169"/>
                <a:gd name="T12" fmla="*/ 731 w 1169"/>
                <a:gd name="T13" fmla="*/ 0 h 1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69" h="1169">
                  <a:moveTo>
                    <a:pt x="73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731"/>
                    <a:pt x="0" y="731"/>
                    <a:pt x="0" y="731"/>
                  </a:cubicBezTo>
                  <a:cubicBezTo>
                    <a:pt x="0" y="973"/>
                    <a:pt x="196" y="1169"/>
                    <a:pt x="439" y="1169"/>
                  </a:cubicBezTo>
                  <a:cubicBezTo>
                    <a:pt x="1169" y="1169"/>
                    <a:pt x="1169" y="1169"/>
                    <a:pt x="1169" y="1169"/>
                  </a:cubicBezTo>
                  <a:cubicBezTo>
                    <a:pt x="1169" y="439"/>
                    <a:pt x="1169" y="439"/>
                    <a:pt x="1169" y="439"/>
                  </a:cubicBezTo>
                  <a:cubicBezTo>
                    <a:pt x="1169" y="196"/>
                    <a:pt x="973" y="0"/>
                    <a:pt x="731" y="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17" name="Freeform 5"/>
            <p:cNvSpPr>
              <a:spLocks/>
            </p:cNvSpPr>
            <p:nvPr/>
          </p:nvSpPr>
          <p:spPr bwMode="auto">
            <a:xfrm>
              <a:off x="7711341" y="838387"/>
              <a:ext cx="93144" cy="93144"/>
            </a:xfrm>
            <a:custGeom>
              <a:avLst/>
              <a:gdLst>
                <a:gd name="T0" fmla="*/ 731 w 1169"/>
                <a:gd name="T1" fmla="*/ 0 h 1169"/>
                <a:gd name="T2" fmla="*/ 0 w 1169"/>
                <a:gd name="T3" fmla="*/ 0 h 1169"/>
                <a:gd name="T4" fmla="*/ 0 w 1169"/>
                <a:gd name="T5" fmla="*/ 731 h 1169"/>
                <a:gd name="T6" fmla="*/ 439 w 1169"/>
                <a:gd name="T7" fmla="*/ 1169 h 1169"/>
                <a:gd name="T8" fmla="*/ 1169 w 1169"/>
                <a:gd name="T9" fmla="*/ 1169 h 1169"/>
                <a:gd name="T10" fmla="*/ 1169 w 1169"/>
                <a:gd name="T11" fmla="*/ 439 h 1169"/>
                <a:gd name="T12" fmla="*/ 731 w 1169"/>
                <a:gd name="T13" fmla="*/ 0 h 1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69" h="1169">
                  <a:moveTo>
                    <a:pt x="73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731"/>
                    <a:pt x="0" y="731"/>
                    <a:pt x="0" y="731"/>
                  </a:cubicBezTo>
                  <a:cubicBezTo>
                    <a:pt x="0" y="973"/>
                    <a:pt x="196" y="1169"/>
                    <a:pt x="439" y="1169"/>
                  </a:cubicBezTo>
                  <a:cubicBezTo>
                    <a:pt x="1169" y="1169"/>
                    <a:pt x="1169" y="1169"/>
                    <a:pt x="1169" y="1169"/>
                  </a:cubicBezTo>
                  <a:cubicBezTo>
                    <a:pt x="1169" y="439"/>
                    <a:pt x="1169" y="439"/>
                    <a:pt x="1169" y="439"/>
                  </a:cubicBezTo>
                  <a:cubicBezTo>
                    <a:pt x="1169" y="196"/>
                    <a:pt x="973" y="0"/>
                    <a:pt x="731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18" name="Freeform 5"/>
            <p:cNvSpPr>
              <a:spLocks/>
            </p:cNvSpPr>
            <p:nvPr/>
          </p:nvSpPr>
          <p:spPr bwMode="auto">
            <a:xfrm>
              <a:off x="7711341" y="962713"/>
              <a:ext cx="93144" cy="93144"/>
            </a:xfrm>
            <a:custGeom>
              <a:avLst/>
              <a:gdLst>
                <a:gd name="T0" fmla="*/ 731 w 1169"/>
                <a:gd name="T1" fmla="*/ 0 h 1169"/>
                <a:gd name="T2" fmla="*/ 0 w 1169"/>
                <a:gd name="T3" fmla="*/ 0 h 1169"/>
                <a:gd name="T4" fmla="*/ 0 w 1169"/>
                <a:gd name="T5" fmla="*/ 731 h 1169"/>
                <a:gd name="T6" fmla="*/ 439 w 1169"/>
                <a:gd name="T7" fmla="*/ 1169 h 1169"/>
                <a:gd name="T8" fmla="*/ 1169 w 1169"/>
                <a:gd name="T9" fmla="*/ 1169 h 1169"/>
                <a:gd name="T10" fmla="*/ 1169 w 1169"/>
                <a:gd name="T11" fmla="*/ 439 h 1169"/>
                <a:gd name="T12" fmla="*/ 731 w 1169"/>
                <a:gd name="T13" fmla="*/ 0 h 1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69" h="1169">
                  <a:moveTo>
                    <a:pt x="73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731"/>
                    <a:pt x="0" y="731"/>
                    <a:pt x="0" y="731"/>
                  </a:cubicBezTo>
                  <a:cubicBezTo>
                    <a:pt x="0" y="973"/>
                    <a:pt x="196" y="1169"/>
                    <a:pt x="439" y="1169"/>
                  </a:cubicBezTo>
                  <a:cubicBezTo>
                    <a:pt x="1169" y="1169"/>
                    <a:pt x="1169" y="1169"/>
                    <a:pt x="1169" y="1169"/>
                  </a:cubicBezTo>
                  <a:cubicBezTo>
                    <a:pt x="1169" y="439"/>
                    <a:pt x="1169" y="439"/>
                    <a:pt x="1169" y="439"/>
                  </a:cubicBezTo>
                  <a:cubicBezTo>
                    <a:pt x="1169" y="196"/>
                    <a:pt x="973" y="0"/>
                    <a:pt x="731" y="0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19" name="Freeform 5"/>
            <p:cNvSpPr>
              <a:spLocks/>
            </p:cNvSpPr>
            <p:nvPr/>
          </p:nvSpPr>
          <p:spPr bwMode="auto">
            <a:xfrm>
              <a:off x="7711341" y="1087039"/>
              <a:ext cx="93144" cy="93144"/>
            </a:xfrm>
            <a:custGeom>
              <a:avLst/>
              <a:gdLst>
                <a:gd name="T0" fmla="*/ 731 w 1169"/>
                <a:gd name="T1" fmla="*/ 0 h 1169"/>
                <a:gd name="T2" fmla="*/ 0 w 1169"/>
                <a:gd name="T3" fmla="*/ 0 h 1169"/>
                <a:gd name="T4" fmla="*/ 0 w 1169"/>
                <a:gd name="T5" fmla="*/ 731 h 1169"/>
                <a:gd name="T6" fmla="*/ 439 w 1169"/>
                <a:gd name="T7" fmla="*/ 1169 h 1169"/>
                <a:gd name="T8" fmla="*/ 1169 w 1169"/>
                <a:gd name="T9" fmla="*/ 1169 h 1169"/>
                <a:gd name="T10" fmla="*/ 1169 w 1169"/>
                <a:gd name="T11" fmla="*/ 439 h 1169"/>
                <a:gd name="T12" fmla="*/ 731 w 1169"/>
                <a:gd name="T13" fmla="*/ 0 h 1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69" h="1169">
                  <a:moveTo>
                    <a:pt x="73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731"/>
                    <a:pt x="0" y="731"/>
                    <a:pt x="0" y="731"/>
                  </a:cubicBezTo>
                  <a:cubicBezTo>
                    <a:pt x="0" y="973"/>
                    <a:pt x="196" y="1169"/>
                    <a:pt x="439" y="1169"/>
                  </a:cubicBezTo>
                  <a:cubicBezTo>
                    <a:pt x="1169" y="1169"/>
                    <a:pt x="1169" y="1169"/>
                    <a:pt x="1169" y="1169"/>
                  </a:cubicBezTo>
                  <a:cubicBezTo>
                    <a:pt x="1169" y="439"/>
                    <a:pt x="1169" y="439"/>
                    <a:pt x="1169" y="439"/>
                  </a:cubicBezTo>
                  <a:cubicBezTo>
                    <a:pt x="1169" y="196"/>
                    <a:pt x="973" y="0"/>
                    <a:pt x="731" y="0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  <p:sp>
        <p:nvSpPr>
          <p:cNvPr id="20" name="Freeform 5"/>
          <p:cNvSpPr>
            <a:spLocks/>
          </p:cNvSpPr>
          <p:nvPr userDrawn="1"/>
        </p:nvSpPr>
        <p:spPr bwMode="auto">
          <a:xfrm flipH="1">
            <a:off x="11486507" y="174661"/>
            <a:ext cx="530831" cy="530831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1" name="TextBox 20"/>
          <p:cNvSpPr txBox="1"/>
          <p:nvPr userDrawn="1"/>
        </p:nvSpPr>
        <p:spPr>
          <a:xfrm>
            <a:off x="11526134" y="245136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60E2A6B-A809-4840-BF14-8648BC0BDF87}" type="slidenum">
              <a:rPr lang="id-ID" sz="1800" b="1" smtClean="0">
                <a:solidFill>
                  <a:schemeClr val="bg1"/>
                </a:solidFill>
              </a:rPr>
              <a:pPr algn="ctr"/>
              <a:t>‹#›</a:t>
            </a:fld>
            <a:endParaRPr lang="id-ID" sz="1800" dirty="0">
              <a:solidFill>
                <a:schemeClr val="bg1"/>
              </a:solidFill>
            </a:endParaRPr>
          </a:p>
        </p:txBody>
      </p:sp>
      <p:sp>
        <p:nvSpPr>
          <p:cNvPr id="34" name="TextBox 33"/>
          <p:cNvSpPr txBox="1"/>
          <p:nvPr userDrawn="1"/>
        </p:nvSpPr>
        <p:spPr>
          <a:xfrm>
            <a:off x="956885" y="6409324"/>
            <a:ext cx="174599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050" b="1" dirty="0" smtClean="0">
                <a:solidFill>
                  <a:schemeClr val="accent1">
                    <a:lumMod val="75000"/>
                  </a:schemeClr>
                </a:solidFill>
                <a:latin typeface="Raleway" panose="020B0003030101060003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Kupat</a:t>
            </a:r>
            <a:r>
              <a:rPr lang="id-ID" sz="1050" b="1" baseline="0" dirty="0" smtClean="0">
                <a:solidFill>
                  <a:schemeClr val="accent1">
                    <a:lumMod val="75000"/>
                  </a:schemeClr>
                </a:solidFill>
                <a:latin typeface="Raleway" panose="020B0003030101060003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Tahu </a:t>
            </a:r>
            <a:r>
              <a:rPr lang="id-ID" sz="1050" dirty="0" smtClean="0">
                <a:solidFill>
                  <a:schemeClr val="bg1">
                    <a:lumMod val="65000"/>
                  </a:schemeClr>
                </a:solidFill>
                <a:latin typeface="Raleway" panose="020B0003030101060003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Presentation</a:t>
            </a:r>
            <a:endParaRPr lang="en-US" sz="1050" dirty="0">
              <a:solidFill>
                <a:schemeClr val="bg1">
                  <a:lumMod val="65000"/>
                </a:schemeClr>
              </a:solidFill>
              <a:latin typeface="Raleway" panose="020B0003030101060003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35" name="Group 34"/>
          <p:cNvGrpSpPr/>
          <p:nvPr userDrawn="1"/>
        </p:nvGrpSpPr>
        <p:grpSpPr>
          <a:xfrm>
            <a:off x="347419" y="6409324"/>
            <a:ext cx="224082" cy="221156"/>
            <a:chOff x="4328868" y="5502988"/>
            <a:chExt cx="500307" cy="493774"/>
          </a:xfrm>
        </p:grpSpPr>
        <p:sp>
          <p:nvSpPr>
            <p:cNvPr id="39" name="Freeform 38">
              <a:hlinkClick r:id="" action="ppaction://hlinkshowjump?jump=previousslide"/>
            </p:cNvPr>
            <p:cNvSpPr>
              <a:spLocks/>
            </p:cNvSpPr>
            <p:nvPr userDrawn="1"/>
          </p:nvSpPr>
          <p:spPr bwMode="auto">
            <a:xfrm>
              <a:off x="4520555" y="5649754"/>
              <a:ext cx="116933" cy="200242"/>
            </a:xfrm>
            <a:custGeom>
              <a:avLst/>
              <a:gdLst>
                <a:gd name="T0" fmla="*/ 417 w 425"/>
                <a:gd name="T1" fmla="*/ 77 h 728"/>
                <a:gd name="T2" fmla="*/ 131 w 425"/>
                <a:gd name="T3" fmla="*/ 364 h 728"/>
                <a:gd name="T4" fmla="*/ 417 w 425"/>
                <a:gd name="T5" fmla="*/ 650 h 728"/>
                <a:gd name="T6" fmla="*/ 425 w 425"/>
                <a:gd name="T7" fmla="*/ 667 h 728"/>
                <a:gd name="T8" fmla="*/ 417 w 425"/>
                <a:gd name="T9" fmla="*/ 684 h 728"/>
                <a:gd name="T10" fmla="*/ 381 w 425"/>
                <a:gd name="T11" fmla="*/ 720 h 728"/>
                <a:gd name="T12" fmla="*/ 364 w 425"/>
                <a:gd name="T13" fmla="*/ 728 h 728"/>
                <a:gd name="T14" fmla="*/ 347 w 425"/>
                <a:gd name="T15" fmla="*/ 720 h 728"/>
                <a:gd name="T16" fmla="*/ 8 w 425"/>
                <a:gd name="T17" fmla="*/ 381 h 728"/>
                <a:gd name="T18" fmla="*/ 0 w 425"/>
                <a:gd name="T19" fmla="*/ 364 h 728"/>
                <a:gd name="T20" fmla="*/ 8 w 425"/>
                <a:gd name="T21" fmla="*/ 347 h 728"/>
                <a:gd name="T22" fmla="*/ 347 w 425"/>
                <a:gd name="T23" fmla="*/ 7 h 728"/>
                <a:gd name="T24" fmla="*/ 364 w 425"/>
                <a:gd name="T25" fmla="*/ 0 h 728"/>
                <a:gd name="T26" fmla="*/ 381 w 425"/>
                <a:gd name="T27" fmla="*/ 7 h 728"/>
                <a:gd name="T28" fmla="*/ 417 w 425"/>
                <a:gd name="T29" fmla="*/ 44 h 728"/>
                <a:gd name="T30" fmla="*/ 425 w 425"/>
                <a:gd name="T31" fmla="*/ 60 h 728"/>
                <a:gd name="T32" fmla="*/ 417 w 425"/>
                <a:gd name="T33" fmla="*/ 77 h 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25" h="728">
                  <a:moveTo>
                    <a:pt x="417" y="77"/>
                  </a:moveTo>
                  <a:cubicBezTo>
                    <a:pt x="131" y="364"/>
                    <a:pt x="131" y="364"/>
                    <a:pt x="131" y="364"/>
                  </a:cubicBezTo>
                  <a:cubicBezTo>
                    <a:pt x="417" y="650"/>
                    <a:pt x="417" y="650"/>
                    <a:pt x="417" y="650"/>
                  </a:cubicBezTo>
                  <a:cubicBezTo>
                    <a:pt x="422" y="655"/>
                    <a:pt x="425" y="661"/>
                    <a:pt x="425" y="667"/>
                  </a:cubicBezTo>
                  <a:cubicBezTo>
                    <a:pt x="425" y="673"/>
                    <a:pt x="422" y="680"/>
                    <a:pt x="417" y="684"/>
                  </a:cubicBezTo>
                  <a:cubicBezTo>
                    <a:pt x="381" y="720"/>
                    <a:pt x="381" y="720"/>
                    <a:pt x="381" y="720"/>
                  </a:cubicBezTo>
                  <a:cubicBezTo>
                    <a:pt x="377" y="725"/>
                    <a:pt x="370" y="728"/>
                    <a:pt x="364" y="728"/>
                  </a:cubicBezTo>
                  <a:cubicBezTo>
                    <a:pt x="358" y="728"/>
                    <a:pt x="352" y="725"/>
                    <a:pt x="347" y="720"/>
                  </a:cubicBezTo>
                  <a:cubicBezTo>
                    <a:pt x="8" y="381"/>
                    <a:pt x="8" y="381"/>
                    <a:pt x="8" y="381"/>
                  </a:cubicBezTo>
                  <a:cubicBezTo>
                    <a:pt x="3" y="376"/>
                    <a:pt x="0" y="369"/>
                    <a:pt x="0" y="364"/>
                  </a:cubicBezTo>
                  <a:cubicBezTo>
                    <a:pt x="0" y="358"/>
                    <a:pt x="3" y="351"/>
                    <a:pt x="8" y="347"/>
                  </a:cubicBezTo>
                  <a:cubicBezTo>
                    <a:pt x="347" y="7"/>
                    <a:pt x="347" y="7"/>
                    <a:pt x="347" y="7"/>
                  </a:cubicBezTo>
                  <a:cubicBezTo>
                    <a:pt x="352" y="3"/>
                    <a:pt x="358" y="0"/>
                    <a:pt x="364" y="0"/>
                  </a:cubicBezTo>
                  <a:cubicBezTo>
                    <a:pt x="370" y="0"/>
                    <a:pt x="377" y="3"/>
                    <a:pt x="381" y="7"/>
                  </a:cubicBezTo>
                  <a:cubicBezTo>
                    <a:pt x="417" y="44"/>
                    <a:pt x="417" y="44"/>
                    <a:pt x="417" y="44"/>
                  </a:cubicBezTo>
                  <a:cubicBezTo>
                    <a:pt x="422" y="48"/>
                    <a:pt x="425" y="54"/>
                    <a:pt x="425" y="60"/>
                  </a:cubicBezTo>
                  <a:cubicBezTo>
                    <a:pt x="425" y="66"/>
                    <a:pt x="422" y="73"/>
                    <a:pt x="417" y="77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40" name="Freeform 39">
              <a:hlinkClick r:id="" action="ppaction://hlinkshowjump?jump=previousslide"/>
            </p:cNvPr>
            <p:cNvSpPr>
              <a:spLocks noEditPoints="1"/>
            </p:cNvSpPr>
            <p:nvPr userDrawn="1"/>
          </p:nvSpPr>
          <p:spPr bwMode="auto">
            <a:xfrm>
              <a:off x="4328868" y="5502988"/>
              <a:ext cx="500307" cy="493774"/>
            </a:xfrm>
            <a:custGeom>
              <a:avLst/>
              <a:gdLst>
                <a:gd name="T0" fmla="*/ 2355 w 2753"/>
                <a:gd name="T1" fmla="*/ 114 h 2716"/>
                <a:gd name="T2" fmla="*/ 2639 w 2753"/>
                <a:gd name="T3" fmla="*/ 399 h 2716"/>
                <a:gd name="T4" fmla="*/ 2639 w 2753"/>
                <a:gd name="T5" fmla="*/ 2317 h 2716"/>
                <a:gd name="T6" fmla="*/ 2355 w 2753"/>
                <a:gd name="T7" fmla="*/ 2602 h 2716"/>
                <a:gd name="T8" fmla="*/ 398 w 2753"/>
                <a:gd name="T9" fmla="*/ 2602 h 2716"/>
                <a:gd name="T10" fmla="*/ 113 w 2753"/>
                <a:gd name="T11" fmla="*/ 2317 h 2716"/>
                <a:gd name="T12" fmla="*/ 113 w 2753"/>
                <a:gd name="T13" fmla="*/ 399 h 2716"/>
                <a:gd name="T14" fmla="*/ 398 w 2753"/>
                <a:gd name="T15" fmla="*/ 114 h 2716"/>
                <a:gd name="T16" fmla="*/ 2355 w 2753"/>
                <a:gd name="T17" fmla="*/ 114 h 2716"/>
                <a:gd name="T18" fmla="*/ 2355 w 2753"/>
                <a:gd name="T19" fmla="*/ 0 h 2716"/>
                <a:gd name="T20" fmla="*/ 398 w 2753"/>
                <a:gd name="T21" fmla="*/ 0 h 2716"/>
                <a:gd name="T22" fmla="*/ 0 w 2753"/>
                <a:gd name="T23" fmla="*/ 399 h 2716"/>
                <a:gd name="T24" fmla="*/ 0 w 2753"/>
                <a:gd name="T25" fmla="*/ 2317 h 2716"/>
                <a:gd name="T26" fmla="*/ 398 w 2753"/>
                <a:gd name="T27" fmla="*/ 2716 h 2716"/>
                <a:gd name="T28" fmla="*/ 2355 w 2753"/>
                <a:gd name="T29" fmla="*/ 2716 h 2716"/>
                <a:gd name="T30" fmla="*/ 2753 w 2753"/>
                <a:gd name="T31" fmla="*/ 2317 h 2716"/>
                <a:gd name="T32" fmla="*/ 2753 w 2753"/>
                <a:gd name="T33" fmla="*/ 399 h 2716"/>
                <a:gd name="T34" fmla="*/ 2355 w 2753"/>
                <a:gd name="T35" fmla="*/ 0 h 27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53" h="2716">
                  <a:moveTo>
                    <a:pt x="2355" y="114"/>
                  </a:moveTo>
                  <a:cubicBezTo>
                    <a:pt x="2512" y="114"/>
                    <a:pt x="2639" y="242"/>
                    <a:pt x="2639" y="399"/>
                  </a:cubicBezTo>
                  <a:cubicBezTo>
                    <a:pt x="2639" y="2317"/>
                    <a:pt x="2639" y="2317"/>
                    <a:pt x="2639" y="2317"/>
                  </a:cubicBezTo>
                  <a:cubicBezTo>
                    <a:pt x="2639" y="2474"/>
                    <a:pt x="2512" y="2602"/>
                    <a:pt x="2355" y="2602"/>
                  </a:cubicBezTo>
                  <a:cubicBezTo>
                    <a:pt x="398" y="2602"/>
                    <a:pt x="398" y="2602"/>
                    <a:pt x="398" y="2602"/>
                  </a:cubicBezTo>
                  <a:cubicBezTo>
                    <a:pt x="241" y="2602"/>
                    <a:pt x="113" y="2474"/>
                    <a:pt x="113" y="2317"/>
                  </a:cubicBezTo>
                  <a:cubicBezTo>
                    <a:pt x="113" y="399"/>
                    <a:pt x="113" y="399"/>
                    <a:pt x="113" y="399"/>
                  </a:cubicBezTo>
                  <a:cubicBezTo>
                    <a:pt x="113" y="242"/>
                    <a:pt x="241" y="114"/>
                    <a:pt x="398" y="114"/>
                  </a:cubicBezTo>
                  <a:cubicBezTo>
                    <a:pt x="2355" y="114"/>
                    <a:pt x="2355" y="114"/>
                    <a:pt x="2355" y="114"/>
                  </a:cubicBezTo>
                  <a:moveTo>
                    <a:pt x="2355" y="0"/>
                  </a:moveTo>
                  <a:cubicBezTo>
                    <a:pt x="398" y="0"/>
                    <a:pt x="398" y="0"/>
                    <a:pt x="398" y="0"/>
                  </a:cubicBezTo>
                  <a:cubicBezTo>
                    <a:pt x="178" y="0"/>
                    <a:pt x="0" y="179"/>
                    <a:pt x="0" y="399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0" y="2538"/>
                    <a:pt x="178" y="2716"/>
                    <a:pt x="398" y="2716"/>
                  </a:cubicBezTo>
                  <a:cubicBezTo>
                    <a:pt x="2355" y="2716"/>
                    <a:pt x="2355" y="2716"/>
                    <a:pt x="2355" y="2716"/>
                  </a:cubicBezTo>
                  <a:cubicBezTo>
                    <a:pt x="2575" y="2716"/>
                    <a:pt x="2753" y="2538"/>
                    <a:pt x="2753" y="2317"/>
                  </a:cubicBezTo>
                  <a:cubicBezTo>
                    <a:pt x="2753" y="399"/>
                    <a:pt x="2753" y="399"/>
                    <a:pt x="2753" y="399"/>
                  </a:cubicBezTo>
                  <a:cubicBezTo>
                    <a:pt x="2753" y="179"/>
                    <a:pt x="2575" y="0"/>
                    <a:pt x="2355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  <p:grpSp>
        <p:nvGrpSpPr>
          <p:cNvPr id="41" name="Group 40"/>
          <p:cNvGrpSpPr/>
          <p:nvPr userDrawn="1"/>
        </p:nvGrpSpPr>
        <p:grpSpPr>
          <a:xfrm flipH="1">
            <a:off x="657355" y="6409324"/>
            <a:ext cx="224082" cy="221156"/>
            <a:chOff x="4328868" y="5502988"/>
            <a:chExt cx="500307" cy="493774"/>
          </a:xfrm>
        </p:grpSpPr>
        <p:sp>
          <p:nvSpPr>
            <p:cNvPr id="42" name="Freeform 41">
              <a:hlinkClick r:id="" action="ppaction://hlinkshowjump?jump=nextslide"/>
            </p:cNvPr>
            <p:cNvSpPr>
              <a:spLocks/>
            </p:cNvSpPr>
            <p:nvPr userDrawn="1"/>
          </p:nvSpPr>
          <p:spPr bwMode="auto">
            <a:xfrm>
              <a:off x="4520556" y="5649754"/>
              <a:ext cx="116933" cy="200242"/>
            </a:xfrm>
            <a:custGeom>
              <a:avLst/>
              <a:gdLst>
                <a:gd name="T0" fmla="*/ 417 w 425"/>
                <a:gd name="T1" fmla="*/ 77 h 728"/>
                <a:gd name="T2" fmla="*/ 131 w 425"/>
                <a:gd name="T3" fmla="*/ 364 h 728"/>
                <a:gd name="T4" fmla="*/ 417 w 425"/>
                <a:gd name="T5" fmla="*/ 650 h 728"/>
                <a:gd name="T6" fmla="*/ 425 w 425"/>
                <a:gd name="T7" fmla="*/ 667 h 728"/>
                <a:gd name="T8" fmla="*/ 417 w 425"/>
                <a:gd name="T9" fmla="*/ 684 h 728"/>
                <a:gd name="T10" fmla="*/ 381 w 425"/>
                <a:gd name="T11" fmla="*/ 720 h 728"/>
                <a:gd name="T12" fmla="*/ 364 w 425"/>
                <a:gd name="T13" fmla="*/ 728 h 728"/>
                <a:gd name="T14" fmla="*/ 347 w 425"/>
                <a:gd name="T15" fmla="*/ 720 h 728"/>
                <a:gd name="T16" fmla="*/ 8 w 425"/>
                <a:gd name="T17" fmla="*/ 381 h 728"/>
                <a:gd name="T18" fmla="*/ 0 w 425"/>
                <a:gd name="T19" fmla="*/ 364 h 728"/>
                <a:gd name="T20" fmla="*/ 8 w 425"/>
                <a:gd name="T21" fmla="*/ 347 h 728"/>
                <a:gd name="T22" fmla="*/ 347 w 425"/>
                <a:gd name="T23" fmla="*/ 7 h 728"/>
                <a:gd name="T24" fmla="*/ 364 w 425"/>
                <a:gd name="T25" fmla="*/ 0 h 728"/>
                <a:gd name="T26" fmla="*/ 381 w 425"/>
                <a:gd name="T27" fmla="*/ 7 h 728"/>
                <a:gd name="T28" fmla="*/ 417 w 425"/>
                <a:gd name="T29" fmla="*/ 44 h 728"/>
                <a:gd name="T30" fmla="*/ 425 w 425"/>
                <a:gd name="T31" fmla="*/ 60 h 728"/>
                <a:gd name="T32" fmla="*/ 417 w 425"/>
                <a:gd name="T33" fmla="*/ 77 h 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25" h="728">
                  <a:moveTo>
                    <a:pt x="417" y="77"/>
                  </a:moveTo>
                  <a:cubicBezTo>
                    <a:pt x="131" y="364"/>
                    <a:pt x="131" y="364"/>
                    <a:pt x="131" y="364"/>
                  </a:cubicBezTo>
                  <a:cubicBezTo>
                    <a:pt x="417" y="650"/>
                    <a:pt x="417" y="650"/>
                    <a:pt x="417" y="650"/>
                  </a:cubicBezTo>
                  <a:cubicBezTo>
                    <a:pt x="422" y="655"/>
                    <a:pt x="425" y="661"/>
                    <a:pt x="425" y="667"/>
                  </a:cubicBezTo>
                  <a:cubicBezTo>
                    <a:pt x="425" y="673"/>
                    <a:pt x="422" y="680"/>
                    <a:pt x="417" y="684"/>
                  </a:cubicBezTo>
                  <a:cubicBezTo>
                    <a:pt x="381" y="720"/>
                    <a:pt x="381" y="720"/>
                    <a:pt x="381" y="720"/>
                  </a:cubicBezTo>
                  <a:cubicBezTo>
                    <a:pt x="377" y="725"/>
                    <a:pt x="370" y="728"/>
                    <a:pt x="364" y="728"/>
                  </a:cubicBezTo>
                  <a:cubicBezTo>
                    <a:pt x="358" y="728"/>
                    <a:pt x="352" y="725"/>
                    <a:pt x="347" y="720"/>
                  </a:cubicBezTo>
                  <a:cubicBezTo>
                    <a:pt x="8" y="381"/>
                    <a:pt x="8" y="381"/>
                    <a:pt x="8" y="381"/>
                  </a:cubicBezTo>
                  <a:cubicBezTo>
                    <a:pt x="3" y="376"/>
                    <a:pt x="0" y="369"/>
                    <a:pt x="0" y="364"/>
                  </a:cubicBezTo>
                  <a:cubicBezTo>
                    <a:pt x="0" y="358"/>
                    <a:pt x="3" y="351"/>
                    <a:pt x="8" y="347"/>
                  </a:cubicBezTo>
                  <a:cubicBezTo>
                    <a:pt x="347" y="7"/>
                    <a:pt x="347" y="7"/>
                    <a:pt x="347" y="7"/>
                  </a:cubicBezTo>
                  <a:cubicBezTo>
                    <a:pt x="352" y="3"/>
                    <a:pt x="358" y="0"/>
                    <a:pt x="364" y="0"/>
                  </a:cubicBezTo>
                  <a:cubicBezTo>
                    <a:pt x="370" y="0"/>
                    <a:pt x="377" y="3"/>
                    <a:pt x="381" y="7"/>
                  </a:cubicBezTo>
                  <a:cubicBezTo>
                    <a:pt x="417" y="44"/>
                    <a:pt x="417" y="44"/>
                    <a:pt x="417" y="44"/>
                  </a:cubicBezTo>
                  <a:cubicBezTo>
                    <a:pt x="422" y="48"/>
                    <a:pt x="425" y="54"/>
                    <a:pt x="425" y="60"/>
                  </a:cubicBezTo>
                  <a:cubicBezTo>
                    <a:pt x="425" y="66"/>
                    <a:pt x="422" y="73"/>
                    <a:pt x="417" y="77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43" name="Freeform 42">
              <a:hlinkClick r:id="" action="ppaction://hlinkshowjump?jump=nextslide"/>
            </p:cNvPr>
            <p:cNvSpPr>
              <a:spLocks noEditPoints="1"/>
            </p:cNvSpPr>
            <p:nvPr userDrawn="1"/>
          </p:nvSpPr>
          <p:spPr bwMode="auto">
            <a:xfrm>
              <a:off x="4328868" y="5502988"/>
              <a:ext cx="500307" cy="493774"/>
            </a:xfrm>
            <a:custGeom>
              <a:avLst/>
              <a:gdLst>
                <a:gd name="T0" fmla="*/ 2355 w 2753"/>
                <a:gd name="T1" fmla="*/ 114 h 2716"/>
                <a:gd name="T2" fmla="*/ 2639 w 2753"/>
                <a:gd name="T3" fmla="*/ 399 h 2716"/>
                <a:gd name="T4" fmla="*/ 2639 w 2753"/>
                <a:gd name="T5" fmla="*/ 2317 h 2716"/>
                <a:gd name="T6" fmla="*/ 2355 w 2753"/>
                <a:gd name="T7" fmla="*/ 2602 h 2716"/>
                <a:gd name="T8" fmla="*/ 398 w 2753"/>
                <a:gd name="T9" fmla="*/ 2602 h 2716"/>
                <a:gd name="T10" fmla="*/ 113 w 2753"/>
                <a:gd name="T11" fmla="*/ 2317 h 2716"/>
                <a:gd name="T12" fmla="*/ 113 w 2753"/>
                <a:gd name="T13" fmla="*/ 399 h 2716"/>
                <a:gd name="T14" fmla="*/ 398 w 2753"/>
                <a:gd name="T15" fmla="*/ 114 h 2716"/>
                <a:gd name="T16" fmla="*/ 2355 w 2753"/>
                <a:gd name="T17" fmla="*/ 114 h 2716"/>
                <a:gd name="T18" fmla="*/ 2355 w 2753"/>
                <a:gd name="T19" fmla="*/ 0 h 2716"/>
                <a:gd name="T20" fmla="*/ 398 w 2753"/>
                <a:gd name="T21" fmla="*/ 0 h 2716"/>
                <a:gd name="T22" fmla="*/ 0 w 2753"/>
                <a:gd name="T23" fmla="*/ 399 h 2716"/>
                <a:gd name="T24" fmla="*/ 0 w 2753"/>
                <a:gd name="T25" fmla="*/ 2317 h 2716"/>
                <a:gd name="T26" fmla="*/ 398 w 2753"/>
                <a:gd name="T27" fmla="*/ 2716 h 2716"/>
                <a:gd name="T28" fmla="*/ 2355 w 2753"/>
                <a:gd name="T29" fmla="*/ 2716 h 2716"/>
                <a:gd name="T30" fmla="*/ 2753 w 2753"/>
                <a:gd name="T31" fmla="*/ 2317 h 2716"/>
                <a:gd name="T32" fmla="*/ 2753 w 2753"/>
                <a:gd name="T33" fmla="*/ 399 h 2716"/>
                <a:gd name="T34" fmla="*/ 2355 w 2753"/>
                <a:gd name="T35" fmla="*/ 0 h 27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53" h="2716">
                  <a:moveTo>
                    <a:pt x="2355" y="114"/>
                  </a:moveTo>
                  <a:cubicBezTo>
                    <a:pt x="2512" y="114"/>
                    <a:pt x="2639" y="242"/>
                    <a:pt x="2639" y="399"/>
                  </a:cubicBezTo>
                  <a:cubicBezTo>
                    <a:pt x="2639" y="2317"/>
                    <a:pt x="2639" y="2317"/>
                    <a:pt x="2639" y="2317"/>
                  </a:cubicBezTo>
                  <a:cubicBezTo>
                    <a:pt x="2639" y="2474"/>
                    <a:pt x="2512" y="2602"/>
                    <a:pt x="2355" y="2602"/>
                  </a:cubicBezTo>
                  <a:cubicBezTo>
                    <a:pt x="398" y="2602"/>
                    <a:pt x="398" y="2602"/>
                    <a:pt x="398" y="2602"/>
                  </a:cubicBezTo>
                  <a:cubicBezTo>
                    <a:pt x="241" y="2602"/>
                    <a:pt x="113" y="2474"/>
                    <a:pt x="113" y="2317"/>
                  </a:cubicBezTo>
                  <a:cubicBezTo>
                    <a:pt x="113" y="399"/>
                    <a:pt x="113" y="399"/>
                    <a:pt x="113" y="399"/>
                  </a:cubicBezTo>
                  <a:cubicBezTo>
                    <a:pt x="113" y="242"/>
                    <a:pt x="241" y="114"/>
                    <a:pt x="398" y="114"/>
                  </a:cubicBezTo>
                  <a:cubicBezTo>
                    <a:pt x="2355" y="114"/>
                    <a:pt x="2355" y="114"/>
                    <a:pt x="2355" y="114"/>
                  </a:cubicBezTo>
                  <a:moveTo>
                    <a:pt x="2355" y="0"/>
                  </a:moveTo>
                  <a:cubicBezTo>
                    <a:pt x="398" y="0"/>
                    <a:pt x="398" y="0"/>
                    <a:pt x="398" y="0"/>
                  </a:cubicBezTo>
                  <a:cubicBezTo>
                    <a:pt x="178" y="0"/>
                    <a:pt x="0" y="179"/>
                    <a:pt x="0" y="399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0" y="2538"/>
                    <a:pt x="178" y="2716"/>
                    <a:pt x="398" y="2716"/>
                  </a:cubicBezTo>
                  <a:cubicBezTo>
                    <a:pt x="2355" y="2716"/>
                    <a:pt x="2355" y="2716"/>
                    <a:pt x="2355" y="2716"/>
                  </a:cubicBezTo>
                  <a:cubicBezTo>
                    <a:pt x="2575" y="2716"/>
                    <a:pt x="2753" y="2538"/>
                    <a:pt x="2753" y="2317"/>
                  </a:cubicBezTo>
                  <a:cubicBezTo>
                    <a:pt x="2753" y="399"/>
                    <a:pt x="2753" y="399"/>
                    <a:pt x="2753" y="399"/>
                  </a:cubicBezTo>
                  <a:cubicBezTo>
                    <a:pt x="2753" y="179"/>
                    <a:pt x="2575" y="0"/>
                    <a:pt x="2355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450174" y="2284944"/>
            <a:ext cx="1697846" cy="169784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id-ID" dirty="0"/>
          </a:p>
        </p:txBody>
      </p:sp>
      <p:sp>
        <p:nvSpPr>
          <p:cNvPr id="46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3971864" y="2284944"/>
            <a:ext cx="1697846" cy="169784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id-ID" dirty="0"/>
          </a:p>
        </p:txBody>
      </p:sp>
      <p:sp>
        <p:nvSpPr>
          <p:cNvPr id="48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6508785" y="2284944"/>
            <a:ext cx="1697846" cy="169784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id-ID" dirty="0"/>
          </a:p>
        </p:txBody>
      </p:sp>
      <p:sp>
        <p:nvSpPr>
          <p:cNvPr id="50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9030475" y="2284944"/>
            <a:ext cx="1697846" cy="169784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408482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20" grpId="0" animBg="1"/>
      <p:bldP spid="21" grpId="0"/>
      <p:bldP spid="34" grpId="0"/>
    </p:bldLst>
  </p:timing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9756578" y="0"/>
            <a:ext cx="2432676" cy="243267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3" name="Freeform 5"/>
          <p:cNvSpPr>
            <a:spLocks/>
          </p:cNvSpPr>
          <p:nvPr userDrawn="1"/>
        </p:nvSpPr>
        <p:spPr bwMode="auto">
          <a:xfrm flipH="1">
            <a:off x="8535301" y="921256"/>
            <a:ext cx="982576" cy="982576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4" name="Freeform 5"/>
          <p:cNvSpPr>
            <a:spLocks/>
          </p:cNvSpPr>
          <p:nvPr userDrawn="1"/>
        </p:nvSpPr>
        <p:spPr bwMode="auto">
          <a:xfrm flipH="1">
            <a:off x="8690348" y="-296897"/>
            <a:ext cx="672480" cy="67248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5" name="Freeform 5"/>
          <p:cNvSpPr>
            <a:spLocks/>
          </p:cNvSpPr>
          <p:nvPr userDrawn="1"/>
        </p:nvSpPr>
        <p:spPr bwMode="auto">
          <a:xfrm flipH="1">
            <a:off x="6892774" y="1381250"/>
            <a:ext cx="1081310" cy="108131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6" name="Freeform 5"/>
          <p:cNvSpPr>
            <a:spLocks/>
          </p:cNvSpPr>
          <p:nvPr userDrawn="1"/>
        </p:nvSpPr>
        <p:spPr bwMode="auto">
          <a:xfrm flipH="1">
            <a:off x="7644119" y="215697"/>
            <a:ext cx="521440" cy="52144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7" name="Freeform 5"/>
          <p:cNvSpPr>
            <a:spLocks/>
          </p:cNvSpPr>
          <p:nvPr userDrawn="1"/>
        </p:nvSpPr>
        <p:spPr bwMode="auto">
          <a:xfrm flipH="1">
            <a:off x="9305255" y="2655843"/>
            <a:ext cx="1337469" cy="1337469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8" name="Freeform 5"/>
          <p:cNvSpPr>
            <a:spLocks/>
          </p:cNvSpPr>
          <p:nvPr userDrawn="1"/>
        </p:nvSpPr>
        <p:spPr bwMode="auto">
          <a:xfrm flipH="1">
            <a:off x="11073361" y="2461388"/>
            <a:ext cx="672480" cy="67248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9" name="Freeform 5"/>
          <p:cNvSpPr>
            <a:spLocks/>
          </p:cNvSpPr>
          <p:nvPr userDrawn="1"/>
        </p:nvSpPr>
        <p:spPr bwMode="auto">
          <a:xfrm flipH="1">
            <a:off x="10870156" y="3855256"/>
            <a:ext cx="521440" cy="52144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0" name="Freeform 5"/>
          <p:cNvSpPr>
            <a:spLocks/>
          </p:cNvSpPr>
          <p:nvPr userDrawn="1"/>
        </p:nvSpPr>
        <p:spPr bwMode="auto">
          <a:xfrm flipH="1">
            <a:off x="8352858" y="2453988"/>
            <a:ext cx="521761" cy="521761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1" name="Freeform 5"/>
          <p:cNvSpPr>
            <a:spLocks/>
          </p:cNvSpPr>
          <p:nvPr userDrawn="1"/>
        </p:nvSpPr>
        <p:spPr bwMode="auto">
          <a:xfrm flipH="1">
            <a:off x="11801991" y="3355185"/>
            <a:ext cx="672480" cy="67248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2" name="Freeform 5"/>
          <p:cNvSpPr>
            <a:spLocks/>
          </p:cNvSpPr>
          <p:nvPr userDrawn="1"/>
        </p:nvSpPr>
        <p:spPr bwMode="auto">
          <a:xfrm flipH="1">
            <a:off x="12086289" y="2172540"/>
            <a:ext cx="385460" cy="38546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66564" y="2493"/>
            <a:ext cx="2427288" cy="2427288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id-ID"/>
          </a:p>
        </p:txBody>
      </p:sp>
      <p:sp>
        <p:nvSpPr>
          <p:cNvPr id="61" name="Picture Placeholder 7"/>
          <p:cNvSpPr>
            <a:spLocks noGrp="1"/>
          </p:cNvSpPr>
          <p:nvPr>
            <p:ph type="pic" sz="quarter" idx="11"/>
          </p:nvPr>
        </p:nvSpPr>
        <p:spPr>
          <a:xfrm>
            <a:off x="2490760" y="2493"/>
            <a:ext cx="2427288" cy="2427288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id-ID"/>
          </a:p>
        </p:txBody>
      </p:sp>
      <p:sp>
        <p:nvSpPr>
          <p:cNvPr id="62" name="Picture Placeholder 7"/>
          <p:cNvSpPr>
            <a:spLocks noGrp="1"/>
          </p:cNvSpPr>
          <p:nvPr>
            <p:ph type="pic" sz="quarter" idx="12"/>
          </p:nvPr>
        </p:nvSpPr>
        <p:spPr>
          <a:xfrm>
            <a:off x="4916117" y="2493"/>
            <a:ext cx="2427288" cy="2427288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id-ID"/>
          </a:p>
        </p:txBody>
      </p:sp>
      <p:sp>
        <p:nvSpPr>
          <p:cNvPr id="6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7338815" y="2493"/>
            <a:ext cx="2427288" cy="2427288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id-ID"/>
          </a:p>
        </p:txBody>
      </p:sp>
      <p:sp>
        <p:nvSpPr>
          <p:cNvPr id="65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66564" y="2424590"/>
            <a:ext cx="2427288" cy="2427288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id-ID"/>
          </a:p>
        </p:txBody>
      </p:sp>
      <p:sp>
        <p:nvSpPr>
          <p:cNvPr id="66" name="Picture Placeholder 7"/>
          <p:cNvSpPr>
            <a:spLocks noGrp="1"/>
          </p:cNvSpPr>
          <p:nvPr>
            <p:ph type="pic" sz="quarter" idx="16"/>
          </p:nvPr>
        </p:nvSpPr>
        <p:spPr>
          <a:xfrm>
            <a:off x="2490760" y="2424590"/>
            <a:ext cx="2427288" cy="2427288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id-ID"/>
          </a:p>
        </p:txBody>
      </p:sp>
      <p:sp>
        <p:nvSpPr>
          <p:cNvPr id="67" name="Picture Placeholder 7"/>
          <p:cNvSpPr>
            <a:spLocks noGrp="1"/>
          </p:cNvSpPr>
          <p:nvPr>
            <p:ph type="pic" sz="quarter" idx="17"/>
          </p:nvPr>
        </p:nvSpPr>
        <p:spPr>
          <a:xfrm>
            <a:off x="4916117" y="2424590"/>
            <a:ext cx="2427288" cy="2427288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id-ID"/>
          </a:p>
        </p:txBody>
      </p:sp>
      <p:sp>
        <p:nvSpPr>
          <p:cNvPr id="68" name="Picture Placeholder 7"/>
          <p:cNvSpPr>
            <a:spLocks noGrp="1"/>
          </p:cNvSpPr>
          <p:nvPr>
            <p:ph type="pic" sz="quarter" idx="18"/>
          </p:nvPr>
        </p:nvSpPr>
        <p:spPr>
          <a:xfrm>
            <a:off x="7338815" y="2424590"/>
            <a:ext cx="2427288" cy="2427288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id-ID"/>
          </a:p>
        </p:txBody>
      </p:sp>
      <p:sp>
        <p:nvSpPr>
          <p:cNvPr id="69" name="Picture Placeholder 7"/>
          <p:cNvSpPr>
            <a:spLocks noGrp="1"/>
          </p:cNvSpPr>
          <p:nvPr>
            <p:ph type="pic" sz="quarter" idx="19"/>
          </p:nvPr>
        </p:nvSpPr>
        <p:spPr>
          <a:xfrm>
            <a:off x="9761966" y="2424590"/>
            <a:ext cx="2427288" cy="2427288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id-ID"/>
          </a:p>
        </p:txBody>
      </p:sp>
      <p:sp>
        <p:nvSpPr>
          <p:cNvPr id="72" name="Freeform 5"/>
          <p:cNvSpPr>
            <a:spLocks/>
          </p:cNvSpPr>
          <p:nvPr userDrawn="1"/>
        </p:nvSpPr>
        <p:spPr bwMode="auto">
          <a:xfrm flipH="1">
            <a:off x="11486507" y="174661"/>
            <a:ext cx="530831" cy="530831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73" name="TextBox 72"/>
          <p:cNvSpPr txBox="1"/>
          <p:nvPr userDrawn="1"/>
        </p:nvSpPr>
        <p:spPr>
          <a:xfrm>
            <a:off x="11526134" y="245136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60E2A6B-A809-4840-BF14-8648BC0BDF87}" type="slidenum">
              <a:rPr lang="id-ID" sz="1800" b="1" smtClean="0">
                <a:solidFill>
                  <a:schemeClr val="accent1">
                    <a:lumMod val="75000"/>
                  </a:schemeClr>
                </a:solidFill>
              </a:rPr>
              <a:pPr algn="ctr"/>
              <a:t>‹#›</a:t>
            </a:fld>
            <a:endParaRPr lang="id-ID" sz="18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1388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72" grpId="0" animBg="1"/>
      <p:bldP spid="73" grpId="0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Freeform 5"/>
          <p:cNvSpPr>
            <a:spLocks/>
          </p:cNvSpPr>
          <p:nvPr userDrawn="1"/>
        </p:nvSpPr>
        <p:spPr bwMode="auto">
          <a:xfrm flipH="1">
            <a:off x="9930136" y="-637092"/>
            <a:ext cx="2711791" cy="2711789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64" name="Freeform 5"/>
          <p:cNvSpPr>
            <a:spLocks/>
          </p:cNvSpPr>
          <p:nvPr userDrawn="1"/>
        </p:nvSpPr>
        <p:spPr bwMode="auto">
          <a:xfrm flipH="1">
            <a:off x="8535301" y="921256"/>
            <a:ext cx="982576" cy="982576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70" name="Freeform 5"/>
          <p:cNvSpPr>
            <a:spLocks/>
          </p:cNvSpPr>
          <p:nvPr userDrawn="1"/>
        </p:nvSpPr>
        <p:spPr bwMode="auto">
          <a:xfrm flipH="1">
            <a:off x="8690348" y="-296897"/>
            <a:ext cx="672480" cy="67248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71" name="Freeform 5"/>
          <p:cNvSpPr>
            <a:spLocks/>
          </p:cNvSpPr>
          <p:nvPr userDrawn="1"/>
        </p:nvSpPr>
        <p:spPr bwMode="auto">
          <a:xfrm flipH="1">
            <a:off x="6892774" y="1381250"/>
            <a:ext cx="1081310" cy="108131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74" name="Freeform 5"/>
          <p:cNvSpPr>
            <a:spLocks/>
          </p:cNvSpPr>
          <p:nvPr userDrawn="1"/>
        </p:nvSpPr>
        <p:spPr bwMode="auto">
          <a:xfrm flipH="1">
            <a:off x="7644119" y="215697"/>
            <a:ext cx="521440" cy="52144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75" name="Freeform 5"/>
          <p:cNvSpPr>
            <a:spLocks/>
          </p:cNvSpPr>
          <p:nvPr userDrawn="1"/>
        </p:nvSpPr>
        <p:spPr bwMode="auto">
          <a:xfrm flipH="1">
            <a:off x="9305255" y="2655843"/>
            <a:ext cx="1337469" cy="1337469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76" name="Freeform 5"/>
          <p:cNvSpPr>
            <a:spLocks/>
          </p:cNvSpPr>
          <p:nvPr userDrawn="1"/>
        </p:nvSpPr>
        <p:spPr bwMode="auto">
          <a:xfrm flipH="1">
            <a:off x="11073361" y="2461388"/>
            <a:ext cx="672480" cy="67248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77" name="Freeform 5"/>
          <p:cNvSpPr>
            <a:spLocks/>
          </p:cNvSpPr>
          <p:nvPr userDrawn="1"/>
        </p:nvSpPr>
        <p:spPr bwMode="auto">
          <a:xfrm flipH="1">
            <a:off x="10870156" y="3855256"/>
            <a:ext cx="521440" cy="52144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78" name="Freeform 5"/>
          <p:cNvSpPr>
            <a:spLocks/>
          </p:cNvSpPr>
          <p:nvPr userDrawn="1"/>
        </p:nvSpPr>
        <p:spPr bwMode="auto">
          <a:xfrm flipH="1">
            <a:off x="8352858" y="2453988"/>
            <a:ext cx="521761" cy="521761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79" name="Freeform 5"/>
          <p:cNvSpPr>
            <a:spLocks/>
          </p:cNvSpPr>
          <p:nvPr userDrawn="1"/>
        </p:nvSpPr>
        <p:spPr bwMode="auto">
          <a:xfrm flipH="1">
            <a:off x="11801991" y="3355185"/>
            <a:ext cx="672480" cy="67248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80" name="Freeform 5"/>
          <p:cNvSpPr>
            <a:spLocks/>
          </p:cNvSpPr>
          <p:nvPr userDrawn="1"/>
        </p:nvSpPr>
        <p:spPr bwMode="auto">
          <a:xfrm flipH="1">
            <a:off x="12086289" y="2172540"/>
            <a:ext cx="385460" cy="38546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81" name="Freeform 5"/>
          <p:cNvSpPr>
            <a:spLocks/>
          </p:cNvSpPr>
          <p:nvPr userDrawn="1"/>
        </p:nvSpPr>
        <p:spPr bwMode="auto">
          <a:xfrm flipH="1">
            <a:off x="11486507" y="174661"/>
            <a:ext cx="530831" cy="530831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82" name="TextBox 81"/>
          <p:cNvSpPr txBox="1"/>
          <p:nvPr userDrawn="1"/>
        </p:nvSpPr>
        <p:spPr>
          <a:xfrm>
            <a:off x="11526134" y="245136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60E2A6B-A809-4840-BF14-8648BC0BDF87}" type="slidenum">
              <a:rPr lang="id-ID" sz="1800" b="1" smtClean="0">
                <a:solidFill>
                  <a:schemeClr val="bg1"/>
                </a:solidFill>
              </a:rPr>
              <a:pPr algn="ctr"/>
              <a:t>‹#›</a:t>
            </a:fld>
            <a:endParaRPr lang="id-ID" sz="1800" dirty="0">
              <a:solidFill>
                <a:schemeClr val="bg1"/>
              </a:solidFill>
            </a:endParaRP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2895321"/>
            <a:ext cx="2436813" cy="19812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id-ID"/>
          </a:p>
        </p:txBody>
      </p:sp>
      <p:sp>
        <p:nvSpPr>
          <p:cNvPr id="51" name="Picture Placeholder 6"/>
          <p:cNvSpPr>
            <a:spLocks noGrp="1"/>
          </p:cNvSpPr>
          <p:nvPr>
            <p:ph type="pic" sz="quarter" idx="11"/>
          </p:nvPr>
        </p:nvSpPr>
        <p:spPr>
          <a:xfrm>
            <a:off x="2435274" y="2895321"/>
            <a:ext cx="2436813" cy="19812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id-ID"/>
          </a:p>
        </p:txBody>
      </p:sp>
      <p:sp>
        <p:nvSpPr>
          <p:cNvPr id="53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7315471" y="2895321"/>
            <a:ext cx="2436813" cy="19812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id-ID"/>
          </a:p>
        </p:txBody>
      </p:sp>
      <p:sp>
        <p:nvSpPr>
          <p:cNvPr id="54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9750551" y="2895321"/>
            <a:ext cx="2436813" cy="19812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id-ID"/>
          </a:p>
        </p:txBody>
      </p:sp>
      <p:sp>
        <p:nvSpPr>
          <p:cNvPr id="55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0" y="4876800"/>
            <a:ext cx="2436813" cy="19812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id-ID"/>
          </a:p>
        </p:txBody>
      </p:sp>
      <p:sp>
        <p:nvSpPr>
          <p:cNvPr id="56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2435274" y="4876800"/>
            <a:ext cx="2436813" cy="19812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id-ID"/>
          </a:p>
        </p:txBody>
      </p:sp>
      <p:sp>
        <p:nvSpPr>
          <p:cNvPr id="57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4878460" y="4876800"/>
            <a:ext cx="2436813" cy="19812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id-ID"/>
          </a:p>
        </p:txBody>
      </p:sp>
      <p:sp>
        <p:nvSpPr>
          <p:cNvPr id="58" name="Picture Placeholder 6"/>
          <p:cNvSpPr>
            <a:spLocks noGrp="1"/>
          </p:cNvSpPr>
          <p:nvPr>
            <p:ph type="pic" sz="quarter" idx="18"/>
          </p:nvPr>
        </p:nvSpPr>
        <p:spPr>
          <a:xfrm>
            <a:off x="7315471" y="4876800"/>
            <a:ext cx="2436813" cy="19812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id-ID"/>
          </a:p>
        </p:txBody>
      </p:sp>
      <p:sp>
        <p:nvSpPr>
          <p:cNvPr id="59" name="Picture Placeholder 6"/>
          <p:cNvSpPr>
            <a:spLocks noGrp="1"/>
          </p:cNvSpPr>
          <p:nvPr>
            <p:ph type="pic" sz="quarter" idx="19"/>
          </p:nvPr>
        </p:nvSpPr>
        <p:spPr>
          <a:xfrm>
            <a:off x="9750551" y="4876800"/>
            <a:ext cx="2436813" cy="19812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id-ID"/>
          </a:p>
        </p:txBody>
      </p:sp>
      <p:sp>
        <p:nvSpPr>
          <p:cNvPr id="52" name="Picture Placeholder 6"/>
          <p:cNvSpPr>
            <a:spLocks noGrp="1"/>
          </p:cNvSpPr>
          <p:nvPr>
            <p:ph type="pic" sz="quarter" idx="12"/>
          </p:nvPr>
        </p:nvSpPr>
        <p:spPr>
          <a:xfrm>
            <a:off x="4558435" y="2600880"/>
            <a:ext cx="3085684" cy="250875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637460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 animBg="1"/>
      <p:bldP spid="64" grpId="0" animBg="1"/>
      <p:bldP spid="70" grpId="0" animBg="1"/>
      <p:bldP spid="71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/>
    </p:bldLst>
  </p:timing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Freeform 5"/>
          <p:cNvSpPr>
            <a:spLocks/>
          </p:cNvSpPr>
          <p:nvPr userDrawn="1"/>
        </p:nvSpPr>
        <p:spPr bwMode="auto">
          <a:xfrm flipH="1">
            <a:off x="9930136" y="-637092"/>
            <a:ext cx="2711791" cy="2711789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64" name="Freeform 5"/>
          <p:cNvSpPr>
            <a:spLocks/>
          </p:cNvSpPr>
          <p:nvPr userDrawn="1"/>
        </p:nvSpPr>
        <p:spPr bwMode="auto">
          <a:xfrm flipH="1">
            <a:off x="8535301" y="921256"/>
            <a:ext cx="982576" cy="982576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70" name="Freeform 5"/>
          <p:cNvSpPr>
            <a:spLocks/>
          </p:cNvSpPr>
          <p:nvPr userDrawn="1"/>
        </p:nvSpPr>
        <p:spPr bwMode="auto">
          <a:xfrm flipH="1">
            <a:off x="8690348" y="-296897"/>
            <a:ext cx="672480" cy="67248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71" name="Freeform 5"/>
          <p:cNvSpPr>
            <a:spLocks/>
          </p:cNvSpPr>
          <p:nvPr userDrawn="1"/>
        </p:nvSpPr>
        <p:spPr bwMode="auto">
          <a:xfrm flipH="1">
            <a:off x="6892774" y="1381250"/>
            <a:ext cx="1081310" cy="108131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74" name="Freeform 5"/>
          <p:cNvSpPr>
            <a:spLocks/>
          </p:cNvSpPr>
          <p:nvPr userDrawn="1"/>
        </p:nvSpPr>
        <p:spPr bwMode="auto">
          <a:xfrm flipH="1">
            <a:off x="7644119" y="215697"/>
            <a:ext cx="521440" cy="52144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75" name="Freeform 5"/>
          <p:cNvSpPr>
            <a:spLocks/>
          </p:cNvSpPr>
          <p:nvPr userDrawn="1"/>
        </p:nvSpPr>
        <p:spPr bwMode="auto">
          <a:xfrm flipH="1">
            <a:off x="9305255" y="2655843"/>
            <a:ext cx="1337469" cy="1337469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76" name="Freeform 5"/>
          <p:cNvSpPr>
            <a:spLocks/>
          </p:cNvSpPr>
          <p:nvPr userDrawn="1"/>
        </p:nvSpPr>
        <p:spPr bwMode="auto">
          <a:xfrm flipH="1">
            <a:off x="11073361" y="2461388"/>
            <a:ext cx="672480" cy="67248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77" name="Freeform 5"/>
          <p:cNvSpPr>
            <a:spLocks/>
          </p:cNvSpPr>
          <p:nvPr userDrawn="1"/>
        </p:nvSpPr>
        <p:spPr bwMode="auto">
          <a:xfrm flipH="1">
            <a:off x="10870156" y="3855256"/>
            <a:ext cx="521440" cy="52144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78" name="Freeform 5"/>
          <p:cNvSpPr>
            <a:spLocks/>
          </p:cNvSpPr>
          <p:nvPr userDrawn="1"/>
        </p:nvSpPr>
        <p:spPr bwMode="auto">
          <a:xfrm flipH="1">
            <a:off x="8352858" y="2453988"/>
            <a:ext cx="521761" cy="521761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79" name="Freeform 5"/>
          <p:cNvSpPr>
            <a:spLocks/>
          </p:cNvSpPr>
          <p:nvPr userDrawn="1"/>
        </p:nvSpPr>
        <p:spPr bwMode="auto">
          <a:xfrm flipH="1">
            <a:off x="11801991" y="3355185"/>
            <a:ext cx="672480" cy="67248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80" name="Freeform 5"/>
          <p:cNvSpPr>
            <a:spLocks/>
          </p:cNvSpPr>
          <p:nvPr userDrawn="1"/>
        </p:nvSpPr>
        <p:spPr bwMode="auto">
          <a:xfrm flipH="1">
            <a:off x="12086289" y="2172540"/>
            <a:ext cx="385460" cy="38546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81" name="Freeform 5"/>
          <p:cNvSpPr>
            <a:spLocks/>
          </p:cNvSpPr>
          <p:nvPr userDrawn="1"/>
        </p:nvSpPr>
        <p:spPr bwMode="auto">
          <a:xfrm flipH="1">
            <a:off x="11486507" y="174661"/>
            <a:ext cx="530831" cy="530831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82" name="TextBox 81"/>
          <p:cNvSpPr txBox="1"/>
          <p:nvPr userDrawn="1"/>
        </p:nvSpPr>
        <p:spPr>
          <a:xfrm>
            <a:off x="11526134" y="245136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60E2A6B-A809-4840-BF14-8648BC0BDF87}" type="slidenum">
              <a:rPr lang="id-ID" sz="1800" b="1" smtClean="0">
                <a:solidFill>
                  <a:schemeClr val="bg1"/>
                </a:solidFill>
              </a:rPr>
              <a:pPr algn="ctr"/>
              <a:t>‹#›</a:t>
            </a:fld>
            <a:endParaRPr lang="id-ID" sz="1800" dirty="0">
              <a:solidFill>
                <a:schemeClr val="bg1"/>
              </a:solidFill>
            </a:endParaRPr>
          </a:p>
        </p:txBody>
      </p:sp>
      <p:sp>
        <p:nvSpPr>
          <p:cNvPr id="65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0" y="896"/>
            <a:ext cx="3340100" cy="3924300"/>
          </a:xfrm>
        </p:spPr>
        <p:txBody>
          <a:bodyPr/>
          <a:lstStyle/>
          <a:p>
            <a:endParaRPr lang="id-ID"/>
          </a:p>
        </p:txBody>
      </p:sp>
      <p:sp>
        <p:nvSpPr>
          <p:cNvPr id="66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3340041" y="896"/>
            <a:ext cx="5497259" cy="3924300"/>
          </a:xfrm>
        </p:spPr>
        <p:txBody>
          <a:bodyPr/>
          <a:lstStyle/>
          <a:p>
            <a:endParaRPr lang="id-ID"/>
          </a:p>
        </p:txBody>
      </p:sp>
      <p:sp>
        <p:nvSpPr>
          <p:cNvPr id="67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8837300" y="0"/>
            <a:ext cx="3354700" cy="1962364"/>
          </a:xfrm>
        </p:spPr>
        <p:txBody>
          <a:bodyPr/>
          <a:lstStyle/>
          <a:p>
            <a:endParaRPr lang="id-ID"/>
          </a:p>
        </p:txBody>
      </p:sp>
      <p:sp>
        <p:nvSpPr>
          <p:cNvPr id="68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8837300" y="1962832"/>
            <a:ext cx="3354700" cy="1962364"/>
          </a:xfrm>
        </p:spPr>
        <p:txBody>
          <a:bodyPr/>
          <a:lstStyle/>
          <a:p>
            <a:endParaRPr lang="id-ID"/>
          </a:p>
        </p:txBody>
      </p:sp>
      <p:sp>
        <p:nvSpPr>
          <p:cNvPr id="69" name="Picture Placeholder 5"/>
          <p:cNvSpPr>
            <a:spLocks noGrp="1"/>
          </p:cNvSpPr>
          <p:nvPr>
            <p:ph type="pic" sz="quarter" idx="14"/>
          </p:nvPr>
        </p:nvSpPr>
        <p:spPr>
          <a:xfrm>
            <a:off x="0" y="3924300"/>
            <a:ext cx="3986658" cy="2933700"/>
          </a:xfrm>
        </p:spPr>
        <p:txBody>
          <a:bodyPr/>
          <a:lstStyle/>
          <a:p>
            <a:endParaRPr lang="id-ID"/>
          </a:p>
        </p:txBody>
      </p:sp>
      <p:sp>
        <p:nvSpPr>
          <p:cNvPr id="72" name="Picture Placeholder 8"/>
          <p:cNvSpPr>
            <a:spLocks noGrp="1"/>
          </p:cNvSpPr>
          <p:nvPr>
            <p:ph type="pic" sz="quarter" idx="15"/>
          </p:nvPr>
        </p:nvSpPr>
        <p:spPr>
          <a:xfrm>
            <a:off x="7315588" y="3924300"/>
            <a:ext cx="4876412" cy="2933700"/>
          </a:xfr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064141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 animBg="1"/>
      <p:bldP spid="64" grpId="0" animBg="1"/>
      <p:bldP spid="70" grpId="0" animBg="1"/>
      <p:bldP spid="71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/>
    </p:bldLst>
  </p:timing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1222375" y="1945431"/>
            <a:ext cx="3106738" cy="2016211"/>
          </a:xfrm>
        </p:spPr>
        <p:txBody>
          <a:bodyPr/>
          <a:lstStyle/>
          <a:p>
            <a:endParaRPr lang="id-ID"/>
          </a:p>
        </p:txBody>
      </p:sp>
      <p:sp>
        <p:nvSpPr>
          <p:cNvPr id="52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4533786" y="1945431"/>
            <a:ext cx="3106738" cy="2016211"/>
          </a:xfrm>
        </p:spPr>
        <p:txBody>
          <a:bodyPr/>
          <a:lstStyle/>
          <a:p>
            <a:endParaRPr lang="id-ID"/>
          </a:p>
        </p:txBody>
      </p:sp>
      <p:sp>
        <p:nvSpPr>
          <p:cNvPr id="5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7858048" y="1945431"/>
            <a:ext cx="3106738" cy="2016211"/>
          </a:xfrm>
        </p:spPr>
        <p:txBody>
          <a:bodyPr/>
          <a:lstStyle/>
          <a:p>
            <a:endParaRPr lang="id-ID"/>
          </a:p>
        </p:txBody>
      </p:sp>
      <p:sp>
        <p:nvSpPr>
          <p:cNvPr id="54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1222375" y="4177345"/>
            <a:ext cx="3106738" cy="2016211"/>
          </a:xfrm>
        </p:spPr>
        <p:txBody>
          <a:bodyPr/>
          <a:lstStyle/>
          <a:p>
            <a:endParaRPr lang="id-ID"/>
          </a:p>
        </p:txBody>
      </p:sp>
      <p:sp>
        <p:nvSpPr>
          <p:cNvPr id="55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4533786" y="4177345"/>
            <a:ext cx="3106738" cy="2016211"/>
          </a:xfrm>
        </p:spPr>
        <p:txBody>
          <a:bodyPr/>
          <a:lstStyle/>
          <a:p>
            <a:endParaRPr lang="id-ID"/>
          </a:p>
        </p:txBody>
      </p:sp>
      <p:sp>
        <p:nvSpPr>
          <p:cNvPr id="56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7858048" y="4177345"/>
            <a:ext cx="3106738" cy="2016211"/>
          </a:xfrm>
        </p:spPr>
        <p:txBody>
          <a:bodyPr/>
          <a:lstStyle/>
          <a:p>
            <a:endParaRPr lang="id-ID"/>
          </a:p>
        </p:txBody>
      </p:sp>
      <p:sp>
        <p:nvSpPr>
          <p:cNvPr id="22" name="Freeform 5"/>
          <p:cNvSpPr>
            <a:spLocks/>
          </p:cNvSpPr>
          <p:nvPr userDrawn="1"/>
        </p:nvSpPr>
        <p:spPr bwMode="auto">
          <a:xfrm flipH="1">
            <a:off x="9930136" y="-637092"/>
            <a:ext cx="2711791" cy="2711789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3" name="Freeform 5"/>
          <p:cNvSpPr>
            <a:spLocks/>
          </p:cNvSpPr>
          <p:nvPr userDrawn="1"/>
        </p:nvSpPr>
        <p:spPr bwMode="auto">
          <a:xfrm flipH="1">
            <a:off x="8535301" y="921256"/>
            <a:ext cx="982576" cy="982576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4" name="Freeform 5"/>
          <p:cNvSpPr>
            <a:spLocks/>
          </p:cNvSpPr>
          <p:nvPr userDrawn="1"/>
        </p:nvSpPr>
        <p:spPr bwMode="auto">
          <a:xfrm flipH="1">
            <a:off x="8690348" y="-296897"/>
            <a:ext cx="672480" cy="67248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5" name="Freeform 5"/>
          <p:cNvSpPr>
            <a:spLocks/>
          </p:cNvSpPr>
          <p:nvPr userDrawn="1"/>
        </p:nvSpPr>
        <p:spPr bwMode="auto">
          <a:xfrm flipH="1">
            <a:off x="6892774" y="1381250"/>
            <a:ext cx="1081310" cy="108131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6" name="Freeform 5"/>
          <p:cNvSpPr>
            <a:spLocks/>
          </p:cNvSpPr>
          <p:nvPr userDrawn="1"/>
        </p:nvSpPr>
        <p:spPr bwMode="auto">
          <a:xfrm flipH="1">
            <a:off x="7490451" y="215697"/>
            <a:ext cx="521440" cy="52144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7" name="Freeform 5"/>
          <p:cNvSpPr>
            <a:spLocks/>
          </p:cNvSpPr>
          <p:nvPr userDrawn="1"/>
        </p:nvSpPr>
        <p:spPr bwMode="auto">
          <a:xfrm flipH="1">
            <a:off x="9305255" y="2655843"/>
            <a:ext cx="1337469" cy="1337469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8" name="Freeform 5"/>
          <p:cNvSpPr>
            <a:spLocks/>
          </p:cNvSpPr>
          <p:nvPr userDrawn="1"/>
        </p:nvSpPr>
        <p:spPr bwMode="auto">
          <a:xfrm flipH="1">
            <a:off x="11073361" y="2461388"/>
            <a:ext cx="672480" cy="67248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9" name="Freeform 5"/>
          <p:cNvSpPr>
            <a:spLocks/>
          </p:cNvSpPr>
          <p:nvPr userDrawn="1"/>
        </p:nvSpPr>
        <p:spPr bwMode="auto">
          <a:xfrm flipH="1">
            <a:off x="10870156" y="3855256"/>
            <a:ext cx="521440" cy="52144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0" name="Freeform 5"/>
          <p:cNvSpPr>
            <a:spLocks/>
          </p:cNvSpPr>
          <p:nvPr userDrawn="1"/>
        </p:nvSpPr>
        <p:spPr bwMode="auto">
          <a:xfrm flipH="1">
            <a:off x="8352858" y="2453988"/>
            <a:ext cx="521761" cy="521761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1" name="Freeform 5"/>
          <p:cNvSpPr>
            <a:spLocks/>
          </p:cNvSpPr>
          <p:nvPr userDrawn="1"/>
        </p:nvSpPr>
        <p:spPr bwMode="auto">
          <a:xfrm flipH="1">
            <a:off x="11801991" y="3355185"/>
            <a:ext cx="672480" cy="67248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2" name="Freeform 5"/>
          <p:cNvSpPr>
            <a:spLocks/>
          </p:cNvSpPr>
          <p:nvPr userDrawn="1"/>
        </p:nvSpPr>
        <p:spPr bwMode="auto">
          <a:xfrm flipH="1">
            <a:off x="12086289" y="2172540"/>
            <a:ext cx="385460" cy="38546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0" name="Freeform 5"/>
          <p:cNvSpPr>
            <a:spLocks/>
          </p:cNvSpPr>
          <p:nvPr userDrawn="1"/>
        </p:nvSpPr>
        <p:spPr bwMode="auto">
          <a:xfrm flipH="1">
            <a:off x="11486507" y="174661"/>
            <a:ext cx="530831" cy="530831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1" name="TextBox 20"/>
          <p:cNvSpPr txBox="1"/>
          <p:nvPr userDrawn="1"/>
        </p:nvSpPr>
        <p:spPr>
          <a:xfrm>
            <a:off x="11526134" y="245136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60E2A6B-A809-4840-BF14-8648BC0BDF87}" type="slidenum">
              <a:rPr lang="id-ID" sz="1800" b="1" smtClean="0">
                <a:solidFill>
                  <a:schemeClr val="bg1"/>
                </a:solidFill>
              </a:rPr>
              <a:pPr algn="ctr"/>
              <a:t>‹#›</a:t>
            </a:fld>
            <a:endParaRPr lang="id-ID" sz="1800" dirty="0">
              <a:solidFill>
                <a:schemeClr val="bg1"/>
              </a:solidFill>
            </a:endParaRPr>
          </a:p>
        </p:txBody>
      </p:sp>
      <p:sp>
        <p:nvSpPr>
          <p:cNvPr id="34" name="TextBox 33"/>
          <p:cNvSpPr txBox="1"/>
          <p:nvPr userDrawn="1"/>
        </p:nvSpPr>
        <p:spPr>
          <a:xfrm>
            <a:off x="956885" y="6409324"/>
            <a:ext cx="174599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050" b="1" dirty="0" smtClean="0">
                <a:solidFill>
                  <a:schemeClr val="accent1">
                    <a:lumMod val="75000"/>
                  </a:schemeClr>
                </a:solidFill>
                <a:latin typeface="Raleway" panose="020B0003030101060003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Kupat</a:t>
            </a:r>
            <a:r>
              <a:rPr lang="id-ID" sz="1050" b="1" baseline="0" dirty="0" smtClean="0">
                <a:solidFill>
                  <a:schemeClr val="accent1">
                    <a:lumMod val="75000"/>
                  </a:schemeClr>
                </a:solidFill>
                <a:latin typeface="Raleway" panose="020B0003030101060003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Tahu </a:t>
            </a:r>
            <a:r>
              <a:rPr lang="id-ID" sz="1050" dirty="0" smtClean="0">
                <a:solidFill>
                  <a:schemeClr val="bg1">
                    <a:lumMod val="65000"/>
                  </a:schemeClr>
                </a:solidFill>
                <a:latin typeface="Raleway" panose="020B0003030101060003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Presentation</a:t>
            </a:r>
            <a:endParaRPr lang="en-US" sz="1050" dirty="0">
              <a:solidFill>
                <a:schemeClr val="bg1">
                  <a:lumMod val="65000"/>
                </a:schemeClr>
              </a:solidFill>
              <a:latin typeface="Raleway" panose="020B0003030101060003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35" name="Group 34"/>
          <p:cNvGrpSpPr/>
          <p:nvPr userDrawn="1"/>
        </p:nvGrpSpPr>
        <p:grpSpPr>
          <a:xfrm>
            <a:off x="347419" y="6409324"/>
            <a:ext cx="224082" cy="221156"/>
            <a:chOff x="4328868" y="5502988"/>
            <a:chExt cx="500307" cy="493774"/>
          </a:xfrm>
        </p:grpSpPr>
        <p:sp>
          <p:nvSpPr>
            <p:cNvPr id="39" name="Freeform 38">
              <a:hlinkClick r:id="" action="ppaction://hlinkshowjump?jump=previousslide"/>
            </p:cNvPr>
            <p:cNvSpPr>
              <a:spLocks/>
            </p:cNvSpPr>
            <p:nvPr userDrawn="1"/>
          </p:nvSpPr>
          <p:spPr bwMode="auto">
            <a:xfrm>
              <a:off x="4520555" y="5649754"/>
              <a:ext cx="116933" cy="200242"/>
            </a:xfrm>
            <a:custGeom>
              <a:avLst/>
              <a:gdLst>
                <a:gd name="T0" fmla="*/ 417 w 425"/>
                <a:gd name="T1" fmla="*/ 77 h 728"/>
                <a:gd name="T2" fmla="*/ 131 w 425"/>
                <a:gd name="T3" fmla="*/ 364 h 728"/>
                <a:gd name="T4" fmla="*/ 417 w 425"/>
                <a:gd name="T5" fmla="*/ 650 h 728"/>
                <a:gd name="T6" fmla="*/ 425 w 425"/>
                <a:gd name="T7" fmla="*/ 667 h 728"/>
                <a:gd name="T8" fmla="*/ 417 w 425"/>
                <a:gd name="T9" fmla="*/ 684 h 728"/>
                <a:gd name="T10" fmla="*/ 381 w 425"/>
                <a:gd name="T11" fmla="*/ 720 h 728"/>
                <a:gd name="T12" fmla="*/ 364 w 425"/>
                <a:gd name="T13" fmla="*/ 728 h 728"/>
                <a:gd name="T14" fmla="*/ 347 w 425"/>
                <a:gd name="T15" fmla="*/ 720 h 728"/>
                <a:gd name="T16" fmla="*/ 8 w 425"/>
                <a:gd name="T17" fmla="*/ 381 h 728"/>
                <a:gd name="T18" fmla="*/ 0 w 425"/>
                <a:gd name="T19" fmla="*/ 364 h 728"/>
                <a:gd name="T20" fmla="*/ 8 w 425"/>
                <a:gd name="T21" fmla="*/ 347 h 728"/>
                <a:gd name="T22" fmla="*/ 347 w 425"/>
                <a:gd name="T23" fmla="*/ 7 h 728"/>
                <a:gd name="T24" fmla="*/ 364 w 425"/>
                <a:gd name="T25" fmla="*/ 0 h 728"/>
                <a:gd name="T26" fmla="*/ 381 w 425"/>
                <a:gd name="T27" fmla="*/ 7 h 728"/>
                <a:gd name="T28" fmla="*/ 417 w 425"/>
                <a:gd name="T29" fmla="*/ 44 h 728"/>
                <a:gd name="T30" fmla="*/ 425 w 425"/>
                <a:gd name="T31" fmla="*/ 60 h 728"/>
                <a:gd name="T32" fmla="*/ 417 w 425"/>
                <a:gd name="T33" fmla="*/ 77 h 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25" h="728">
                  <a:moveTo>
                    <a:pt x="417" y="77"/>
                  </a:moveTo>
                  <a:cubicBezTo>
                    <a:pt x="131" y="364"/>
                    <a:pt x="131" y="364"/>
                    <a:pt x="131" y="364"/>
                  </a:cubicBezTo>
                  <a:cubicBezTo>
                    <a:pt x="417" y="650"/>
                    <a:pt x="417" y="650"/>
                    <a:pt x="417" y="650"/>
                  </a:cubicBezTo>
                  <a:cubicBezTo>
                    <a:pt x="422" y="655"/>
                    <a:pt x="425" y="661"/>
                    <a:pt x="425" y="667"/>
                  </a:cubicBezTo>
                  <a:cubicBezTo>
                    <a:pt x="425" y="673"/>
                    <a:pt x="422" y="680"/>
                    <a:pt x="417" y="684"/>
                  </a:cubicBezTo>
                  <a:cubicBezTo>
                    <a:pt x="381" y="720"/>
                    <a:pt x="381" y="720"/>
                    <a:pt x="381" y="720"/>
                  </a:cubicBezTo>
                  <a:cubicBezTo>
                    <a:pt x="377" y="725"/>
                    <a:pt x="370" y="728"/>
                    <a:pt x="364" y="728"/>
                  </a:cubicBezTo>
                  <a:cubicBezTo>
                    <a:pt x="358" y="728"/>
                    <a:pt x="352" y="725"/>
                    <a:pt x="347" y="720"/>
                  </a:cubicBezTo>
                  <a:cubicBezTo>
                    <a:pt x="8" y="381"/>
                    <a:pt x="8" y="381"/>
                    <a:pt x="8" y="381"/>
                  </a:cubicBezTo>
                  <a:cubicBezTo>
                    <a:pt x="3" y="376"/>
                    <a:pt x="0" y="369"/>
                    <a:pt x="0" y="364"/>
                  </a:cubicBezTo>
                  <a:cubicBezTo>
                    <a:pt x="0" y="358"/>
                    <a:pt x="3" y="351"/>
                    <a:pt x="8" y="347"/>
                  </a:cubicBezTo>
                  <a:cubicBezTo>
                    <a:pt x="347" y="7"/>
                    <a:pt x="347" y="7"/>
                    <a:pt x="347" y="7"/>
                  </a:cubicBezTo>
                  <a:cubicBezTo>
                    <a:pt x="352" y="3"/>
                    <a:pt x="358" y="0"/>
                    <a:pt x="364" y="0"/>
                  </a:cubicBezTo>
                  <a:cubicBezTo>
                    <a:pt x="370" y="0"/>
                    <a:pt x="377" y="3"/>
                    <a:pt x="381" y="7"/>
                  </a:cubicBezTo>
                  <a:cubicBezTo>
                    <a:pt x="417" y="44"/>
                    <a:pt x="417" y="44"/>
                    <a:pt x="417" y="44"/>
                  </a:cubicBezTo>
                  <a:cubicBezTo>
                    <a:pt x="422" y="48"/>
                    <a:pt x="425" y="54"/>
                    <a:pt x="425" y="60"/>
                  </a:cubicBezTo>
                  <a:cubicBezTo>
                    <a:pt x="425" y="66"/>
                    <a:pt x="422" y="73"/>
                    <a:pt x="417" y="77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40" name="Freeform 39">
              <a:hlinkClick r:id="" action="ppaction://hlinkshowjump?jump=previousslide"/>
            </p:cNvPr>
            <p:cNvSpPr>
              <a:spLocks noEditPoints="1"/>
            </p:cNvSpPr>
            <p:nvPr userDrawn="1"/>
          </p:nvSpPr>
          <p:spPr bwMode="auto">
            <a:xfrm>
              <a:off x="4328868" y="5502988"/>
              <a:ext cx="500307" cy="493774"/>
            </a:xfrm>
            <a:custGeom>
              <a:avLst/>
              <a:gdLst>
                <a:gd name="T0" fmla="*/ 2355 w 2753"/>
                <a:gd name="T1" fmla="*/ 114 h 2716"/>
                <a:gd name="T2" fmla="*/ 2639 w 2753"/>
                <a:gd name="T3" fmla="*/ 399 h 2716"/>
                <a:gd name="T4" fmla="*/ 2639 w 2753"/>
                <a:gd name="T5" fmla="*/ 2317 h 2716"/>
                <a:gd name="T6" fmla="*/ 2355 w 2753"/>
                <a:gd name="T7" fmla="*/ 2602 h 2716"/>
                <a:gd name="T8" fmla="*/ 398 w 2753"/>
                <a:gd name="T9" fmla="*/ 2602 h 2716"/>
                <a:gd name="T10" fmla="*/ 113 w 2753"/>
                <a:gd name="T11" fmla="*/ 2317 h 2716"/>
                <a:gd name="T12" fmla="*/ 113 w 2753"/>
                <a:gd name="T13" fmla="*/ 399 h 2716"/>
                <a:gd name="T14" fmla="*/ 398 w 2753"/>
                <a:gd name="T15" fmla="*/ 114 h 2716"/>
                <a:gd name="T16" fmla="*/ 2355 w 2753"/>
                <a:gd name="T17" fmla="*/ 114 h 2716"/>
                <a:gd name="T18" fmla="*/ 2355 w 2753"/>
                <a:gd name="T19" fmla="*/ 0 h 2716"/>
                <a:gd name="T20" fmla="*/ 398 w 2753"/>
                <a:gd name="T21" fmla="*/ 0 h 2716"/>
                <a:gd name="T22" fmla="*/ 0 w 2753"/>
                <a:gd name="T23" fmla="*/ 399 h 2716"/>
                <a:gd name="T24" fmla="*/ 0 w 2753"/>
                <a:gd name="T25" fmla="*/ 2317 h 2716"/>
                <a:gd name="T26" fmla="*/ 398 w 2753"/>
                <a:gd name="T27" fmla="*/ 2716 h 2716"/>
                <a:gd name="T28" fmla="*/ 2355 w 2753"/>
                <a:gd name="T29" fmla="*/ 2716 h 2716"/>
                <a:gd name="T30" fmla="*/ 2753 w 2753"/>
                <a:gd name="T31" fmla="*/ 2317 h 2716"/>
                <a:gd name="T32" fmla="*/ 2753 w 2753"/>
                <a:gd name="T33" fmla="*/ 399 h 2716"/>
                <a:gd name="T34" fmla="*/ 2355 w 2753"/>
                <a:gd name="T35" fmla="*/ 0 h 27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53" h="2716">
                  <a:moveTo>
                    <a:pt x="2355" y="114"/>
                  </a:moveTo>
                  <a:cubicBezTo>
                    <a:pt x="2512" y="114"/>
                    <a:pt x="2639" y="242"/>
                    <a:pt x="2639" y="399"/>
                  </a:cubicBezTo>
                  <a:cubicBezTo>
                    <a:pt x="2639" y="2317"/>
                    <a:pt x="2639" y="2317"/>
                    <a:pt x="2639" y="2317"/>
                  </a:cubicBezTo>
                  <a:cubicBezTo>
                    <a:pt x="2639" y="2474"/>
                    <a:pt x="2512" y="2602"/>
                    <a:pt x="2355" y="2602"/>
                  </a:cubicBezTo>
                  <a:cubicBezTo>
                    <a:pt x="398" y="2602"/>
                    <a:pt x="398" y="2602"/>
                    <a:pt x="398" y="2602"/>
                  </a:cubicBezTo>
                  <a:cubicBezTo>
                    <a:pt x="241" y="2602"/>
                    <a:pt x="113" y="2474"/>
                    <a:pt x="113" y="2317"/>
                  </a:cubicBezTo>
                  <a:cubicBezTo>
                    <a:pt x="113" y="399"/>
                    <a:pt x="113" y="399"/>
                    <a:pt x="113" y="399"/>
                  </a:cubicBezTo>
                  <a:cubicBezTo>
                    <a:pt x="113" y="242"/>
                    <a:pt x="241" y="114"/>
                    <a:pt x="398" y="114"/>
                  </a:cubicBezTo>
                  <a:cubicBezTo>
                    <a:pt x="2355" y="114"/>
                    <a:pt x="2355" y="114"/>
                    <a:pt x="2355" y="114"/>
                  </a:cubicBezTo>
                  <a:moveTo>
                    <a:pt x="2355" y="0"/>
                  </a:moveTo>
                  <a:cubicBezTo>
                    <a:pt x="398" y="0"/>
                    <a:pt x="398" y="0"/>
                    <a:pt x="398" y="0"/>
                  </a:cubicBezTo>
                  <a:cubicBezTo>
                    <a:pt x="178" y="0"/>
                    <a:pt x="0" y="179"/>
                    <a:pt x="0" y="399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0" y="2538"/>
                    <a:pt x="178" y="2716"/>
                    <a:pt x="398" y="2716"/>
                  </a:cubicBezTo>
                  <a:cubicBezTo>
                    <a:pt x="2355" y="2716"/>
                    <a:pt x="2355" y="2716"/>
                    <a:pt x="2355" y="2716"/>
                  </a:cubicBezTo>
                  <a:cubicBezTo>
                    <a:pt x="2575" y="2716"/>
                    <a:pt x="2753" y="2538"/>
                    <a:pt x="2753" y="2317"/>
                  </a:cubicBezTo>
                  <a:cubicBezTo>
                    <a:pt x="2753" y="399"/>
                    <a:pt x="2753" y="399"/>
                    <a:pt x="2753" y="399"/>
                  </a:cubicBezTo>
                  <a:cubicBezTo>
                    <a:pt x="2753" y="179"/>
                    <a:pt x="2575" y="0"/>
                    <a:pt x="2355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  <p:grpSp>
        <p:nvGrpSpPr>
          <p:cNvPr id="41" name="Group 40"/>
          <p:cNvGrpSpPr/>
          <p:nvPr userDrawn="1"/>
        </p:nvGrpSpPr>
        <p:grpSpPr>
          <a:xfrm flipH="1">
            <a:off x="657355" y="6409324"/>
            <a:ext cx="224082" cy="221156"/>
            <a:chOff x="4328868" y="5502988"/>
            <a:chExt cx="500307" cy="493774"/>
          </a:xfrm>
        </p:grpSpPr>
        <p:sp>
          <p:nvSpPr>
            <p:cNvPr id="42" name="Freeform 41">
              <a:hlinkClick r:id="" action="ppaction://hlinkshowjump?jump=nextslide"/>
            </p:cNvPr>
            <p:cNvSpPr>
              <a:spLocks/>
            </p:cNvSpPr>
            <p:nvPr userDrawn="1"/>
          </p:nvSpPr>
          <p:spPr bwMode="auto">
            <a:xfrm>
              <a:off x="4520556" y="5649754"/>
              <a:ext cx="116933" cy="200242"/>
            </a:xfrm>
            <a:custGeom>
              <a:avLst/>
              <a:gdLst>
                <a:gd name="T0" fmla="*/ 417 w 425"/>
                <a:gd name="T1" fmla="*/ 77 h 728"/>
                <a:gd name="T2" fmla="*/ 131 w 425"/>
                <a:gd name="T3" fmla="*/ 364 h 728"/>
                <a:gd name="T4" fmla="*/ 417 w 425"/>
                <a:gd name="T5" fmla="*/ 650 h 728"/>
                <a:gd name="T6" fmla="*/ 425 w 425"/>
                <a:gd name="T7" fmla="*/ 667 h 728"/>
                <a:gd name="T8" fmla="*/ 417 w 425"/>
                <a:gd name="T9" fmla="*/ 684 h 728"/>
                <a:gd name="T10" fmla="*/ 381 w 425"/>
                <a:gd name="T11" fmla="*/ 720 h 728"/>
                <a:gd name="T12" fmla="*/ 364 w 425"/>
                <a:gd name="T13" fmla="*/ 728 h 728"/>
                <a:gd name="T14" fmla="*/ 347 w 425"/>
                <a:gd name="T15" fmla="*/ 720 h 728"/>
                <a:gd name="T16" fmla="*/ 8 w 425"/>
                <a:gd name="T17" fmla="*/ 381 h 728"/>
                <a:gd name="T18" fmla="*/ 0 w 425"/>
                <a:gd name="T19" fmla="*/ 364 h 728"/>
                <a:gd name="T20" fmla="*/ 8 w 425"/>
                <a:gd name="T21" fmla="*/ 347 h 728"/>
                <a:gd name="T22" fmla="*/ 347 w 425"/>
                <a:gd name="T23" fmla="*/ 7 h 728"/>
                <a:gd name="T24" fmla="*/ 364 w 425"/>
                <a:gd name="T25" fmla="*/ 0 h 728"/>
                <a:gd name="T26" fmla="*/ 381 w 425"/>
                <a:gd name="T27" fmla="*/ 7 h 728"/>
                <a:gd name="T28" fmla="*/ 417 w 425"/>
                <a:gd name="T29" fmla="*/ 44 h 728"/>
                <a:gd name="T30" fmla="*/ 425 w 425"/>
                <a:gd name="T31" fmla="*/ 60 h 728"/>
                <a:gd name="T32" fmla="*/ 417 w 425"/>
                <a:gd name="T33" fmla="*/ 77 h 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25" h="728">
                  <a:moveTo>
                    <a:pt x="417" y="77"/>
                  </a:moveTo>
                  <a:cubicBezTo>
                    <a:pt x="131" y="364"/>
                    <a:pt x="131" y="364"/>
                    <a:pt x="131" y="364"/>
                  </a:cubicBezTo>
                  <a:cubicBezTo>
                    <a:pt x="417" y="650"/>
                    <a:pt x="417" y="650"/>
                    <a:pt x="417" y="650"/>
                  </a:cubicBezTo>
                  <a:cubicBezTo>
                    <a:pt x="422" y="655"/>
                    <a:pt x="425" y="661"/>
                    <a:pt x="425" y="667"/>
                  </a:cubicBezTo>
                  <a:cubicBezTo>
                    <a:pt x="425" y="673"/>
                    <a:pt x="422" y="680"/>
                    <a:pt x="417" y="684"/>
                  </a:cubicBezTo>
                  <a:cubicBezTo>
                    <a:pt x="381" y="720"/>
                    <a:pt x="381" y="720"/>
                    <a:pt x="381" y="720"/>
                  </a:cubicBezTo>
                  <a:cubicBezTo>
                    <a:pt x="377" y="725"/>
                    <a:pt x="370" y="728"/>
                    <a:pt x="364" y="728"/>
                  </a:cubicBezTo>
                  <a:cubicBezTo>
                    <a:pt x="358" y="728"/>
                    <a:pt x="352" y="725"/>
                    <a:pt x="347" y="720"/>
                  </a:cubicBezTo>
                  <a:cubicBezTo>
                    <a:pt x="8" y="381"/>
                    <a:pt x="8" y="381"/>
                    <a:pt x="8" y="381"/>
                  </a:cubicBezTo>
                  <a:cubicBezTo>
                    <a:pt x="3" y="376"/>
                    <a:pt x="0" y="369"/>
                    <a:pt x="0" y="364"/>
                  </a:cubicBezTo>
                  <a:cubicBezTo>
                    <a:pt x="0" y="358"/>
                    <a:pt x="3" y="351"/>
                    <a:pt x="8" y="347"/>
                  </a:cubicBezTo>
                  <a:cubicBezTo>
                    <a:pt x="347" y="7"/>
                    <a:pt x="347" y="7"/>
                    <a:pt x="347" y="7"/>
                  </a:cubicBezTo>
                  <a:cubicBezTo>
                    <a:pt x="352" y="3"/>
                    <a:pt x="358" y="0"/>
                    <a:pt x="364" y="0"/>
                  </a:cubicBezTo>
                  <a:cubicBezTo>
                    <a:pt x="370" y="0"/>
                    <a:pt x="377" y="3"/>
                    <a:pt x="381" y="7"/>
                  </a:cubicBezTo>
                  <a:cubicBezTo>
                    <a:pt x="417" y="44"/>
                    <a:pt x="417" y="44"/>
                    <a:pt x="417" y="44"/>
                  </a:cubicBezTo>
                  <a:cubicBezTo>
                    <a:pt x="422" y="48"/>
                    <a:pt x="425" y="54"/>
                    <a:pt x="425" y="60"/>
                  </a:cubicBezTo>
                  <a:cubicBezTo>
                    <a:pt x="425" y="66"/>
                    <a:pt x="422" y="73"/>
                    <a:pt x="417" y="77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43" name="Freeform 42">
              <a:hlinkClick r:id="" action="ppaction://hlinkshowjump?jump=nextslide"/>
            </p:cNvPr>
            <p:cNvSpPr>
              <a:spLocks noEditPoints="1"/>
            </p:cNvSpPr>
            <p:nvPr userDrawn="1"/>
          </p:nvSpPr>
          <p:spPr bwMode="auto">
            <a:xfrm>
              <a:off x="4328868" y="5502988"/>
              <a:ext cx="500307" cy="493774"/>
            </a:xfrm>
            <a:custGeom>
              <a:avLst/>
              <a:gdLst>
                <a:gd name="T0" fmla="*/ 2355 w 2753"/>
                <a:gd name="T1" fmla="*/ 114 h 2716"/>
                <a:gd name="T2" fmla="*/ 2639 w 2753"/>
                <a:gd name="T3" fmla="*/ 399 h 2716"/>
                <a:gd name="T4" fmla="*/ 2639 w 2753"/>
                <a:gd name="T5" fmla="*/ 2317 h 2716"/>
                <a:gd name="T6" fmla="*/ 2355 w 2753"/>
                <a:gd name="T7" fmla="*/ 2602 h 2716"/>
                <a:gd name="T8" fmla="*/ 398 w 2753"/>
                <a:gd name="T9" fmla="*/ 2602 h 2716"/>
                <a:gd name="T10" fmla="*/ 113 w 2753"/>
                <a:gd name="T11" fmla="*/ 2317 h 2716"/>
                <a:gd name="T12" fmla="*/ 113 w 2753"/>
                <a:gd name="T13" fmla="*/ 399 h 2716"/>
                <a:gd name="T14" fmla="*/ 398 w 2753"/>
                <a:gd name="T15" fmla="*/ 114 h 2716"/>
                <a:gd name="T16" fmla="*/ 2355 w 2753"/>
                <a:gd name="T17" fmla="*/ 114 h 2716"/>
                <a:gd name="T18" fmla="*/ 2355 w 2753"/>
                <a:gd name="T19" fmla="*/ 0 h 2716"/>
                <a:gd name="T20" fmla="*/ 398 w 2753"/>
                <a:gd name="T21" fmla="*/ 0 h 2716"/>
                <a:gd name="T22" fmla="*/ 0 w 2753"/>
                <a:gd name="T23" fmla="*/ 399 h 2716"/>
                <a:gd name="T24" fmla="*/ 0 w 2753"/>
                <a:gd name="T25" fmla="*/ 2317 h 2716"/>
                <a:gd name="T26" fmla="*/ 398 w 2753"/>
                <a:gd name="T27" fmla="*/ 2716 h 2716"/>
                <a:gd name="T28" fmla="*/ 2355 w 2753"/>
                <a:gd name="T29" fmla="*/ 2716 h 2716"/>
                <a:gd name="T30" fmla="*/ 2753 w 2753"/>
                <a:gd name="T31" fmla="*/ 2317 h 2716"/>
                <a:gd name="T32" fmla="*/ 2753 w 2753"/>
                <a:gd name="T33" fmla="*/ 399 h 2716"/>
                <a:gd name="T34" fmla="*/ 2355 w 2753"/>
                <a:gd name="T35" fmla="*/ 0 h 27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53" h="2716">
                  <a:moveTo>
                    <a:pt x="2355" y="114"/>
                  </a:moveTo>
                  <a:cubicBezTo>
                    <a:pt x="2512" y="114"/>
                    <a:pt x="2639" y="242"/>
                    <a:pt x="2639" y="399"/>
                  </a:cubicBezTo>
                  <a:cubicBezTo>
                    <a:pt x="2639" y="2317"/>
                    <a:pt x="2639" y="2317"/>
                    <a:pt x="2639" y="2317"/>
                  </a:cubicBezTo>
                  <a:cubicBezTo>
                    <a:pt x="2639" y="2474"/>
                    <a:pt x="2512" y="2602"/>
                    <a:pt x="2355" y="2602"/>
                  </a:cubicBezTo>
                  <a:cubicBezTo>
                    <a:pt x="398" y="2602"/>
                    <a:pt x="398" y="2602"/>
                    <a:pt x="398" y="2602"/>
                  </a:cubicBezTo>
                  <a:cubicBezTo>
                    <a:pt x="241" y="2602"/>
                    <a:pt x="113" y="2474"/>
                    <a:pt x="113" y="2317"/>
                  </a:cubicBezTo>
                  <a:cubicBezTo>
                    <a:pt x="113" y="399"/>
                    <a:pt x="113" y="399"/>
                    <a:pt x="113" y="399"/>
                  </a:cubicBezTo>
                  <a:cubicBezTo>
                    <a:pt x="113" y="242"/>
                    <a:pt x="241" y="114"/>
                    <a:pt x="398" y="114"/>
                  </a:cubicBezTo>
                  <a:cubicBezTo>
                    <a:pt x="2355" y="114"/>
                    <a:pt x="2355" y="114"/>
                    <a:pt x="2355" y="114"/>
                  </a:cubicBezTo>
                  <a:moveTo>
                    <a:pt x="2355" y="0"/>
                  </a:moveTo>
                  <a:cubicBezTo>
                    <a:pt x="398" y="0"/>
                    <a:pt x="398" y="0"/>
                    <a:pt x="398" y="0"/>
                  </a:cubicBezTo>
                  <a:cubicBezTo>
                    <a:pt x="178" y="0"/>
                    <a:pt x="0" y="179"/>
                    <a:pt x="0" y="399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0" y="2538"/>
                    <a:pt x="178" y="2716"/>
                    <a:pt x="398" y="2716"/>
                  </a:cubicBezTo>
                  <a:cubicBezTo>
                    <a:pt x="2355" y="2716"/>
                    <a:pt x="2355" y="2716"/>
                    <a:pt x="2355" y="2716"/>
                  </a:cubicBezTo>
                  <a:cubicBezTo>
                    <a:pt x="2575" y="2716"/>
                    <a:pt x="2753" y="2538"/>
                    <a:pt x="2753" y="2317"/>
                  </a:cubicBezTo>
                  <a:cubicBezTo>
                    <a:pt x="2753" y="399"/>
                    <a:pt x="2753" y="399"/>
                    <a:pt x="2753" y="399"/>
                  </a:cubicBezTo>
                  <a:cubicBezTo>
                    <a:pt x="2753" y="179"/>
                    <a:pt x="2575" y="0"/>
                    <a:pt x="2355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  <p:grpSp>
        <p:nvGrpSpPr>
          <p:cNvPr id="33" name="Group 32"/>
          <p:cNvGrpSpPr/>
          <p:nvPr userDrawn="1"/>
        </p:nvGrpSpPr>
        <p:grpSpPr>
          <a:xfrm flipH="1">
            <a:off x="1036725" y="1090208"/>
            <a:ext cx="93144" cy="590448"/>
            <a:chOff x="7711341" y="589735"/>
            <a:chExt cx="93144" cy="590448"/>
          </a:xfrm>
        </p:grpSpPr>
        <p:sp>
          <p:nvSpPr>
            <p:cNvPr id="36" name="Freeform 5"/>
            <p:cNvSpPr>
              <a:spLocks/>
            </p:cNvSpPr>
            <p:nvPr/>
          </p:nvSpPr>
          <p:spPr bwMode="auto">
            <a:xfrm>
              <a:off x="7711341" y="589735"/>
              <a:ext cx="93144" cy="93144"/>
            </a:xfrm>
            <a:custGeom>
              <a:avLst/>
              <a:gdLst>
                <a:gd name="T0" fmla="*/ 731 w 1169"/>
                <a:gd name="T1" fmla="*/ 0 h 1169"/>
                <a:gd name="T2" fmla="*/ 0 w 1169"/>
                <a:gd name="T3" fmla="*/ 0 h 1169"/>
                <a:gd name="T4" fmla="*/ 0 w 1169"/>
                <a:gd name="T5" fmla="*/ 731 h 1169"/>
                <a:gd name="T6" fmla="*/ 439 w 1169"/>
                <a:gd name="T7" fmla="*/ 1169 h 1169"/>
                <a:gd name="T8" fmla="*/ 1169 w 1169"/>
                <a:gd name="T9" fmla="*/ 1169 h 1169"/>
                <a:gd name="T10" fmla="*/ 1169 w 1169"/>
                <a:gd name="T11" fmla="*/ 439 h 1169"/>
                <a:gd name="T12" fmla="*/ 731 w 1169"/>
                <a:gd name="T13" fmla="*/ 0 h 1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69" h="1169">
                  <a:moveTo>
                    <a:pt x="73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731"/>
                    <a:pt x="0" y="731"/>
                    <a:pt x="0" y="731"/>
                  </a:cubicBezTo>
                  <a:cubicBezTo>
                    <a:pt x="0" y="973"/>
                    <a:pt x="196" y="1169"/>
                    <a:pt x="439" y="1169"/>
                  </a:cubicBezTo>
                  <a:cubicBezTo>
                    <a:pt x="1169" y="1169"/>
                    <a:pt x="1169" y="1169"/>
                    <a:pt x="1169" y="1169"/>
                  </a:cubicBezTo>
                  <a:cubicBezTo>
                    <a:pt x="1169" y="439"/>
                    <a:pt x="1169" y="439"/>
                    <a:pt x="1169" y="439"/>
                  </a:cubicBezTo>
                  <a:cubicBezTo>
                    <a:pt x="1169" y="196"/>
                    <a:pt x="973" y="0"/>
                    <a:pt x="731" y="0"/>
                  </a:cubicBez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37" name="Freeform 5"/>
            <p:cNvSpPr>
              <a:spLocks/>
            </p:cNvSpPr>
            <p:nvPr/>
          </p:nvSpPr>
          <p:spPr bwMode="auto">
            <a:xfrm>
              <a:off x="7711341" y="714061"/>
              <a:ext cx="93144" cy="93144"/>
            </a:xfrm>
            <a:custGeom>
              <a:avLst/>
              <a:gdLst>
                <a:gd name="T0" fmla="*/ 731 w 1169"/>
                <a:gd name="T1" fmla="*/ 0 h 1169"/>
                <a:gd name="T2" fmla="*/ 0 w 1169"/>
                <a:gd name="T3" fmla="*/ 0 h 1169"/>
                <a:gd name="T4" fmla="*/ 0 w 1169"/>
                <a:gd name="T5" fmla="*/ 731 h 1169"/>
                <a:gd name="T6" fmla="*/ 439 w 1169"/>
                <a:gd name="T7" fmla="*/ 1169 h 1169"/>
                <a:gd name="T8" fmla="*/ 1169 w 1169"/>
                <a:gd name="T9" fmla="*/ 1169 h 1169"/>
                <a:gd name="T10" fmla="*/ 1169 w 1169"/>
                <a:gd name="T11" fmla="*/ 439 h 1169"/>
                <a:gd name="T12" fmla="*/ 731 w 1169"/>
                <a:gd name="T13" fmla="*/ 0 h 1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69" h="1169">
                  <a:moveTo>
                    <a:pt x="73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731"/>
                    <a:pt x="0" y="731"/>
                    <a:pt x="0" y="731"/>
                  </a:cubicBezTo>
                  <a:cubicBezTo>
                    <a:pt x="0" y="973"/>
                    <a:pt x="196" y="1169"/>
                    <a:pt x="439" y="1169"/>
                  </a:cubicBezTo>
                  <a:cubicBezTo>
                    <a:pt x="1169" y="1169"/>
                    <a:pt x="1169" y="1169"/>
                    <a:pt x="1169" y="1169"/>
                  </a:cubicBezTo>
                  <a:cubicBezTo>
                    <a:pt x="1169" y="439"/>
                    <a:pt x="1169" y="439"/>
                    <a:pt x="1169" y="439"/>
                  </a:cubicBezTo>
                  <a:cubicBezTo>
                    <a:pt x="1169" y="196"/>
                    <a:pt x="973" y="0"/>
                    <a:pt x="731" y="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38" name="Freeform 5"/>
            <p:cNvSpPr>
              <a:spLocks/>
            </p:cNvSpPr>
            <p:nvPr/>
          </p:nvSpPr>
          <p:spPr bwMode="auto">
            <a:xfrm>
              <a:off x="7711341" y="838387"/>
              <a:ext cx="93144" cy="93144"/>
            </a:xfrm>
            <a:custGeom>
              <a:avLst/>
              <a:gdLst>
                <a:gd name="T0" fmla="*/ 731 w 1169"/>
                <a:gd name="T1" fmla="*/ 0 h 1169"/>
                <a:gd name="T2" fmla="*/ 0 w 1169"/>
                <a:gd name="T3" fmla="*/ 0 h 1169"/>
                <a:gd name="T4" fmla="*/ 0 w 1169"/>
                <a:gd name="T5" fmla="*/ 731 h 1169"/>
                <a:gd name="T6" fmla="*/ 439 w 1169"/>
                <a:gd name="T7" fmla="*/ 1169 h 1169"/>
                <a:gd name="T8" fmla="*/ 1169 w 1169"/>
                <a:gd name="T9" fmla="*/ 1169 h 1169"/>
                <a:gd name="T10" fmla="*/ 1169 w 1169"/>
                <a:gd name="T11" fmla="*/ 439 h 1169"/>
                <a:gd name="T12" fmla="*/ 731 w 1169"/>
                <a:gd name="T13" fmla="*/ 0 h 1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69" h="1169">
                  <a:moveTo>
                    <a:pt x="73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731"/>
                    <a:pt x="0" y="731"/>
                    <a:pt x="0" y="731"/>
                  </a:cubicBezTo>
                  <a:cubicBezTo>
                    <a:pt x="0" y="973"/>
                    <a:pt x="196" y="1169"/>
                    <a:pt x="439" y="1169"/>
                  </a:cubicBezTo>
                  <a:cubicBezTo>
                    <a:pt x="1169" y="1169"/>
                    <a:pt x="1169" y="1169"/>
                    <a:pt x="1169" y="1169"/>
                  </a:cubicBezTo>
                  <a:cubicBezTo>
                    <a:pt x="1169" y="439"/>
                    <a:pt x="1169" y="439"/>
                    <a:pt x="1169" y="439"/>
                  </a:cubicBezTo>
                  <a:cubicBezTo>
                    <a:pt x="1169" y="196"/>
                    <a:pt x="973" y="0"/>
                    <a:pt x="731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44" name="Freeform 5"/>
            <p:cNvSpPr>
              <a:spLocks/>
            </p:cNvSpPr>
            <p:nvPr/>
          </p:nvSpPr>
          <p:spPr bwMode="auto">
            <a:xfrm>
              <a:off x="7711341" y="962713"/>
              <a:ext cx="93144" cy="93144"/>
            </a:xfrm>
            <a:custGeom>
              <a:avLst/>
              <a:gdLst>
                <a:gd name="T0" fmla="*/ 731 w 1169"/>
                <a:gd name="T1" fmla="*/ 0 h 1169"/>
                <a:gd name="T2" fmla="*/ 0 w 1169"/>
                <a:gd name="T3" fmla="*/ 0 h 1169"/>
                <a:gd name="T4" fmla="*/ 0 w 1169"/>
                <a:gd name="T5" fmla="*/ 731 h 1169"/>
                <a:gd name="T6" fmla="*/ 439 w 1169"/>
                <a:gd name="T7" fmla="*/ 1169 h 1169"/>
                <a:gd name="T8" fmla="*/ 1169 w 1169"/>
                <a:gd name="T9" fmla="*/ 1169 h 1169"/>
                <a:gd name="T10" fmla="*/ 1169 w 1169"/>
                <a:gd name="T11" fmla="*/ 439 h 1169"/>
                <a:gd name="T12" fmla="*/ 731 w 1169"/>
                <a:gd name="T13" fmla="*/ 0 h 1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69" h="1169">
                  <a:moveTo>
                    <a:pt x="73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731"/>
                    <a:pt x="0" y="731"/>
                    <a:pt x="0" y="731"/>
                  </a:cubicBezTo>
                  <a:cubicBezTo>
                    <a:pt x="0" y="973"/>
                    <a:pt x="196" y="1169"/>
                    <a:pt x="439" y="1169"/>
                  </a:cubicBezTo>
                  <a:cubicBezTo>
                    <a:pt x="1169" y="1169"/>
                    <a:pt x="1169" y="1169"/>
                    <a:pt x="1169" y="1169"/>
                  </a:cubicBezTo>
                  <a:cubicBezTo>
                    <a:pt x="1169" y="439"/>
                    <a:pt x="1169" y="439"/>
                    <a:pt x="1169" y="439"/>
                  </a:cubicBezTo>
                  <a:cubicBezTo>
                    <a:pt x="1169" y="196"/>
                    <a:pt x="973" y="0"/>
                    <a:pt x="731" y="0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45" name="Freeform 5"/>
            <p:cNvSpPr>
              <a:spLocks/>
            </p:cNvSpPr>
            <p:nvPr/>
          </p:nvSpPr>
          <p:spPr bwMode="auto">
            <a:xfrm>
              <a:off x="7711341" y="1087039"/>
              <a:ext cx="93144" cy="93144"/>
            </a:xfrm>
            <a:custGeom>
              <a:avLst/>
              <a:gdLst>
                <a:gd name="T0" fmla="*/ 731 w 1169"/>
                <a:gd name="T1" fmla="*/ 0 h 1169"/>
                <a:gd name="T2" fmla="*/ 0 w 1169"/>
                <a:gd name="T3" fmla="*/ 0 h 1169"/>
                <a:gd name="T4" fmla="*/ 0 w 1169"/>
                <a:gd name="T5" fmla="*/ 731 h 1169"/>
                <a:gd name="T6" fmla="*/ 439 w 1169"/>
                <a:gd name="T7" fmla="*/ 1169 h 1169"/>
                <a:gd name="T8" fmla="*/ 1169 w 1169"/>
                <a:gd name="T9" fmla="*/ 1169 h 1169"/>
                <a:gd name="T10" fmla="*/ 1169 w 1169"/>
                <a:gd name="T11" fmla="*/ 439 h 1169"/>
                <a:gd name="T12" fmla="*/ 731 w 1169"/>
                <a:gd name="T13" fmla="*/ 0 h 1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69" h="1169">
                  <a:moveTo>
                    <a:pt x="73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731"/>
                    <a:pt x="0" y="731"/>
                    <a:pt x="0" y="731"/>
                  </a:cubicBezTo>
                  <a:cubicBezTo>
                    <a:pt x="0" y="973"/>
                    <a:pt x="196" y="1169"/>
                    <a:pt x="439" y="1169"/>
                  </a:cubicBezTo>
                  <a:cubicBezTo>
                    <a:pt x="1169" y="1169"/>
                    <a:pt x="1169" y="1169"/>
                    <a:pt x="1169" y="1169"/>
                  </a:cubicBezTo>
                  <a:cubicBezTo>
                    <a:pt x="1169" y="439"/>
                    <a:pt x="1169" y="439"/>
                    <a:pt x="1169" y="439"/>
                  </a:cubicBezTo>
                  <a:cubicBezTo>
                    <a:pt x="1169" y="196"/>
                    <a:pt x="973" y="0"/>
                    <a:pt x="731" y="0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</p:spTree>
    <p:extLst>
      <p:ext uri="{BB962C8B-B14F-4D97-AF65-F5344CB8AC3E}">
        <p14:creationId xmlns:p14="http://schemas.microsoft.com/office/powerpoint/2010/main" val="3504664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20" grpId="0" animBg="1"/>
      <p:bldP spid="21" grpId="0"/>
      <p:bldP spid="34" grpId="0"/>
    </p:bldLst>
  </p:timing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5"/>
          <p:cNvSpPr>
            <a:spLocks/>
          </p:cNvSpPr>
          <p:nvPr userDrawn="1"/>
        </p:nvSpPr>
        <p:spPr bwMode="auto">
          <a:xfrm flipH="1">
            <a:off x="9930136" y="-637092"/>
            <a:ext cx="2711791" cy="2711789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3" name="Freeform 5"/>
          <p:cNvSpPr>
            <a:spLocks/>
          </p:cNvSpPr>
          <p:nvPr userDrawn="1"/>
        </p:nvSpPr>
        <p:spPr bwMode="auto">
          <a:xfrm flipH="1">
            <a:off x="8535301" y="921256"/>
            <a:ext cx="982576" cy="982576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4" name="Freeform 5"/>
          <p:cNvSpPr>
            <a:spLocks/>
          </p:cNvSpPr>
          <p:nvPr userDrawn="1"/>
        </p:nvSpPr>
        <p:spPr bwMode="auto">
          <a:xfrm flipH="1">
            <a:off x="8690348" y="-296897"/>
            <a:ext cx="672480" cy="67248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5" name="Freeform 5"/>
          <p:cNvSpPr>
            <a:spLocks/>
          </p:cNvSpPr>
          <p:nvPr userDrawn="1"/>
        </p:nvSpPr>
        <p:spPr bwMode="auto">
          <a:xfrm flipH="1">
            <a:off x="6892774" y="1381250"/>
            <a:ext cx="1081310" cy="108131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6" name="Freeform 5"/>
          <p:cNvSpPr>
            <a:spLocks/>
          </p:cNvSpPr>
          <p:nvPr userDrawn="1"/>
        </p:nvSpPr>
        <p:spPr bwMode="auto">
          <a:xfrm flipH="1">
            <a:off x="7490451" y="215697"/>
            <a:ext cx="521440" cy="52144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7" name="Freeform 5"/>
          <p:cNvSpPr>
            <a:spLocks/>
          </p:cNvSpPr>
          <p:nvPr userDrawn="1"/>
        </p:nvSpPr>
        <p:spPr bwMode="auto">
          <a:xfrm flipH="1">
            <a:off x="9305255" y="2655843"/>
            <a:ext cx="1337469" cy="1337469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8" name="Freeform 5"/>
          <p:cNvSpPr>
            <a:spLocks/>
          </p:cNvSpPr>
          <p:nvPr userDrawn="1"/>
        </p:nvSpPr>
        <p:spPr bwMode="auto">
          <a:xfrm flipH="1">
            <a:off x="11073361" y="2461388"/>
            <a:ext cx="672480" cy="67248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9" name="Freeform 5"/>
          <p:cNvSpPr>
            <a:spLocks/>
          </p:cNvSpPr>
          <p:nvPr userDrawn="1"/>
        </p:nvSpPr>
        <p:spPr bwMode="auto">
          <a:xfrm flipH="1">
            <a:off x="10870156" y="3855256"/>
            <a:ext cx="521440" cy="52144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0" name="Freeform 5"/>
          <p:cNvSpPr>
            <a:spLocks/>
          </p:cNvSpPr>
          <p:nvPr userDrawn="1"/>
        </p:nvSpPr>
        <p:spPr bwMode="auto">
          <a:xfrm flipH="1">
            <a:off x="8352858" y="2453988"/>
            <a:ext cx="521761" cy="521761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1" name="Freeform 5"/>
          <p:cNvSpPr>
            <a:spLocks/>
          </p:cNvSpPr>
          <p:nvPr userDrawn="1"/>
        </p:nvSpPr>
        <p:spPr bwMode="auto">
          <a:xfrm flipH="1">
            <a:off x="11801991" y="3355185"/>
            <a:ext cx="672480" cy="67248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2" name="Freeform 5"/>
          <p:cNvSpPr>
            <a:spLocks/>
          </p:cNvSpPr>
          <p:nvPr userDrawn="1"/>
        </p:nvSpPr>
        <p:spPr bwMode="auto">
          <a:xfrm flipH="1">
            <a:off x="12086289" y="2172540"/>
            <a:ext cx="385460" cy="38546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0" name="Freeform 5"/>
          <p:cNvSpPr>
            <a:spLocks/>
          </p:cNvSpPr>
          <p:nvPr userDrawn="1"/>
        </p:nvSpPr>
        <p:spPr bwMode="auto">
          <a:xfrm flipH="1">
            <a:off x="11486507" y="174661"/>
            <a:ext cx="530831" cy="530831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1" name="TextBox 20"/>
          <p:cNvSpPr txBox="1"/>
          <p:nvPr userDrawn="1"/>
        </p:nvSpPr>
        <p:spPr>
          <a:xfrm>
            <a:off x="11526134" y="245136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60E2A6B-A809-4840-BF14-8648BC0BDF87}" type="slidenum">
              <a:rPr lang="id-ID" sz="1800" b="1" smtClean="0">
                <a:solidFill>
                  <a:schemeClr val="bg1"/>
                </a:solidFill>
              </a:rPr>
              <a:pPr algn="ctr"/>
              <a:t>‹#›</a:t>
            </a:fld>
            <a:endParaRPr lang="id-ID" sz="1800" dirty="0">
              <a:solidFill>
                <a:schemeClr val="bg1"/>
              </a:solidFill>
            </a:endParaRPr>
          </a:p>
        </p:txBody>
      </p:sp>
      <p:sp>
        <p:nvSpPr>
          <p:cNvPr id="34" name="TextBox 33"/>
          <p:cNvSpPr txBox="1"/>
          <p:nvPr userDrawn="1"/>
        </p:nvSpPr>
        <p:spPr>
          <a:xfrm>
            <a:off x="956885" y="6409324"/>
            <a:ext cx="174599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050" b="1" dirty="0" smtClean="0">
                <a:solidFill>
                  <a:schemeClr val="accent1">
                    <a:lumMod val="75000"/>
                  </a:schemeClr>
                </a:solidFill>
                <a:latin typeface="Raleway" panose="020B0003030101060003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Kupat</a:t>
            </a:r>
            <a:r>
              <a:rPr lang="id-ID" sz="1050" b="1" baseline="0" dirty="0" smtClean="0">
                <a:solidFill>
                  <a:schemeClr val="accent1">
                    <a:lumMod val="75000"/>
                  </a:schemeClr>
                </a:solidFill>
                <a:latin typeface="Raleway" panose="020B0003030101060003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Tahu </a:t>
            </a:r>
            <a:r>
              <a:rPr lang="id-ID" sz="1050" dirty="0" smtClean="0">
                <a:solidFill>
                  <a:schemeClr val="bg1">
                    <a:lumMod val="65000"/>
                  </a:schemeClr>
                </a:solidFill>
                <a:latin typeface="Raleway" panose="020B0003030101060003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Presentation</a:t>
            </a:r>
            <a:endParaRPr lang="en-US" sz="1050" dirty="0">
              <a:solidFill>
                <a:schemeClr val="bg1">
                  <a:lumMod val="65000"/>
                </a:schemeClr>
              </a:solidFill>
              <a:latin typeface="Raleway" panose="020B0003030101060003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35" name="Group 34"/>
          <p:cNvGrpSpPr/>
          <p:nvPr userDrawn="1"/>
        </p:nvGrpSpPr>
        <p:grpSpPr>
          <a:xfrm>
            <a:off x="347419" y="6409324"/>
            <a:ext cx="224082" cy="221156"/>
            <a:chOff x="4328868" y="5502988"/>
            <a:chExt cx="500307" cy="493774"/>
          </a:xfrm>
        </p:grpSpPr>
        <p:sp>
          <p:nvSpPr>
            <p:cNvPr id="39" name="Freeform 38">
              <a:hlinkClick r:id="" action="ppaction://hlinkshowjump?jump=previousslide"/>
            </p:cNvPr>
            <p:cNvSpPr>
              <a:spLocks/>
            </p:cNvSpPr>
            <p:nvPr userDrawn="1"/>
          </p:nvSpPr>
          <p:spPr bwMode="auto">
            <a:xfrm>
              <a:off x="4520555" y="5649754"/>
              <a:ext cx="116933" cy="200242"/>
            </a:xfrm>
            <a:custGeom>
              <a:avLst/>
              <a:gdLst>
                <a:gd name="T0" fmla="*/ 417 w 425"/>
                <a:gd name="T1" fmla="*/ 77 h 728"/>
                <a:gd name="T2" fmla="*/ 131 w 425"/>
                <a:gd name="T3" fmla="*/ 364 h 728"/>
                <a:gd name="T4" fmla="*/ 417 w 425"/>
                <a:gd name="T5" fmla="*/ 650 h 728"/>
                <a:gd name="T6" fmla="*/ 425 w 425"/>
                <a:gd name="T7" fmla="*/ 667 h 728"/>
                <a:gd name="T8" fmla="*/ 417 w 425"/>
                <a:gd name="T9" fmla="*/ 684 h 728"/>
                <a:gd name="T10" fmla="*/ 381 w 425"/>
                <a:gd name="T11" fmla="*/ 720 h 728"/>
                <a:gd name="T12" fmla="*/ 364 w 425"/>
                <a:gd name="T13" fmla="*/ 728 h 728"/>
                <a:gd name="T14" fmla="*/ 347 w 425"/>
                <a:gd name="T15" fmla="*/ 720 h 728"/>
                <a:gd name="T16" fmla="*/ 8 w 425"/>
                <a:gd name="T17" fmla="*/ 381 h 728"/>
                <a:gd name="T18" fmla="*/ 0 w 425"/>
                <a:gd name="T19" fmla="*/ 364 h 728"/>
                <a:gd name="T20" fmla="*/ 8 w 425"/>
                <a:gd name="T21" fmla="*/ 347 h 728"/>
                <a:gd name="T22" fmla="*/ 347 w 425"/>
                <a:gd name="T23" fmla="*/ 7 h 728"/>
                <a:gd name="T24" fmla="*/ 364 w 425"/>
                <a:gd name="T25" fmla="*/ 0 h 728"/>
                <a:gd name="T26" fmla="*/ 381 w 425"/>
                <a:gd name="T27" fmla="*/ 7 h 728"/>
                <a:gd name="T28" fmla="*/ 417 w 425"/>
                <a:gd name="T29" fmla="*/ 44 h 728"/>
                <a:gd name="T30" fmla="*/ 425 w 425"/>
                <a:gd name="T31" fmla="*/ 60 h 728"/>
                <a:gd name="T32" fmla="*/ 417 w 425"/>
                <a:gd name="T33" fmla="*/ 77 h 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25" h="728">
                  <a:moveTo>
                    <a:pt x="417" y="77"/>
                  </a:moveTo>
                  <a:cubicBezTo>
                    <a:pt x="131" y="364"/>
                    <a:pt x="131" y="364"/>
                    <a:pt x="131" y="364"/>
                  </a:cubicBezTo>
                  <a:cubicBezTo>
                    <a:pt x="417" y="650"/>
                    <a:pt x="417" y="650"/>
                    <a:pt x="417" y="650"/>
                  </a:cubicBezTo>
                  <a:cubicBezTo>
                    <a:pt x="422" y="655"/>
                    <a:pt x="425" y="661"/>
                    <a:pt x="425" y="667"/>
                  </a:cubicBezTo>
                  <a:cubicBezTo>
                    <a:pt x="425" y="673"/>
                    <a:pt x="422" y="680"/>
                    <a:pt x="417" y="684"/>
                  </a:cubicBezTo>
                  <a:cubicBezTo>
                    <a:pt x="381" y="720"/>
                    <a:pt x="381" y="720"/>
                    <a:pt x="381" y="720"/>
                  </a:cubicBezTo>
                  <a:cubicBezTo>
                    <a:pt x="377" y="725"/>
                    <a:pt x="370" y="728"/>
                    <a:pt x="364" y="728"/>
                  </a:cubicBezTo>
                  <a:cubicBezTo>
                    <a:pt x="358" y="728"/>
                    <a:pt x="352" y="725"/>
                    <a:pt x="347" y="720"/>
                  </a:cubicBezTo>
                  <a:cubicBezTo>
                    <a:pt x="8" y="381"/>
                    <a:pt x="8" y="381"/>
                    <a:pt x="8" y="381"/>
                  </a:cubicBezTo>
                  <a:cubicBezTo>
                    <a:pt x="3" y="376"/>
                    <a:pt x="0" y="369"/>
                    <a:pt x="0" y="364"/>
                  </a:cubicBezTo>
                  <a:cubicBezTo>
                    <a:pt x="0" y="358"/>
                    <a:pt x="3" y="351"/>
                    <a:pt x="8" y="347"/>
                  </a:cubicBezTo>
                  <a:cubicBezTo>
                    <a:pt x="347" y="7"/>
                    <a:pt x="347" y="7"/>
                    <a:pt x="347" y="7"/>
                  </a:cubicBezTo>
                  <a:cubicBezTo>
                    <a:pt x="352" y="3"/>
                    <a:pt x="358" y="0"/>
                    <a:pt x="364" y="0"/>
                  </a:cubicBezTo>
                  <a:cubicBezTo>
                    <a:pt x="370" y="0"/>
                    <a:pt x="377" y="3"/>
                    <a:pt x="381" y="7"/>
                  </a:cubicBezTo>
                  <a:cubicBezTo>
                    <a:pt x="417" y="44"/>
                    <a:pt x="417" y="44"/>
                    <a:pt x="417" y="44"/>
                  </a:cubicBezTo>
                  <a:cubicBezTo>
                    <a:pt x="422" y="48"/>
                    <a:pt x="425" y="54"/>
                    <a:pt x="425" y="60"/>
                  </a:cubicBezTo>
                  <a:cubicBezTo>
                    <a:pt x="425" y="66"/>
                    <a:pt x="422" y="73"/>
                    <a:pt x="417" y="77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40" name="Freeform 39">
              <a:hlinkClick r:id="" action="ppaction://hlinkshowjump?jump=previousslide"/>
            </p:cNvPr>
            <p:cNvSpPr>
              <a:spLocks noEditPoints="1"/>
            </p:cNvSpPr>
            <p:nvPr userDrawn="1"/>
          </p:nvSpPr>
          <p:spPr bwMode="auto">
            <a:xfrm>
              <a:off x="4328868" y="5502988"/>
              <a:ext cx="500307" cy="493774"/>
            </a:xfrm>
            <a:custGeom>
              <a:avLst/>
              <a:gdLst>
                <a:gd name="T0" fmla="*/ 2355 w 2753"/>
                <a:gd name="T1" fmla="*/ 114 h 2716"/>
                <a:gd name="T2" fmla="*/ 2639 w 2753"/>
                <a:gd name="T3" fmla="*/ 399 h 2716"/>
                <a:gd name="T4" fmla="*/ 2639 w 2753"/>
                <a:gd name="T5" fmla="*/ 2317 h 2716"/>
                <a:gd name="T6" fmla="*/ 2355 w 2753"/>
                <a:gd name="T7" fmla="*/ 2602 h 2716"/>
                <a:gd name="T8" fmla="*/ 398 w 2753"/>
                <a:gd name="T9" fmla="*/ 2602 h 2716"/>
                <a:gd name="T10" fmla="*/ 113 w 2753"/>
                <a:gd name="T11" fmla="*/ 2317 h 2716"/>
                <a:gd name="T12" fmla="*/ 113 w 2753"/>
                <a:gd name="T13" fmla="*/ 399 h 2716"/>
                <a:gd name="T14" fmla="*/ 398 w 2753"/>
                <a:gd name="T15" fmla="*/ 114 h 2716"/>
                <a:gd name="T16" fmla="*/ 2355 w 2753"/>
                <a:gd name="T17" fmla="*/ 114 h 2716"/>
                <a:gd name="T18" fmla="*/ 2355 w 2753"/>
                <a:gd name="T19" fmla="*/ 0 h 2716"/>
                <a:gd name="T20" fmla="*/ 398 w 2753"/>
                <a:gd name="T21" fmla="*/ 0 h 2716"/>
                <a:gd name="T22" fmla="*/ 0 w 2753"/>
                <a:gd name="T23" fmla="*/ 399 h 2716"/>
                <a:gd name="T24" fmla="*/ 0 w 2753"/>
                <a:gd name="T25" fmla="*/ 2317 h 2716"/>
                <a:gd name="T26" fmla="*/ 398 w 2753"/>
                <a:gd name="T27" fmla="*/ 2716 h 2716"/>
                <a:gd name="T28" fmla="*/ 2355 w 2753"/>
                <a:gd name="T29" fmla="*/ 2716 h 2716"/>
                <a:gd name="T30" fmla="*/ 2753 w 2753"/>
                <a:gd name="T31" fmla="*/ 2317 h 2716"/>
                <a:gd name="T32" fmla="*/ 2753 w 2753"/>
                <a:gd name="T33" fmla="*/ 399 h 2716"/>
                <a:gd name="T34" fmla="*/ 2355 w 2753"/>
                <a:gd name="T35" fmla="*/ 0 h 27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53" h="2716">
                  <a:moveTo>
                    <a:pt x="2355" y="114"/>
                  </a:moveTo>
                  <a:cubicBezTo>
                    <a:pt x="2512" y="114"/>
                    <a:pt x="2639" y="242"/>
                    <a:pt x="2639" y="399"/>
                  </a:cubicBezTo>
                  <a:cubicBezTo>
                    <a:pt x="2639" y="2317"/>
                    <a:pt x="2639" y="2317"/>
                    <a:pt x="2639" y="2317"/>
                  </a:cubicBezTo>
                  <a:cubicBezTo>
                    <a:pt x="2639" y="2474"/>
                    <a:pt x="2512" y="2602"/>
                    <a:pt x="2355" y="2602"/>
                  </a:cubicBezTo>
                  <a:cubicBezTo>
                    <a:pt x="398" y="2602"/>
                    <a:pt x="398" y="2602"/>
                    <a:pt x="398" y="2602"/>
                  </a:cubicBezTo>
                  <a:cubicBezTo>
                    <a:pt x="241" y="2602"/>
                    <a:pt x="113" y="2474"/>
                    <a:pt x="113" y="2317"/>
                  </a:cubicBezTo>
                  <a:cubicBezTo>
                    <a:pt x="113" y="399"/>
                    <a:pt x="113" y="399"/>
                    <a:pt x="113" y="399"/>
                  </a:cubicBezTo>
                  <a:cubicBezTo>
                    <a:pt x="113" y="242"/>
                    <a:pt x="241" y="114"/>
                    <a:pt x="398" y="114"/>
                  </a:cubicBezTo>
                  <a:cubicBezTo>
                    <a:pt x="2355" y="114"/>
                    <a:pt x="2355" y="114"/>
                    <a:pt x="2355" y="114"/>
                  </a:cubicBezTo>
                  <a:moveTo>
                    <a:pt x="2355" y="0"/>
                  </a:moveTo>
                  <a:cubicBezTo>
                    <a:pt x="398" y="0"/>
                    <a:pt x="398" y="0"/>
                    <a:pt x="398" y="0"/>
                  </a:cubicBezTo>
                  <a:cubicBezTo>
                    <a:pt x="178" y="0"/>
                    <a:pt x="0" y="179"/>
                    <a:pt x="0" y="399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0" y="2538"/>
                    <a:pt x="178" y="2716"/>
                    <a:pt x="398" y="2716"/>
                  </a:cubicBezTo>
                  <a:cubicBezTo>
                    <a:pt x="2355" y="2716"/>
                    <a:pt x="2355" y="2716"/>
                    <a:pt x="2355" y="2716"/>
                  </a:cubicBezTo>
                  <a:cubicBezTo>
                    <a:pt x="2575" y="2716"/>
                    <a:pt x="2753" y="2538"/>
                    <a:pt x="2753" y="2317"/>
                  </a:cubicBezTo>
                  <a:cubicBezTo>
                    <a:pt x="2753" y="399"/>
                    <a:pt x="2753" y="399"/>
                    <a:pt x="2753" y="399"/>
                  </a:cubicBezTo>
                  <a:cubicBezTo>
                    <a:pt x="2753" y="179"/>
                    <a:pt x="2575" y="0"/>
                    <a:pt x="2355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  <p:grpSp>
        <p:nvGrpSpPr>
          <p:cNvPr id="41" name="Group 40"/>
          <p:cNvGrpSpPr/>
          <p:nvPr userDrawn="1"/>
        </p:nvGrpSpPr>
        <p:grpSpPr>
          <a:xfrm flipH="1">
            <a:off x="657355" y="6409324"/>
            <a:ext cx="224082" cy="221156"/>
            <a:chOff x="4328868" y="5502988"/>
            <a:chExt cx="500307" cy="493774"/>
          </a:xfrm>
        </p:grpSpPr>
        <p:sp>
          <p:nvSpPr>
            <p:cNvPr id="42" name="Freeform 41">
              <a:hlinkClick r:id="" action="ppaction://hlinkshowjump?jump=nextslide"/>
            </p:cNvPr>
            <p:cNvSpPr>
              <a:spLocks/>
            </p:cNvSpPr>
            <p:nvPr userDrawn="1"/>
          </p:nvSpPr>
          <p:spPr bwMode="auto">
            <a:xfrm>
              <a:off x="4520556" y="5649754"/>
              <a:ext cx="116933" cy="200242"/>
            </a:xfrm>
            <a:custGeom>
              <a:avLst/>
              <a:gdLst>
                <a:gd name="T0" fmla="*/ 417 w 425"/>
                <a:gd name="T1" fmla="*/ 77 h 728"/>
                <a:gd name="T2" fmla="*/ 131 w 425"/>
                <a:gd name="T3" fmla="*/ 364 h 728"/>
                <a:gd name="T4" fmla="*/ 417 w 425"/>
                <a:gd name="T5" fmla="*/ 650 h 728"/>
                <a:gd name="T6" fmla="*/ 425 w 425"/>
                <a:gd name="T7" fmla="*/ 667 h 728"/>
                <a:gd name="T8" fmla="*/ 417 w 425"/>
                <a:gd name="T9" fmla="*/ 684 h 728"/>
                <a:gd name="T10" fmla="*/ 381 w 425"/>
                <a:gd name="T11" fmla="*/ 720 h 728"/>
                <a:gd name="T12" fmla="*/ 364 w 425"/>
                <a:gd name="T13" fmla="*/ 728 h 728"/>
                <a:gd name="T14" fmla="*/ 347 w 425"/>
                <a:gd name="T15" fmla="*/ 720 h 728"/>
                <a:gd name="T16" fmla="*/ 8 w 425"/>
                <a:gd name="T17" fmla="*/ 381 h 728"/>
                <a:gd name="T18" fmla="*/ 0 w 425"/>
                <a:gd name="T19" fmla="*/ 364 h 728"/>
                <a:gd name="T20" fmla="*/ 8 w 425"/>
                <a:gd name="T21" fmla="*/ 347 h 728"/>
                <a:gd name="T22" fmla="*/ 347 w 425"/>
                <a:gd name="T23" fmla="*/ 7 h 728"/>
                <a:gd name="T24" fmla="*/ 364 w 425"/>
                <a:gd name="T25" fmla="*/ 0 h 728"/>
                <a:gd name="T26" fmla="*/ 381 w 425"/>
                <a:gd name="T27" fmla="*/ 7 h 728"/>
                <a:gd name="T28" fmla="*/ 417 w 425"/>
                <a:gd name="T29" fmla="*/ 44 h 728"/>
                <a:gd name="T30" fmla="*/ 425 w 425"/>
                <a:gd name="T31" fmla="*/ 60 h 728"/>
                <a:gd name="T32" fmla="*/ 417 w 425"/>
                <a:gd name="T33" fmla="*/ 77 h 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25" h="728">
                  <a:moveTo>
                    <a:pt x="417" y="77"/>
                  </a:moveTo>
                  <a:cubicBezTo>
                    <a:pt x="131" y="364"/>
                    <a:pt x="131" y="364"/>
                    <a:pt x="131" y="364"/>
                  </a:cubicBezTo>
                  <a:cubicBezTo>
                    <a:pt x="417" y="650"/>
                    <a:pt x="417" y="650"/>
                    <a:pt x="417" y="650"/>
                  </a:cubicBezTo>
                  <a:cubicBezTo>
                    <a:pt x="422" y="655"/>
                    <a:pt x="425" y="661"/>
                    <a:pt x="425" y="667"/>
                  </a:cubicBezTo>
                  <a:cubicBezTo>
                    <a:pt x="425" y="673"/>
                    <a:pt x="422" y="680"/>
                    <a:pt x="417" y="684"/>
                  </a:cubicBezTo>
                  <a:cubicBezTo>
                    <a:pt x="381" y="720"/>
                    <a:pt x="381" y="720"/>
                    <a:pt x="381" y="720"/>
                  </a:cubicBezTo>
                  <a:cubicBezTo>
                    <a:pt x="377" y="725"/>
                    <a:pt x="370" y="728"/>
                    <a:pt x="364" y="728"/>
                  </a:cubicBezTo>
                  <a:cubicBezTo>
                    <a:pt x="358" y="728"/>
                    <a:pt x="352" y="725"/>
                    <a:pt x="347" y="720"/>
                  </a:cubicBezTo>
                  <a:cubicBezTo>
                    <a:pt x="8" y="381"/>
                    <a:pt x="8" y="381"/>
                    <a:pt x="8" y="381"/>
                  </a:cubicBezTo>
                  <a:cubicBezTo>
                    <a:pt x="3" y="376"/>
                    <a:pt x="0" y="369"/>
                    <a:pt x="0" y="364"/>
                  </a:cubicBezTo>
                  <a:cubicBezTo>
                    <a:pt x="0" y="358"/>
                    <a:pt x="3" y="351"/>
                    <a:pt x="8" y="347"/>
                  </a:cubicBezTo>
                  <a:cubicBezTo>
                    <a:pt x="347" y="7"/>
                    <a:pt x="347" y="7"/>
                    <a:pt x="347" y="7"/>
                  </a:cubicBezTo>
                  <a:cubicBezTo>
                    <a:pt x="352" y="3"/>
                    <a:pt x="358" y="0"/>
                    <a:pt x="364" y="0"/>
                  </a:cubicBezTo>
                  <a:cubicBezTo>
                    <a:pt x="370" y="0"/>
                    <a:pt x="377" y="3"/>
                    <a:pt x="381" y="7"/>
                  </a:cubicBezTo>
                  <a:cubicBezTo>
                    <a:pt x="417" y="44"/>
                    <a:pt x="417" y="44"/>
                    <a:pt x="417" y="44"/>
                  </a:cubicBezTo>
                  <a:cubicBezTo>
                    <a:pt x="422" y="48"/>
                    <a:pt x="425" y="54"/>
                    <a:pt x="425" y="60"/>
                  </a:cubicBezTo>
                  <a:cubicBezTo>
                    <a:pt x="425" y="66"/>
                    <a:pt x="422" y="73"/>
                    <a:pt x="417" y="77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43" name="Freeform 42">
              <a:hlinkClick r:id="" action="ppaction://hlinkshowjump?jump=nextslide"/>
            </p:cNvPr>
            <p:cNvSpPr>
              <a:spLocks noEditPoints="1"/>
            </p:cNvSpPr>
            <p:nvPr userDrawn="1"/>
          </p:nvSpPr>
          <p:spPr bwMode="auto">
            <a:xfrm>
              <a:off x="4328868" y="5502988"/>
              <a:ext cx="500307" cy="493774"/>
            </a:xfrm>
            <a:custGeom>
              <a:avLst/>
              <a:gdLst>
                <a:gd name="T0" fmla="*/ 2355 w 2753"/>
                <a:gd name="T1" fmla="*/ 114 h 2716"/>
                <a:gd name="T2" fmla="*/ 2639 w 2753"/>
                <a:gd name="T3" fmla="*/ 399 h 2716"/>
                <a:gd name="T4" fmla="*/ 2639 w 2753"/>
                <a:gd name="T5" fmla="*/ 2317 h 2716"/>
                <a:gd name="T6" fmla="*/ 2355 w 2753"/>
                <a:gd name="T7" fmla="*/ 2602 h 2716"/>
                <a:gd name="T8" fmla="*/ 398 w 2753"/>
                <a:gd name="T9" fmla="*/ 2602 h 2716"/>
                <a:gd name="T10" fmla="*/ 113 w 2753"/>
                <a:gd name="T11" fmla="*/ 2317 h 2716"/>
                <a:gd name="T12" fmla="*/ 113 w 2753"/>
                <a:gd name="T13" fmla="*/ 399 h 2716"/>
                <a:gd name="T14" fmla="*/ 398 w 2753"/>
                <a:gd name="T15" fmla="*/ 114 h 2716"/>
                <a:gd name="T16" fmla="*/ 2355 w 2753"/>
                <a:gd name="T17" fmla="*/ 114 h 2716"/>
                <a:gd name="T18" fmla="*/ 2355 w 2753"/>
                <a:gd name="T19" fmla="*/ 0 h 2716"/>
                <a:gd name="T20" fmla="*/ 398 w 2753"/>
                <a:gd name="T21" fmla="*/ 0 h 2716"/>
                <a:gd name="T22" fmla="*/ 0 w 2753"/>
                <a:gd name="T23" fmla="*/ 399 h 2716"/>
                <a:gd name="T24" fmla="*/ 0 w 2753"/>
                <a:gd name="T25" fmla="*/ 2317 h 2716"/>
                <a:gd name="T26" fmla="*/ 398 w 2753"/>
                <a:gd name="T27" fmla="*/ 2716 h 2716"/>
                <a:gd name="T28" fmla="*/ 2355 w 2753"/>
                <a:gd name="T29" fmla="*/ 2716 h 2716"/>
                <a:gd name="T30" fmla="*/ 2753 w 2753"/>
                <a:gd name="T31" fmla="*/ 2317 h 2716"/>
                <a:gd name="T32" fmla="*/ 2753 w 2753"/>
                <a:gd name="T33" fmla="*/ 399 h 2716"/>
                <a:gd name="T34" fmla="*/ 2355 w 2753"/>
                <a:gd name="T35" fmla="*/ 0 h 27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53" h="2716">
                  <a:moveTo>
                    <a:pt x="2355" y="114"/>
                  </a:moveTo>
                  <a:cubicBezTo>
                    <a:pt x="2512" y="114"/>
                    <a:pt x="2639" y="242"/>
                    <a:pt x="2639" y="399"/>
                  </a:cubicBezTo>
                  <a:cubicBezTo>
                    <a:pt x="2639" y="2317"/>
                    <a:pt x="2639" y="2317"/>
                    <a:pt x="2639" y="2317"/>
                  </a:cubicBezTo>
                  <a:cubicBezTo>
                    <a:pt x="2639" y="2474"/>
                    <a:pt x="2512" y="2602"/>
                    <a:pt x="2355" y="2602"/>
                  </a:cubicBezTo>
                  <a:cubicBezTo>
                    <a:pt x="398" y="2602"/>
                    <a:pt x="398" y="2602"/>
                    <a:pt x="398" y="2602"/>
                  </a:cubicBezTo>
                  <a:cubicBezTo>
                    <a:pt x="241" y="2602"/>
                    <a:pt x="113" y="2474"/>
                    <a:pt x="113" y="2317"/>
                  </a:cubicBezTo>
                  <a:cubicBezTo>
                    <a:pt x="113" y="399"/>
                    <a:pt x="113" y="399"/>
                    <a:pt x="113" y="399"/>
                  </a:cubicBezTo>
                  <a:cubicBezTo>
                    <a:pt x="113" y="242"/>
                    <a:pt x="241" y="114"/>
                    <a:pt x="398" y="114"/>
                  </a:cubicBezTo>
                  <a:cubicBezTo>
                    <a:pt x="2355" y="114"/>
                    <a:pt x="2355" y="114"/>
                    <a:pt x="2355" y="114"/>
                  </a:cubicBezTo>
                  <a:moveTo>
                    <a:pt x="2355" y="0"/>
                  </a:moveTo>
                  <a:cubicBezTo>
                    <a:pt x="398" y="0"/>
                    <a:pt x="398" y="0"/>
                    <a:pt x="398" y="0"/>
                  </a:cubicBezTo>
                  <a:cubicBezTo>
                    <a:pt x="178" y="0"/>
                    <a:pt x="0" y="179"/>
                    <a:pt x="0" y="399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0" y="2538"/>
                    <a:pt x="178" y="2716"/>
                    <a:pt x="398" y="2716"/>
                  </a:cubicBezTo>
                  <a:cubicBezTo>
                    <a:pt x="2355" y="2716"/>
                    <a:pt x="2355" y="2716"/>
                    <a:pt x="2355" y="2716"/>
                  </a:cubicBezTo>
                  <a:cubicBezTo>
                    <a:pt x="2575" y="2716"/>
                    <a:pt x="2753" y="2538"/>
                    <a:pt x="2753" y="2317"/>
                  </a:cubicBezTo>
                  <a:cubicBezTo>
                    <a:pt x="2753" y="399"/>
                    <a:pt x="2753" y="399"/>
                    <a:pt x="2753" y="399"/>
                  </a:cubicBezTo>
                  <a:cubicBezTo>
                    <a:pt x="2753" y="179"/>
                    <a:pt x="2575" y="0"/>
                    <a:pt x="2355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  <p:grpSp>
        <p:nvGrpSpPr>
          <p:cNvPr id="33" name="Group 32"/>
          <p:cNvGrpSpPr/>
          <p:nvPr userDrawn="1"/>
        </p:nvGrpSpPr>
        <p:grpSpPr>
          <a:xfrm flipH="1">
            <a:off x="1036725" y="1090208"/>
            <a:ext cx="93144" cy="590448"/>
            <a:chOff x="7711341" y="589735"/>
            <a:chExt cx="93144" cy="590448"/>
          </a:xfrm>
        </p:grpSpPr>
        <p:sp>
          <p:nvSpPr>
            <p:cNvPr id="36" name="Freeform 5"/>
            <p:cNvSpPr>
              <a:spLocks/>
            </p:cNvSpPr>
            <p:nvPr/>
          </p:nvSpPr>
          <p:spPr bwMode="auto">
            <a:xfrm>
              <a:off x="7711341" y="589735"/>
              <a:ext cx="93144" cy="93144"/>
            </a:xfrm>
            <a:custGeom>
              <a:avLst/>
              <a:gdLst>
                <a:gd name="T0" fmla="*/ 731 w 1169"/>
                <a:gd name="T1" fmla="*/ 0 h 1169"/>
                <a:gd name="T2" fmla="*/ 0 w 1169"/>
                <a:gd name="T3" fmla="*/ 0 h 1169"/>
                <a:gd name="T4" fmla="*/ 0 w 1169"/>
                <a:gd name="T5" fmla="*/ 731 h 1169"/>
                <a:gd name="T6" fmla="*/ 439 w 1169"/>
                <a:gd name="T7" fmla="*/ 1169 h 1169"/>
                <a:gd name="T8" fmla="*/ 1169 w 1169"/>
                <a:gd name="T9" fmla="*/ 1169 h 1169"/>
                <a:gd name="T10" fmla="*/ 1169 w 1169"/>
                <a:gd name="T11" fmla="*/ 439 h 1169"/>
                <a:gd name="T12" fmla="*/ 731 w 1169"/>
                <a:gd name="T13" fmla="*/ 0 h 1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69" h="1169">
                  <a:moveTo>
                    <a:pt x="73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731"/>
                    <a:pt x="0" y="731"/>
                    <a:pt x="0" y="731"/>
                  </a:cubicBezTo>
                  <a:cubicBezTo>
                    <a:pt x="0" y="973"/>
                    <a:pt x="196" y="1169"/>
                    <a:pt x="439" y="1169"/>
                  </a:cubicBezTo>
                  <a:cubicBezTo>
                    <a:pt x="1169" y="1169"/>
                    <a:pt x="1169" y="1169"/>
                    <a:pt x="1169" y="1169"/>
                  </a:cubicBezTo>
                  <a:cubicBezTo>
                    <a:pt x="1169" y="439"/>
                    <a:pt x="1169" y="439"/>
                    <a:pt x="1169" y="439"/>
                  </a:cubicBezTo>
                  <a:cubicBezTo>
                    <a:pt x="1169" y="196"/>
                    <a:pt x="973" y="0"/>
                    <a:pt x="731" y="0"/>
                  </a:cubicBez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37" name="Freeform 5"/>
            <p:cNvSpPr>
              <a:spLocks/>
            </p:cNvSpPr>
            <p:nvPr/>
          </p:nvSpPr>
          <p:spPr bwMode="auto">
            <a:xfrm>
              <a:off x="7711341" y="714061"/>
              <a:ext cx="93144" cy="93144"/>
            </a:xfrm>
            <a:custGeom>
              <a:avLst/>
              <a:gdLst>
                <a:gd name="T0" fmla="*/ 731 w 1169"/>
                <a:gd name="T1" fmla="*/ 0 h 1169"/>
                <a:gd name="T2" fmla="*/ 0 w 1169"/>
                <a:gd name="T3" fmla="*/ 0 h 1169"/>
                <a:gd name="T4" fmla="*/ 0 w 1169"/>
                <a:gd name="T5" fmla="*/ 731 h 1169"/>
                <a:gd name="T6" fmla="*/ 439 w 1169"/>
                <a:gd name="T7" fmla="*/ 1169 h 1169"/>
                <a:gd name="T8" fmla="*/ 1169 w 1169"/>
                <a:gd name="T9" fmla="*/ 1169 h 1169"/>
                <a:gd name="T10" fmla="*/ 1169 w 1169"/>
                <a:gd name="T11" fmla="*/ 439 h 1169"/>
                <a:gd name="T12" fmla="*/ 731 w 1169"/>
                <a:gd name="T13" fmla="*/ 0 h 1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69" h="1169">
                  <a:moveTo>
                    <a:pt x="73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731"/>
                    <a:pt x="0" y="731"/>
                    <a:pt x="0" y="731"/>
                  </a:cubicBezTo>
                  <a:cubicBezTo>
                    <a:pt x="0" y="973"/>
                    <a:pt x="196" y="1169"/>
                    <a:pt x="439" y="1169"/>
                  </a:cubicBezTo>
                  <a:cubicBezTo>
                    <a:pt x="1169" y="1169"/>
                    <a:pt x="1169" y="1169"/>
                    <a:pt x="1169" y="1169"/>
                  </a:cubicBezTo>
                  <a:cubicBezTo>
                    <a:pt x="1169" y="439"/>
                    <a:pt x="1169" y="439"/>
                    <a:pt x="1169" y="439"/>
                  </a:cubicBezTo>
                  <a:cubicBezTo>
                    <a:pt x="1169" y="196"/>
                    <a:pt x="973" y="0"/>
                    <a:pt x="731" y="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38" name="Freeform 5"/>
            <p:cNvSpPr>
              <a:spLocks/>
            </p:cNvSpPr>
            <p:nvPr/>
          </p:nvSpPr>
          <p:spPr bwMode="auto">
            <a:xfrm>
              <a:off x="7711341" y="838387"/>
              <a:ext cx="93144" cy="93144"/>
            </a:xfrm>
            <a:custGeom>
              <a:avLst/>
              <a:gdLst>
                <a:gd name="T0" fmla="*/ 731 w 1169"/>
                <a:gd name="T1" fmla="*/ 0 h 1169"/>
                <a:gd name="T2" fmla="*/ 0 w 1169"/>
                <a:gd name="T3" fmla="*/ 0 h 1169"/>
                <a:gd name="T4" fmla="*/ 0 w 1169"/>
                <a:gd name="T5" fmla="*/ 731 h 1169"/>
                <a:gd name="T6" fmla="*/ 439 w 1169"/>
                <a:gd name="T7" fmla="*/ 1169 h 1169"/>
                <a:gd name="T8" fmla="*/ 1169 w 1169"/>
                <a:gd name="T9" fmla="*/ 1169 h 1169"/>
                <a:gd name="T10" fmla="*/ 1169 w 1169"/>
                <a:gd name="T11" fmla="*/ 439 h 1169"/>
                <a:gd name="T12" fmla="*/ 731 w 1169"/>
                <a:gd name="T13" fmla="*/ 0 h 1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69" h="1169">
                  <a:moveTo>
                    <a:pt x="73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731"/>
                    <a:pt x="0" y="731"/>
                    <a:pt x="0" y="731"/>
                  </a:cubicBezTo>
                  <a:cubicBezTo>
                    <a:pt x="0" y="973"/>
                    <a:pt x="196" y="1169"/>
                    <a:pt x="439" y="1169"/>
                  </a:cubicBezTo>
                  <a:cubicBezTo>
                    <a:pt x="1169" y="1169"/>
                    <a:pt x="1169" y="1169"/>
                    <a:pt x="1169" y="1169"/>
                  </a:cubicBezTo>
                  <a:cubicBezTo>
                    <a:pt x="1169" y="439"/>
                    <a:pt x="1169" y="439"/>
                    <a:pt x="1169" y="439"/>
                  </a:cubicBezTo>
                  <a:cubicBezTo>
                    <a:pt x="1169" y="196"/>
                    <a:pt x="973" y="0"/>
                    <a:pt x="731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44" name="Freeform 5"/>
            <p:cNvSpPr>
              <a:spLocks/>
            </p:cNvSpPr>
            <p:nvPr/>
          </p:nvSpPr>
          <p:spPr bwMode="auto">
            <a:xfrm>
              <a:off x="7711341" y="962713"/>
              <a:ext cx="93144" cy="93144"/>
            </a:xfrm>
            <a:custGeom>
              <a:avLst/>
              <a:gdLst>
                <a:gd name="T0" fmla="*/ 731 w 1169"/>
                <a:gd name="T1" fmla="*/ 0 h 1169"/>
                <a:gd name="T2" fmla="*/ 0 w 1169"/>
                <a:gd name="T3" fmla="*/ 0 h 1169"/>
                <a:gd name="T4" fmla="*/ 0 w 1169"/>
                <a:gd name="T5" fmla="*/ 731 h 1169"/>
                <a:gd name="T6" fmla="*/ 439 w 1169"/>
                <a:gd name="T7" fmla="*/ 1169 h 1169"/>
                <a:gd name="T8" fmla="*/ 1169 w 1169"/>
                <a:gd name="T9" fmla="*/ 1169 h 1169"/>
                <a:gd name="T10" fmla="*/ 1169 w 1169"/>
                <a:gd name="T11" fmla="*/ 439 h 1169"/>
                <a:gd name="T12" fmla="*/ 731 w 1169"/>
                <a:gd name="T13" fmla="*/ 0 h 1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69" h="1169">
                  <a:moveTo>
                    <a:pt x="73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731"/>
                    <a:pt x="0" y="731"/>
                    <a:pt x="0" y="731"/>
                  </a:cubicBezTo>
                  <a:cubicBezTo>
                    <a:pt x="0" y="973"/>
                    <a:pt x="196" y="1169"/>
                    <a:pt x="439" y="1169"/>
                  </a:cubicBezTo>
                  <a:cubicBezTo>
                    <a:pt x="1169" y="1169"/>
                    <a:pt x="1169" y="1169"/>
                    <a:pt x="1169" y="1169"/>
                  </a:cubicBezTo>
                  <a:cubicBezTo>
                    <a:pt x="1169" y="439"/>
                    <a:pt x="1169" y="439"/>
                    <a:pt x="1169" y="439"/>
                  </a:cubicBezTo>
                  <a:cubicBezTo>
                    <a:pt x="1169" y="196"/>
                    <a:pt x="973" y="0"/>
                    <a:pt x="731" y="0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45" name="Freeform 5"/>
            <p:cNvSpPr>
              <a:spLocks/>
            </p:cNvSpPr>
            <p:nvPr/>
          </p:nvSpPr>
          <p:spPr bwMode="auto">
            <a:xfrm>
              <a:off x="7711341" y="1087039"/>
              <a:ext cx="93144" cy="93144"/>
            </a:xfrm>
            <a:custGeom>
              <a:avLst/>
              <a:gdLst>
                <a:gd name="T0" fmla="*/ 731 w 1169"/>
                <a:gd name="T1" fmla="*/ 0 h 1169"/>
                <a:gd name="T2" fmla="*/ 0 w 1169"/>
                <a:gd name="T3" fmla="*/ 0 h 1169"/>
                <a:gd name="T4" fmla="*/ 0 w 1169"/>
                <a:gd name="T5" fmla="*/ 731 h 1169"/>
                <a:gd name="T6" fmla="*/ 439 w 1169"/>
                <a:gd name="T7" fmla="*/ 1169 h 1169"/>
                <a:gd name="T8" fmla="*/ 1169 w 1169"/>
                <a:gd name="T9" fmla="*/ 1169 h 1169"/>
                <a:gd name="T10" fmla="*/ 1169 w 1169"/>
                <a:gd name="T11" fmla="*/ 439 h 1169"/>
                <a:gd name="T12" fmla="*/ 731 w 1169"/>
                <a:gd name="T13" fmla="*/ 0 h 1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69" h="1169">
                  <a:moveTo>
                    <a:pt x="73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731"/>
                    <a:pt x="0" y="731"/>
                    <a:pt x="0" y="731"/>
                  </a:cubicBezTo>
                  <a:cubicBezTo>
                    <a:pt x="0" y="973"/>
                    <a:pt x="196" y="1169"/>
                    <a:pt x="439" y="1169"/>
                  </a:cubicBezTo>
                  <a:cubicBezTo>
                    <a:pt x="1169" y="1169"/>
                    <a:pt x="1169" y="1169"/>
                    <a:pt x="1169" y="1169"/>
                  </a:cubicBezTo>
                  <a:cubicBezTo>
                    <a:pt x="1169" y="439"/>
                    <a:pt x="1169" y="439"/>
                    <a:pt x="1169" y="439"/>
                  </a:cubicBezTo>
                  <a:cubicBezTo>
                    <a:pt x="1169" y="196"/>
                    <a:pt x="973" y="0"/>
                    <a:pt x="731" y="0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045466" y="2283008"/>
            <a:ext cx="4969744" cy="3753338"/>
          </a:xfrm>
        </p:spPr>
        <p:txBody>
          <a:bodyPr/>
          <a:lstStyle/>
          <a:p>
            <a:endParaRPr lang="id-ID"/>
          </a:p>
        </p:txBody>
      </p:sp>
      <p:sp>
        <p:nvSpPr>
          <p:cNvPr id="46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6516763" y="2283008"/>
            <a:ext cx="4969744" cy="3753338"/>
          </a:xfr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966189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20" grpId="0" animBg="1"/>
      <p:bldP spid="21" grpId="0"/>
      <p:bldP spid="34" grpId="0"/>
    </p:bldLst>
  </p:timing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5"/>
          <p:cNvSpPr>
            <a:spLocks/>
          </p:cNvSpPr>
          <p:nvPr userDrawn="1"/>
        </p:nvSpPr>
        <p:spPr bwMode="auto">
          <a:xfrm flipH="1">
            <a:off x="9930136" y="-637092"/>
            <a:ext cx="2711791" cy="2711789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3" name="Freeform 5"/>
          <p:cNvSpPr>
            <a:spLocks/>
          </p:cNvSpPr>
          <p:nvPr userDrawn="1"/>
        </p:nvSpPr>
        <p:spPr bwMode="auto">
          <a:xfrm flipH="1">
            <a:off x="8535301" y="921256"/>
            <a:ext cx="982576" cy="982576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4" name="Freeform 5"/>
          <p:cNvSpPr>
            <a:spLocks/>
          </p:cNvSpPr>
          <p:nvPr userDrawn="1"/>
        </p:nvSpPr>
        <p:spPr bwMode="auto">
          <a:xfrm flipH="1">
            <a:off x="8690348" y="-296897"/>
            <a:ext cx="672480" cy="67248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5" name="Freeform 5"/>
          <p:cNvSpPr>
            <a:spLocks/>
          </p:cNvSpPr>
          <p:nvPr userDrawn="1"/>
        </p:nvSpPr>
        <p:spPr bwMode="auto">
          <a:xfrm flipH="1">
            <a:off x="6892774" y="1381250"/>
            <a:ext cx="1081310" cy="108131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6" name="Freeform 5"/>
          <p:cNvSpPr>
            <a:spLocks/>
          </p:cNvSpPr>
          <p:nvPr userDrawn="1"/>
        </p:nvSpPr>
        <p:spPr bwMode="auto">
          <a:xfrm flipH="1">
            <a:off x="7490451" y="215697"/>
            <a:ext cx="521440" cy="52144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7" name="Freeform 5"/>
          <p:cNvSpPr>
            <a:spLocks/>
          </p:cNvSpPr>
          <p:nvPr userDrawn="1"/>
        </p:nvSpPr>
        <p:spPr bwMode="auto">
          <a:xfrm flipH="1">
            <a:off x="9305255" y="2655843"/>
            <a:ext cx="1337469" cy="1337469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8" name="Freeform 5"/>
          <p:cNvSpPr>
            <a:spLocks/>
          </p:cNvSpPr>
          <p:nvPr userDrawn="1"/>
        </p:nvSpPr>
        <p:spPr bwMode="auto">
          <a:xfrm flipH="1">
            <a:off x="11073361" y="2461388"/>
            <a:ext cx="672480" cy="67248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9" name="Freeform 5"/>
          <p:cNvSpPr>
            <a:spLocks/>
          </p:cNvSpPr>
          <p:nvPr userDrawn="1"/>
        </p:nvSpPr>
        <p:spPr bwMode="auto">
          <a:xfrm flipH="1">
            <a:off x="10870156" y="3855256"/>
            <a:ext cx="521440" cy="52144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0" name="Freeform 5"/>
          <p:cNvSpPr>
            <a:spLocks/>
          </p:cNvSpPr>
          <p:nvPr userDrawn="1"/>
        </p:nvSpPr>
        <p:spPr bwMode="auto">
          <a:xfrm flipH="1">
            <a:off x="8352858" y="2453988"/>
            <a:ext cx="521761" cy="521761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1" name="Freeform 5"/>
          <p:cNvSpPr>
            <a:spLocks/>
          </p:cNvSpPr>
          <p:nvPr userDrawn="1"/>
        </p:nvSpPr>
        <p:spPr bwMode="auto">
          <a:xfrm flipH="1">
            <a:off x="11801991" y="3355185"/>
            <a:ext cx="672480" cy="67248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2" name="Freeform 5"/>
          <p:cNvSpPr>
            <a:spLocks/>
          </p:cNvSpPr>
          <p:nvPr userDrawn="1"/>
        </p:nvSpPr>
        <p:spPr bwMode="auto">
          <a:xfrm flipH="1">
            <a:off x="12086289" y="2172540"/>
            <a:ext cx="385460" cy="38546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0" name="Freeform 5"/>
          <p:cNvSpPr>
            <a:spLocks/>
          </p:cNvSpPr>
          <p:nvPr userDrawn="1"/>
        </p:nvSpPr>
        <p:spPr bwMode="auto">
          <a:xfrm flipH="1">
            <a:off x="11486507" y="174661"/>
            <a:ext cx="530831" cy="530831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1" name="TextBox 20"/>
          <p:cNvSpPr txBox="1"/>
          <p:nvPr userDrawn="1"/>
        </p:nvSpPr>
        <p:spPr>
          <a:xfrm>
            <a:off x="11526134" y="245136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60E2A6B-A809-4840-BF14-8648BC0BDF87}" type="slidenum">
              <a:rPr lang="id-ID" sz="1800" b="1" smtClean="0">
                <a:solidFill>
                  <a:schemeClr val="bg1"/>
                </a:solidFill>
              </a:rPr>
              <a:pPr algn="ctr"/>
              <a:t>‹#›</a:t>
            </a:fld>
            <a:endParaRPr lang="id-ID" sz="1800" dirty="0">
              <a:solidFill>
                <a:schemeClr val="bg1"/>
              </a:solidFill>
            </a:endParaRPr>
          </a:p>
        </p:txBody>
      </p:sp>
      <p:sp>
        <p:nvSpPr>
          <p:cNvPr id="34" name="TextBox 33"/>
          <p:cNvSpPr txBox="1"/>
          <p:nvPr userDrawn="1"/>
        </p:nvSpPr>
        <p:spPr>
          <a:xfrm>
            <a:off x="956885" y="6409324"/>
            <a:ext cx="174599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050" b="1" dirty="0" smtClean="0">
                <a:solidFill>
                  <a:schemeClr val="accent1">
                    <a:lumMod val="75000"/>
                  </a:schemeClr>
                </a:solidFill>
                <a:latin typeface="Raleway" panose="020B0003030101060003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Kupat</a:t>
            </a:r>
            <a:r>
              <a:rPr lang="id-ID" sz="1050" b="1" baseline="0" dirty="0" smtClean="0">
                <a:solidFill>
                  <a:schemeClr val="accent1">
                    <a:lumMod val="75000"/>
                  </a:schemeClr>
                </a:solidFill>
                <a:latin typeface="Raleway" panose="020B0003030101060003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Tahu </a:t>
            </a:r>
            <a:r>
              <a:rPr lang="id-ID" sz="1050" dirty="0" smtClean="0">
                <a:solidFill>
                  <a:schemeClr val="bg1">
                    <a:lumMod val="65000"/>
                  </a:schemeClr>
                </a:solidFill>
                <a:latin typeface="Raleway" panose="020B0003030101060003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Presentation</a:t>
            </a:r>
            <a:endParaRPr lang="en-US" sz="1050" dirty="0">
              <a:solidFill>
                <a:schemeClr val="bg1">
                  <a:lumMod val="65000"/>
                </a:schemeClr>
              </a:solidFill>
              <a:latin typeface="Raleway" panose="020B0003030101060003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35" name="Group 34"/>
          <p:cNvGrpSpPr/>
          <p:nvPr userDrawn="1"/>
        </p:nvGrpSpPr>
        <p:grpSpPr>
          <a:xfrm>
            <a:off x="347419" y="6409324"/>
            <a:ext cx="224082" cy="221156"/>
            <a:chOff x="4328868" y="5502988"/>
            <a:chExt cx="500307" cy="493774"/>
          </a:xfrm>
        </p:grpSpPr>
        <p:sp>
          <p:nvSpPr>
            <p:cNvPr id="39" name="Freeform 38">
              <a:hlinkClick r:id="" action="ppaction://hlinkshowjump?jump=previousslide"/>
            </p:cNvPr>
            <p:cNvSpPr>
              <a:spLocks/>
            </p:cNvSpPr>
            <p:nvPr userDrawn="1"/>
          </p:nvSpPr>
          <p:spPr bwMode="auto">
            <a:xfrm>
              <a:off x="4520555" y="5649754"/>
              <a:ext cx="116933" cy="200242"/>
            </a:xfrm>
            <a:custGeom>
              <a:avLst/>
              <a:gdLst>
                <a:gd name="T0" fmla="*/ 417 w 425"/>
                <a:gd name="T1" fmla="*/ 77 h 728"/>
                <a:gd name="T2" fmla="*/ 131 w 425"/>
                <a:gd name="T3" fmla="*/ 364 h 728"/>
                <a:gd name="T4" fmla="*/ 417 w 425"/>
                <a:gd name="T5" fmla="*/ 650 h 728"/>
                <a:gd name="T6" fmla="*/ 425 w 425"/>
                <a:gd name="T7" fmla="*/ 667 h 728"/>
                <a:gd name="T8" fmla="*/ 417 w 425"/>
                <a:gd name="T9" fmla="*/ 684 h 728"/>
                <a:gd name="T10" fmla="*/ 381 w 425"/>
                <a:gd name="T11" fmla="*/ 720 h 728"/>
                <a:gd name="T12" fmla="*/ 364 w 425"/>
                <a:gd name="T13" fmla="*/ 728 h 728"/>
                <a:gd name="T14" fmla="*/ 347 w 425"/>
                <a:gd name="T15" fmla="*/ 720 h 728"/>
                <a:gd name="T16" fmla="*/ 8 w 425"/>
                <a:gd name="T17" fmla="*/ 381 h 728"/>
                <a:gd name="T18" fmla="*/ 0 w 425"/>
                <a:gd name="T19" fmla="*/ 364 h 728"/>
                <a:gd name="T20" fmla="*/ 8 w 425"/>
                <a:gd name="T21" fmla="*/ 347 h 728"/>
                <a:gd name="T22" fmla="*/ 347 w 425"/>
                <a:gd name="T23" fmla="*/ 7 h 728"/>
                <a:gd name="T24" fmla="*/ 364 w 425"/>
                <a:gd name="T25" fmla="*/ 0 h 728"/>
                <a:gd name="T26" fmla="*/ 381 w 425"/>
                <a:gd name="T27" fmla="*/ 7 h 728"/>
                <a:gd name="T28" fmla="*/ 417 w 425"/>
                <a:gd name="T29" fmla="*/ 44 h 728"/>
                <a:gd name="T30" fmla="*/ 425 w 425"/>
                <a:gd name="T31" fmla="*/ 60 h 728"/>
                <a:gd name="T32" fmla="*/ 417 w 425"/>
                <a:gd name="T33" fmla="*/ 77 h 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25" h="728">
                  <a:moveTo>
                    <a:pt x="417" y="77"/>
                  </a:moveTo>
                  <a:cubicBezTo>
                    <a:pt x="131" y="364"/>
                    <a:pt x="131" y="364"/>
                    <a:pt x="131" y="364"/>
                  </a:cubicBezTo>
                  <a:cubicBezTo>
                    <a:pt x="417" y="650"/>
                    <a:pt x="417" y="650"/>
                    <a:pt x="417" y="650"/>
                  </a:cubicBezTo>
                  <a:cubicBezTo>
                    <a:pt x="422" y="655"/>
                    <a:pt x="425" y="661"/>
                    <a:pt x="425" y="667"/>
                  </a:cubicBezTo>
                  <a:cubicBezTo>
                    <a:pt x="425" y="673"/>
                    <a:pt x="422" y="680"/>
                    <a:pt x="417" y="684"/>
                  </a:cubicBezTo>
                  <a:cubicBezTo>
                    <a:pt x="381" y="720"/>
                    <a:pt x="381" y="720"/>
                    <a:pt x="381" y="720"/>
                  </a:cubicBezTo>
                  <a:cubicBezTo>
                    <a:pt x="377" y="725"/>
                    <a:pt x="370" y="728"/>
                    <a:pt x="364" y="728"/>
                  </a:cubicBezTo>
                  <a:cubicBezTo>
                    <a:pt x="358" y="728"/>
                    <a:pt x="352" y="725"/>
                    <a:pt x="347" y="720"/>
                  </a:cubicBezTo>
                  <a:cubicBezTo>
                    <a:pt x="8" y="381"/>
                    <a:pt x="8" y="381"/>
                    <a:pt x="8" y="381"/>
                  </a:cubicBezTo>
                  <a:cubicBezTo>
                    <a:pt x="3" y="376"/>
                    <a:pt x="0" y="369"/>
                    <a:pt x="0" y="364"/>
                  </a:cubicBezTo>
                  <a:cubicBezTo>
                    <a:pt x="0" y="358"/>
                    <a:pt x="3" y="351"/>
                    <a:pt x="8" y="347"/>
                  </a:cubicBezTo>
                  <a:cubicBezTo>
                    <a:pt x="347" y="7"/>
                    <a:pt x="347" y="7"/>
                    <a:pt x="347" y="7"/>
                  </a:cubicBezTo>
                  <a:cubicBezTo>
                    <a:pt x="352" y="3"/>
                    <a:pt x="358" y="0"/>
                    <a:pt x="364" y="0"/>
                  </a:cubicBezTo>
                  <a:cubicBezTo>
                    <a:pt x="370" y="0"/>
                    <a:pt x="377" y="3"/>
                    <a:pt x="381" y="7"/>
                  </a:cubicBezTo>
                  <a:cubicBezTo>
                    <a:pt x="417" y="44"/>
                    <a:pt x="417" y="44"/>
                    <a:pt x="417" y="44"/>
                  </a:cubicBezTo>
                  <a:cubicBezTo>
                    <a:pt x="422" y="48"/>
                    <a:pt x="425" y="54"/>
                    <a:pt x="425" y="60"/>
                  </a:cubicBezTo>
                  <a:cubicBezTo>
                    <a:pt x="425" y="66"/>
                    <a:pt x="422" y="73"/>
                    <a:pt x="417" y="77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40" name="Freeform 39">
              <a:hlinkClick r:id="" action="ppaction://hlinkshowjump?jump=previousslide"/>
            </p:cNvPr>
            <p:cNvSpPr>
              <a:spLocks noEditPoints="1"/>
            </p:cNvSpPr>
            <p:nvPr userDrawn="1"/>
          </p:nvSpPr>
          <p:spPr bwMode="auto">
            <a:xfrm>
              <a:off x="4328868" y="5502988"/>
              <a:ext cx="500307" cy="493774"/>
            </a:xfrm>
            <a:custGeom>
              <a:avLst/>
              <a:gdLst>
                <a:gd name="T0" fmla="*/ 2355 w 2753"/>
                <a:gd name="T1" fmla="*/ 114 h 2716"/>
                <a:gd name="T2" fmla="*/ 2639 w 2753"/>
                <a:gd name="T3" fmla="*/ 399 h 2716"/>
                <a:gd name="T4" fmla="*/ 2639 w 2753"/>
                <a:gd name="T5" fmla="*/ 2317 h 2716"/>
                <a:gd name="T6" fmla="*/ 2355 w 2753"/>
                <a:gd name="T7" fmla="*/ 2602 h 2716"/>
                <a:gd name="T8" fmla="*/ 398 w 2753"/>
                <a:gd name="T9" fmla="*/ 2602 h 2716"/>
                <a:gd name="T10" fmla="*/ 113 w 2753"/>
                <a:gd name="T11" fmla="*/ 2317 h 2716"/>
                <a:gd name="T12" fmla="*/ 113 w 2753"/>
                <a:gd name="T13" fmla="*/ 399 h 2716"/>
                <a:gd name="T14" fmla="*/ 398 w 2753"/>
                <a:gd name="T15" fmla="*/ 114 h 2716"/>
                <a:gd name="T16" fmla="*/ 2355 w 2753"/>
                <a:gd name="T17" fmla="*/ 114 h 2716"/>
                <a:gd name="T18" fmla="*/ 2355 w 2753"/>
                <a:gd name="T19" fmla="*/ 0 h 2716"/>
                <a:gd name="T20" fmla="*/ 398 w 2753"/>
                <a:gd name="T21" fmla="*/ 0 h 2716"/>
                <a:gd name="T22" fmla="*/ 0 w 2753"/>
                <a:gd name="T23" fmla="*/ 399 h 2716"/>
                <a:gd name="T24" fmla="*/ 0 w 2753"/>
                <a:gd name="T25" fmla="*/ 2317 h 2716"/>
                <a:gd name="T26" fmla="*/ 398 w 2753"/>
                <a:gd name="T27" fmla="*/ 2716 h 2716"/>
                <a:gd name="T28" fmla="*/ 2355 w 2753"/>
                <a:gd name="T29" fmla="*/ 2716 h 2716"/>
                <a:gd name="T30" fmla="*/ 2753 w 2753"/>
                <a:gd name="T31" fmla="*/ 2317 h 2716"/>
                <a:gd name="T32" fmla="*/ 2753 w 2753"/>
                <a:gd name="T33" fmla="*/ 399 h 2716"/>
                <a:gd name="T34" fmla="*/ 2355 w 2753"/>
                <a:gd name="T35" fmla="*/ 0 h 27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53" h="2716">
                  <a:moveTo>
                    <a:pt x="2355" y="114"/>
                  </a:moveTo>
                  <a:cubicBezTo>
                    <a:pt x="2512" y="114"/>
                    <a:pt x="2639" y="242"/>
                    <a:pt x="2639" y="399"/>
                  </a:cubicBezTo>
                  <a:cubicBezTo>
                    <a:pt x="2639" y="2317"/>
                    <a:pt x="2639" y="2317"/>
                    <a:pt x="2639" y="2317"/>
                  </a:cubicBezTo>
                  <a:cubicBezTo>
                    <a:pt x="2639" y="2474"/>
                    <a:pt x="2512" y="2602"/>
                    <a:pt x="2355" y="2602"/>
                  </a:cubicBezTo>
                  <a:cubicBezTo>
                    <a:pt x="398" y="2602"/>
                    <a:pt x="398" y="2602"/>
                    <a:pt x="398" y="2602"/>
                  </a:cubicBezTo>
                  <a:cubicBezTo>
                    <a:pt x="241" y="2602"/>
                    <a:pt x="113" y="2474"/>
                    <a:pt x="113" y="2317"/>
                  </a:cubicBezTo>
                  <a:cubicBezTo>
                    <a:pt x="113" y="399"/>
                    <a:pt x="113" y="399"/>
                    <a:pt x="113" y="399"/>
                  </a:cubicBezTo>
                  <a:cubicBezTo>
                    <a:pt x="113" y="242"/>
                    <a:pt x="241" y="114"/>
                    <a:pt x="398" y="114"/>
                  </a:cubicBezTo>
                  <a:cubicBezTo>
                    <a:pt x="2355" y="114"/>
                    <a:pt x="2355" y="114"/>
                    <a:pt x="2355" y="114"/>
                  </a:cubicBezTo>
                  <a:moveTo>
                    <a:pt x="2355" y="0"/>
                  </a:moveTo>
                  <a:cubicBezTo>
                    <a:pt x="398" y="0"/>
                    <a:pt x="398" y="0"/>
                    <a:pt x="398" y="0"/>
                  </a:cubicBezTo>
                  <a:cubicBezTo>
                    <a:pt x="178" y="0"/>
                    <a:pt x="0" y="179"/>
                    <a:pt x="0" y="399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0" y="2538"/>
                    <a:pt x="178" y="2716"/>
                    <a:pt x="398" y="2716"/>
                  </a:cubicBezTo>
                  <a:cubicBezTo>
                    <a:pt x="2355" y="2716"/>
                    <a:pt x="2355" y="2716"/>
                    <a:pt x="2355" y="2716"/>
                  </a:cubicBezTo>
                  <a:cubicBezTo>
                    <a:pt x="2575" y="2716"/>
                    <a:pt x="2753" y="2538"/>
                    <a:pt x="2753" y="2317"/>
                  </a:cubicBezTo>
                  <a:cubicBezTo>
                    <a:pt x="2753" y="399"/>
                    <a:pt x="2753" y="399"/>
                    <a:pt x="2753" y="399"/>
                  </a:cubicBezTo>
                  <a:cubicBezTo>
                    <a:pt x="2753" y="179"/>
                    <a:pt x="2575" y="0"/>
                    <a:pt x="2355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  <p:grpSp>
        <p:nvGrpSpPr>
          <p:cNvPr id="41" name="Group 40"/>
          <p:cNvGrpSpPr/>
          <p:nvPr userDrawn="1"/>
        </p:nvGrpSpPr>
        <p:grpSpPr>
          <a:xfrm flipH="1">
            <a:off x="657355" y="6409324"/>
            <a:ext cx="224082" cy="221156"/>
            <a:chOff x="4328868" y="5502988"/>
            <a:chExt cx="500307" cy="493774"/>
          </a:xfrm>
        </p:grpSpPr>
        <p:sp>
          <p:nvSpPr>
            <p:cNvPr id="42" name="Freeform 41">
              <a:hlinkClick r:id="" action="ppaction://hlinkshowjump?jump=nextslide"/>
            </p:cNvPr>
            <p:cNvSpPr>
              <a:spLocks/>
            </p:cNvSpPr>
            <p:nvPr userDrawn="1"/>
          </p:nvSpPr>
          <p:spPr bwMode="auto">
            <a:xfrm>
              <a:off x="4520556" y="5649754"/>
              <a:ext cx="116933" cy="200242"/>
            </a:xfrm>
            <a:custGeom>
              <a:avLst/>
              <a:gdLst>
                <a:gd name="T0" fmla="*/ 417 w 425"/>
                <a:gd name="T1" fmla="*/ 77 h 728"/>
                <a:gd name="T2" fmla="*/ 131 w 425"/>
                <a:gd name="T3" fmla="*/ 364 h 728"/>
                <a:gd name="T4" fmla="*/ 417 w 425"/>
                <a:gd name="T5" fmla="*/ 650 h 728"/>
                <a:gd name="T6" fmla="*/ 425 w 425"/>
                <a:gd name="T7" fmla="*/ 667 h 728"/>
                <a:gd name="T8" fmla="*/ 417 w 425"/>
                <a:gd name="T9" fmla="*/ 684 h 728"/>
                <a:gd name="T10" fmla="*/ 381 w 425"/>
                <a:gd name="T11" fmla="*/ 720 h 728"/>
                <a:gd name="T12" fmla="*/ 364 w 425"/>
                <a:gd name="T13" fmla="*/ 728 h 728"/>
                <a:gd name="T14" fmla="*/ 347 w 425"/>
                <a:gd name="T15" fmla="*/ 720 h 728"/>
                <a:gd name="T16" fmla="*/ 8 w 425"/>
                <a:gd name="T17" fmla="*/ 381 h 728"/>
                <a:gd name="T18" fmla="*/ 0 w 425"/>
                <a:gd name="T19" fmla="*/ 364 h 728"/>
                <a:gd name="T20" fmla="*/ 8 w 425"/>
                <a:gd name="T21" fmla="*/ 347 h 728"/>
                <a:gd name="T22" fmla="*/ 347 w 425"/>
                <a:gd name="T23" fmla="*/ 7 h 728"/>
                <a:gd name="T24" fmla="*/ 364 w 425"/>
                <a:gd name="T25" fmla="*/ 0 h 728"/>
                <a:gd name="T26" fmla="*/ 381 w 425"/>
                <a:gd name="T27" fmla="*/ 7 h 728"/>
                <a:gd name="T28" fmla="*/ 417 w 425"/>
                <a:gd name="T29" fmla="*/ 44 h 728"/>
                <a:gd name="T30" fmla="*/ 425 w 425"/>
                <a:gd name="T31" fmla="*/ 60 h 728"/>
                <a:gd name="T32" fmla="*/ 417 w 425"/>
                <a:gd name="T33" fmla="*/ 77 h 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25" h="728">
                  <a:moveTo>
                    <a:pt x="417" y="77"/>
                  </a:moveTo>
                  <a:cubicBezTo>
                    <a:pt x="131" y="364"/>
                    <a:pt x="131" y="364"/>
                    <a:pt x="131" y="364"/>
                  </a:cubicBezTo>
                  <a:cubicBezTo>
                    <a:pt x="417" y="650"/>
                    <a:pt x="417" y="650"/>
                    <a:pt x="417" y="650"/>
                  </a:cubicBezTo>
                  <a:cubicBezTo>
                    <a:pt x="422" y="655"/>
                    <a:pt x="425" y="661"/>
                    <a:pt x="425" y="667"/>
                  </a:cubicBezTo>
                  <a:cubicBezTo>
                    <a:pt x="425" y="673"/>
                    <a:pt x="422" y="680"/>
                    <a:pt x="417" y="684"/>
                  </a:cubicBezTo>
                  <a:cubicBezTo>
                    <a:pt x="381" y="720"/>
                    <a:pt x="381" y="720"/>
                    <a:pt x="381" y="720"/>
                  </a:cubicBezTo>
                  <a:cubicBezTo>
                    <a:pt x="377" y="725"/>
                    <a:pt x="370" y="728"/>
                    <a:pt x="364" y="728"/>
                  </a:cubicBezTo>
                  <a:cubicBezTo>
                    <a:pt x="358" y="728"/>
                    <a:pt x="352" y="725"/>
                    <a:pt x="347" y="720"/>
                  </a:cubicBezTo>
                  <a:cubicBezTo>
                    <a:pt x="8" y="381"/>
                    <a:pt x="8" y="381"/>
                    <a:pt x="8" y="381"/>
                  </a:cubicBezTo>
                  <a:cubicBezTo>
                    <a:pt x="3" y="376"/>
                    <a:pt x="0" y="369"/>
                    <a:pt x="0" y="364"/>
                  </a:cubicBezTo>
                  <a:cubicBezTo>
                    <a:pt x="0" y="358"/>
                    <a:pt x="3" y="351"/>
                    <a:pt x="8" y="347"/>
                  </a:cubicBezTo>
                  <a:cubicBezTo>
                    <a:pt x="347" y="7"/>
                    <a:pt x="347" y="7"/>
                    <a:pt x="347" y="7"/>
                  </a:cubicBezTo>
                  <a:cubicBezTo>
                    <a:pt x="352" y="3"/>
                    <a:pt x="358" y="0"/>
                    <a:pt x="364" y="0"/>
                  </a:cubicBezTo>
                  <a:cubicBezTo>
                    <a:pt x="370" y="0"/>
                    <a:pt x="377" y="3"/>
                    <a:pt x="381" y="7"/>
                  </a:cubicBezTo>
                  <a:cubicBezTo>
                    <a:pt x="417" y="44"/>
                    <a:pt x="417" y="44"/>
                    <a:pt x="417" y="44"/>
                  </a:cubicBezTo>
                  <a:cubicBezTo>
                    <a:pt x="422" y="48"/>
                    <a:pt x="425" y="54"/>
                    <a:pt x="425" y="60"/>
                  </a:cubicBezTo>
                  <a:cubicBezTo>
                    <a:pt x="425" y="66"/>
                    <a:pt x="422" y="73"/>
                    <a:pt x="417" y="77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43" name="Freeform 42">
              <a:hlinkClick r:id="" action="ppaction://hlinkshowjump?jump=nextslide"/>
            </p:cNvPr>
            <p:cNvSpPr>
              <a:spLocks noEditPoints="1"/>
            </p:cNvSpPr>
            <p:nvPr userDrawn="1"/>
          </p:nvSpPr>
          <p:spPr bwMode="auto">
            <a:xfrm>
              <a:off x="4328868" y="5502988"/>
              <a:ext cx="500307" cy="493774"/>
            </a:xfrm>
            <a:custGeom>
              <a:avLst/>
              <a:gdLst>
                <a:gd name="T0" fmla="*/ 2355 w 2753"/>
                <a:gd name="T1" fmla="*/ 114 h 2716"/>
                <a:gd name="T2" fmla="*/ 2639 w 2753"/>
                <a:gd name="T3" fmla="*/ 399 h 2716"/>
                <a:gd name="T4" fmla="*/ 2639 w 2753"/>
                <a:gd name="T5" fmla="*/ 2317 h 2716"/>
                <a:gd name="T6" fmla="*/ 2355 w 2753"/>
                <a:gd name="T7" fmla="*/ 2602 h 2716"/>
                <a:gd name="T8" fmla="*/ 398 w 2753"/>
                <a:gd name="T9" fmla="*/ 2602 h 2716"/>
                <a:gd name="T10" fmla="*/ 113 w 2753"/>
                <a:gd name="T11" fmla="*/ 2317 h 2716"/>
                <a:gd name="T12" fmla="*/ 113 w 2753"/>
                <a:gd name="T13" fmla="*/ 399 h 2716"/>
                <a:gd name="T14" fmla="*/ 398 w 2753"/>
                <a:gd name="T15" fmla="*/ 114 h 2716"/>
                <a:gd name="T16" fmla="*/ 2355 w 2753"/>
                <a:gd name="T17" fmla="*/ 114 h 2716"/>
                <a:gd name="T18" fmla="*/ 2355 w 2753"/>
                <a:gd name="T19" fmla="*/ 0 h 2716"/>
                <a:gd name="T20" fmla="*/ 398 w 2753"/>
                <a:gd name="T21" fmla="*/ 0 h 2716"/>
                <a:gd name="T22" fmla="*/ 0 w 2753"/>
                <a:gd name="T23" fmla="*/ 399 h 2716"/>
                <a:gd name="T24" fmla="*/ 0 w 2753"/>
                <a:gd name="T25" fmla="*/ 2317 h 2716"/>
                <a:gd name="T26" fmla="*/ 398 w 2753"/>
                <a:gd name="T27" fmla="*/ 2716 h 2716"/>
                <a:gd name="T28" fmla="*/ 2355 w 2753"/>
                <a:gd name="T29" fmla="*/ 2716 h 2716"/>
                <a:gd name="T30" fmla="*/ 2753 w 2753"/>
                <a:gd name="T31" fmla="*/ 2317 h 2716"/>
                <a:gd name="T32" fmla="*/ 2753 w 2753"/>
                <a:gd name="T33" fmla="*/ 399 h 2716"/>
                <a:gd name="T34" fmla="*/ 2355 w 2753"/>
                <a:gd name="T35" fmla="*/ 0 h 27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53" h="2716">
                  <a:moveTo>
                    <a:pt x="2355" y="114"/>
                  </a:moveTo>
                  <a:cubicBezTo>
                    <a:pt x="2512" y="114"/>
                    <a:pt x="2639" y="242"/>
                    <a:pt x="2639" y="399"/>
                  </a:cubicBezTo>
                  <a:cubicBezTo>
                    <a:pt x="2639" y="2317"/>
                    <a:pt x="2639" y="2317"/>
                    <a:pt x="2639" y="2317"/>
                  </a:cubicBezTo>
                  <a:cubicBezTo>
                    <a:pt x="2639" y="2474"/>
                    <a:pt x="2512" y="2602"/>
                    <a:pt x="2355" y="2602"/>
                  </a:cubicBezTo>
                  <a:cubicBezTo>
                    <a:pt x="398" y="2602"/>
                    <a:pt x="398" y="2602"/>
                    <a:pt x="398" y="2602"/>
                  </a:cubicBezTo>
                  <a:cubicBezTo>
                    <a:pt x="241" y="2602"/>
                    <a:pt x="113" y="2474"/>
                    <a:pt x="113" y="2317"/>
                  </a:cubicBezTo>
                  <a:cubicBezTo>
                    <a:pt x="113" y="399"/>
                    <a:pt x="113" y="399"/>
                    <a:pt x="113" y="399"/>
                  </a:cubicBezTo>
                  <a:cubicBezTo>
                    <a:pt x="113" y="242"/>
                    <a:pt x="241" y="114"/>
                    <a:pt x="398" y="114"/>
                  </a:cubicBezTo>
                  <a:cubicBezTo>
                    <a:pt x="2355" y="114"/>
                    <a:pt x="2355" y="114"/>
                    <a:pt x="2355" y="114"/>
                  </a:cubicBezTo>
                  <a:moveTo>
                    <a:pt x="2355" y="0"/>
                  </a:moveTo>
                  <a:cubicBezTo>
                    <a:pt x="398" y="0"/>
                    <a:pt x="398" y="0"/>
                    <a:pt x="398" y="0"/>
                  </a:cubicBezTo>
                  <a:cubicBezTo>
                    <a:pt x="178" y="0"/>
                    <a:pt x="0" y="179"/>
                    <a:pt x="0" y="399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0" y="2538"/>
                    <a:pt x="178" y="2716"/>
                    <a:pt x="398" y="2716"/>
                  </a:cubicBezTo>
                  <a:cubicBezTo>
                    <a:pt x="2355" y="2716"/>
                    <a:pt x="2355" y="2716"/>
                    <a:pt x="2355" y="2716"/>
                  </a:cubicBezTo>
                  <a:cubicBezTo>
                    <a:pt x="2575" y="2716"/>
                    <a:pt x="2753" y="2538"/>
                    <a:pt x="2753" y="2317"/>
                  </a:cubicBezTo>
                  <a:cubicBezTo>
                    <a:pt x="2753" y="399"/>
                    <a:pt x="2753" y="399"/>
                    <a:pt x="2753" y="399"/>
                  </a:cubicBezTo>
                  <a:cubicBezTo>
                    <a:pt x="2753" y="179"/>
                    <a:pt x="2575" y="0"/>
                    <a:pt x="2355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  <p:grpSp>
        <p:nvGrpSpPr>
          <p:cNvPr id="33" name="Group 32"/>
          <p:cNvGrpSpPr/>
          <p:nvPr userDrawn="1"/>
        </p:nvGrpSpPr>
        <p:grpSpPr>
          <a:xfrm flipH="1">
            <a:off x="1036725" y="1090208"/>
            <a:ext cx="93144" cy="590448"/>
            <a:chOff x="7711341" y="589735"/>
            <a:chExt cx="93144" cy="590448"/>
          </a:xfrm>
        </p:grpSpPr>
        <p:sp>
          <p:nvSpPr>
            <p:cNvPr id="36" name="Freeform 5"/>
            <p:cNvSpPr>
              <a:spLocks/>
            </p:cNvSpPr>
            <p:nvPr/>
          </p:nvSpPr>
          <p:spPr bwMode="auto">
            <a:xfrm>
              <a:off x="7711341" y="589735"/>
              <a:ext cx="93144" cy="93144"/>
            </a:xfrm>
            <a:custGeom>
              <a:avLst/>
              <a:gdLst>
                <a:gd name="T0" fmla="*/ 731 w 1169"/>
                <a:gd name="T1" fmla="*/ 0 h 1169"/>
                <a:gd name="T2" fmla="*/ 0 w 1169"/>
                <a:gd name="T3" fmla="*/ 0 h 1169"/>
                <a:gd name="T4" fmla="*/ 0 w 1169"/>
                <a:gd name="T5" fmla="*/ 731 h 1169"/>
                <a:gd name="T6" fmla="*/ 439 w 1169"/>
                <a:gd name="T7" fmla="*/ 1169 h 1169"/>
                <a:gd name="T8" fmla="*/ 1169 w 1169"/>
                <a:gd name="T9" fmla="*/ 1169 h 1169"/>
                <a:gd name="T10" fmla="*/ 1169 w 1169"/>
                <a:gd name="T11" fmla="*/ 439 h 1169"/>
                <a:gd name="T12" fmla="*/ 731 w 1169"/>
                <a:gd name="T13" fmla="*/ 0 h 1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69" h="1169">
                  <a:moveTo>
                    <a:pt x="73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731"/>
                    <a:pt x="0" y="731"/>
                    <a:pt x="0" y="731"/>
                  </a:cubicBezTo>
                  <a:cubicBezTo>
                    <a:pt x="0" y="973"/>
                    <a:pt x="196" y="1169"/>
                    <a:pt x="439" y="1169"/>
                  </a:cubicBezTo>
                  <a:cubicBezTo>
                    <a:pt x="1169" y="1169"/>
                    <a:pt x="1169" y="1169"/>
                    <a:pt x="1169" y="1169"/>
                  </a:cubicBezTo>
                  <a:cubicBezTo>
                    <a:pt x="1169" y="439"/>
                    <a:pt x="1169" y="439"/>
                    <a:pt x="1169" y="439"/>
                  </a:cubicBezTo>
                  <a:cubicBezTo>
                    <a:pt x="1169" y="196"/>
                    <a:pt x="973" y="0"/>
                    <a:pt x="731" y="0"/>
                  </a:cubicBez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37" name="Freeform 5"/>
            <p:cNvSpPr>
              <a:spLocks/>
            </p:cNvSpPr>
            <p:nvPr/>
          </p:nvSpPr>
          <p:spPr bwMode="auto">
            <a:xfrm>
              <a:off x="7711341" y="714061"/>
              <a:ext cx="93144" cy="93144"/>
            </a:xfrm>
            <a:custGeom>
              <a:avLst/>
              <a:gdLst>
                <a:gd name="T0" fmla="*/ 731 w 1169"/>
                <a:gd name="T1" fmla="*/ 0 h 1169"/>
                <a:gd name="T2" fmla="*/ 0 w 1169"/>
                <a:gd name="T3" fmla="*/ 0 h 1169"/>
                <a:gd name="T4" fmla="*/ 0 w 1169"/>
                <a:gd name="T5" fmla="*/ 731 h 1169"/>
                <a:gd name="T6" fmla="*/ 439 w 1169"/>
                <a:gd name="T7" fmla="*/ 1169 h 1169"/>
                <a:gd name="T8" fmla="*/ 1169 w 1169"/>
                <a:gd name="T9" fmla="*/ 1169 h 1169"/>
                <a:gd name="T10" fmla="*/ 1169 w 1169"/>
                <a:gd name="T11" fmla="*/ 439 h 1169"/>
                <a:gd name="T12" fmla="*/ 731 w 1169"/>
                <a:gd name="T13" fmla="*/ 0 h 1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69" h="1169">
                  <a:moveTo>
                    <a:pt x="73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731"/>
                    <a:pt x="0" y="731"/>
                    <a:pt x="0" y="731"/>
                  </a:cubicBezTo>
                  <a:cubicBezTo>
                    <a:pt x="0" y="973"/>
                    <a:pt x="196" y="1169"/>
                    <a:pt x="439" y="1169"/>
                  </a:cubicBezTo>
                  <a:cubicBezTo>
                    <a:pt x="1169" y="1169"/>
                    <a:pt x="1169" y="1169"/>
                    <a:pt x="1169" y="1169"/>
                  </a:cubicBezTo>
                  <a:cubicBezTo>
                    <a:pt x="1169" y="439"/>
                    <a:pt x="1169" y="439"/>
                    <a:pt x="1169" y="439"/>
                  </a:cubicBezTo>
                  <a:cubicBezTo>
                    <a:pt x="1169" y="196"/>
                    <a:pt x="973" y="0"/>
                    <a:pt x="731" y="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38" name="Freeform 5"/>
            <p:cNvSpPr>
              <a:spLocks/>
            </p:cNvSpPr>
            <p:nvPr/>
          </p:nvSpPr>
          <p:spPr bwMode="auto">
            <a:xfrm>
              <a:off x="7711341" y="838387"/>
              <a:ext cx="93144" cy="93144"/>
            </a:xfrm>
            <a:custGeom>
              <a:avLst/>
              <a:gdLst>
                <a:gd name="T0" fmla="*/ 731 w 1169"/>
                <a:gd name="T1" fmla="*/ 0 h 1169"/>
                <a:gd name="T2" fmla="*/ 0 w 1169"/>
                <a:gd name="T3" fmla="*/ 0 h 1169"/>
                <a:gd name="T4" fmla="*/ 0 w 1169"/>
                <a:gd name="T5" fmla="*/ 731 h 1169"/>
                <a:gd name="T6" fmla="*/ 439 w 1169"/>
                <a:gd name="T7" fmla="*/ 1169 h 1169"/>
                <a:gd name="T8" fmla="*/ 1169 w 1169"/>
                <a:gd name="T9" fmla="*/ 1169 h 1169"/>
                <a:gd name="T10" fmla="*/ 1169 w 1169"/>
                <a:gd name="T11" fmla="*/ 439 h 1169"/>
                <a:gd name="T12" fmla="*/ 731 w 1169"/>
                <a:gd name="T13" fmla="*/ 0 h 1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69" h="1169">
                  <a:moveTo>
                    <a:pt x="73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731"/>
                    <a:pt x="0" y="731"/>
                    <a:pt x="0" y="731"/>
                  </a:cubicBezTo>
                  <a:cubicBezTo>
                    <a:pt x="0" y="973"/>
                    <a:pt x="196" y="1169"/>
                    <a:pt x="439" y="1169"/>
                  </a:cubicBezTo>
                  <a:cubicBezTo>
                    <a:pt x="1169" y="1169"/>
                    <a:pt x="1169" y="1169"/>
                    <a:pt x="1169" y="1169"/>
                  </a:cubicBezTo>
                  <a:cubicBezTo>
                    <a:pt x="1169" y="439"/>
                    <a:pt x="1169" y="439"/>
                    <a:pt x="1169" y="439"/>
                  </a:cubicBezTo>
                  <a:cubicBezTo>
                    <a:pt x="1169" y="196"/>
                    <a:pt x="973" y="0"/>
                    <a:pt x="731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44" name="Freeform 5"/>
            <p:cNvSpPr>
              <a:spLocks/>
            </p:cNvSpPr>
            <p:nvPr/>
          </p:nvSpPr>
          <p:spPr bwMode="auto">
            <a:xfrm>
              <a:off x="7711341" y="962713"/>
              <a:ext cx="93144" cy="93144"/>
            </a:xfrm>
            <a:custGeom>
              <a:avLst/>
              <a:gdLst>
                <a:gd name="T0" fmla="*/ 731 w 1169"/>
                <a:gd name="T1" fmla="*/ 0 h 1169"/>
                <a:gd name="T2" fmla="*/ 0 w 1169"/>
                <a:gd name="T3" fmla="*/ 0 h 1169"/>
                <a:gd name="T4" fmla="*/ 0 w 1169"/>
                <a:gd name="T5" fmla="*/ 731 h 1169"/>
                <a:gd name="T6" fmla="*/ 439 w 1169"/>
                <a:gd name="T7" fmla="*/ 1169 h 1169"/>
                <a:gd name="T8" fmla="*/ 1169 w 1169"/>
                <a:gd name="T9" fmla="*/ 1169 h 1169"/>
                <a:gd name="T10" fmla="*/ 1169 w 1169"/>
                <a:gd name="T11" fmla="*/ 439 h 1169"/>
                <a:gd name="T12" fmla="*/ 731 w 1169"/>
                <a:gd name="T13" fmla="*/ 0 h 1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69" h="1169">
                  <a:moveTo>
                    <a:pt x="73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731"/>
                    <a:pt x="0" y="731"/>
                    <a:pt x="0" y="731"/>
                  </a:cubicBezTo>
                  <a:cubicBezTo>
                    <a:pt x="0" y="973"/>
                    <a:pt x="196" y="1169"/>
                    <a:pt x="439" y="1169"/>
                  </a:cubicBezTo>
                  <a:cubicBezTo>
                    <a:pt x="1169" y="1169"/>
                    <a:pt x="1169" y="1169"/>
                    <a:pt x="1169" y="1169"/>
                  </a:cubicBezTo>
                  <a:cubicBezTo>
                    <a:pt x="1169" y="439"/>
                    <a:pt x="1169" y="439"/>
                    <a:pt x="1169" y="439"/>
                  </a:cubicBezTo>
                  <a:cubicBezTo>
                    <a:pt x="1169" y="196"/>
                    <a:pt x="973" y="0"/>
                    <a:pt x="731" y="0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45" name="Freeform 5"/>
            <p:cNvSpPr>
              <a:spLocks/>
            </p:cNvSpPr>
            <p:nvPr/>
          </p:nvSpPr>
          <p:spPr bwMode="auto">
            <a:xfrm>
              <a:off x="7711341" y="1087039"/>
              <a:ext cx="93144" cy="93144"/>
            </a:xfrm>
            <a:custGeom>
              <a:avLst/>
              <a:gdLst>
                <a:gd name="T0" fmla="*/ 731 w 1169"/>
                <a:gd name="T1" fmla="*/ 0 h 1169"/>
                <a:gd name="T2" fmla="*/ 0 w 1169"/>
                <a:gd name="T3" fmla="*/ 0 h 1169"/>
                <a:gd name="T4" fmla="*/ 0 w 1169"/>
                <a:gd name="T5" fmla="*/ 731 h 1169"/>
                <a:gd name="T6" fmla="*/ 439 w 1169"/>
                <a:gd name="T7" fmla="*/ 1169 h 1169"/>
                <a:gd name="T8" fmla="*/ 1169 w 1169"/>
                <a:gd name="T9" fmla="*/ 1169 h 1169"/>
                <a:gd name="T10" fmla="*/ 1169 w 1169"/>
                <a:gd name="T11" fmla="*/ 439 h 1169"/>
                <a:gd name="T12" fmla="*/ 731 w 1169"/>
                <a:gd name="T13" fmla="*/ 0 h 1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69" h="1169">
                  <a:moveTo>
                    <a:pt x="73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731"/>
                    <a:pt x="0" y="731"/>
                    <a:pt x="0" y="731"/>
                  </a:cubicBezTo>
                  <a:cubicBezTo>
                    <a:pt x="0" y="973"/>
                    <a:pt x="196" y="1169"/>
                    <a:pt x="439" y="1169"/>
                  </a:cubicBezTo>
                  <a:cubicBezTo>
                    <a:pt x="1169" y="1169"/>
                    <a:pt x="1169" y="1169"/>
                    <a:pt x="1169" y="1169"/>
                  </a:cubicBezTo>
                  <a:cubicBezTo>
                    <a:pt x="1169" y="439"/>
                    <a:pt x="1169" y="439"/>
                    <a:pt x="1169" y="439"/>
                  </a:cubicBezTo>
                  <a:cubicBezTo>
                    <a:pt x="1169" y="196"/>
                    <a:pt x="973" y="0"/>
                    <a:pt x="731" y="0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045466" y="2283008"/>
            <a:ext cx="4969744" cy="3753338"/>
          </a:xfr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941847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20" grpId="0" animBg="1"/>
      <p:bldP spid="21" grpId="0"/>
      <p:bldP spid="34" grpId="0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5"/>
          <p:cNvSpPr>
            <a:spLocks/>
          </p:cNvSpPr>
          <p:nvPr userDrawn="1"/>
        </p:nvSpPr>
        <p:spPr bwMode="auto">
          <a:xfrm flipH="1">
            <a:off x="9930136" y="-637092"/>
            <a:ext cx="2711791" cy="2711789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3" name="Freeform 5"/>
          <p:cNvSpPr>
            <a:spLocks/>
          </p:cNvSpPr>
          <p:nvPr userDrawn="1"/>
        </p:nvSpPr>
        <p:spPr bwMode="auto">
          <a:xfrm flipH="1">
            <a:off x="8535301" y="921256"/>
            <a:ext cx="982576" cy="982576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4" name="Freeform 5"/>
          <p:cNvSpPr>
            <a:spLocks/>
          </p:cNvSpPr>
          <p:nvPr userDrawn="1"/>
        </p:nvSpPr>
        <p:spPr bwMode="auto">
          <a:xfrm flipH="1">
            <a:off x="8690348" y="-296897"/>
            <a:ext cx="672480" cy="67248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5" name="Freeform 5"/>
          <p:cNvSpPr>
            <a:spLocks/>
          </p:cNvSpPr>
          <p:nvPr userDrawn="1"/>
        </p:nvSpPr>
        <p:spPr bwMode="auto">
          <a:xfrm flipH="1">
            <a:off x="6892774" y="1381250"/>
            <a:ext cx="1081310" cy="108131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6" name="Freeform 5"/>
          <p:cNvSpPr>
            <a:spLocks/>
          </p:cNvSpPr>
          <p:nvPr userDrawn="1"/>
        </p:nvSpPr>
        <p:spPr bwMode="auto">
          <a:xfrm flipH="1">
            <a:off x="7490451" y="215697"/>
            <a:ext cx="521440" cy="52144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7" name="Freeform 5"/>
          <p:cNvSpPr>
            <a:spLocks/>
          </p:cNvSpPr>
          <p:nvPr userDrawn="1"/>
        </p:nvSpPr>
        <p:spPr bwMode="auto">
          <a:xfrm flipH="1">
            <a:off x="9305255" y="2655843"/>
            <a:ext cx="1337469" cy="1337469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8" name="Freeform 5"/>
          <p:cNvSpPr>
            <a:spLocks/>
          </p:cNvSpPr>
          <p:nvPr userDrawn="1"/>
        </p:nvSpPr>
        <p:spPr bwMode="auto">
          <a:xfrm flipH="1">
            <a:off x="11073361" y="2461388"/>
            <a:ext cx="672480" cy="67248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9" name="Freeform 5"/>
          <p:cNvSpPr>
            <a:spLocks/>
          </p:cNvSpPr>
          <p:nvPr userDrawn="1"/>
        </p:nvSpPr>
        <p:spPr bwMode="auto">
          <a:xfrm flipH="1">
            <a:off x="10870156" y="3855256"/>
            <a:ext cx="521440" cy="52144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0" name="Freeform 5"/>
          <p:cNvSpPr>
            <a:spLocks/>
          </p:cNvSpPr>
          <p:nvPr userDrawn="1"/>
        </p:nvSpPr>
        <p:spPr bwMode="auto">
          <a:xfrm flipH="1">
            <a:off x="8352858" y="2453988"/>
            <a:ext cx="521761" cy="521761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1" name="Freeform 5"/>
          <p:cNvSpPr>
            <a:spLocks/>
          </p:cNvSpPr>
          <p:nvPr userDrawn="1"/>
        </p:nvSpPr>
        <p:spPr bwMode="auto">
          <a:xfrm flipH="1">
            <a:off x="11801991" y="3355185"/>
            <a:ext cx="672480" cy="67248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2" name="Freeform 5"/>
          <p:cNvSpPr>
            <a:spLocks/>
          </p:cNvSpPr>
          <p:nvPr userDrawn="1"/>
        </p:nvSpPr>
        <p:spPr bwMode="auto">
          <a:xfrm flipH="1">
            <a:off x="12086289" y="2172540"/>
            <a:ext cx="385460" cy="38546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0" name="Freeform 5"/>
          <p:cNvSpPr>
            <a:spLocks/>
          </p:cNvSpPr>
          <p:nvPr userDrawn="1"/>
        </p:nvSpPr>
        <p:spPr bwMode="auto">
          <a:xfrm flipH="1">
            <a:off x="11486507" y="174661"/>
            <a:ext cx="530831" cy="530831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1" name="TextBox 20"/>
          <p:cNvSpPr txBox="1"/>
          <p:nvPr userDrawn="1"/>
        </p:nvSpPr>
        <p:spPr>
          <a:xfrm>
            <a:off x="11526134" y="245136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60E2A6B-A809-4840-BF14-8648BC0BDF87}" type="slidenum">
              <a:rPr lang="id-ID" sz="1800" b="1" smtClean="0">
                <a:solidFill>
                  <a:schemeClr val="bg1"/>
                </a:solidFill>
              </a:rPr>
              <a:pPr algn="ctr"/>
              <a:t>‹#›</a:t>
            </a:fld>
            <a:endParaRPr lang="id-ID" sz="1800" dirty="0">
              <a:solidFill>
                <a:schemeClr val="bg1"/>
              </a:solidFill>
            </a:endParaRPr>
          </a:p>
        </p:txBody>
      </p:sp>
      <p:sp>
        <p:nvSpPr>
          <p:cNvPr id="34" name="TextBox 33"/>
          <p:cNvSpPr txBox="1"/>
          <p:nvPr userDrawn="1"/>
        </p:nvSpPr>
        <p:spPr>
          <a:xfrm>
            <a:off x="956885" y="6409324"/>
            <a:ext cx="174599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050" b="1" dirty="0" smtClean="0">
                <a:solidFill>
                  <a:schemeClr val="accent1">
                    <a:lumMod val="75000"/>
                  </a:schemeClr>
                </a:solidFill>
                <a:latin typeface="Raleway" panose="020B0003030101060003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Kupat</a:t>
            </a:r>
            <a:r>
              <a:rPr lang="id-ID" sz="1050" b="1" baseline="0" dirty="0" smtClean="0">
                <a:solidFill>
                  <a:schemeClr val="accent1">
                    <a:lumMod val="75000"/>
                  </a:schemeClr>
                </a:solidFill>
                <a:latin typeface="Raleway" panose="020B0003030101060003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Tahu </a:t>
            </a:r>
            <a:r>
              <a:rPr lang="id-ID" sz="1050" dirty="0" smtClean="0">
                <a:solidFill>
                  <a:schemeClr val="bg1">
                    <a:lumMod val="65000"/>
                  </a:schemeClr>
                </a:solidFill>
                <a:latin typeface="Raleway" panose="020B0003030101060003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Presentation</a:t>
            </a:r>
            <a:endParaRPr lang="en-US" sz="1050" dirty="0">
              <a:solidFill>
                <a:schemeClr val="bg1">
                  <a:lumMod val="65000"/>
                </a:schemeClr>
              </a:solidFill>
              <a:latin typeface="Raleway" panose="020B0003030101060003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35" name="Group 34"/>
          <p:cNvGrpSpPr/>
          <p:nvPr userDrawn="1"/>
        </p:nvGrpSpPr>
        <p:grpSpPr>
          <a:xfrm>
            <a:off x="347419" y="6409324"/>
            <a:ext cx="224082" cy="221156"/>
            <a:chOff x="4328868" y="5502988"/>
            <a:chExt cx="500307" cy="493774"/>
          </a:xfrm>
        </p:grpSpPr>
        <p:sp>
          <p:nvSpPr>
            <p:cNvPr id="39" name="Freeform 38">
              <a:hlinkClick r:id="" action="ppaction://hlinkshowjump?jump=previousslide"/>
            </p:cNvPr>
            <p:cNvSpPr>
              <a:spLocks/>
            </p:cNvSpPr>
            <p:nvPr userDrawn="1"/>
          </p:nvSpPr>
          <p:spPr bwMode="auto">
            <a:xfrm>
              <a:off x="4520555" y="5649754"/>
              <a:ext cx="116933" cy="200242"/>
            </a:xfrm>
            <a:custGeom>
              <a:avLst/>
              <a:gdLst>
                <a:gd name="T0" fmla="*/ 417 w 425"/>
                <a:gd name="T1" fmla="*/ 77 h 728"/>
                <a:gd name="T2" fmla="*/ 131 w 425"/>
                <a:gd name="T3" fmla="*/ 364 h 728"/>
                <a:gd name="T4" fmla="*/ 417 w 425"/>
                <a:gd name="T5" fmla="*/ 650 h 728"/>
                <a:gd name="T6" fmla="*/ 425 w 425"/>
                <a:gd name="T7" fmla="*/ 667 h 728"/>
                <a:gd name="T8" fmla="*/ 417 w 425"/>
                <a:gd name="T9" fmla="*/ 684 h 728"/>
                <a:gd name="T10" fmla="*/ 381 w 425"/>
                <a:gd name="T11" fmla="*/ 720 h 728"/>
                <a:gd name="T12" fmla="*/ 364 w 425"/>
                <a:gd name="T13" fmla="*/ 728 h 728"/>
                <a:gd name="T14" fmla="*/ 347 w 425"/>
                <a:gd name="T15" fmla="*/ 720 h 728"/>
                <a:gd name="T16" fmla="*/ 8 w 425"/>
                <a:gd name="T17" fmla="*/ 381 h 728"/>
                <a:gd name="T18" fmla="*/ 0 w 425"/>
                <a:gd name="T19" fmla="*/ 364 h 728"/>
                <a:gd name="T20" fmla="*/ 8 w 425"/>
                <a:gd name="T21" fmla="*/ 347 h 728"/>
                <a:gd name="T22" fmla="*/ 347 w 425"/>
                <a:gd name="T23" fmla="*/ 7 h 728"/>
                <a:gd name="T24" fmla="*/ 364 w 425"/>
                <a:gd name="T25" fmla="*/ 0 h 728"/>
                <a:gd name="T26" fmla="*/ 381 w 425"/>
                <a:gd name="T27" fmla="*/ 7 h 728"/>
                <a:gd name="T28" fmla="*/ 417 w 425"/>
                <a:gd name="T29" fmla="*/ 44 h 728"/>
                <a:gd name="T30" fmla="*/ 425 w 425"/>
                <a:gd name="T31" fmla="*/ 60 h 728"/>
                <a:gd name="T32" fmla="*/ 417 w 425"/>
                <a:gd name="T33" fmla="*/ 77 h 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25" h="728">
                  <a:moveTo>
                    <a:pt x="417" y="77"/>
                  </a:moveTo>
                  <a:cubicBezTo>
                    <a:pt x="131" y="364"/>
                    <a:pt x="131" y="364"/>
                    <a:pt x="131" y="364"/>
                  </a:cubicBezTo>
                  <a:cubicBezTo>
                    <a:pt x="417" y="650"/>
                    <a:pt x="417" y="650"/>
                    <a:pt x="417" y="650"/>
                  </a:cubicBezTo>
                  <a:cubicBezTo>
                    <a:pt x="422" y="655"/>
                    <a:pt x="425" y="661"/>
                    <a:pt x="425" y="667"/>
                  </a:cubicBezTo>
                  <a:cubicBezTo>
                    <a:pt x="425" y="673"/>
                    <a:pt x="422" y="680"/>
                    <a:pt x="417" y="684"/>
                  </a:cubicBezTo>
                  <a:cubicBezTo>
                    <a:pt x="381" y="720"/>
                    <a:pt x="381" y="720"/>
                    <a:pt x="381" y="720"/>
                  </a:cubicBezTo>
                  <a:cubicBezTo>
                    <a:pt x="377" y="725"/>
                    <a:pt x="370" y="728"/>
                    <a:pt x="364" y="728"/>
                  </a:cubicBezTo>
                  <a:cubicBezTo>
                    <a:pt x="358" y="728"/>
                    <a:pt x="352" y="725"/>
                    <a:pt x="347" y="720"/>
                  </a:cubicBezTo>
                  <a:cubicBezTo>
                    <a:pt x="8" y="381"/>
                    <a:pt x="8" y="381"/>
                    <a:pt x="8" y="381"/>
                  </a:cubicBezTo>
                  <a:cubicBezTo>
                    <a:pt x="3" y="376"/>
                    <a:pt x="0" y="369"/>
                    <a:pt x="0" y="364"/>
                  </a:cubicBezTo>
                  <a:cubicBezTo>
                    <a:pt x="0" y="358"/>
                    <a:pt x="3" y="351"/>
                    <a:pt x="8" y="347"/>
                  </a:cubicBezTo>
                  <a:cubicBezTo>
                    <a:pt x="347" y="7"/>
                    <a:pt x="347" y="7"/>
                    <a:pt x="347" y="7"/>
                  </a:cubicBezTo>
                  <a:cubicBezTo>
                    <a:pt x="352" y="3"/>
                    <a:pt x="358" y="0"/>
                    <a:pt x="364" y="0"/>
                  </a:cubicBezTo>
                  <a:cubicBezTo>
                    <a:pt x="370" y="0"/>
                    <a:pt x="377" y="3"/>
                    <a:pt x="381" y="7"/>
                  </a:cubicBezTo>
                  <a:cubicBezTo>
                    <a:pt x="417" y="44"/>
                    <a:pt x="417" y="44"/>
                    <a:pt x="417" y="44"/>
                  </a:cubicBezTo>
                  <a:cubicBezTo>
                    <a:pt x="422" y="48"/>
                    <a:pt x="425" y="54"/>
                    <a:pt x="425" y="60"/>
                  </a:cubicBezTo>
                  <a:cubicBezTo>
                    <a:pt x="425" y="66"/>
                    <a:pt x="422" y="73"/>
                    <a:pt x="417" y="77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40" name="Freeform 39">
              <a:hlinkClick r:id="" action="ppaction://hlinkshowjump?jump=previousslide"/>
            </p:cNvPr>
            <p:cNvSpPr>
              <a:spLocks noEditPoints="1"/>
            </p:cNvSpPr>
            <p:nvPr userDrawn="1"/>
          </p:nvSpPr>
          <p:spPr bwMode="auto">
            <a:xfrm>
              <a:off x="4328868" y="5502988"/>
              <a:ext cx="500307" cy="493774"/>
            </a:xfrm>
            <a:custGeom>
              <a:avLst/>
              <a:gdLst>
                <a:gd name="T0" fmla="*/ 2355 w 2753"/>
                <a:gd name="T1" fmla="*/ 114 h 2716"/>
                <a:gd name="T2" fmla="*/ 2639 w 2753"/>
                <a:gd name="T3" fmla="*/ 399 h 2716"/>
                <a:gd name="T4" fmla="*/ 2639 w 2753"/>
                <a:gd name="T5" fmla="*/ 2317 h 2716"/>
                <a:gd name="T6" fmla="*/ 2355 w 2753"/>
                <a:gd name="T7" fmla="*/ 2602 h 2716"/>
                <a:gd name="T8" fmla="*/ 398 w 2753"/>
                <a:gd name="T9" fmla="*/ 2602 h 2716"/>
                <a:gd name="T10" fmla="*/ 113 w 2753"/>
                <a:gd name="T11" fmla="*/ 2317 h 2716"/>
                <a:gd name="T12" fmla="*/ 113 w 2753"/>
                <a:gd name="T13" fmla="*/ 399 h 2716"/>
                <a:gd name="T14" fmla="*/ 398 w 2753"/>
                <a:gd name="T15" fmla="*/ 114 h 2716"/>
                <a:gd name="T16" fmla="*/ 2355 w 2753"/>
                <a:gd name="T17" fmla="*/ 114 h 2716"/>
                <a:gd name="T18" fmla="*/ 2355 w 2753"/>
                <a:gd name="T19" fmla="*/ 0 h 2716"/>
                <a:gd name="T20" fmla="*/ 398 w 2753"/>
                <a:gd name="T21" fmla="*/ 0 h 2716"/>
                <a:gd name="T22" fmla="*/ 0 w 2753"/>
                <a:gd name="T23" fmla="*/ 399 h 2716"/>
                <a:gd name="T24" fmla="*/ 0 w 2753"/>
                <a:gd name="T25" fmla="*/ 2317 h 2716"/>
                <a:gd name="T26" fmla="*/ 398 w 2753"/>
                <a:gd name="T27" fmla="*/ 2716 h 2716"/>
                <a:gd name="T28" fmla="*/ 2355 w 2753"/>
                <a:gd name="T29" fmla="*/ 2716 h 2716"/>
                <a:gd name="T30" fmla="*/ 2753 w 2753"/>
                <a:gd name="T31" fmla="*/ 2317 h 2716"/>
                <a:gd name="T32" fmla="*/ 2753 w 2753"/>
                <a:gd name="T33" fmla="*/ 399 h 2716"/>
                <a:gd name="T34" fmla="*/ 2355 w 2753"/>
                <a:gd name="T35" fmla="*/ 0 h 27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53" h="2716">
                  <a:moveTo>
                    <a:pt x="2355" y="114"/>
                  </a:moveTo>
                  <a:cubicBezTo>
                    <a:pt x="2512" y="114"/>
                    <a:pt x="2639" y="242"/>
                    <a:pt x="2639" y="399"/>
                  </a:cubicBezTo>
                  <a:cubicBezTo>
                    <a:pt x="2639" y="2317"/>
                    <a:pt x="2639" y="2317"/>
                    <a:pt x="2639" y="2317"/>
                  </a:cubicBezTo>
                  <a:cubicBezTo>
                    <a:pt x="2639" y="2474"/>
                    <a:pt x="2512" y="2602"/>
                    <a:pt x="2355" y="2602"/>
                  </a:cubicBezTo>
                  <a:cubicBezTo>
                    <a:pt x="398" y="2602"/>
                    <a:pt x="398" y="2602"/>
                    <a:pt x="398" y="2602"/>
                  </a:cubicBezTo>
                  <a:cubicBezTo>
                    <a:pt x="241" y="2602"/>
                    <a:pt x="113" y="2474"/>
                    <a:pt x="113" y="2317"/>
                  </a:cubicBezTo>
                  <a:cubicBezTo>
                    <a:pt x="113" y="399"/>
                    <a:pt x="113" y="399"/>
                    <a:pt x="113" y="399"/>
                  </a:cubicBezTo>
                  <a:cubicBezTo>
                    <a:pt x="113" y="242"/>
                    <a:pt x="241" y="114"/>
                    <a:pt x="398" y="114"/>
                  </a:cubicBezTo>
                  <a:cubicBezTo>
                    <a:pt x="2355" y="114"/>
                    <a:pt x="2355" y="114"/>
                    <a:pt x="2355" y="114"/>
                  </a:cubicBezTo>
                  <a:moveTo>
                    <a:pt x="2355" y="0"/>
                  </a:moveTo>
                  <a:cubicBezTo>
                    <a:pt x="398" y="0"/>
                    <a:pt x="398" y="0"/>
                    <a:pt x="398" y="0"/>
                  </a:cubicBezTo>
                  <a:cubicBezTo>
                    <a:pt x="178" y="0"/>
                    <a:pt x="0" y="179"/>
                    <a:pt x="0" y="399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0" y="2538"/>
                    <a:pt x="178" y="2716"/>
                    <a:pt x="398" y="2716"/>
                  </a:cubicBezTo>
                  <a:cubicBezTo>
                    <a:pt x="2355" y="2716"/>
                    <a:pt x="2355" y="2716"/>
                    <a:pt x="2355" y="2716"/>
                  </a:cubicBezTo>
                  <a:cubicBezTo>
                    <a:pt x="2575" y="2716"/>
                    <a:pt x="2753" y="2538"/>
                    <a:pt x="2753" y="2317"/>
                  </a:cubicBezTo>
                  <a:cubicBezTo>
                    <a:pt x="2753" y="399"/>
                    <a:pt x="2753" y="399"/>
                    <a:pt x="2753" y="399"/>
                  </a:cubicBezTo>
                  <a:cubicBezTo>
                    <a:pt x="2753" y="179"/>
                    <a:pt x="2575" y="0"/>
                    <a:pt x="2355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  <p:grpSp>
        <p:nvGrpSpPr>
          <p:cNvPr id="41" name="Group 40"/>
          <p:cNvGrpSpPr/>
          <p:nvPr userDrawn="1"/>
        </p:nvGrpSpPr>
        <p:grpSpPr>
          <a:xfrm flipH="1">
            <a:off x="657355" y="6409324"/>
            <a:ext cx="224082" cy="221156"/>
            <a:chOff x="4328868" y="5502988"/>
            <a:chExt cx="500307" cy="493774"/>
          </a:xfrm>
        </p:grpSpPr>
        <p:sp>
          <p:nvSpPr>
            <p:cNvPr id="42" name="Freeform 41">
              <a:hlinkClick r:id="" action="ppaction://hlinkshowjump?jump=nextslide"/>
            </p:cNvPr>
            <p:cNvSpPr>
              <a:spLocks/>
            </p:cNvSpPr>
            <p:nvPr userDrawn="1"/>
          </p:nvSpPr>
          <p:spPr bwMode="auto">
            <a:xfrm>
              <a:off x="4520556" y="5649754"/>
              <a:ext cx="116933" cy="200242"/>
            </a:xfrm>
            <a:custGeom>
              <a:avLst/>
              <a:gdLst>
                <a:gd name="T0" fmla="*/ 417 w 425"/>
                <a:gd name="T1" fmla="*/ 77 h 728"/>
                <a:gd name="T2" fmla="*/ 131 w 425"/>
                <a:gd name="T3" fmla="*/ 364 h 728"/>
                <a:gd name="T4" fmla="*/ 417 w 425"/>
                <a:gd name="T5" fmla="*/ 650 h 728"/>
                <a:gd name="T6" fmla="*/ 425 w 425"/>
                <a:gd name="T7" fmla="*/ 667 h 728"/>
                <a:gd name="T8" fmla="*/ 417 w 425"/>
                <a:gd name="T9" fmla="*/ 684 h 728"/>
                <a:gd name="T10" fmla="*/ 381 w 425"/>
                <a:gd name="T11" fmla="*/ 720 h 728"/>
                <a:gd name="T12" fmla="*/ 364 w 425"/>
                <a:gd name="T13" fmla="*/ 728 h 728"/>
                <a:gd name="T14" fmla="*/ 347 w 425"/>
                <a:gd name="T15" fmla="*/ 720 h 728"/>
                <a:gd name="T16" fmla="*/ 8 w 425"/>
                <a:gd name="T17" fmla="*/ 381 h 728"/>
                <a:gd name="T18" fmla="*/ 0 w 425"/>
                <a:gd name="T19" fmla="*/ 364 h 728"/>
                <a:gd name="T20" fmla="*/ 8 w 425"/>
                <a:gd name="T21" fmla="*/ 347 h 728"/>
                <a:gd name="T22" fmla="*/ 347 w 425"/>
                <a:gd name="T23" fmla="*/ 7 h 728"/>
                <a:gd name="T24" fmla="*/ 364 w 425"/>
                <a:gd name="T25" fmla="*/ 0 h 728"/>
                <a:gd name="T26" fmla="*/ 381 w 425"/>
                <a:gd name="T27" fmla="*/ 7 h 728"/>
                <a:gd name="T28" fmla="*/ 417 w 425"/>
                <a:gd name="T29" fmla="*/ 44 h 728"/>
                <a:gd name="T30" fmla="*/ 425 w 425"/>
                <a:gd name="T31" fmla="*/ 60 h 728"/>
                <a:gd name="T32" fmla="*/ 417 w 425"/>
                <a:gd name="T33" fmla="*/ 77 h 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25" h="728">
                  <a:moveTo>
                    <a:pt x="417" y="77"/>
                  </a:moveTo>
                  <a:cubicBezTo>
                    <a:pt x="131" y="364"/>
                    <a:pt x="131" y="364"/>
                    <a:pt x="131" y="364"/>
                  </a:cubicBezTo>
                  <a:cubicBezTo>
                    <a:pt x="417" y="650"/>
                    <a:pt x="417" y="650"/>
                    <a:pt x="417" y="650"/>
                  </a:cubicBezTo>
                  <a:cubicBezTo>
                    <a:pt x="422" y="655"/>
                    <a:pt x="425" y="661"/>
                    <a:pt x="425" y="667"/>
                  </a:cubicBezTo>
                  <a:cubicBezTo>
                    <a:pt x="425" y="673"/>
                    <a:pt x="422" y="680"/>
                    <a:pt x="417" y="684"/>
                  </a:cubicBezTo>
                  <a:cubicBezTo>
                    <a:pt x="381" y="720"/>
                    <a:pt x="381" y="720"/>
                    <a:pt x="381" y="720"/>
                  </a:cubicBezTo>
                  <a:cubicBezTo>
                    <a:pt x="377" y="725"/>
                    <a:pt x="370" y="728"/>
                    <a:pt x="364" y="728"/>
                  </a:cubicBezTo>
                  <a:cubicBezTo>
                    <a:pt x="358" y="728"/>
                    <a:pt x="352" y="725"/>
                    <a:pt x="347" y="720"/>
                  </a:cubicBezTo>
                  <a:cubicBezTo>
                    <a:pt x="8" y="381"/>
                    <a:pt x="8" y="381"/>
                    <a:pt x="8" y="381"/>
                  </a:cubicBezTo>
                  <a:cubicBezTo>
                    <a:pt x="3" y="376"/>
                    <a:pt x="0" y="369"/>
                    <a:pt x="0" y="364"/>
                  </a:cubicBezTo>
                  <a:cubicBezTo>
                    <a:pt x="0" y="358"/>
                    <a:pt x="3" y="351"/>
                    <a:pt x="8" y="347"/>
                  </a:cubicBezTo>
                  <a:cubicBezTo>
                    <a:pt x="347" y="7"/>
                    <a:pt x="347" y="7"/>
                    <a:pt x="347" y="7"/>
                  </a:cubicBezTo>
                  <a:cubicBezTo>
                    <a:pt x="352" y="3"/>
                    <a:pt x="358" y="0"/>
                    <a:pt x="364" y="0"/>
                  </a:cubicBezTo>
                  <a:cubicBezTo>
                    <a:pt x="370" y="0"/>
                    <a:pt x="377" y="3"/>
                    <a:pt x="381" y="7"/>
                  </a:cubicBezTo>
                  <a:cubicBezTo>
                    <a:pt x="417" y="44"/>
                    <a:pt x="417" y="44"/>
                    <a:pt x="417" y="44"/>
                  </a:cubicBezTo>
                  <a:cubicBezTo>
                    <a:pt x="422" y="48"/>
                    <a:pt x="425" y="54"/>
                    <a:pt x="425" y="60"/>
                  </a:cubicBezTo>
                  <a:cubicBezTo>
                    <a:pt x="425" y="66"/>
                    <a:pt x="422" y="73"/>
                    <a:pt x="417" y="77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43" name="Freeform 42">
              <a:hlinkClick r:id="" action="ppaction://hlinkshowjump?jump=nextslide"/>
            </p:cNvPr>
            <p:cNvSpPr>
              <a:spLocks noEditPoints="1"/>
            </p:cNvSpPr>
            <p:nvPr userDrawn="1"/>
          </p:nvSpPr>
          <p:spPr bwMode="auto">
            <a:xfrm>
              <a:off x="4328868" y="5502988"/>
              <a:ext cx="500307" cy="493774"/>
            </a:xfrm>
            <a:custGeom>
              <a:avLst/>
              <a:gdLst>
                <a:gd name="T0" fmla="*/ 2355 w 2753"/>
                <a:gd name="T1" fmla="*/ 114 h 2716"/>
                <a:gd name="T2" fmla="*/ 2639 w 2753"/>
                <a:gd name="T3" fmla="*/ 399 h 2716"/>
                <a:gd name="T4" fmla="*/ 2639 w 2753"/>
                <a:gd name="T5" fmla="*/ 2317 h 2716"/>
                <a:gd name="T6" fmla="*/ 2355 w 2753"/>
                <a:gd name="T7" fmla="*/ 2602 h 2716"/>
                <a:gd name="T8" fmla="*/ 398 w 2753"/>
                <a:gd name="T9" fmla="*/ 2602 h 2716"/>
                <a:gd name="T10" fmla="*/ 113 w 2753"/>
                <a:gd name="T11" fmla="*/ 2317 h 2716"/>
                <a:gd name="T12" fmla="*/ 113 w 2753"/>
                <a:gd name="T13" fmla="*/ 399 h 2716"/>
                <a:gd name="T14" fmla="*/ 398 w 2753"/>
                <a:gd name="T15" fmla="*/ 114 h 2716"/>
                <a:gd name="T16" fmla="*/ 2355 w 2753"/>
                <a:gd name="T17" fmla="*/ 114 h 2716"/>
                <a:gd name="T18" fmla="*/ 2355 w 2753"/>
                <a:gd name="T19" fmla="*/ 0 h 2716"/>
                <a:gd name="T20" fmla="*/ 398 w 2753"/>
                <a:gd name="T21" fmla="*/ 0 h 2716"/>
                <a:gd name="T22" fmla="*/ 0 w 2753"/>
                <a:gd name="T23" fmla="*/ 399 h 2716"/>
                <a:gd name="T24" fmla="*/ 0 w 2753"/>
                <a:gd name="T25" fmla="*/ 2317 h 2716"/>
                <a:gd name="T26" fmla="*/ 398 w 2753"/>
                <a:gd name="T27" fmla="*/ 2716 h 2716"/>
                <a:gd name="T28" fmla="*/ 2355 w 2753"/>
                <a:gd name="T29" fmla="*/ 2716 h 2716"/>
                <a:gd name="T30" fmla="*/ 2753 w 2753"/>
                <a:gd name="T31" fmla="*/ 2317 h 2716"/>
                <a:gd name="T32" fmla="*/ 2753 w 2753"/>
                <a:gd name="T33" fmla="*/ 399 h 2716"/>
                <a:gd name="T34" fmla="*/ 2355 w 2753"/>
                <a:gd name="T35" fmla="*/ 0 h 27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53" h="2716">
                  <a:moveTo>
                    <a:pt x="2355" y="114"/>
                  </a:moveTo>
                  <a:cubicBezTo>
                    <a:pt x="2512" y="114"/>
                    <a:pt x="2639" y="242"/>
                    <a:pt x="2639" y="399"/>
                  </a:cubicBezTo>
                  <a:cubicBezTo>
                    <a:pt x="2639" y="2317"/>
                    <a:pt x="2639" y="2317"/>
                    <a:pt x="2639" y="2317"/>
                  </a:cubicBezTo>
                  <a:cubicBezTo>
                    <a:pt x="2639" y="2474"/>
                    <a:pt x="2512" y="2602"/>
                    <a:pt x="2355" y="2602"/>
                  </a:cubicBezTo>
                  <a:cubicBezTo>
                    <a:pt x="398" y="2602"/>
                    <a:pt x="398" y="2602"/>
                    <a:pt x="398" y="2602"/>
                  </a:cubicBezTo>
                  <a:cubicBezTo>
                    <a:pt x="241" y="2602"/>
                    <a:pt x="113" y="2474"/>
                    <a:pt x="113" y="2317"/>
                  </a:cubicBezTo>
                  <a:cubicBezTo>
                    <a:pt x="113" y="399"/>
                    <a:pt x="113" y="399"/>
                    <a:pt x="113" y="399"/>
                  </a:cubicBezTo>
                  <a:cubicBezTo>
                    <a:pt x="113" y="242"/>
                    <a:pt x="241" y="114"/>
                    <a:pt x="398" y="114"/>
                  </a:cubicBezTo>
                  <a:cubicBezTo>
                    <a:pt x="2355" y="114"/>
                    <a:pt x="2355" y="114"/>
                    <a:pt x="2355" y="114"/>
                  </a:cubicBezTo>
                  <a:moveTo>
                    <a:pt x="2355" y="0"/>
                  </a:moveTo>
                  <a:cubicBezTo>
                    <a:pt x="398" y="0"/>
                    <a:pt x="398" y="0"/>
                    <a:pt x="398" y="0"/>
                  </a:cubicBezTo>
                  <a:cubicBezTo>
                    <a:pt x="178" y="0"/>
                    <a:pt x="0" y="179"/>
                    <a:pt x="0" y="399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0" y="2538"/>
                    <a:pt x="178" y="2716"/>
                    <a:pt x="398" y="2716"/>
                  </a:cubicBezTo>
                  <a:cubicBezTo>
                    <a:pt x="2355" y="2716"/>
                    <a:pt x="2355" y="2716"/>
                    <a:pt x="2355" y="2716"/>
                  </a:cubicBezTo>
                  <a:cubicBezTo>
                    <a:pt x="2575" y="2716"/>
                    <a:pt x="2753" y="2538"/>
                    <a:pt x="2753" y="2317"/>
                  </a:cubicBezTo>
                  <a:cubicBezTo>
                    <a:pt x="2753" y="399"/>
                    <a:pt x="2753" y="399"/>
                    <a:pt x="2753" y="399"/>
                  </a:cubicBezTo>
                  <a:cubicBezTo>
                    <a:pt x="2753" y="179"/>
                    <a:pt x="2575" y="0"/>
                    <a:pt x="2355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  <p:grpSp>
        <p:nvGrpSpPr>
          <p:cNvPr id="33" name="Group 32"/>
          <p:cNvGrpSpPr/>
          <p:nvPr userDrawn="1"/>
        </p:nvGrpSpPr>
        <p:grpSpPr>
          <a:xfrm flipH="1">
            <a:off x="1036725" y="1090208"/>
            <a:ext cx="93144" cy="590448"/>
            <a:chOff x="7711341" y="589735"/>
            <a:chExt cx="93144" cy="590448"/>
          </a:xfrm>
        </p:grpSpPr>
        <p:sp>
          <p:nvSpPr>
            <p:cNvPr id="36" name="Freeform 5"/>
            <p:cNvSpPr>
              <a:spLocks/>
            </p:cNvSpPr>
            <p:nvPr/>
          </p:nvSpPr>
          <p:spPr bwMode="auto">
            <a:xfrm>
              <a:off x="7711341" y="589735"/>
              <a:ext cx="93144" cy="93144"/>
            </a:xfrm>
            <a:custGeom>
              <a:avLst/>
              <a:gdLst>
                <a:gd name="T0" fmla="*/ 731 w 1169"/>
                <a:gd name="T1" fmla="*/ 0 h 1169"/>
                <a:gd name="T2" fmla="*/ 0 w 1169"/>
                <a:gd name="T3" fmla="*/ 0 h 1169"/>
                <a:gd name="T4" fmla="*/ 0 w 1169"/>
                <a:gd name="T5" fmla="*/ 731 h 1169"/>
                <a:gd name="T6" fmla="*/ 439 w 1169"/>
                <a:gd name="T7" fmla="*/ 1169 h 1169"/>
                <a:gd name="T8" fmla="*/ 1169 w 1169"/>
                <a:gd name="T9" fmla="*/ 1169 h 1169"/>
                <a:gd name="T10" fmla="*/ 1169 w 1169"/>
                <a:gd name="T11" fmla="*/ 439 h 1169"/>
                <a:gd name="T12" fmla="*/ 731 w 1169"/>
                <a:gd name="T13" fmla="*/ 0 h 1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69" h="1169">
                  <a:moveTo>
                    <a:pt x="73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731"/>
                    <a:pt x="0" y="731"/>
                    <a:pt x="0" y="731"/>
                  </a:cubicBezTo>
                  <a:cubicBezTo>
                    <a:pt x="0" y="973"/>
                    <a:pt x="196" y="1169"/>
                    <a:pt x="439" y="1169"/>
                  </a:cubicBezTo>
                  <a:cubicBezTo>
                    <a:pt x="1169" y="1169"/>
                    <a:pt x="1169" y="1169"/>
                    <a:pt x="1169" y="1169"/>
                  </a:cubicBezTo>
                  <a:cubicBezTo>
                    <a:pt x="1169" y="439"/>
                    <a:pt x="1169" y="439"/>
                    <a:pt x="1169" y="439"/>
                  </a:cubicBezTo>
                  <a:cubicBezTo>
                    <a:pt x="1169" y="196"/>
                    <a:pt x="973" y="0"/>
                    <a:pt x="731" y="0"/>
                  </a:cubicBez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37" name="Freeform 5"/>
            <p:cNvSpPr>
              <a:spLocks/>
            </p:cNvSpPr>
            <p:nvPr/>
          </p:nvSpPr>
          <p:spPr bwMode="auto">
            <a:xfrm>
              <a:off x="7711341" y="714061"/>
              <a:ext cx="93144" cy="93144"/>
            </a:xfrm>
            <a:custGeom>
              <a:avLst/>
              <a:gdLst>
                <a:gd name="T0" fmla="*/ 731 w 1169"/>
                <a:gd name="T1" fmla="*/ 0 h 1169"/>
                <a:gd name="T2" fmla="*/ 0 w 1169"/>
                <a:gd name="T3" fmla="*/ 0 h 1169"/>
                <a:gd name="T4" fmla="*/ 0 w 1169"/>
                <a:gd name="T5" fmla="*/ 731 h 1169"/>
                <a:gd name="T6" fmla="*/ 439 w 1169"/>
                <a:gd name="T7" fmla="*/ 1169 h 1169"/>
                <a:gd name="T8" fmla="*/ 1169 w 1169"/>
                <a:gd name="T9" fmla="*/ 1169 h 1169"/>
                <a:gd name="T10" fmla="*/ 1169 w 1169"/>
                <a:gd name="T11" fmla="*/ 439 h 1169"/>
                <a:gd name="T12" fmla="*/ 731 w 1169"/>
                <a:gd name="T13" fmla="*/ 0 h 1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69" h="1169">
                  <a:moveTo>
                    <a:pt x="73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731"/>
                    <a:pt x="0" y="731"/>
                    <a:pt x="0" y="731"/>
                  </a:cubicBezTo>
                  <a:cubicBezTo>
                    <a:pt x="0" y="973"/>
                    <a:pt x="196" y="1169"/>
                    <a:pt x="439" y="1169"/>
                  </a:cubicBezTo>
                  <a:cubicBezTo>
                    <a:pt x="1169" y="1169"/>
                    <a:pt x="1169" y="1169"/>
                    <a:pt x="1169" y="1169"/>
                  </a:cubicBezTo>
                  <a:cubicBezTo>
                    <a:pt x="1169" y="439"/>
                    <a:pt x="1169" y="439"/>
                    <a:pt x="1169" y="439"/>
                  </a:cubicBezTo>
                  <a:cubicBezTo>
                    <a:pt x="1169" y="196"/>
                    <a:pt x="973" y="0"/>
                    <a:pt x="731" y="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38" name="Freeform 5"/>
            <p:cNvSpPr>
              <a:spLocks/>
            </p:cNvSpPr>
            <p:nvPr/>
          </p:nvSpPr>
          <p:spPr bwMode="auto">
            <a:xfrm>
              <a:off x="7711341" y="838387"/>
              <a:ext cx="93144" cy="93144"/>
            </a:xfrm>
            <a:custGeom>
              <a:avLst/>
              <a:gdLst>
                <a:gd name="T0" fmla="*/ 731 w 1169"/>
                <a:gd name="T1" fmla="*/ 0 h 1169"/>
                <a:gd name="T2" fmla="*/ 0 w 1169"/>
                <a:gd name="T3" fmla="*/ 0 h 1169"/>
                <a:gd name="T4" fmla="*/ 0 w 1169"/>
                <a:gd name="T5" fmla="*/ 731 h 1169"/>
                <a:gd name="T6" fmla="*/ 439 w 1169"/>
                <a:gd name="T7" fmla="*/ 1169 h 1169"/>
                <a:gd name="T8" fmla="*/ 1169 w 1169"/>
                <a:gd name="T9" fmla="*/ 1169 h 1169"/>
                <a:gd name="T10" fmla="*/ 1169 w 1169"/>
                <a:gd name="T11" fmla="*/ 439 h 1169"/>
                <a:gd name="T12" fmla="*/ 731 w 1169"/>
                <a:gd name="T13" fmla="*/ 0 h 1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69" h="1169">
                  <a:moveTo>
                    <a:pt x="73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731"/>
                    <a:pt x="0" y="731"/>
                    <a:pt x="0" y="731"/>
                  </a:cubicBezTo>
                  <a:cubicBezTo>
                    <a:pt x="0" y="973"/>
                    <a:pt x="196" y="1169"/>
                    <a:pt x="439" y="1169"/>
                  </a:cubicBezTo>
                  <a:cubicBezTo>
                    <a:pt x="1169" y="1169"/>
                    <a:pt x="1169" y="1169"/>
                    <a:pt x="1169" y="1169"/>
                  </a:cubicBezTo>
                  <a:cubicBezTo>
                    <a:pt x="1169" y="439"/>
                    <a:pt x="1169" y="439"/>
                    <a:pt x="1169" y="439"/>
                  </a:cubicBezTo>
                  <a:cubicBezTo>
                    <a:pt x="1169" y="196"/>
                    <a:pt x="973" y="0"/>
                    <a:pt x="731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44" name="Freeform 5"/>
            <p:cNvSpPr>
              <a:spLocks/>
            </p:cNvSpPr>
            <p:nvPr/>
          </p:nvSpPr>
          <p:spPr bwMode="auto">
            <a:xfrm>
              <a:off x="7711341" y="962713"/>
              <a:ext cx="93144" cy="93144"/>
            </a:xfrm>
            <a:custGeom>
              <a:avLst/>
              <a:gdLst>
                <a:gd name="T0" fmla="*/ 731 w 1169"/>
                <a:gd name="T1" fmla="*/ 0 h 1169"/>
                <a:gd name="T2" fmla="*/ 0 w 1169"/>
                <a:gd name="T3" fmla="*/ 0 h 1169"/>
                <a:gd name="T4" fmla="*/ 0 w 1169"/>
                <a:gd name="T5" fmla="*/ 731 h 1169"/>
                <a:gd name="T6" fmla="*/ 439 w 1169"/>
                <a:gd name="T7" fmla="*/ 1169 h 1169"/>
                <a:gd name="T8" fmla="*/ 1169 w 1169"/>
                <a:gd name="T9" fmla="*/ 1169 h 1169"/>
                <a:gd name="T10" fmla="*/ 1169 w 1169"/>
                <a:gd name="T11" fmla="*/ 439 h 1169"/>
                <a:gd name="T12" fmla="*/ 731 w 1169"/>
                <a:gd name="T13" fmla="*/ 0 h 1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69" h="1169">
                  <a:moveTo>
                    <a:pt x="73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731"/>
                    <a:pt x="0" y="731"/>
                    <a:pt x="0" y="731"/>
                  </a:cubicBezTo>
                  <a:cubicBezTo>
                    <a:pt x="0" y="973"/>
                    <a:pt x="196" y="1169"/>
                    <a:pt x="439" y="1169"/>
                  </a:cubicBezTo>
                  <a:cubicBezTo>
                    <a:pt x="1169" y="1169"/>
                    <a:pt x="1169" y="1169"/>
                    <a:pt x="1169" y="1169"/>
                  </a:cubicBezTo>
                  <a:cubicBezTo>
                    <a:pt x="1169" y="439"/>
                    <a:pt x="1169" y="439"/>
                    <a:pt x="1169" y="439"/>
                  </a:cubicBezTo>
                  <a:cubicBezTo>
                    <a:pt x="1169" y="196"/>
                    <a:pt x="973" y="0"/>
                    <a:pt x="731" y="0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45" name="Freeform 5"/>
            <p:cNvSpPr>
              <a:spLocks/>
            </p:cNvSpPr>
            <p:nvPr/>
          </p:nvSpPr>
          <p:spPr bwMode="auto">
            <a:xfrm>
              <a:off x="7711341" y="1087039"/>
              <a:ext cx="93144" cy="93144"/>
            </a:xfrm>
            <a:custGeom>
              <a:avLst/>
              <a:gdLst>
                <a:gd name="T0" fmla="*/ 731 w 1169"/>
                <a:gd name="T1" fmla="*/ 0 h 1169"/>
                <a:gd name="T2" fmla="*/ 0 w 1169"/>
                <a:gd name="T3" fmla="*/ 0 h 1169"/>
                <a:gd name="T4" fmla="*/ 0 w 1169"/>
                <a:gd name="T5" fmla="*/ 731 h 1169"/>
                <a:gd name="T6" fmla="*/ 439 w 1169"/>
                <a:gd name="T7" fmla="*/ 1169 h 1169"/>
                <a:gd name="T8" fmla="*/ 1169 w 1169"/>
                <a:gd name="T9" fmla="*/ 1169 h 1169"/>
                <a:gd name="T10" fmla="*/ 1169 w 1169"/>
                <a:gd name="T11" fmla="*/ 439 h 1169"/>
                <a:gd name="T12" fmla="*/ 731 w 1169"/>
                <a:gd name="T13" fmla="*/ 0 h 1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69" h="1169">
                  <a:moveTo>
                    <a:pt x="73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731"/>
                    <a:pt x="0" y="731"/>
                    <a:pt x="0" y="731"/>
                  </a:cubicBezTo>
                  <a:cubicBezTo>
                    <a:pt x="0" y="973"/>
                    <a:pt x="196" y="1169"/>
                    <a:pt x="439" y="1169"/>
                  </a:cubicBezTo>
                  <a:cubicBezTo>
                    <a:pt x="1169" y="1169"/>
                    <a:pt x="1169" y="1169"/>
                    <a:pt x="1169" y="1169"/>
                  </a:cubicBezTo>
                  <a:cubicBezTo>
                    <a:pt x="1169" y="439"/>
                    <a:pt x="1169" y="439"/>
                    <a:pt x="1169" y="439"/>
                  </a:cubicBezTo>
                  <a:cubicBezTo>
                    <a:pt x="1169" y="196"/>
                    <a:pt x="973" y="0"/>
                    <a:pt x="731" y="0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  <p:sp>
        <p:nvSpPr>
          <p:cNvPr id="46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6516763" y="2283008"/>
            <a:ext cx="4969744" cy="3753338"/>
          </a:xfrm>
        </p:spPr>
        <p:txBody>
          <a:bodyPr/>
          <a:lstStyle/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2468818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20" grpId="0" animBg="1"/>
      <p:bldP spid="21" grpId="0"/>
      <p:bldP spid="34" grpId="0"/>
    </p:bldLst>
  </p:timing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5"/>
          <p:cNvSpPr>
            <a:spLocks/>
          </p:cNvSpPr>
          <p:nvPr userDrawn="1"/>
        </p:nvSpPr>
        <p:spPr bwMode="auto">
          <a:xfrm flipH="1">
            <a:off x="9930136" y="-637092"/>
            <a:ext cx="2711791" cy="2711789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3" name="Freeform 5"/>
          <p:cNvSpPr>
            <a:spLocks/>
          </p:cNvSpPr>
          <p:nvPr userDrawn="1"/>
        </p:nvSpPr>
        <p:spPr bwMode="auto">
          <a:xfrm flipH="1">
            <a:off x="8535301" y="921256"/>
            <a:ext cx="982576" cy="982576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4" name="Freeform 5"/>
          <p:cNvSpPr>
            <a:spLocks/>
          </p:cNvSpPr>
          <p:nvPr userDrawn="1"/>
        </p:nvSpPr>
        <p:spPr bwMode="auto">
          <a:xfrm flipH="1">
            <a:off x="8690348" y="-296897"/>
            <a:ext cx="672480" cy="67248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5" name="Freeform 5"/>
          <p:cNvSpPr>
            <a:spLocks/>
          </p:cNvSpPr>
          <p:nvPr userDrawn="1"/>
        </p:nvSpPr>
        <p:spPr bwMode="auto">
          <a:xfrm flipH="1">
            <a:off x="6892774" y="1381250"/>
            <a:ext cx="1081310" cy="108131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6" name="Freeform 5"/>
          <p:cNvSpPr>
            <a:spLocks/>
          </p:cNvSpPr>
          <p:nvPr userDrawn="1"/>
        </p:nvSpPr>
        <p:spPr bwMode="auto">
          <a:xfrm flipH="1">
            <a:off x="7490451" y="215697"/>
            <a:ext cx="521440" cy="52144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7" name="Freeform 5"/>
          <p:cNvSpPr>
            <a:spLocks/>
          </p:cNvSpPr>
          <p:nvPr userDrawn="1"/>
        </p:nvSpPr>
        <p:spPr bwMode="auto">
          <a:xfrm flipH="1">
            <a:off x="9305255" y="2655843"/>
            <a:ext cx="1337469" cy="1337469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8" name="Freeform 5"/>
          <p:cNvSpPr>
            <a:spLocks/>
          </p:cNvSpPr>
          <p:nvPr userDrawn="1"/>
        </p:nvSpPr>
        <p:spPr bwMode="auto">
          <a:xfrm flipH="1">
            <a:off x="11073361" y="2461388"/>
            <a:ext cx="672480" cy="67248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9" name="Freeform 5"/>
          <p:cNvSpPr>
            <a:spLocks/>
          </p:cNvSpPr>
          <p:nvPr userDrawn="1"/>
        </p:nvSpPr>
        <p:spPr bwMode="auto">
          <a:xfrm flipH="1">
            <a:off x="10870156" y="3855256"/>
            <a:ext cx="521440" cy="52144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0" name="Freeform 5"/>
          <p:cNvSpPr>
            <a:spLocks/>
          </p:cNvSpPr>
          <p:nvPr userDrawn="1"/>
        </p:nvSpPr>
        <p:spPr bwMode="auto">
          <a:xfrm flipH="1">
            <a:off x="8352858" y="2453988"/>
            <a:ext cx="521761" cy="521761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1" name="Freeform 5"/>
          <p:cNvSpPr>
            <a:spLocks/>
          </p:cNvSpPr>
          <p:nvPr userDrawn="1"/>
        </p:nvSpPr>
        <p:spPr bwMode="auto">
          <a:xfrm flipH="1">
            <a:off x="11801991" y="3355185"/>
            <a:ext cx="672480" cy="67248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2" name="Freeform 5"/>
          <p:cNvSpPr>
            <a:spLocks/>
          </p:cNvSpPr>
          <p:nvPr userDrawn="1"/>
        </p:nvSpPr>
        <p:spPr bwMode="auto">
          <a:xfrm flipH="1">
            <a:off x="12086289" y="2172540"/>
            <a:ext cx="385460" cy="38546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0" name="Freeform 5"/>
          <p:cNvSpPr>
            <a:spLocks/>
          </p:cNvSpPr>
          <p:nvPr userDrawn="1"/>
        </p:nvSpPr>
        <p:spPr bwMode="auto">
          <a:xfrm flipH="1">
            <a:off x="11486507" y="174661"/>
            <a:ext cx="530831" cy="530831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1" name="TextBox 20"/>
          <p:cNvSpPr txBox="1"/>
          <p:nvPr userDrawn="1"/>
        </p:nvSpPr>
        <p:spPr>
          <a:xfrm>
            <a:off x="11526134" y="245136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60E2A6B-A809-4840-BF14-8648BC0BDF87}" type="slidenum">
              <a:rPr lang="id-ID" sz="1800" b="1" smtClean="0">
                <a:solidFill>
                  <a:schemeClr val="bg1"/>
                </a:solidFill>
              </a:rPr>
              <a:pPr algn="ctr"/>
              <a:t>‹#›</a:t>
            </a:fld>
            <a:endParaRPr lang="id-ID" sz="1800" dirty="0">
              <a:solidFill>
                <a:schemeClr val="bg1"/>
              </a:solidFill>
            </a:endParaRPr>
          </a:p>
        </p:txBody>
      </p:sp>
      <p:sp>
        <p:nvSpPr>
          <p:cNvPr id="34" name="TextBox 33"/>
          <p:cNvSpPr txBox="1"/>
          <p:nvPr userDrawn="1"/>
        </p:nvSpPr>
        <p:spPr>
          <a:xfrm>
            <a:off x="956885" y="6409324"/>
            <a:ext cx="174599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050" b="1" dirty="0" smtClean="0">
                <a:solidFill>
                  <a:schemeClr val="accent1">
                    <a:lumMod val="75000"/>
                  </a:schemeClr>
                </a:solidFill>
                <a:latin typeface="Raleway" panose="020B0003030101060003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Kupat</a:t>
            </a:r>
            <a:r>
              <a:rPr lang="id-ID" sz="1050" b="1" baseline="0" dirty="0" smtClean="0">
                <a:solidFill>
                  <a:schemeClr val="accent1">
                    <a:lumMod val="75000"/>
                  </a:schemeClr>
                </a:solidFill>
                <a:latin typeface="Raleway" panose="020B0003030101060003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Tahu </a:t>
            </a:r>
            <a:r>
              <a:rPr lang="id-ID" sz="1050" dirty="0" smtClean="0">
                <a:solidFill>
                  <a:schemeClr val="bg1">
                    <a:lumMod val="65000"/>
                  </a:schemeClr>
                </a:solidFill>
                <a:latin typeface="Raleway" panose="020B0003030101060003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Presentation</a:t>
            </a:r>
            <a:endParaRPr lang="en-US" sz="1050" dirty="0">
              <a:solidFill>
                <a:schemeClr val="bg1">
                  <a:lumMod val="65000"/>
                </a:schemeClr>
              </a:solidFill>
              <a:latin typeface="Raleway" panose="020B0003030101060003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35" name="Group 34"/>
          <p:cNvGrpSpPr/>
          <p:nvPr userDrawn="1"/>
        </p:nvGrpSpPr>
        <p:grpSpPr>
          <a:xfrm>
            <a:off x="347419" y="6409324"/>
            <a:ext cx="224082" cy="221156"/>
            <a:chOff x="4328868" y="5502988"/>
            <a:chExt cx="500307" cy="493774"/>
          </a:xfrm>
        </p:grpSpPr>
        <p:sp>
          <p:nvSpPr>
            <p:cNvPr id="39" name="Freeform 38">
              <a:hlinkClick r:id="" action="ppaction://hlinkshowjump?jump=previousslide"/>
            </p:cNvPr>
            <p:cNvSpPr>
              <a:spLocks/>
            </p:cNvSpPr>
            <p:nvPr userDrawn="1"/>
          </p:nvSpPr>
          <p:spPr bwMode="auto">
            <a:xfrm>
              <a:off x="4520555" y="5649754"/>
              <a:ext cx="116933" cy="200242"/>
            </a:xfrm>
            <a:custGeom>
              <a:avLst/>
              <a:gdLst>
                <a:gd name="T0" fmla="*/ 417 w 425"/>
                <a:gd name="T1" fmla="*/ 77 h 728"/>
                <a:gd name="T2" fmla="*/ 131 w 425"/>
                <a:gd name="T3" fmla="*/ 364 h 728"/>
                <a:gd name="T4" fmla="*/ 417 w 425"/>
                <a:gd name="T5" fmla="*/ 650 h 728"/>
                <a:gd name="T6" fmla="*/ 425 w 425"/>
                <a:gd name="T7" fmla="*/ 667 h 728"/>
                <a:gd name="T8" fmla="*/ 417 w 425"/>
                <a:gd name="T9" fmla="*/ 684 h 728"/>
                <a:gd name="T10" fmla="*/ 381 w 425"/>
                <a:gd name="T11" fmla="*/ 720 h 728"/>
                <a:gd name="T12" fmla="*/ 364 w 425"/>
                <a:gd name="T13" fmla="*/ 728 h 728"/>
                <a:gd name="T14" fmla="*/ 347 w 425"/>
                <a:gd name="T15" fmla="*/ 720 h 728"/>
                <a:gd name="T16" fmla="*/ 8 w 425"/>
                <a:gd name="T17" fmla="*/ 381 h 728"/>
                <a:gd name="T18" fmla="*/ 0 w 425"/>
                <a:gd name="T19" fmla="*/ 364 h 728"/>
                <a:gd name="T20" fmla="*/ 8 w 425"/>
                <a:gd name="T21" fmla="*/ 347 h 728"/>
                <a:gd name="T22" fmla="*/ 347 w 425"/>
                <a:gd name="T23" fmla="*/ 7 h 728"/>
                <a:gd name="T24" fmla="*/ 364 w 425"/>
                <a:gd name="T25" fmla="*/ 0 h 728"/>
                <a:gd name="T26" fmla="*/ 381 w 425"/>
                <a:gd name="T27" fmla="*/ 7 h 728"/>
                <a:gd name="T28" fmla="*/ 417 w 425"/>
                <a:gd name="T29" fmla="*/ 44 h 728"/>
                <a:gd name="T30" fmla="*/ 425 w 425"/>
                <a:gd name="T31" fmla="*/ 60 h 728"/>
                <a:gd name="T32" fmla="*/ 417 w 425"/>
                <a:gd name="T33" fmla="*/ 77 h 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25" h="728">
                  <a:moveTo>
                    <a:pt x="417" y="77"/>
                  </a:moveTo>
                  <a:cubicBezTo>
                    <a:pt x="131" y="364"/>
                    <a:pt x="131" y="364"/>
                    <a:pt x="131" y="364"/>
                  </a:cubicBezTo>
                  <a:cubicBezTo>
                    <a:pt x="417" y="650"/>
                    <a:pt x="417" y="650"/>
                    <a:pt x="417" y="650"/>
                  </a:cubicBezTo>
                  <a:cubicBezTo>
                    <a:pt x="422" y="655"/>
                    <a:pt x="425" y="661"/>
                    <a:pt x="425" y="667"/>
                  </a:cubicBezTo>
                  <a:cubicBezTo>
                    <a:pt x="425" y="673"/>
                    <a:pt x="422" y="680"/>
                    <a:pt x="417" y="684"/>
                  </a:cubicBezTo>
                  <a:cubicBezTo>
                    <a:pt x="381" y="720"/>
                    <a:pt x="381" y="720"/>
                    <a:pt x="381" y="720"/>
                  </a:cubicBezTo>
                  <a:cubicBezTo>
                    <a:pt x="377" y="725"/>
                    <a:pt x="370" y="728"/>
                    <a:pt x="364" y="728"/>
                  </a:cubicBezTo>
                  <a:cubicBezTo>
                    <a:pt x="358" y="728"/>
                    <a:pt x="352" y="725"/>
                    <a:pt x="347" y="720"/>
                  </a:cubicBezTo>
                  <a:cubicBezTo>
                    <a:pt x="8" y="381"/>
                    <a:pt x="8" y="381"/>
                    <a:pt x="8" y="381"/>
                  </a:cubicBezTo>
                  <a:cubicBezTo>
                    <a:pt x="3" y="376"/>
                    <a:pt x="0" y="369"/>
                    <a:pt x="0" y="364"/>
                  </a:cubicBezTo>
                  <a:cubicBezTo>
                    <a:pt x="0" y="358"/>
                    <a:pt x="3" y="351"/>
                    <a:pt x="8" y="347"/>
                  </a:cubicBezTo>
                  <a:cubicBezTo>
                    <a:pt x="347" y="7"/>
                    <a:pt x="347" y="7"/>
                    <a:pt x="347" y="7"/>
                  </a:cubicBezTo>
                  <a:cubicBezTo>
                    <a:pt x="352" y="3"/>
                    <a:pt x="358" y="0"/>
                    <a:pt x="364" y="0"/>
                  </a:cubicBezTo>
                  <a:cubicBezTo>
                    <a:pt x="370" y="0"/>
                    <a:pt x="377" y="3"/>
                    <a:pt x="381" y="7"/>
                  </a:cubicBezTo>
                  <a:cubicBezTo>
                    <a:pt x="417" y="44"/>
                    <a:pt x="417" y="44"/>
                    <a:pt x="417" y="44"/>
                  </a:cubicBezTo>
                  <a:cubicBezTo>
                    <a:pt x="422" y="48"/>
                    <a:pt x="425" y="54"/>
                    <a:pt x="425" y="60"/>
                  </a:cubicBezTo>
                  <a:cubicBezTo>
                    <a:pt x="425" y="66"/>
                    <a:pt x="422" y="73"/>
                    <a:pt x="417" y="77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40" name="Freeform 39">
              <a:hlinkClick r:id="" action="ppaction://hlinkshowjump?jump=previousslide"/>
            </p:cNvPr>
            <p:cNvSpPr>
              <a:spLocks noEditPoints="1"/>
            </p:cNvSpPr>
            <p:nvPr userDrawn="1"/>
          </p:nvSpPr>
          <p:spPr bwMode="auto">
            <a:xfrm>
              <a:off x="4328868" y="5502988"/>
              <a:ext cx="500307" cy="493774"/>
            </a:xfrm>
            <a:custGeom>
              <a:avLst/>
              <a:gdLst>
                <a:gd name="T0" fmla="*/ 2355 w 2753"/>
                <a:gd name="T1" fmla="*/ 114 h 2716"/>
                <a:gd name="T2" fmla="*/ 2639 w 2753"/>
                <a:gd name="T3" fmla="*/ 399 h 2716"/>
                <a:gd name="T4" fmla="*/ 2639 w 2753"/>
                <a:gd name="T5" fmla="*/ 2317 h 2716"/>
                <a:gd name="T6" fmla="*/ 2355 w 2753"/>
                <a:gd name="T7" fmla="*/ 2602 h 2716"/>
                <a:gd name="T8" fmla="*/ 398 w 2753"/>
                <a:gd name="T9" fmla="*/ 2602 h 2716"/>
                <a:gd name="T10" fmla="*/ 113 w 2753"/>
                <a:gd name="T11" fmla="*/ 2317 h 2716"/>
                <a:gd name="T12" fmla="*/ 113 w 2753"/>
                <a:gd name="T13" fmla="*/ 399 h 2716"/>
                <a:gd name="T14" fmla="*/ 398 w 2753"/>
                <a:gd name="T15" fmla="*/ 114 h 2716"/>
                <a:gd name="T16" fmla="*/ 2355 w 2753"/>
                <a:gd name="T17" fmla="*/ 114 h 2716"/>
                <a:gd name="T18" fmla="*/ 2355 w 2753"/>
                <a:gd name="T19" fmla="*/ 0 h 2716"/>
                <a:gd name="T20" fmla="*/ 398 w 2753"/>
                <a:gd name="T21" fmla="*/ 0 h 2716"/>
                <a:gd name="T22" fmla="*/ 0 w 2753"/>
                <a:gd name="T23" fmla="*/ 399 h 2716"/>
                <a:gd name="T24" fmla="*/ 0 w 2753"/>
                <a:gd name="T25" fmla="*/ 2317 h 2716"/>
                <a:gd name="T26" fmla="*/ 398 w 2753"/>
                <a:gd name="T27" fmla="*/ 2716 h 2716"/>
                <a:gd name="T28" fmla="*/ 2355 w 2753"/>
                <a:gd name="T29" fmla="*/ 2716 h 2716"/>
                <a:gd name="T30" fmla="*/ 2753 w 2753"/>
                <a:gd name="T31" fmla="*/ 2317 h 2716"/>
                <a:gd name="T32" fmla="*/ 2753 w 2753"/>
                <a:gd name="T33" fmla="*/ 399 h 2716"/>
                <a:gd name="T34" fmla="*/ 2355 w 2753"/>
                <a:gd name="T35" fmla="*/ 0 h 27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53" h="2716">
                  <a:moveTo>
                    <a:pt x="2355" y="114"/>
                  </a:moveTo>
                  <a:cubicBezTo>
                    <a:pt x="2512" y="114"/>
                    <a:pt x="2639" y="242"/>
                    <a:pt x="2639" y="399"/>
                  </a:cubicBezTo>
                  <a:cubicBezTo>
                    <a:pt x="2639" y="2317"/>
                    <a:pt x="2639" y="2317"/>
                    <a:pt x="2639" y="2317"/>
                  </a:cubicBezTo>
                  <a:cubicBezTo>
                    <a:pt x="2639" y="2474"/>
                    <a:pt x="2512" y="2602"/>
                    <a:pt x="2355" y="2602"/>
                  </a:cubicBezTo>
                  <a:cubicBezTo>
                    <a:pt x="398" y="2602"/>
                    <a:pt x="398" y="2602"/>
                    <a:pt x="398" y="2602"/>
                  </a:cubicBezTo>
                  <a:cubicBezTo>
                    <a:pt x="241" y="2602"/>
                    <a:pt x="113" y="2474"/>
                    <a:pt x="113" y="2317"/>
                  </a:cubicBezTo>
                  <a:cubicBezTo>
                    <a:pt x="113" y="399"/>
                    <a:pt x="113" y="399"/>
                    <a:pt x="113" y="399"/>
                  </a:cubicBezTo>
                  <a:cubicBezTo>
                    <a:pt x="113" y="242"/>
                    <a:pt x="241" y="114"/>
                    <a:pt x="398" y="114"/>
                  </a:cubicBezTo>
                  <a:cubicBezTo>
                    <a:pt x="2355" y="114"/>
                    <a:pt x="2355" y="114"/>
                    <a:pt x="2355" y="114"/>
                  </a:cubicBezTo>
                  <a:moveTo>
                    <a:pt x="2355" y="0"/>
                  </a:moveTo>
                  <a:cubicBezTo>
                    <a:pt x="398" y="0"/>
                    <a:pt x="398" y="0"/>
                    <a:pt x="398" y="0"/>
                  </a:cubicBezTo>
                  <a:cubicBezTo>
                    <a:pt x="178" y="0"/>
                    <a:pt x="0" y="179"/>
                    <a:pt x="0" y="399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0" y="2538"/>
                    <a:pt x="178" y="2716"/>
                    <a:pt x="398" y="2716"/>
                  </a:cubicBezTo>
                  <a:cubicBezTo>
                    <a:pt x="2355" y="2716"/>
                    <a:pt x="2355" y="2716"/>
                    <a:pt x="2355" y="2716"/>
                  </a:cubicBezTo>
                  <a:cubicBezTo>
                    <a:pt x="2575" y="2716"/>
                    <a:pt x="2753" y="2538"/>
                    <a:pt x="2753" y="2317"/>
                  </a:cubicBezTo>
                  <a:cubicBezTo>
                    <a:pt x="2753" y="399"/>
                    <a:pt x="2753" y="399"/>
                    <a:pt x="2753" y="399"/>
                  </a:cubicBezTo>
                  <a:cubicBezTo>
                    <a:pt x="2753" y="179"/>
                    <a:pt x="2575" y="0"/>
                    <a:pt x="2355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  <p:grpSp>
        <p:nvGrpSpPr>
          <p:cNvPr id="41" name="Group 40"/>
          <p:cNvGrpSpPr/>
          <p:nvPr userDrawn="1"/>
        </p:nvGrpSpPr>
        <p:grpSpPr>
          <a:xfrm flipH="1">
            <a:off x="657355" y="6409324"/>
            <a:ext cx="224082" cy="221156"/>
            <a:chOff x="4328868" y="5502988"/>
            <a:chExt cx="500307" cy="493774"/>
          </a:xfrm>
        </p:grpSpPr>
        <p:sp>
          <p:nvSpPr>
            <p:cNvPr id="42" name="Freeform 41">
              <a:hlinkClick r:id="" action="ppaction://hlinkshowjump?jump=nextslide"/>
            </p:cNvPr>
            <p:cNvSpPr>
              <a:spLocks/>
            </p:cNvSpPr>
            <p:nvPr userDrawn="1"/>
          </p:nvSpPr>
          <p:spPr bwMode="auto">
            <a:xfrm>
              <a:off x="4520556" y="5649754"/>
              <a:ext cx="116933" cy="200242"/>
            </a:xfrm>
            <a:custGeom>
              <a:avLst/>
              <a:gdLst>
                <a:gd name="T0" fmla="*/ 417 w 425"/>
                <a:gd name="T1" fmla="*/ 77 h 728"/>
                <a:gd name="T2" fmla="*/ 131 w 425"/>
                <a:gd name="T3" fmla="*/ 364 h 728"/>
                <a:gd name="T4" fmla="*/ 417 w 425"/>
                <a:gd name="T5" fmla="*/ 650 h 728"/>
                <a:gd name="T6" fmla="*/ 425 w 425"/>
                <a:gd name="T7" fmla="*/ 667 h 728"/>
                <a:gd name="T8" fmla="*/ 417 w 425"/>
                <a:gd name="T9" fmla="*/ 684 h 728"/>
                <a:gd name="T10" fmla="*/ 381 w 425"/>
                <a:gd name="T11" fmla="*/ 720 h 728"/>
                <a:gd name="T12" fmla="*/ 364 w 425"/>
                <a:gd name="T13" fmla="*/ 728 h 728"/>
                <a:gd name="T14" fmla="*/ 347 w 425"/>
                <a:gd name="T15" fmla="*/ 720 h 728"/>
                <a:gd name="T16" fmla="*/ 8 w 425"/>
                <a:gd name="T17" fmla="*/ 381 h 728"/>
                <a:gd name="T18" fmla="*/ 0 w 425"/>
                <a:gd name="T19" fmla="*/ 364 h 728"/>
                <a:gd name="T20" fmla="*/ 8 w 425"/>
                <a:gd name="T21" fmla="*/ 347 h 728"/>
                <a:gd name="T22" fmla="*/ 347 w 425"/>
                <a:gd name="T23" fmla="*/ 7 h 728"/>
                <a:gd name="T24" fmla="*/ 364 w 425"/>
                <a:gd name="T25" fmla="*/ 0 h 728"/>
                <a:gd name="T26" fmla="*/ 381 w 425"/>
                <a:gd name="T27" fmla="*/ 7 h 728"/>
                <a:gd name="T28" fmla="*/ 417 w 425"/>
                <a:gd name="T29" fmla="*/ 44 h 728"/>
                <a:gd name="T30" fmla="*/ 425 w 425"/>
                <a:gd name="T31" fmla="*/ 60 h 728"/>
                <a:gd name="T32" fmla="*/ 417 w 425"/>
                <a:gd name="T33" fmla="*/ 77 h 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25" h="728">
                  <a:moveTo>
                    <a:pt x="417" y="77"/>
                  </a:moveTo>
                  <a:cubicBezTo>
                    <a:pt x="131" y="364"/>
                    <a:pt x="131" y="364"/>
                    <a:pt x="131" y="364"/>
                  </a:cubicBezTo>
                  <a:cubicBezTo>
                    <a:pt x="417" y="650"/>
                    <a:pt x="417" y="650"/>
                    <a:pt x="417" y="650"/>
                  </a:cubicBezTo>
                  <a:cubicBezTo>
                    <a:pt x="422" y="655"/>
                    <a:pt x="425" y="661"/>
                    <a:pt x="425" y="667"/>
                  </a:cubicBezTo>
                  <a:cubicBezTo>
                    <a:pt x="425" y="673"/>
                    <a:pt x="422" y="680"/>
                    <a:pt x="417" y="684"/>
                  </a:cubicBezTo>
                  <a:cubicBezTo>
                    <a:pt x="381" y="720"/>
                    <a:pt x="381" y="720"/>
                    <a:pt x="381" y="720"/>
                  </a:cubicBezTo>
                  <a:cubicBezTo>
                    <a:pt x="377" y="725"/>
                    <a:pt x="370" y="728"/>
                    <a:pt x="364" y="728"/>
                  </a:cubicBezTo>
                  <a:cubicBezTo>
                    <a:pt x="358" y="728"/>
                    <a:pt x="352" y="725"/>
                    <a:pt x="347" y="720"/>
                  </a:cubicBezTo>
                  <a:cubicBezTo>
                    <a:pt x="8" y="381"/>
                    <a:pt x="8" y="381"/>
                    <a:pt x="8" y="381"/>
                  </a:cubicBezTo>
                  <a:cubicBezTo>
                    <a:pt x="3" y="376"/>
                    <a:pt x="0" y="369"/>
                    <a:pt x="0" y="364"/>
                  </a:cubicBezTo>
                  <a:cubicBezTo>
                    <a:pt x="0" y="358"/>
                    <a:pt x="3" y="351"/>
                    <a:pt x="8" y="347"/>
                  </a:cubicBezTo>
                  <a:cubicBezTo>
                    <a:pt x="347" y="7"/>
                    <a:pt x="347" y="7"/>
                    <a:pt x="347" y="7"/>
                  </a:cubicBezTo>
                  <a:cubicBezTo>
                    <a:pt x="352" y="3"/>
                    <a:pt x="358" y="0"/>
                    <a:pt x="364" y="0"/>
                  </a:cubicBezTo>
                  <a:cubicBezTo>
                    <a:pt x="370" y="0"/>
                    <a:pt x="377" y="3"/>
                    <a:pt x="381" y="7"/>
                  </a:cubicBezTo>
                  <a:cubicBezTo>
                    <a:pt x="417" y="44"/>
                    <a:pt x="417" y="44"/>
                    <a:pt x="417" y="44"/>
                  </a:cubicBezTo>
                  <a:cubicBezTo>
                    <a:pt x="422" y="48"/>
                    <a:pt x="425" y="54"/>
                    <a:pt x="425" y="60"/>
                  </a:cubicBezTo>
                  <a:cubicBezTo>
                    <a:pt x="425" y="66"/>
                    <a:pt x="422" y="73"/>
                    <a:pt x="417" y="77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43" name="Freeform 42">
              <a:hlinkClick r:id="" action="ppaction://hlinkshowjump?jump=nextslide"/>
            </p:cNvPr>
            <p:cNvSpPr>
              <a:spLocks noEditPoints="1"/>
            </p:cNvSpPr>
            <p:nvPr userDrawn="1"/>
          </p:nvSpPr>
          <p:spPr bwMode="auto">
            <a:xfrm>
              <a:off x="4328868" y="5502988"/>
              <a:ext cx="500307" cy="493774"/>
            </a:xfrm>
            <a:custGeom>
              <a:avLst/>
              <a:gdLst>
                <a:gd name="T0" fmla="*/ 2355 w 2753"/>
                <a:gd name="T1" fmla="*/ 114 h 2716"/>
                <a:gd name="T2" fmla="*/ 2639 w 2753"/>
                <a:gd name="T3" fmla="*/ 399 h 2716"/>
                <a:gd name="T4" fmla="*/ 2639 w 2753"/>
                <a:gd name="T5" fmla="*/ 2317 h 2716"/>
                <a:gd name="T6" fmla="*/ 2355 w 2753"/>
                <a:gd name="T7" fmla="*/ 2602 h 2716"/>
                <a:gd name="T8" fmla="*/ 398 w 2753"/>
                <a:gd name="T9" fmla="*/ 2602 h 2716"/>
                <a:gd name="T10" fmla="*/ 113 w 2753"/>
                <a:gd name="T11" fmla="*/ 2317 h 2716"/>
                <a:gd name="T12" fmla="*/ 113 w 2753"/>
                <a:gd name="T13" fmla="*/ 399 h 2716"/>
                <a:gd name="T14" fmla="*/ 398 w 2753"/>
                <a:gd name="T15" fmla="*/ 114 h 2716"/>
                <a:gd name="T16" fmla="*/ 2355 w 2753"/>
                <a:gd name="T17" fmla="*/ 114 h 2716"/>
                <a:gd name="T18" fmla="*/ 2355 w 2753"/>
                <a:gd name="T19" fmla="*/ 0 h 2716"/>
                <a:gd name="T20" fmla="*/ 398 w 2753"/>
                <a:gd name="T21" fmla="*/ 0 h 2716"/>
                <a:gd name="T22" fmla="*/ 0 w 2753"/>
                <a:gd name="T23" fmla="*/ 399 h 2716"/>
                <a:gd name="T24" fmla="*/ 0 w 2753"/>
                <a:gd name="T25" fmla="*/ 2317 h 2716"/>
                <a:gd name="T26" fmla="*/ 398 w 2753"/>
                <a:gd name="T27" fmla="*/ 2716 h 2716"/>
                <a:gd name="T28" fmla="*/ 2355 w 2753"/>
                <a:gd name="T29" fmla="*/ 2716 h 2716"/>
                <a:gd name="T30" fmla="*/ 2753 w 2753"/>
                <a:gd name="T31" fmla="*/ 2317 h 2716"/>
                <a:gd name="T32" fmla="*/ 2753 w 2753"/>
                <a:gd name="T33" fmla="*/ 399 h 2716"/>
                <a:gd name="T34" fmla="*/ 2355 w 2753"/>
                <a:gd name="T35" fmla="*/ 0 h 27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53" h="2716">
                  <a:moveTo>
                    <a:pt x="2355" y="114"/>
                  </a:moveTo>
                  <a:cubicBezTo>
                    <a:pt x="2512" y="114"/>
                    <a:pt x="2639" y="242"/>
                    <a:pt x="2639" y="399"/>
                  </a:cubicBezTo>
                  <a:cubicBezTo>
                    <a:pt x="2639" y="2317"/>
                    <a:pt x="2639" y="2317"/>
                    <a:pt x="2639" y="2317"/>
                  </a:cubicBezTo>
                  <a:cubicBezTo>
                    <a:pt x="2639" y="2474"/>
                    <a:pt x="2512" y="2602"/>
                    <a:pt x="2355" y="2602"/>
                  </a:cubicBezTo>
                  <a:cubicBezTo>
                    <a:pt x="398" y="2602"/>
                    <a:pt x="398" y="2602"/>
                    <a:pt x="398" y="2602"/>
                  </a:cubicBezTo>
                  <a:cubicBezTo>
                    <a:pt x="241" y="2602"/>
                    <a:pt x="113" y="2474"/>
                    <a:pt x="113" y="2317"/>
                  </a:cubicBezTo>
                  <a:cubicBezTo>
                    <a:pt x="113" y="399"/>
                    <a:pt x="113" y="399"/>
                    <a:pt x="113" y="399"/>
                  </a:cubicBezTo>
                  <a:cubicBezTo>
                    <a:pt x="113" y="242"/>
                    <a:pt x="241" y="114"/>
                    <a:pt x="398" y="114"/>
                  </a:cubicBezTo>
                  <a:cubicBezTo>
                    <a:pt x="2355" y="114"/>
                    <a:pt x="2355" y="114"/>
                    <a:pt x="2355" y="114"/>
                  </a:cubicBezTo>
                  <a:moveTo>
                    <a:pt x="2355" y="0"/>
                  </a:moveTo>
                  <a:cubicBezTo>
                    <a:pt x="398" y="0"/>
                    <a:pt x="398" y="0"/>
                    <a:pt x="398" y="0"/>
                  </a:cubicBezTo>
                  <a:cubicBezTo>
                    <a:pt x="178" y="0"/>
                    <a:pt x="0" y="179"/>
                    <a:pt x="0" y="399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0" y="2538"/>
                    <a:pt x="178" y="2716"/>
                    <a:pt x="398" y="2716"/>
                  </a:cubicBezTo>
                  <a:cubicBezTo>
                    <a:pt x="2355" y="2716"/>
                    <a:pt x="2355" y="2716"/>
                    <a:pt x="2355" y="2716"/>
                  </a:cubicBezTo>
                  <a:cubicBezTo>
                    <a:pt x="2575" y="2716"/>
                    <a:pt x="2753" y="2538"/>
                    <a:pt x="2753" y="2317"/>
                  </a:cubicBezTo>
                  <a:cubicBezTo>
                    <a:pt x="2753" y="399"/>
                    <a:pt x="2753" y="399"/>
                    <a:pt x="2753" y="399"/>
                  </a:cubicBezTo>
                  <a:cubicBezTo>
                    <a:pt x="2753" y="179"/>
                    <a:pt x="2575" y="0"/>
                    <a:pt x="2355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  <p:grpSp>
        <p:nvGrpSpPr>
          <p:cNvPr id="33" name="Group 32"/>
          <p:cNvGrpSpPr/>
          <p:nvPr userDrawn="1"/>
        </p:nvGrpSpPr>
        <p:grpSpPr>
          <a:xfrm flipH="1">
            <a:off x="1036725" y="1090208"/>
            <a:ext cx="93144" cy="590448"/>
            <a:chOff x="7711341" y="589735"/>
            <a:chExt cx="93144" cy="590448"/>
          </a:xfrm>
        </p:grpSpPr>
        <p:sp>
          <p:nvSpPr>
            <p:cNvPr id="36" name="Freeform 5"/>
            <p:cNvSpPr>
              <a:spLocks/>
            </p:cNvSpPr>
            <p:nvPr/>
          </p:nvSpPr>
          <p:spPr bwMode="auto">
            <a:xfrm>
              <a:off x="7711341" y="589735"/>
              <a:ext cx="93144" cy="93144"/>
            </a:xfrm>
            <a:custGeom>
              <a:avLst/>
              <a:gdLst>
                <a:gd name="T0" fmla="*/ 731 w 1169"/>
                <a:gd name="T1" fmla="*/ 0 h 1169"/>
                <a:gd name="T2" fmla="*/ 0 w 1169"/>
                <a:gd name="T3" fmla="*/ 0 h 1169"/>
                <a:gd name="T4" fmla="*/ 0 w 1169"/>
                <a:gd name="T5" fmla="*/ 731 h 1169"/>
                <a:gd name="T6" fmla="*/ 439 w 1169"/>
                <a:gd name="T7" fmla="*/ 1169 h 1169"/>
                <a:gd name="T8" fmla="*/ 1169 w 1169"/>
                <a:gd name="T9" fmla="*/ 1169 h 1169"/>
                <a:gd name="T10" fmla="*/ 1169 w 1169"/>
                <a:gd name="T11" fmla="*/ 439 h 1169"/>
                <a:gd name="T12" fmla="*/ 731 w 1169"/>
                <a:gd name="T13" fmla="*/ 0 h 1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69" h="1169">
                  <a:moveTo>
                    <a:pt x="73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731"/>
                    <a:pt x="0" y="731"/>
                    <a:pt x="0" y="731"/>
                  </a:cubicBezTo>
                  <a:cubicBezTo>
                    <a:pt x="0" y="973"/>
                    <a:pt x="196" y="1169"/>
                    <a:pt x="439" y="1169"/>
                  </a:cubicBezTo>
                  <a:cubicBezTo>
                    <a:pt x="1169" y="1169"/>
                    <a:pt x="1169" y="1169"/>
                    <a:pt x="1169" y="1169"/>
                  </a:cubicBezTo>
                  <a:cubicBezTo>
                    <a:pt x="1169" y="439"/>
                    <a:pt x="1169" y="439"/>
                    <a:pt x="1169" y="439"/>
                  </a:cubicBezTo>
                  <a:cubicBezTo>
                    <a:pt x="1169" y="196"/>
                    <a:pt x="973" y="0"/>
                    <a:pt x="731" y="0"/>
                  </a:cubicBez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37" name="Freeform 5"/>
            <p:cNvSpPr>
              <a:spLocks/>
            </p:cNvSpPr>
            <p:nvPr/>
          </p:nvSpPr>
          <p:spPr bwMode="auto">
            <a:xfrm>
              <a:off x="7711341" y="714061"/>
              <a:ext cx="93144" cy="93144"/>
            </a:xfrm>
            <a:custGeom>
              <a:avLst/>
              <a:gdLst>
                <a:gd name="T0" fmla="*/ 731 w 1169"/>
                <a:gd name="T1" fmla="*/ 0 h 1169"/>
                <a:gd name="T2" fmla="*/ 0 w 1169"/>
                <a:gd name="T3" fmla="*/ 0 h 1169"/>
                <a:gd name="T4" fmla="*/ 0 w 1169"/>
                <a:gd name="T5" fmla="*/ 731 h 1169"/>
                <a:gd name="T6" fmla="*/ 439 w 1169"/>
                <a:gd name="T7" fmla="*/ 1169 h 1169"/>
                <a:gd name="T8" fmla="*/ 1169 w 1169"/>
                <a:gd name="T9" fmla="*/ 1169 h 1169"/>
                <a:gd name="T10" fmla="*/ 1169 w 1169"/>
                <a:gd name="T11" fmla="*/ 439 h 1169"/>
                <a:gd name="T12" fmla="*/ 731 w 1169"/>
                <a:gd name="T13" fmla="*/ 0 h 1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69" h="1169">
                  <a:moveTo>
                    <a:pt x="73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731"/>
                    <a:pt x="0" y="731"/>
                    <a:pt x="0" y="731"/>
                  </a:cubicBezTo>
                  <a:cubicBezTo>
                    <a:pt x="0" y="973"/>
                    <a:pt x="196" y="1169"/>
                    <a:pt x="439" y="1169"/>
                  </a:cubicBezTo>
                  <a:cubicBezTo>
                    <a:pt x="1169" y="1169"/>
                    <a:pt x="1169" y="1169"/>
                    <a:pt x="1169" y="1169"/>
                  </a:cubicBezTo>
                  <a:cubicBezTo>
                    <a:pt x="1169" y="439"/>
                    <a:pt x="1169" y="439"/>
                    <a:pt x="1169" y="439"/>
                  </a:cubicBezTo>
                  <a:cubicBezTo>
                    <a:pt x="1169" y="196"/>
                    <a:pt x="973" y="0"/>
                    <a:pt x="731" y="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38" name="Freeform 5"/>
            <p:cNvSpPr>
              <a:spLocks/>
            </p:cNvSpPr>
            <p:nvPr/>
          </p:nvSpPr>
          <p:spPr bwMode="auto">
            <a:xfrm>
              <a:off x="7711341" y="838387"/>
              <a:ext cx="93144" cy="93144"/>
            </a:xfrm>
            <a:custGeom>
              <a:avLst/>
              <a:gdLst>
                <a:gd name="T0" fmla="*/ 731 w 1169"/>
                <a:gd name="T1" fmla="*/ 0 h 1169"/>
                <a:gd name="T2" fmla="*/ 0 w 1169"/>
                <a:gd name="T3" fmla="*/ 0 h 1169"/>
                <a:gd name="T4" fmla="*/ 0 w 1169"/>
                <a:gd name="T5" fmla="*/ 731 h 1169"/>
                <a:gd name="T6" fmla="*/ 439 w 1169"/>
                <a:gd name="T7" fmla="*/ 1169 h 1169"/>
                <a:gd name="T8" fmla="*/ 1169 w 1169"/>
                <a:gd name="T9" fmla="*/ 1169 h 1169"/>
                <a:gd name="T10" fmla="*/ 1169 w 1169"/>
                <a:gd name="T11" fmla="*/ 439 h 1169"/>
                <a:gd name="T12" fmla="*/ 731 w 1169"/>
                <a:gd name="T13" fmla="*/ 0 h 1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69" h="1169">
                  <a:moveTo>
                    <a:pt x="73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731"/>
                    <a:pt x="0" y="731"/>
                    <a:pt x="0" y="731"/>
                  </a:cubicBezTo>
                  <a:cubicBezTo>
                    <a:pt x="0" y="973"/>
                    <a:pt x="196" y="1169"/>
                    <a:pt x="439" y="1169"/>
                  </a:cubicBezTo>
                  <a:cubicBezTo>
                    <a:pt x="1169" y="1169"/>
                    <a:pt x="1169" y="1169"/>
                    <a:pt x="1169" y="1169"/>
                  </a:cubicBezTo>
                  <a:cubicBezTo>
                    <a:pt x="1169" y="439"/>
                    <a:pt x="1169" y="439"/>
                    <a:pt x="1169" y="439"/>
                  </a:cubicBezTo>
                  <a:cubicBezTo>
                    <a:pt x="1169" y="196"/>
                    <a:pt x="973" y="0"/>
                    <a:pt x="731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44" name="Freeform 5"/>
            <p:cNvSpPr>
              <a:spLocks/>
            </p:cNvSpPr>
            <p:nvPr/>
          </p:nvSpPr>
          <p:spPr bwMode="auto">
            <a:xfrm>
              <a:off x="7711341" y="962713"/>
              <a:ext cx="93144" cy="93144"/>
            </a:xfrm>
            <a:custGeom>
              <a:avLst/>
              <a:gdLst>
                <a:gd name="T0" fmla="*/ 731 w 1169"/>
                <a:gd name="T1" fmla="*/ 0 h 1169"/>
                <a:gd name="T2" fmla="*/ 0 w 1169"/>
                <a:gd name="T3" fmla="*/ 0 h 1169"/>
                <a:gd name="T4" fmla="*/ 0 w 1169"/>
                <a:gd name="T5" fmla="*/ 731 h 1169"/>
                <a:gd name="T6" fmla="*/ 439 w 1169"/>
                <a:gd name="T7" fmla="*/ 1169 h 1169"/>
                <a:gd name="T8" fmla="*/ 1169 w 1169"/>
                <a:gd name="T9" fmla="*/ 1169 h 1169"/>
                <a:gd name="T10" fmla="*/ 1169 w 1169"/>
                <a:gd name="T11" fmla="*/ 439 h 1169"/>
                <a:gd name="T12" fmla="*/ 731 w 1169"/>
                <a:gd name="T13" fmla="*/ 0 h 1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69" h="1169">
                  <a:moveTo>
                    <a:pt x="73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731"/>
                    <a:pt x="0" y="731"/>
                    <a:pt x="0" y="731"/>
                  </a:cubicBezTo>
                  <a:cubicBezTo>
                    <a:pt x="0" y="973"/>
                    <a:pt x="196" y="1169"/>
                    <a:pt x="439" y="1169"/>
                  </a:cubicBezTo>
                  <a:cubicBezTo>
                    <a:pt x="1169" y="1169"/>
                    <a:pt x="1169" y="1169"/>
                    <a:pt x="1169" y="1169"/>
                  </a:cubicBezTo>
                  <a:cubicBezTo>
                    <a:pt x="1169" y="439"/>
                    <a:pt x="1169" y="439"/>
                    <a:pt x="1169" y="439"/>
                  </a:cubicBezTo>
                  <a:cubicBezTo>
                    <a:pt x="1169" y="196"/>
                    <a:pt x="973" y="0"/>
                    <a:pt x="731" y="0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45" name="Freeform 5"/>
            <p:cNvSpPr>
              <a:spLocks/>
            </p:cNvSpPr>
            <p:nvPr/>
          </p:nvSpPr>
          <p:spPr bwMode="auto">
            <a:xfrm>
              <a:off x="7711341" y="1087039"/>
              <a:ext cx="93144" cy="93144"/>
            </a:xfrm>
            <a:custGeom>
              <a:avLst/>
              <a:gdLst>
                <a:gd name="T0" fmla="*/ 731 w 1169"/>
                <a:gd name="T1" fmla="*/ 0 h 1169"/>
                <a:gd name="T2" fmla="*/ 0 w 1169"/>
                <a:gd name="T3" fmla="*/ 0 h 1169"/>
                <a:gd name="T4" fmla="*/ 0 w 1169"/>
                <a:gd name="T5" fmla="*/ 731 h 1169"/>
                <a:gd name="T6" fmla="*/ 439 w 1169"/>
                <a:gd name="T7" fmla="*/ 1169 h 1169"/>
                <a:gd name="T8" fmla="*/ 1169 w 1169"/>
                <a:gd name="T9" fmla="*/ 1169 h 1169"/>
                <a:gd name="T10" fmla="*/ 1169 w 1169"/>
                <a:gd name="T11" fmla="*/ 439 h 1169"/>
                <a:gd name="T12" fmla="*/ 731 w 1169"/>
                <a:gd name="T13" fmla="*/ 0 h 1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69" h="1169">
                  <a:moveTo>
                    <a:pt x="73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731"/>
                    <a:pt x="0" y="731"/>
                    <a:pt x="0" y="731"/>
                  </a:cubicBezTo>
                  <a:cubicBezTo>
                    <a:pt x="0" y="973"/>
                    <a:pt x="196" y="1169"/>
                    <a:pt x="439" y="1169"/>
                  </a:cubicBezTo>
                  <a:cubicBezTo>
                    <a:pt x="1169" y="1169"/>
                    <a:pt x="1169" y="1169"/>
                    <a:pt x="1169" y="1169"/>
                  </a:cubicBezTo>
                  <a:cubicBezTo>
                    <a:pt x="1169" y="439"/>
                    <a:pt x="1169" y="439"/>
                    <a:pt x="1169" y="439"/>
                  </a:cubicBezTo>
                  <a:cubicBezTo>
                    <a:pt x="1169" y="196"/>
                    <a:pt x="973" y="0"/>
                    <a:pt x="731" y="0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  <p:sp>
        <p:nvSpPr>
          <p:cNvPr id="70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5266299" y="3164617"/>
            <a:ext cx="6819990" cy="4020519"/>
          </a:xfrm>
        </p:spPr>
        <p:txBody>
          <a:bodyPr/>
          <a:lstStyle/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3457379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20" grpId="0" animBg="1"/>
      <p:bldP spid="21" grpId="0"/>
      <p:bldP spid="34" grpId="0"/>
    </p:bldLst>
  </p:timing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/>
          <p:cNvSpPr/>
          <p:nvPr userDrawn="1"/>
        </p:nvSpPr>
        <p:spPr>
          <a:xfrm>
            <a:off x="0" y="0"/>
            <a:ext cx="12192000" cy="3133868"/>
          </a:xfrm>
          <a:prstGeom prst="rect">
            <a:avLst/>
          </a:prstGeom>
          <a:pattFill prst="pct5">
            <a:fgClr>
              <a:schemeClr val="accent2">
                <a:lumMod val="75000"/>
              </a:schemeClr>
            </a:fgClr>
            <a:bgClr>
              <a:schemeClr val="accent1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2" name="Freeform 5"/>
          <p:cNvSpPr>
            <a:spLocks/>
          </p:cNvSpPr>
          <p:nvPr userDrawn="1"/>
        </p:nvSpPr>
        <p:spPr bwMode="auto">
          <a:xfrm flipH="1">
            <a:off x="9930136" y="-637092"/>
            <a:ext cx="2711791" cy="2711789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3" name="Freeform 5"/>
          <p:cNvSpPr>
            <a:spLocks/>
          </p:cNvSpPr>
          <p:nvPr userDrawn="1"/>
        </p:nvSpPr>
        <p:spPr bwMode="auto">
          <a:xfrm flipH="1">
            <a:off x="8535301" y="921256"/>
            <a:ext cx="982576" cy="982576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4" name="Freeform 5"/>
          <p:cNvSpPr>
            <a:spLocks/>
          </p:cNvSpPr>
          <p:nvPr userDrawn="1"/>
        </p:nvSpPr>
        <p:spPr bwMode="auto">
          <a:xfrm flipH="1">
            <a:off x="8690348" y="-296897"/>
            <a:ext cx="672480" cy="67248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5" name="Freeform 5"/>
          <p:cNvSpPr>
            <a:spLocks/>
          </p:cNvSpPr>
          <p:nvPr userDrawn="1"/>
        </p:nvSpPr>
        <p:spPr bwMode="auto">
          <a:xfrm flipH="1">
            <a:off x="6892774" y="1381250"/>
            <a:ext cx="1081310" cy="108131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6" name="Freeform 5"/>
          <p:cNvSpPr>
            <a:spLocks/>
          </p:cNvSpPr>
          <p:nvPr userDrawn="1"/>
        </p:nvSpPr>
        <p:spPr bwMode="auto">
          <a:xfrm flipH="1">
            <a:off x="7490451" y="215697"/>
            <a:ext cx="521440" cy="52144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7" name="Freeform 5"/>
          <p:cNvSpPr>
            <a:spLocks/>
          </p:cNvSpPr>
          <p:nvPr userDrawn="1"/>
        </p:nvSpPr>
        <p:spPr bwMode="auto">
          <a:xfrm flipH="1">
            <a:off x="9305255" y="2655843"/>
            <a:ext cx="1337469" cy="1337469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8" name="Freeform 5"/>
          <p:cNvSpPr>
            <a:spLocks/>
          </p:cNvSpPr>
          <p:nvPr userDrawn="1"/>
        </p:nvSpPr>
        <p:spPr bwMode="auto">
          <a:xfrm flipH="1">
            <a:off x="11073361" y="2461388"/>
            <a:ext cx="672480" cy="67248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9" name="Freeform 5"/>
          <p:cNvSpPr>
            <a:spLocks/>
          </p:cNvSpPr>
          <p:nvPr userDrawn="1"/>
        </p:nvSpPr>
        <p:spPr bwMode="auto">
          <a:xfrm flipH="1">
            <a:off x="10870156" y="3855256"/>
            <a:ext cx="521440" cy="52144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0" name="Freeform 5"/>
          <p:cNvSpPr>
            <a:spLocks/>
          </p:cNvSpPr>
          <p:nvPr userDrawn="1"/>
        </p:nvSpPr>
        <p:spPr bwMode="auto">
          <a:xfrm flipH="1">
            <a:off x="8352858" y="2453988"/>
            <a:ext cx="521761" cy="521761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1" name="Freeform 5"/>
          <p:cNvSpPr>
            <a:spLocks/>
          </p:cNvSpPr>
          <p:nvPr userDrawn="1"/>
        </p:nvSpPr>
        <p:spPr bwMode="auto">
          <a:xfrm flipH="1">
            <a:off x="11801991" y="3355185"/>
            <a:ext cx="672480" cy="67248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2" name="Freeform 5"/>
          <p:cNvSpPr>
            <a:spLocks/>
          </p:cNvSpPr>
          <p:nvPr userDrawn="1"/>
        </p:nvSpPr>
        <p:spPr bwMode="auto">
          <a:xfrm flipH="1">
            <a:off x="12086289" y="2172540"/>
            <a:ext cx="385460" cy="38546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4" name="TextBox 33"/>
          <p:cNvSpPr txBox="1"/>
          <p:nvPr userDrawn="1"/>
        </p:nvSpPr>
        <p:spPr>
          <a:xfrm>
            <a:off x="956885" y="6409324"/>
            <a:ext cx="174599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050" b="1" dirty="0" smtClean="0">
                <a:solidFill>
                  <a:schemeClr val="accent1">
                    <a:lumMod val="75000"/>
                  </a:schemeClr>
                </a:solidFill>
                <a:latin typeface="Raleway" panose="020B0003030101060003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Kupat</a:t>
            </a:r>
            <a:r>
              <a:rPr lang="id-ID" sz="1050" b="1" baseline="0" dirty="0" smtClean="0">
                <a:solidFill>
                  <a:schemeClr val="accent1">
                    <a:lumMod val="75000"/>
                  </a:schemeClr>
                </a:solidFill>
                <a:latin typeface="Raleway" panose="020B0003030101060003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Tahu </a:t>
            </a:r>
            <a:r>
              <a:rPr lang="id-ID" sz="1050" dirty="0" smtClean="0">
                <a:solidFill>
                  <a:schemeClr val="bg1">
                    <a:lumMod val="65000"/>
                  </a:schemeClr>
                </a:solidFill>
                <a:latin typeface="Raleway" panose="020B0003030101060003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Presentation</a:t>
            </a:r>
            <a:endParaRPr lang="en-US" sz="1050" dirty="0">
              <a:solidFill>
                <a:schemeClr val="bg1">
                  <a:lumMod val="65000"/>
                </a:schemeClr>
              </a:solidFill>
              <a:latin typeface="Raleway" panose="020B0003030101060003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35" name="Group 34"/>
          <p:cNvGrpSpPr/>
          <p:nvPr userDrawn="1"/>
        </p:nvGrpSpPr>
        <p:grpSpPr>
          <a:xfrm>
            <a:off x="347419" y="6409324"/>
            <a:ext cx="224082" cy="221156"/>
            <a:chOff x="4328868" y="5502988"/>
            <a:chExt cx="500307" cy="493774"/>
          </a:xfrm>
        </p:grpSpPr>
        <p:sp>
          <p:nvSpPr>
            <p:cNvPr id="39" name="Freeform 38">
              <a:hlinkClick r:id="" action="ppaction://hlinkshowjump?jump=previousslide"/>
            </p:cNvPr>
            <p:cNvSpPr>
              <a:spLocks/>
            </p:cNvSpPr>
            <p:nvPr userDrawn="1"/>
          </p:nvSpPr>
          <p:spPr bwMode="auto">
            <a:xfrm>
              <a:off x="4520555" y="5649754"/>
              <a:ext cx="116933" cy="200242"/>
            </a:xfrm>
            <a:custGeom>
              <a:avLst/>
              <a:gdLst>
                <a:gd name="T0" fmla="*/ 417 w 425"/>
                <a:gd name="T1" fmla="*/ 77 h 728"/>
                <a:gd name="T2" fmla="*/ 131 w 425"/>
                <a:gd name="T3" fmla="*/ 364 h 728"/>
                <a:gd name="T4" fmla="*/ 417 w 425"/>
                <a:gd name="T5" fmla="*/ 650 h 728"/>
                <a:gd name="T6" fmla="*/ 425 w 425"/>
                <a:gd name="T7" fmla="*/ 667 h 728"/>
                <a:gd name="T8" fmla="*/ 417 w 425"/>
                <a:gd name="T9" fmla="*/ 684 h 728"/>
                <a:gd name="T10" fmla="*/ 381 w 425"/>
                <a:gd name="T11" fmla="*/ 720 h 728"/>
                <a:gd name="T12" fmla="*/ 364 w 425"/>
                <a:gd name="T13" fmla="*/ 728 h 728"/>
                <a:gd name="T14" fmla="*/ 347 w 425"/>
                <a:gd name="T15" fmla="*/ 720 h 728"/>
                <a:gd name="T16" fmla="*/ 8 w 425"/>
                <a:gd name="T17" fmla="*/ 381 h 728"/>
                <a:gd name="T18" fmla="*/ 0 w 425"/>
                <a:gd name="T19" fmla="*/ 364 h 728"/>
                <a:gd name="T20" fmla="*/ 8 w 425"/>
                <a:gd name="T21" fmla="*/ 347 h 728"/>
                <a:gd name="T22" fmla="*/ 347 w 425"/>
                <a:gd name="T23" fmla="*/ 7 h 728"/>
                <a:gd name="T24" fmla="*/ 364 w 425"/>
                <a:gd name="T25" fmla="*/ 0 h 728"/>
                <a:gd name="T26" fmla="*/ 381 w 425"/>
                <a:gd name="T27" fmla="*/ 7 h 728"/>
                <a:gd name="T28" fmla="*/ 417 w 425"/>
                <a:gd name="T29" fmla="*/ 44 h 728"/>
                <a:gd name="T30" fmla="*/ 425 w 425"/>
                <a:gd name="T31" fmla="*/ 60 h 728"/>
                <a:gd name="T32" fmla="*/ 417 w 425"/>
                <a:gd name="T33" fmla="*/ 77 h 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25" h="728">
                  <a:moveTo>
                    <a:pt x="417" y="77"/>
                  </a:moveTo>
                  <a:cubicBezTo>
                    <a:pt x="131" y="364"/>
                    <a:pt x="131" y="364"/>
                    <a:pt x="131" y="364"/>
                  </a:cubicBezTo>
                  <a:cubicBezTo>
                    <a:pt x="417" y="650"/>
                    <a:pt x="417" y="650"/>
                    <a:pt x="417" y="650"/>
                  </a:cubicBezTo>
                  <a:cubicBezTo>
                    <a:pt x="422" y="655"/>
                    <a:pt x="425" y="661"/>
                    <a:pt x="425" y="667"/>
                  </a:cubicBezTo>
                  <a:cubicBezTo>
                    <a:pt x="425" y="673"/>
                    <a:pt x="422" y="680"/>
                    <a:pt x="417" y="684"/>
                  </a:cubicBezTo>
                  <a:cubicBezTo>
                    <a:pt x="381" y="720"/>
                    <a:pt x="381" y="720"/>
                    <a:pt x="381" y="720"/>
                  </a:cubicBezTo>
                  <a:cubicBezTo>
                    <a:pt x="377" y="725"/>
                    <a:pt x="370" y="728"/>
                    <a:pt x="364" y="728"/>
                  </a:cubicBezTo>
                  <a:cubicBezTo>
                    <a:pt x="358" y="728"/>
                    <a:pt x="352" y="725"/>
                    <a:pt x="347" y="720"/>
                  </a:cubicBezTo>
                  <a:cubicBezTo>
                    <a:pt x="8" y="381"/>
                    <a:pt x="8" y="381"/>
                    <a:pt x="8" y="381"/>
                  </a:cubicBezTo>
                  <a:cubicBezTo>
                    <a:pt x="3" y="376"/>
                    <a:pt x="0" y="369"/>
                    <a:pt x="0" y="364"/>
                  </a:cubicBezTo>
                  <a:cubicBezTo>
                    <a:pt x="0" y="358"/>
                    <a:pt x="3" y="351"/>
                    <a:pt x="8" y="347"/>
                  </a:cubicBezTo>
                  <a:cubicBezTo>
                    <a:pt x="347" y="7"/>
                    <a:pt x="347" y="7"/>
                    <a:pt x="347" y="7"/>
                  </a:cubicBezTo>
                  <a:cubicBezTo>
                    <a:pt x="352" y="3"/>
                    <a:pt x="358" y="0"/>
                    <a:pt x="364" y="0"/>
                  </a:cubicBezTo>
                  <a:cubicBezTo>
                    <a:pt x="370" y="0"/>
                    <a:pt x="377" y="3"/>
                    <a:pt x="381" y="7"/>
                  </a:cubicBezTo>
                  <a:cubicBezTo>
                    <a:pt x="417" y="44"/>
                    <a:pt x="417" y="44"/>
                    <a:pt x="417" y="44"/>
                  </a:cubicBezTo>
                  <a:cubicBezTo>
                    <a:pt x="422" y="48"/>
                    <a:pt x="425" y="54"/>
                    <a:pt x="425" y="60"/>
                  </a:cubicBezTo>
                  <a:cubicBezTo>
                    <a:pt x="425" y="66"/>
                    <a:pt x="422" y="73"/>
                    <a:pt x="417" y="77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40" name="Freeform 39">
              <a:hlinkClick r:id="" action="ppaction://hlinkshowjump?jump=previousslide"/>
            </p:cNvPr>
            <p:cNvSpPr>
              <a:spLocks noEditPoints="1"/>
            </p:cNvSpPr>
            <p:nvPr userDrawn="1"/>
          </p:nvSpPr>
          <p:spPr bwMode="auto">
            <a:xfrm>
              <a:off x="4328868" y="5502988"/>
              <a:ext cx="500307" cy="493774"/>
            </a:xfrm>
            <a:custGeom>
              <a:avLst/>
              <a:gdLst>
                <a:gd name="T0" fmla="*/ 2355 w 2753"/>
                <a:gd name="T1" fmla="*/ 114 h 2716"/>
                <a:gd name="T2" fmla="*/ 2639 w 2753"/>
                <a:gd name="T3" fmla="*/ 399 h 2716"/>
                <a:gd name="T4" fmla="*/ 2639 w 2753"/>
                <a:gd name="T5" fmla="*/ 2317 h 2716"/>
                <a:gd name="T6" fmla="*/ 2355 w 2753"/>
                <a:gd name="T7" fmla="*/ 2602 h 2716"/>
                <a:gd name="T8" fmla="*/ 398 w 2753"/>
                <a:gd name="T9" fmla="*/ 2602 h 2716"/>
                <a:gd name="T10" fmla="*/ 113 w 2753"/>
                <a:gd name="T11" fmla="*/ 2317 h 2716"/>
                <a:gd name="T12" fmla="*/ 113 w 2753"/>
                <a:gd name="T13" fmla="*/ 399 h 2716"/>
                <a:gd name="T14" fmla="*/ 398 w 2753"/>
                <a:gd name="T15" fmla="*/ 114 h 2716"/>
                <a:gd name="T16" fmla="*/ 2355 w 2753"/>
                <a:gd name="T17" fmla="*/ 114 h 2716"/>
                <a:gd name="T18" fmla="*/ 2355 w 2753"/>
                <a:gd name="T19" fmla="*/ 0 h 2716"/>
                <a:gd name="T20" fmla="*/ 398 w 2753"/>
                <a:gd name="T21" fmla="*/ 0 h 2716"/>
                <a:gd name="T22" fmla="*/ 0 w 2753"/>
                <a:gd name="T23" fmla="*/ 399 h 2716"/>
                <a:gd name="T24" fmla="*/ 0 w 2753"/>
                <a:gd name="T25" fmla="*/ 2317 h 2716"/>
                <a:gd name="T26" fmla="*/ 398 w 2753"/>
                <a:gd name="T27" fmla="*/ 2716 h 2716"/>
                <a:gd name="T28" fmla="*/ 2355 w 2753"/>
                <a:gd name="T29" fmla="*/ 2716 h 2716"/>
                <a:gd name="T30" fmla="*/ 2753 w 2753"/>
                <a:gd name="T31" fmla="*/ 2317 h 2716"/>
                <a:gd name="T32" fmla="*/ 2753 w 2753"/>
                <a:gd name="T33" fmla="*/ 399 h 2716"/>
                <a:gd name="T34" fmla="*/ 2355 w 2753"/>
                <a:gd name="T35" fmla="*/ 0 h 27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53" h="2716">
                  <a:moveTo>
                    <a:pt x="2355" y="114"/>
                  </a:moveTo>
                  <a:cubicBezTo>
                    <a:pt x="2512" y="114"/>
                    <a:pt x="2639" y="242"/>
                    <a:pt x="2639" y="399"/>
                  </a:cubicBezTo>
                  <a:cubicBezTo>
                    <a:pt x="2639" y="2317"/>
                    <a:pt x="2639" y="2317"/>
                    <a:pt x="2639" y="2317"/>
                  </a:cubicBezTo>
                  <a:cubicBezTo>
                    <a:pt x="2639" y="2474"/>
                    <a:pt x="2512" y="2602"/>
                    <a:pt x="2355" y="2602"/>
                  </a:cubicBezTo>
                  <a:cubicBezTo>
                    <a:pt x="398" y="2602"/>
                    <a:pt x="398" y="2602"/>
                    <a:pt x="398" y="2602"/>
                  </a:cubicBezTo>
                  <a:cubicBezTo>
                    <a:pt x="241" y="2602"/>
                    <a:pt x="113" y="2474"/>
                    <a:pt x="113" y="2317"/>
                  </a:cubicBezTo>
                  <a:cubicBezTo>
                    <a:pt x="113" y="399"/>
                    <a:pt x="113" y="399"/>
                    <a:pt x="113" y="399"/>
                  </a:cubicBezTo>
                  <a:cubicBezTo>
                    <a:pt x="113" y="242"/>
                    <a:pt x="241" y="114"/>
                    <a:pt x="398" y="114"/>
                  </a:cubicBezTo>
                  <a:cubicBezTo>
                    <a:pt x="2355" y="114"/>
                    <a:pt x="2355" y="114"/>
                    <a:pt x="2355" y="114"/>
                  </a:cubicBezTo>
                  <a:moveTo>
                    <a:pt x="2355" y="0"/>
                  </a:moveTo>
                  <a:cubicBezTo>
                    <a:pt x="398" y="0"/>
                    <a:pt x="398" y="0"/>
                    <a:pt x="398" y="0"/>
                  </a:cubicBezTo>
                  <a:cubicBezTo>
                    <a:pt x="178" y="0"/>
                    <a:pt x="0" y="179"/>
                    <a:pt x="0" y="399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0" y="2538"/>
                    <a:pt x="178" y="2716"/>
                    <a:pt x="398" y="2716"/>
                  </a:cubicBezTo>
                  <a:cubicBezTo>
                    <a:pt x="2355" y="2716"/>
                    <a:pt x="2355" y="2716"/>
                    <a:pt x="2355" y="2716"/>
                  </a:cubicBezTo>
                  <a:cubicBezTo>
                    <a:pt x="2575" y="2716"/>
                    <a:pt x="2753" y="2538"/>
                    <a:pt x="2753" y="2317"/>
                  </a:cubicBezTo>
                  <a:cubicBezTo>
                    <a:pt x="2753" y="399"/>
                    <a:pt x="2753" y="399"/>
                    <a:pt x="2753" y="399"/>
                  </a:cubicBezTo>
                  <a:cubicBezTo>
                    <a:pt x="2753" y="179"/>
                    <a:pt x="2575" y="0"/>
                    <a:pt x="2355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  <p:grpSp>
        <p:nvGrpSpPr>
          <p:cNvPr id="41" name="Group 40"/>
          <p:cNvGrpSpPr/>
          <p:nvPr userDrawn="1"/>
        </p:nvGrpSpPr>
        <p:grpSpPr>
          <a:xfrm flipH="1">
            <a:off x="657355" y="6409324"/>
            <a:ext cx="224082" cy="221156"/>
            <a:chOff x="4328868" y="5502988"/>
            <a:chExt cx="500307" cy="493774"/>
          </a:xfrm>
        </p:grpSpPr>
        <p:sp>
          <p:nvSpPr>
            <p:cNvPr id="42" name="Freeform 41">
              <a:hlinkClick r:id="" action="ppaction://hlinkshowjump?jump=nextslide"/>
            </p:cNvPr>
            <p:cNvSpPr>
              <a:spLocks/>
            </p:cNvSpPr>
            <p:nvPr userDrawn="1"/>
          </p:nvSpPr>
          <p:spPr bwMode="auto">
            <a:xfrm>
              <a:off x="4520556" y="5649754"/>
              <a:ext cx="116933" cy="200242"/>
            </a:xfrm>
            <a:custGeom>
              <a:avLst/>
              <a:gdLst>
                <a:gd name="T0" fmla="*/ 417 w 425"/>
                <a:gd name="T1" fmla="*/ 77 h 728"/>
                <a:gd name="T2" fmla="*/ 131 w 425"/>
                <a:gd name="T3" fmla="*/ 364 h 728"/>
                <a:gd name="T4" fmla="*/ 417 w 425"/>
                <a:gd name="T5" fmla="*/ 650 h 728"/>
                <a:gd name="T6" fmla="*/ 425 w 425"/>
                <a:gd name="T7" fmla="*/ 667 h 728"/>
                <a:gd name="T8" fmla="*/ 417 w 425"/>
                <a:gd name="T9" fmla="*/ 684 h 728"/>
                <a:gd name="T10" fmla="*/ 381 w 425"/>
                <a:gd name="T11" fmla="*/ 720 h 728"/>
                <a:gd name="T12" fmla="*/ 364 w 425"/>
                <a:gd name="T13" fmla="*/ 728 h 728"/>
                <a:gd name="T14" fmla="*/ 347 w 425"/>
                <a:gd name="T15" fmla="*/ 720 h 728"/>
                <a:gd name="T16" fmla="*/ 8 w 425"/>
                <a:gd name="T17" fmla="*/ 381 h 728"/>
                <a:gd name="T18" fmla="*/ 0 w 425"/>
                <a:gd name="T19" fmla="*/ 364 h 728"/>
                <a:gd name="T20" fmla="*/ 8 w 425"/>
                <a:gd name="T21" fmla="*/ 347 h 728"/>
                <a:gd name="T22" fmla="*/ 347 w 425"/>
                <a:gd name="T23" fmla="*/ 7 h 728"/>
                <a:gd name="T24" fmla="*/ 364 w 425"/>
                <a:gd name="T25" fmla="*/ 0 h 728"/>
                <a:gd name="T26" fmla="*/ 381 w 425"/>
                <a:gd name="T27" fmla="*/ 7 h 728"/>
                <a:gd name="T28" fmla="*/ 417 w 425"/>
                <a:gd name="T29" fmla="*/ 44 h 728"/>
                <a:gd name="T30" fmla="*/ 425 w 425"/>
                <a:gd name="T31" fmla="*/ 60 h 728"/>
                <a:gd name="T32" fmla="*/ 417 w 425"/>
                <a:gd name="T33" fmla="*/ 77 h 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25" h="728">
                  <a:moveTo>
                    <a:pt x="417" y="77"/>
                  </a:moveTo>
                  <a:cubicBezTo>
                    <a:pt x="131" y="364"/>
                    <a:pt x="131" y="364"/>
                    <a:pt x="131" y="364"/>
                  </a:cubicBezTo>
                  <a:cubicBezTo>
                    <a:pt x="417" y="650"/>
                    <a:pt x="417" y="650"/>
                    <a:pt x="417" y="650"/>
                  </a:cubicBezTo>
                  <a:cubicBezTo>
                    <a:pt x="422" y="655"/>
                    <a:pt x="425" y="661"/>
                    <a:pt x="425" y="667"/>
                  </a:cubicBezTo>
                  <a:cubicBezTo>
                    <a:pt x="425" y="673"/>
                    <a:pt x="422" y="680"/>
                    <a:pt x="417" y="684"/>
                  </a:cubicBezTo>
                  <a:cubicBezTo>
                    <a:pt x="381" y="720"/>
                    <a:pt x="381" y="720"/>
                    <a:pt x="381" y="720"/>
                  </a:cubicBezTo>
                  <a:cubicBezTo>
                    <a:pt x="377" y="725"/>
                    <a:pt x="370" y="728"/>
                    <a:pt x="364" y="728"/>
                  </a:cubicBezTo>
                  <a:cubicBezTo>
                    <a:pt x="358" y="728"/>
                    <a:pt x="352" y="725"/>
                    <a:pt x="347" y="720"/>
                  </a:cubicBezTo>
                  <a:cubicBezTo>
                    <a:pt x="8" y="381"/>
                    <a:pt x="8" y="381"/>
                    <a:pt x="8" y="381"/>
                  </a:cubicBezTo>
                  <a:cubicBezTo>
                    <a:pt x="3" y="376"/>
                    <a:pt x="0" y="369"/>
                    <a:pt x="0" y="364"/>
                  </a:cubicBezTo>
                  <a:cubicBezTo>
                    <a:pt x="0" y="358"/>
                    <a:pt x="3" y="351"/>
                    <a:pt x="8" y="347"/>
                  </a:cubicBezTo>
                  <a:cubicBezTo>
                    <a:pt x="347" y="7"/>
                    <a:pt x="347" y="7"/>
                    <a:pt x="347" y="7"/>
                  </a:cubicBezTo>
                  <a:cubicBezTo>
                    <a:pt x="352" y="3"/>
                    <a:pt x="358" y="0"/>
                    <a:pt x="364" y="0"/>
                  </a:cubicBezTo>
                  <a:cubicBezTo>
                    <a:pt x="370" y="0"/>
                    <a:pt x="377" y="3"/>
                    <a:pt x="381" y="7"/>
                  </a:cubicBezTo>
                  <a:cubicBezTo>
                    <a:pt x="417" y="44"/>
                    <a:pt x="417" y="44"/>
                    <a:pt x="417" y="44"/>
                  </a:cubicBezTo>
                  <a:cubicBezTo>
                    <a:pt x="422" y="48"/>
                    <a:pt x="425" y="54"/>
                    <a:pt x="425" y="60"/>
                  </a:cubicBezTo>
                  <a:cubicBezTo>
                    <a:pt x="425" y="66"/>
                    <a:pt x="422" y="73"/>
                    <a:pt x="417" y="77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43" name="Freeform 42">
              <a:hlinkClick r:id="" action="ppaction://hlinkshowjump?jump=nextslide"/>
            </p:cNvPr>
            <p:cNvSpPr>
              <a:spLocks noEditPoints="1"/>
            </p:cNvSpPr>
            <p:nvPr userDrawn="1"/>
          </p:nvSpPr>
          <p:spPr bwMode="auto">
            <a:xfrm>
              <a:off x="4328868" y="5502988"/>
              <a:ext cx="500307" cy="493774"/>
            </a:xfrm>
            <a:custGeom>
              <a:avLst/>
              <a:gdLst>
                <a:gd name="T0" fmla="*/ 2355 w 2753"/>
                <a:gd name="T1" fmla="*/ 114 h 2716"/>
                <a:gd name="T2" fmla="*/ 2639 w 2753"/>
                <a:gd name="T3" fmla="*/ 399 h 2716"/>
                <a:gd name="T4" fmla="*/ 2639 w 2753"/>
                <a:gd name="T5" fmla="*/ 2317 h 2716"/>
                <a:gd name="T6" fmla="*/ 2355 w 2753"/>
                <a:gd name="T7" fmla="*/ 2602 h 2716"/>
                <a:gd name="T8" fmla="*/ 398 w 2753"/>
                <a:gd name="T9" fmla="*/ 2602 h 2716"/>
                <a:gd name="T10" fmla="*/ 113 w 2753"/>
                <a:gd name="T11" fmla="*/ 2317 h 2716"/>
                <a:gd name="T12" fmla="*/ 113 w 2753"/>
                <a:gd name="T13" fmla="*/ 399 h 2716"/>
                <a:gd name="T14" fmla="*/ 398 w 2753"/>
                <a:gd name="T15" fmla="*/ 114 h 2716"/>
                <a:gd name="T16" fmla="*/ 2355 w 2753"/>
                <a:gd name="T17" fmla="*/ 114 h 2716"/>
                <a:gd name="T18" fmla="*/ 2355 w 2753"/>
                <a:gd name="T19" fmla="*/ 0 h 2716"/>
                <a:gd name="T20" fmla="*/ 398 w 2753"/>
                <a:gd name="T21" fmla="*/ 0 h 2716"/>
                <a:gd name="T22" fmla="*/ 0 w 2753"/>
                <a:gd name="T23" fmla="*/ 399 h 2716"/>
                <a:gd name="T24" fmla="*/ 0 w 2753"/>
                <a:gd name="T25" fmla="*/ 2317 h 2716"/>
                <a:gd name="T26" fmla="*/ 398 w 2753"/>
                <a:gd name="T27" fmla="*/ 2716 h 2716"/>
                <a:gd name="T28" fmla="*/ 2355 w 2753"/>
                <a:gd name="T29" fmla="*/ 2716 h 2716"/>
                <a:gd name="T30" fmla="*/ 2753 w 2753"/>
                <a:gd name="T31" fmla="*/ 2317 h 2716"/>
                <a:gd name="T32" fmla="*/ 2753 w 2753"/>
                <a:gd name="T33" fmla="*/ 399 h 2716"/>
                <a:gd name="T34" fmla="*/ 2355 w 2753"/>
                <a:gd name="T35" fmla="*/ 0 h 27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53" h="2716">
                  <a:moveTo>
                    <a:pt x="2355" y="114"/>
                  </a:moveTo>
                  <a:cubicBezTo>
                    <a:pt x="2512" y="114"/>
                    <a:pt x="2639" y="242"/>
                    <a:pt x="2639" y="399"/>
                  </a:cubicBezTo>
                  <a:cubicBezTo>
                    <a:pt x="2639" y="2317"/>
                    <a:pt x="2639" y="2317"/>
                    <a:pt x="2639" y="2317"/>
                  </a:cubicBezTo>
                  <a:cubicBezTo>
                    <a:pt x="2639" y="2474"/>
                    <a:pt x="2512" y="2602"/>
                    <a:pt x="2355" y="2602"/>
                  </a:cubicBezTo>
                  <a:cubicBezTo>
                    <a:pt x="398" y="2602"/>
                    <a:pt x="398" y="2602"/>
                    <a:pt x="398" y="2602"/>
                  </a:cubicBezTo>
                  <a:cubicBezTo>
                    <a:pt x="241" y="2602"/>
                    <a:pt x="113" y="2474"/>
                    <a:pt x="113" y="2317"/>
                  </a:cubicBezTo>
                  <a:cubicBezTo>
                    <a:pt x="113" y="399"/>
                    <a:pt x="113" y="399"/>
                    <a:pt x="113" y="399"/>
                  </a:cubicBezTo>
                  <a:cubicBezTo>
                    <a:pt x="113" y="242"/>
                    <a:pt x="241" y="114"/>
                    <a:pt x="398" y="114"/>
                  </a:cubicBezTo>
                  <a:cubicBezTo>
                    <a:pt x="2355" y="114"/>
                    <a:pt x="2355" y="114"/>
                    <a:pt x="2355" y="114"/>
                  </a:cubicBezTo>
                  <a:moveTo>
                    <a:pt x="2355" y="0"/>
                  </a:moveTo>
                  <a:cubicBezTo>
                    <a:pt x="398" y="0"/>
                    <a:pt x="398" y="0"/>
                    <a:pt x="398" y="0"/>
                  </a:cubicBezTo>
                  <a:cubicBezTo>
                    <a:pt x="178" y="0"/>
                    <a:pt x="0" y="179"/>
                    <a:pt x="0" y="399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0" y="2538"/>
                    <a:pt x="178" y="2716"/>
                    <a:pt x="398" y="2716"/>
                  </a:cubicBezTo>
                  <a:cubicBezTo>
                    <a:pt x="2355" y="2716"/>
                    <a:pt x="2355" y="2716"/>
                    <a:pt x="2355" y="2716"/>
                  </a:cubicBezTo>
                  <a:cubicBezTo>
                    <a:pt x="2575" y="2716"/>
                    <a:pt x="2753" y="2538"/>
                    <a:pt x="2753" y="2317"/>
                  </a:cubicBezTo>
                  <a:cubicBezTo>
                    <a:pt x="2753" y="399"/>
                    <a:pt x="2753" y="399"/>
                    <a:pt x="2753" y="399"/>
                  </a:cubicBezTo>
                  <a:cubicBezTo>
                    <a:pt x="2753" y="179"/>
                    <a:pt x="2575" y="0"/>
                    <a:pt x="2355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  <p:sp>
        <p:nvSpPr>
          <p:cNvPr id="78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1070999" y="1344224"/>
            <a:ext cx="1550340" cy="2598991"/>
          </a:xfrm>
        </p:spPr>
        <p:txBody>
          <a:bodyPr/>
          <a:lstStyle/>
          <a:p>
            <a:endParaRPr lang="id-ID" dirty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2470150" y="902768"/>
            <a:ext cx="1776413" cy="2977979"/>
          </a:xfrm>
        </p:spPr>
        <p:txBody>
          <a:bodyPr/>
          <a:lstStyle/>
          <a:p>
            <a:endParaRPr lang="id-ID" dirty="0"/>
          </a:p>
        </p:txBody>
      </p:sp>
      <p:sp>
        <p:nvSpPr>
          <p:cNvPr id="33" name="Freeform 5"/>
          <p:cNvSpPr>
            <a:spLocks/>
          </p:cNvSpPr>
          <p:nvPr userDrawn="1"/>
        </p:nvSpPr>
        <p:spPr bwMode="auto">
          <a:xfrm flipH="1">
            <a:off x="11486507" y="174661"/>
            <a:ext cx="530831" cy="530831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6" name="TextBox 35"/>
          <p:cNvSpPr txBox="1"/>
          <p:nvPr userDrawn="1"/>
        </p:nvSpPr>
        <p:spPr>
          <a:xfrm>
            <a:off x="11526134" y="245136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60E2A6B-A809-4840-BF14-8648BC0BDF87}" type="slidenum">
              <a:rPr lang="id-ID" sz="1800" b="1" smtClean="0">
                <a:solidFill>
                  <a:schemeClr val="accent1">
                    <a:lumMod val="75000"/>
                  </a:schemeClr>
                </a:solidFill>
              </a:rPr>
              <a:pPr algn="ctr"/>
              <a:t>‹#›</a:t>
            </a:fld>
            <a:endParaRPr lang="id-ID" sz="18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4702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50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4" grpId="0"/>
      <p:bldP spid="33" grpId="0" animBg="1"/>
      <p:bldP spid="36" grpId="0"/>
    </p:bldLst>
  </p:timing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/>
          <p:cNvSpPr/>
          <p:nvPr userDrawn="1"/>
        </p:nvSpPr>
        <p:spPr>
          <a:xfrm>
            <a:off x="-2" y="0"/>
            <a:ext cx="12187314" cy="4000500"/>
          </a:xfrm>
          <a:prstGeom prst="rect">
            <a:avLst/>
          </a:prstGeom>
          <a:pattFill prst="pct90">
            <a:fgClr>
              <a:schemeClr val="accent3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4265098" y="1704098"/>
            <a:ext cx="3633145" cy="2288465"/>
          </a:xfrm>
        </p:spPr>
        <p:txBody>
          <a:bodyPr/>
          <a:lstStyle/>
          <a:p>
            <a:endParaRPr lang="id-ID"/>
          </a:p>
        </p:txBody>
      </p:sp>
      <p:sp>
        <p:nvSpPr>
          <p:cNvPr id="22" name="Freeform 5"/>
          <p:cNvSpPr>
            <a:spLocks/>
          </p:cNvSpPr>
          <p:nvPr userDrawn="1"/>
        </p:nvSpPr>
        <p:spPr bwMode="auto">
          <a:xfrm flipH="1">
            <a:off x="9930136" y="-637092"/>
            <a:ext cx="2711791" cy="2711789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3" name="Freeform 5"/>
          <p:cNvSpPr>
            <a:spLocks/>
          </p:cNvSpPr>
          <p:nvPr userDrawn="1"/>
        </p:nvSpPr>
        <p:spPr bwMode="auto">
          <a:xfrm flipH="1">
            <a:off x="8535301" y="921256"/>
            <a:ext cx="982576" cy="982576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4" name="Freeform 5"/>
          <p:cNvSpPr>
            <a:spLocks/>
          </p:cNvSpPr>
          <p:nvPr userDrawn="1"/>
        </p:nvSpPr>
        <p:spPr bwMode="auto">
          <a:xfrm flipH="1">
            <a:off x="8690348" y="-296897"/>
            <a:ext cx="672480" cy="67248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5" name="Freeform 5"/>
          <p:cNvSpPr>
            <a:spLocks/>
          </p:cNvSpPr>
          <p:nvPr userDrawn="1"/>
        </p:nvSpPr>
        <p:spPr bwMode="auto">
          <a:xfrm flipH="1">
            <a:off x="6892774" y="1381250"/>
            <a:ext cx="1081310" cy="108131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6" name="Freeform 5"/>
          <p:cNvSpPr>
            <a:spLocks/>
          </p:cNvSpPr>
          <p:nvPr userDrawn="1"/>
        </p:nvSpPr>
        <p:spPr bwMode="auto">
          <a:xfrm flipH="1">
            <a:off x="7490451" y="215697"/>
            <a:ext cx="521440" cy="52144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7" name="Freeform 5"/>
          <p:cNvSpPr>
            <a:spLocks/>
          </p:cNvSpPr>
          <p:nvPr userDrawn="1"/>
        </p:nvSpPr>
        <p:spPr bwMode="auto">
          <a:xfrm flipH="1">
            <a:off x="9305255" y="2655843"/>
            <a:ext cx="1337469" cy="1337469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8" name="Freeform 5"/>
          <p:cNvSpPr>
            <a:spLocks/>
          </p:cNvSpPr>
          <p:nvPr userDrawn="1"/>
        </p:nvSpPr>
        <p:spPr bwMode="auto">
          <a:xfrm flipH="1">
            <a:off x="11073361" y="2461388"/>
            <a:ext cx="672480" cy="67248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9" name="Freeform 5"/>
          <p:cNvSpPr>
            <a:spLocks/>
          </p:cNvSpPr>
          <p:nvPr userDrawn="1"/>
        </p:nvSpPr>
        <p:spPr bwMode="auto">
          <a:xfrm flipH="1">
            <a:off x="10870156" y="3855256"/>
            <a:ext cx="521440" cy="52144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0" name="Freeform 5"/>
          <p:cNvSpPr>
            <a:spLocks/>
          </p:cNvSpPr>
          <p:nvPr userDrawn="1"/>
        </p:nvSpPr>
        <p:spPr bwMode="auto">
          <a:xfrm flipH="1">
            <a:off x="8352858" y="2453988"/>
            <a:ext cx="521761" cy="521761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1" name="Freeform 5"/>
          <p:cNvSpPr>
            <a:spLocks/>
          </p:cNvSpPr>
          <p:nvPr userDrawn="1"/>
        </p:nvSpPr>
        <p:spPr bwMode="auto">
          <a:xfrm flipH="1">
            <a:off x="11801991" y="3355185"/>
            <a:ext cx="672480" cy="67248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2" name="Freeform 5"/>
          <p:cNvSpPr>
            <a:spLocks/>
          </p:cNvSpPr>
          <p:nvPr userDrawn="1"/>
        </p:nvSpPr>
        <p:spPr bwMode="auto">
          <a:xfrm flipH="1">
            <a:off x="12086289" y="2172540"/>
            <a:ext cx="385460" cy="38546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4" name="TextBox 33"/>
          <p:cNvSpPr txBox="1"/>
          <p:nvPr userDrawn="1"/>
        </p:nvSpPr>
        <p:spPr>
          <a:xfrm>
            <a:off x="956885" y="6409324"/>
            <a:ext cx="174599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050" b="1" dirty="0" smtClean="0">
                <a:solidFill>
                  <a:schemeClr val="accent1">
                    <a:lumMod val="75000"/>
                  </a:schemeClr>
                </a:solidFill>
                <a:latin typeface="Raleway" panose="020B0003030101060003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Kupat</a:t>
            </a:r>
            <a:r>
              <a:rPr lang="id-ID" sz="1050" b="1" baseline="0" dirty="0" smtClean="0">
                <a:solidFill>
                  <a:schemeClr val="accent1">
                    <a:lumMod val="75000"/>
                  </a:schemeClr>
                </a:solidFill>
                <a:latin typeface="Raleway" panose="020B0003030101060003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Tahu </a:t>
            </a:r>
            <a:r>
              <a:rPr lang="id-ID" sz="1050" dirty="0" smtClean="0">
                <a:solidFill>
                  <a:schemeClr val="bg1">
                    <a:lumMod val="65000"/>
                  </a:schemeClr>
                </a:solidFill>
                <a:latin typeface="Raleway" panose="020B0003030101060003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Presentation</a:t>
            </a:r>
            <a:endParaRPr lang="en-US" sz="1050" dirty="0">
              <a:solidFill>
                <a:schemeClr val="bg1">
                  <a:lumMod val="65000"/>
                </a:schemeClr>
              </a:solidFill>
              <a:latin typeface="Raleway" panose="020B0003030101060003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35" name="Group 34"/>
          <p:cNvGrpSpPr/>
          <p:nvPr userDrawn="1"/>
        </p:nvGrpSpPr>
        <p:grpSpPr>
          <a:xfrm>
            <a:off x="347419" y="6409324"/>
            <a:ext cx="224082" cy="221156"/>
            <a:chOff x="4328868" y="5502988"/>
            <a:chExt cx="500307" cy="493774"/>
          </a:xfrm>
        </p:grpSpPr>
        <p:sp>
          <p:nvSpPr>
            <p:cNvPr id="39" name="Freeform 38">
              <a:hlinkClick r:id="" action="ppaction://hlinkshowjump?jump=previousslide"/>
            </p:cNvPr>
            <p:cNvSpPr>
              <a:spLocks/>
            </p:cNvSpPr>
            <p:nvPr userDrawn="1"/>
          </p:nvSpPr>
          <p:spPr bwMode="auto">
            <a:xfrm>
              <a:off x="4520555" y="5649754"/>
              <a:ext cx="116933" cy="200242"/>
            </a:xfrm>
            <a:custGeom>
              <a:avLst/>
              <a:gdLst>
                <a:gd name="T0" fmla="*/ 417 w 425"/>
                <a:gd name="T1" fmla="*/ 77 h 728"/>
                <a:gd name="T2" fmla="*/ 131 w 425"/>
                <a:gd name="T3" fmla="*/ 364 h 728"/>
                <a:gd name="T4" fmla="*/ 417 w 425"/>
                <a:gd name="T5" fmla="*/ 650 h 728"/>
                <a:gd name="T6" fmla="*/ 425 w 425"/>
                <a:gd name="T7" fmla="*/ 667 h 728"/>
                <a:gd name="T8" fmla="*/ 417 w 425"/>
                <a:gd name="T9" fmla="*/ 684 h 728"/>
                <a:gd name="T10" fmla="*/ 381 w 425"/>
                <a:gd name="T11" fmla="*/ 720 h 728"/>
                <a:gd name="T12" fmla="*/ 364 w 425"/>
                <a:gd name="T13" fmla="*/ 728 h 728"/>
                <a:gd name="T14" fmla="*/ 347 w 425"/>
                <a:gd name="T15" fmla="*/ 720 h 728"/>
                <a:gd name="T16" fmla="*/ 8 w 425"/>
                <a:gd name="T17" fmla="*/ 381 h 728"/>
                <a:gd name="T18" fmla="*/ 0 w 425"/>
                <a:gd name="T19" fmla="*/ 364 h 728"/>
                <a:gd name="T20" fmla="*/ 8 w 425"/>
                <a:gd name="T21" fmla="*/ 347 h 728"/>
                <a:gd name="T22" fmla="*/ 347 w 425"/>
                <a:gd name="T23" fmla="*/ 7 h 728"/>
                <a:gd name="T24" fmla="*/ 364 w 425"/>
                <a:gd name="T25" fmla="*/ 0 h 728"/>
                <a:gd name="T26" fmla="*/ 381 w 425"/>
                <a:gd name="T27" fmla="*/ 7 h 728"/>
                <a:gd name="T28" fmla="*/ 417 w 425"/>
                <a:gd name="T29" fmla="*/ 44 h 728"/>
                <a:gd name="T30" fmla="*/ 425 w 425"/>
                <a:gd name="T31" fmla="*/ 60 h 728"/>
                <a:gd name="T32" fmla="*/ 417 w 425"/>
                <a:gd name="T33" fmla="*/ 77 h 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25" h="728">
                  <a:moveTo>
                    <a:pt x="417" y="77"/>
                  </a:moveTo>
                  <a:cubicBezTo>
                    <a:pt x="131" y="364"/>
                    <a:pt x="131" y="364"/>
                    <a:pt x="131" y="364"/>
                  </a:cubicBezTo>
                  <a:cubicBezTo>
                    <a:pt x="417" y="650"/>
                    <a:pt x="417" y="650"/>
                    <a:pt x="417" y="650"/>
                  </a:cubicBezTo>
                  <a:cubicBezTo>
                    <a:pt x="422" y="655"/>
                    <a:pt x="425" y="661"/>
                    <a:pt x="425" y="667"/>
                  </a:cubicBezTo>
                  <a:cubicBezTo>
                    <a:pt x="425" y="673"/>
                    <a:pt x="422" y="680"/>
                    <a:pt x="417" y="684"/>
                  </a:cubicBezTo>
                  <a:cubicBezTo>
                    <a:pt x="381" y="720"/>
                    <a:pt x="381" y="720"/>
                    <a:pt x="381" y="720"/>
                  </a:cubicBezTo>
                  <a:cubicBezTo>
                    <a:pt x="377" y="725"/>
                    <a:pt x="370" y="728"/>
                    <a:pt x="364" y="728"/>
                  </a:cubicBezTo>
                  <a:cubicBezTo>
                    <a:pt x="358" y="728"/>
                    <a:pt x="352" y="725"/>
                    <a:pt x="347" y="720"/>
                  </a:cubicBezTo>
                  <a:cubicBezTo>
                    <a:pt x="8" y="381"/>
                    <a:pt x="8" y="381"/>
                    <a:pt x="8" y="381"/>
                  </a:cubicBezTo>
                  <a:cubicBezTo>
                    <a:pt x="3" y="376"/>
                    <a:pt x="0" y="369"/>
                    <a:pt x="0" y="364"/>
                  </a:cubicBezTo>
                  <a:cubicBezTo>
                    <a:pt x="0" y="358"/>
                    <a:pt x="3" y="351"/>
                    <a:pt x="8" y="347"/>
                  </a:cubicBezTo>
                  <a:cubicBezTo>
                    <a:pt x="347" y="7"/>
                    <a:pt x="347" y="7"/>
                    <a:pt x="347" y="7"/>
                  </a:cubicBezTo>
                  <a:cubicBezTo>
                    <a:pt x="352" y="3"/>
                    <a:pt x="358" y="0"/>
                    <a:pt x="364" y="0"/>
                  </a:cubicBezTo>
                  <a:cubicBezTo>
                    <a:pt x="370" y="0"/>
                    <a:pt x="377" y="3"/>
                    <a:pt x="381" y="7"/>
                  </a:cubicBezTo>
                  <a:cubicBezTo>
                    <a:pt x="417" y="44"/>
                    <a:pt x="417" y="44"/>
                    <a:pt x="417" y="44"/>
                  </a:cubicBezTo>
                  <a:cubicBezTo>
                    <a:pt x="422" y="48"/>
                    <a:pt x="425" y="54"/>
                    <a:pt x="425" y="60"/>
                  </a:cubicBezTo>
                  <a:cubicBezTo>
                    <a:pt x="425" y="66"/>
                    <a:pt x="422" y="73"/>
                    <a:pt x="417" y="77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40" name="Freeform 39">
              <a:hlinkClick r:id="" action="ppaction://hlinkshowjump?jump=previousslide"/>
            </p:cNvPr>
            <p:cNvSpPr>
              <a:spLocks noEditPoints="1"/>
            </p:cNvSpPr>
            <p:nvPr userDrawn="1"/>
          </p:nvSpPr>
          <p:spPr bwMode="auto">
            <a:xfrm>
              <a:off x="4328868" y="5502988"/>
              <a:ext cx="500307" cy="493774"/>
            </a:xfrm>
            <a:custGeom>
              <a:avLst/>
              <a:gdLst>
                <a:gd name="T0" fmla="*/ 2355 w 2753"/>
                <a:gd name="T1" fmla="*/ 114 h 2716"/>
                <a:gd name="T2" fmla="*/ 2639 w 2753"/>
                <a:gd name="T3" fmla="*/ 399 h 2716"/>
                <a:gd name="T4" fmla="*/ 2639 w 2753"/>
                <a:gd name="T5" fmla="*/ 2317 h 2716"/>
                <a:gd name="T6" fmla="*/ 2355 w 2753"/>
                <a:gd name="T7" fmla="*/ 2602 h 2716"/>
                <a:gd name="T8" fmla="*/ 398 w 2753"/>
                <a:gd name="T9" fmla="*/ 2602 h 2716"/>
                <a:gd name="T10" fmla="*/ 113 w 2753"/>
                <a:gd name="T11" fmla="*/ 2317 h 2716"/>
                <a:gd name="T12" fmla="*/ 113 w 2753"/>
                <a:gd name="T13" fmla="*/ 399 h 2716"/>
                <a:gd name="T14" fmla="*/ 398 w 2753"/>
                <a:gd name="T15" fmla="*/ 114 h 2716"/>
                <a:gd name="T16" fmla="*/ 2355 w 2753"/>
                <a:gd name="T17" fmla="*/ 114 h 2716"/>
                <a:gd name="T18" fmla="*/ 2355 w 2753"/>
                <a:gd name="T19" fmla="*/ 0 h 2716"/>
                <a:gd name="T20" fmla="*/ 398 w 2753"/>
                <a:gd name="T21" fmla="*/ 0 h 2716"/>
                <a:gd name="T22" fmla="*/ 0 w 2753"/>
                <a:gd name="T23" fmla="*/ 399 h 2716"/>
                <a:gd name="T24" fmla="*/ 0 w 2753"/>
                <a:gd name="T25" fmla="*/ 2317 h 2716"/>
                <a:gd name="T26" fmla="*/ 398 w 2753"/>
                <a:gd name="T27" fmla="*/ 2716 h 2716"/>
                <a:gd name="T28" fmla="*/ 2355 w 2753"/>
                <a:gd name="T29" fmla="*/ 2716 h 2716"/>
                <a:gd name="T30" fmla="*/ 2753 w 2753"/>
                <a:gd name="T31" fmla="*/ 2317 h 2716"/>
                <a:gd name="T32" fmla="*/ 2753 w 2753"/>
                <a:gd name="T33" fmla="*/ 399 h 2716"/>
                <a:gd name="T34" fmla="*/ 2355 w 2753"/>
                <a:gd name="T35" fmla="*/ 0 h 27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53" h="2716">
                  <a:moveTo>
                    <a:pt x="2355" y="114"/>
                  </a:moveTo>
                  <a:cubicBezTo>
                    <a:pt x="2512" y="114"/>
                    <a:pt x="2639" y="242"/>
                    <a:pt x="2639" y="399"/>
                  </a:cubicBezTo>
                  <a:cubicBezTo>
                    <a:pt x="2639" y="2317"/>
                    <a:pt x="2639" y="2317"/>
                    <a:pt x="2639" y="2317"/>
                  </a:cubicBezTo>
                  <a:cubicBezTo>
                    <a:pt x="2639" y="2474"/>
                    <a:pt x="2512" y="2602"/>
                    <a:pt x="2355" y="2602"/>
                  </a:cubicBezTo>
                  <a:cubicBezTo>
                    <a:pt x="398" y="2602"/>
                    <a:pt x="398" y="2602"/>
                    <a:pt x="398" y="2602"/>
                  </a:cubicBezTo>
                  <a:cubicBezTo>
                    <a:pt x="241" y="2602"/>
                    <a:pt x="113" y="2474"/>
                    <a:pt x="113" y="2317"/>
                  </a:cubicBezTo>
                  <a:cubicBezTo>
                    <a:pt x="113" y="399"/>
                    <a:pt x="113" y="399"/>
                    <a:pt x="113" y="399"/>
                  </a:cubicBezTo>
                  <a:cubicBezTo>
                    <a:pt x="113" y="242"/>
                    <a:pt x="241" y="114"/>
                    <a:pt x="398" y="114"/>
                  </a:cubicBezTo>
                  <a:cubicBezTo>
                    <a:pt x="2355" y="114"/>
                    <a:pt x="2355" y="114"/>
                    <a:pt x="2355" y="114"/>
                  </a:cubicBezTo>
                  <a:moveTo>
                    <a:pt x="2355" y="0"/>
                  </a:moveTo>
                  <a:cubicBezTo>
                    <a:pt x="398" y="0"/>
                    <a:pt x="398" y="0"/>
                    <a:pt x="398" y="0"/>
                  </a:cubicBezTo>
                  <a:cubicBezTo>
                    <a:pt x="178" y="0"/>
                    <a:pt x="0" y="179"/>
                    <a:pt x="0" y="399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0" y="2538"/>
                    <a:pt x="178" y="2716"/>
                    <a:pt x="398" y="2716"/>
                  </a:cubicBezTo>
                  <a:cubicBezTo>
                    <a:pt x="2355" y="2716"/>
                    <a:pt x="2355" y="2716"/>
                    <a:pt x="2355" y="2716"/>
                  </a:cubicBezTo>
                  <a:cubicBezTo>
                    <a:pt x="2575" y="2716"/>
                    <a:pt x="2753" y="2538"/>
                    <a:pt x="2753" y="2317"/>
                  </a:cubicBezTo>
                  <a:cubicBezTo>
                    <a:pt x="2753" y="399"/>
                    <a:pt x="2753" y="399"/>
                    <a:pt x="2753" y="399"/>
                  </a:cubicBezTo>
                  <a:cubicBezTo>
                    <a:pt x="2753" y="179"/>
                    <a:pt x="2575" y="0"/>
                    <a:pt x="2355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  <p:grpSp>
        <p:nvGrpSpPr>
          <p:cNvPr id="41" name="Group 40"/>
          <p:cNvGrpSpPr/>
          <p:nvPr userDrawn="1"/>
        </p:nvGrpSpPr>
        <p:grpSpPr>
          <a:xfrm flipH="1">
            <a:off x="657355" y="6409324"/>
            <a:ext cx="224082" cy="221156"/>
            <a:chOff x="4328868" y="5502988"/>
            <a:chExt cx="500307" cy="493774"/>
          </a:xfrm>
        </p:grpSpPr>
        <p:sp>
          <p:nvSpPr>
            <p:cNvPr id="42" name="Freeform 41">
              <a:hlinkClick r:id="" action="ppaction://hlinkshowjump?jump=nextslide"/>
            </p:cNvPr>
            <p:cNvSpPr>
              <a:spLocks/>
            </p:cNvSpPr>
            <p:nvPr userDrawn="1"/>
          </p:nvSpPr>
          <p:spPr bwMode="auto">
            <a:xfrm>
              <a:off x="4520556" y="5649754"/>
              <a:ext cx="116933" cy="200242"/>
            </a:xfrm>
            <a:custGeom>
              <a:avLst/>
              <a:gdLst>
                <a:gd name="T0" fmla="*/ 417 w 425"/>
                <a:gd name="T1" fmla="*/ 77 h 728"/>
                <a:gd name="T2" fmla="*/ 131 w 425"/>
                <a:gd name="T3" fmla="*/ 364 h 728"/>
                <a:gd name="T4" fmla="*/ 417 w 425"/>
                <a:gd name="T5" fmla="*/ 650 h 728"/>
                <a:gd name="T6" fmla="*/ 425 w 425"/>
                <a:gd name="T7" fmla="*/ 667 h 728"/>
                <a:gd name="T8" fmla="*/ 417 w 425"/>
                <a:gd name="T9" fmla="*/ 684 h 728"/>
                <a:gd name="T10" fmla="*/ 381 w 425"/>
                <a:gd name="T11" fmla="*/ 720 h 728"/>
                <a:gd name="T12" fmla="*/ 364 w 425"/>
                <a:gd name="T13" fmla="*/ 728 h 728"/>
                <a:gd name="T14" fmla="*/ 347 w 425"/>
                <a:gd name="T15" fmla="*/ 720 h 728"/>
                <a:gd name="T16" fmla="*/ 8 w 425"/>
                <a:gd name="T17" fmla="*/ 381 h 728"/>
                <a:gd name="T18" fmla="*/ 0 w 425"/>
                <a:gd name="T19" fmla="*/ 364 h 728"/>
                <a:gd name="T20" fmla="*/ 8 w 425"/>
                <a:gd name="T21" fmla="*/ 347 h 728"/>
                <a:gd name="T22" fmla="*/ 347 w 425"/>
                <a:gd name="T23" fmla="*/ 7 h 728"/>
                <a:gd name="T24" fmla="*/ 364 w 425"/>
                <a:gd name="T25" fmla="*/ 0 h 728"/>
                <a:gd name="T26" fmla="*/ 381 w 425"/>
                <a:gd name="T27" fmla="*/ 7 h 728"/>
                <a:gd name="T28" fmla="*/ 417 w 425"/>
                <a:gd name="T29" fmla="*/ 44 h 728"/>
                <a:gd name="T30" fmla="*/ 425 w 425"/>
                <a:gd name="T31" fmla="*/ 60 h 728"/>
                <a:gd name="T32" fmla="*/ 417 w 425"/>
                <a:gd name="T33" fmla="*/ 77 h 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25" h="728">
                  <a:moveTo>
                    <a:pt x="417" y="77"/>
                  </a:moveTo>
                  <a:cubicBezTo>
                    <a:pt x="131" y="364"/>
                    <a:pt x="131" y="364"/>
                    <a:pt x="131" y="364"/>
                  </a:cubicBezTo>
                  <a:cubicBezTo>
                    <a:pt x="417" y="650"/>
                    <a:pt x="417" y="650"/>
                    <a:pt x="417" y="650"/>
                  </a:cubicBezTo>
                  <a:cubicBezTo>
                    <a:pt x="422" y="655"/>
                    <a:pt x="425" y="661"/>
                    <a:pt x="425" y="667"/>
                  </a:cubicBezTo>
                  <a:cubicBezTo>
                    <a:pt x="425" y="673"/>
                    <a:pt x="422" y="680"/>
                    <a:pt x="417" y="684"/>
                  </a:cubicBezTo>
                  <a:cubicBezTo>
                    <a:pt x="381" y="720"/>
                    <a:pt x="381" y="720"/>
                    <a:pt x="381" y="720"/>
                  </a:cubicBezTo>
                  <a:cubicBezTo>
                    <a:pt x="377" y="725"/>
                    <a:pt x="370" y="728"/>
                    <a:pt x="364" y="728"/>
                  </a:cubicBezTo>
                  <a:cubicBezTo>
                    <a:pt x="358" y="728"/>
                    <a:pt x="352" y="725"/>
                    <a:pt x="347" y="720"/>
                  </a:cubicBezTo>
                  <a:cubicBezTo>
                    <a:pt x="8" y="381"/>
                    <a:pt x="8" y="381"/>
                    <a:pt x="8" y="381"/>
                  </a:cubicBezTo>
                  <a:cubicBezTo>
                    <a:pt x="3" y="376"/>
                    <a:pt x="0" y="369"/>
                    <a:pt x="0" y="364"/>
                  </a:cubicBezTo>
                  <a:cubicBezTo>
                    <a:pt x="0" y="358"/>
                    <a:pt x="3" y="351"/>
                    <a:pt x="8" y="347"/>
                  </a:cubicBezTo>
                  <a:cubicBezTo>
                    <a:pt x="347" y="7"/>
                    <a:pt x="347" y="7"/>
                    <a:pt x="347" y="7"/>
                  </a:cubicBezTo>
                  <a:cubicBezTo>
                    <a:pt x="352" y="3"/>
                    <a:pt x="358" y="0"/>
                    <a:pt x="364" y="0"/>
                  </a:cubicBezTo>
                  <a:cubicBezTo>
                    <a:pt x="370" y="0"/>
                    <a:pt x="377" y="3"/>
                    <a:pt x="381" y="7"/>
                  </a:cubicBezTo>
                  <a:cubicBezTo>
                    <a:pt x="417" y="44"/>
                    <a:pt x="417" y="44"/>
                    <a:pt x="417" y="44"/>
                  </a:cubicBezTo>
                  <a:cubicBezTo>
                    <a:pt x="422" y="48"/>
                    <a:pt x="425" y="54"/>
                    <a:pt x="425" y="60"/>
                  </a:cubicBezTo>
                  <a:cubicBezTo>
                    <a:pt x="425" y="66"/>
                    <a:pt x="422" y="73"/>
                    <a:pt x="417" y="77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43" name="Freeform 42">
              <a:hlinkClick r:id="" action="ppaction://hlinkshowjump?jump=nextslide"/>
            </p:cNvPr>
            <p:cNvSpPr>
              <a:spLocks noEditPoints="1"/>
            </p:cNvSpPr>
            <p:nvPr userDrawn="1"/>
          </p:nvSpPr>
          <p:spPr bwMode="auto">
            <a:xfrm>
              <a:off x="4328868" y="5502988"/>
              <a:ext cx="500307" cy="493774"/>
            </a:xfrm>
            <a:custGeom>
              <a:avLst/>
              <a:gdLst>
                <a:gd name="T0" fmla="*/ 2355 w 2753"/>
                <a:gd name="T1" fmla="*/ 114 h 2716"/>
                <a:gd name="T2" fmla="*/ 2639 w 2753"/>
                <a:gd name="T3" fmla="*/ 399 h 2716"/>
                <a:gd name="T4" fmla="*/ 2639 w 2753"/>
                <a:gd name="T5" fmla="*/ 2317 h 2716"/>
                <a:gd name="T6" fmla="*/ 2355 w 2753"/>
                <a:gd name="T7" fmla="*/ 2602 h 2716"/>
                <a:gd name="T8" fmla="*/ 398 w 2753"/>
                <a:gd name="T9" fmla="*/ 2602 h 2716"/>
                <a:gd name="T10" fmla="*/ 113 w 2753"/>
                <a:gd name="T11" fmla="*/ 2317 h 2716"/>
                <a:gd name="T12" fmla="*/ 113 w 2753"/>
                <a:gd name="T13" fmla="*/ 399 h 2716"/>
                <a:gd name="T14" fmla="*/ 398 w 2753"/>
                <a:gd name="T15" fmla="*/ 114 h 2716"/>
                <a:gd name="T16" fmla="*/ 2355 w 2753"/>
                <a:gd name="T17" fmla="*/ 114 h 2716"/>
                <a:gd name="T18" fmla="*/ 2355 w 2753"/>
                <a:gd name="T19" fmla="*/ 0 h 2716"/>
                <a:gd name="T20" fmla="*/ 398 w 2753"/>
                <a:gd name="T21" fmla="*/ 0 h 2716"/>
                <a:gd name="T22" fmla="*/ 0 w 2753"/>
                <a:gd name="T23" fmla="*/ 399 h 2716"/>
                <a:gd name="T24" fmla="*/ 0 w 2753"/>
                <a:gd name="T25" fmla="*/ 2317 h 2716"/>
                <a:gd name="T26" fmla="*/ 398 w 2753"/>
                <a:gd name="T27" fmla="*/ 2716 h 2716"/>
                <a:gd name="T28" fmla="*/ 2355 w 2753"/>
                <a:gd name="T29" fmla="*/ 2716 h 2716"/>
                <a:gd name="T30" fmla="*/ 2753 w 2753"/>
                <a:gd name="T31" fmla="*/ 2317 h 2716"/>
                <a:gd name="T32" fmla="*/ 2753 w 2753"/>
                <a:gd name="T33" fmla="*/ 399 h 2716"/>
                <a:gd name="T34" fmla="*/ 2355 w 2753"/>
                <a:gd name="T35" fmla="*/ 0 h 27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53" h="2716">
                  <a:moveTo>
                    <a:pt x="2355" y="114"/>
                  </a:moveTo>
                  <a:cubicBezTo>
                    <a:pt x="2512" y="114"/>
                    <a:pt x="2639" y="242"/>
                    <a:pt x="2639" y="399"/>
                  </a:cubicBezTo>
                  <a:cubicBezTo>
                    <a:pt x="2639" y="2317"/>
                    <a:pt x="2639" y="2317"/>
                    <a:pt x="2639" y="2317"/>
                  </a:cubicBezTo>
                  <a:cubicBezTo>
                    <a:pt x="2639" y="2474"/>
                    <a:pt x="2512" y="2602"/>
                    <a:pt x="2355" y="2602"/>
                  </a:cubicBezTo>
                  <a:cubicBezTo>
                    <a:pt x="398" y="2602"/>
                    <a:pt x="398" y="2602"/>
                    <a:pt x="398" y="2602"/>
                  </a:cubicBezTo>
                  <a:cubicBezTo>
                    <a:pt x="241" y="2602"/>
                    <a:pt x="113" y="2474"/>
                    <a:pt x="113" y="2317"/>
                  </a:cubicBezTo>
                  <a:cubicBezTo>
                    <a:pt x="113" y="399"/>
                    <a:pt x="113" y="399"/>
                    <a:pt x="113" y="399"/>
                  </a:cubicBezTo>
                  <a:cubicBezTo>
                    <a:pt x="113" y="242"/>
                    <a:pt x="241" y="114"/>
                    <a:pt x="398" y="114"/>
                  </a:cubicBezTo>
                  <a:cubicBezTo>
                    <a:pt x="2355" y="114"/>
                    <a:pt x="2355" y="114"/>
                    <a:pt x="2355" y="114"/>
                  </a:cubicBezTo>
                  <a:moveTo>
                    <a:pt x="2355" y="0"/>
                  </a:moveTo>
                  <a:cubicBezTo>
                    <a:pt x="398" y="0"/>
                    <a:pt x="398" y="0"/>
                    <a:pt x="398" y="0"/>
                  </a:cubicBezTo>
                  <a:cubicBezTo>
                    <a:pt x="178" y="0"/>
                    <a:pt x="0" y="179"/>
                    <a:pt x="0" y="399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0" y="2538"/>
                    <a:pt x="178" y="2716"/>
                    <a:pt x="398" y="2716"/>
                  </a:cubicBezTo>
                  <a:cubicBezTo>
                    <a:pt x="2355" y="2716"/>
                    <a:pt x="2355" y="2716"/>
                    <a:pt x="2355" y="2716"/>
                  </a:cubicBezTo>
                  <a:cubicBezTo>
                    <a:pt x="2575" y="2716"/>
                    <a:pt x="2753" y="2538"/>
                    <a:pt x="2753" y="2317"/>
                  </a:cubicBezTo>
                  <a:cubicBezTo>
                    <a:pt x="2753" y="399"/>
                    <a:pt x="2753" y="399"/>
                    <a:pt x="2753" y="399"/>
                  </a:cubicBezTo>
                  <a:cubicBezTo>
                    <a:pt x="2753" y="179"/>
                    <a:pt x="2575" y="0"/>
                    <a:pt x="2355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  <p:sp>
        <p:nvSpPr>
          <p:cNvPr id="36" name="Freeform 5"/>
          <p:cNvSpPr>
            <a:spLocks/>
          </p:cNvSpPr>
          <p:nvPr userDrawn="1"/>
        </p:nvSpPr>
        <p:spPr bwMode="auto">
          <a:xfrm flipH="1">
            <a:off x="11486507" y="174661"/>
            <a:ext cx="530831" cy="530831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7" name="TextBox 36"/>
          <p:cNvSpPr txBox="1"/>
          <p:nvPr userDrawn="1"/>
        </p:nvSpPr>
        <p:spPr>
          <a:xfrm>
            <a:off x="11526134" y="245136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60E2A6B-A809-4840-BF14-8648BC0BDF87}" type="slidenum">
              <a:rPr lang="id-ID" sz="1800" b="1" smtClean="0">
                <a:solidFill>
                  <a:schemeClr val="accent3"/>
                </a:solidFill>
              </a:rPr>
              <a:pPr algn="ctr"/>
              <a:t>‹#›</a:t>
            </a:fld>
            <a:endParaRPr lang="id-ID" sz="18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5703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4" grpId="0"/>
      <p:bldP spid="36" grpId="0" animBg="1"/>
      <p:bldP spid="37" grpId="0"/>
    </p:bldLst>
  </p:timing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/>
          <p:cNvSpPr/>
          <p:nvPr userDrawn="1"/>
        </p:nvSpPr>
        <p:spPr>
          <a:xfrm>
            <a:off x="-2" y="0"/>
            <a:ext cx="12187314" cy="3993312"/>
          </a:xfrm>
          <a:prstGeom prst="rect">
            <a:avLst/>
          </a:prstGeom>
          <a:pattFill prst="pct90">
            <a:fgClr>
              <a:schemeClr val="tx2">
                <a:lumMod val="75000"/>
              </a:schemeClr>
            </a:fgClr>
            <a:bgClr>
              <a:schemeClr val="tx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 5"/>
          <p:cNvSpPr>
            <a:spLocks/>
          </p:cNvSpPr>
          <p:nvPr userDrawn="1"/>
        </p:nvSpPr>
        <p:spPr bwMode="auto">
          <a:xfrm flipH="1">
            <a:off x="9930136" y="-637092"/>
            <a:ext cx="2711791" cy="2711789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3" name="Freeform 5"/>
          <p:cNvSpPr>
            <a:spLocks/>
          </p:cNvSpPr>
          <p:nvPr userDrawn="1"/>
        </p:nvSpPr>
        <p:spPr bwMode="auto">
          <a:xfrm flipH="1">
            <a:off x="8535301" y="921256"/>
            <a:ext cx="982576" cy="982576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4" name="Freeform 5"/>
          <p:cNvSpPr>
            <a:spLocks/>
          </p:cNvSpPr>
          <p:nvPr userDrawn="1"/>
        </p:nvSpPr>
        <p:spPr bwMode="auto">
          <a:xfrm flipH="1">
            <a:off x="8690348" y="-296897"/>
            <a:ext cx="672480" cy="67248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5" name="Freeform 5"/>
          <p:cNvSpPr>
            <a:spLocks/>
          </p:cNvSpPr>
          <p:nvPr userDrawn="1"/>
        </p:nvSpPr>
        <p:spPr bwMode="auto">
          <a:xfrm flipH="1">
            <a:off x="6892774" y="1381250"/>
            <a:ext cx="1081310" cy="108131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6" name="Freeform 5"/>
          <p:cNvSpPr>
            <a:spLocks/>
          </p:cNvSpPr>
          <p:nvPr userDrawn="1"/>
        </p:nvSpPr>
        <p:spPr bwMode="auto">
          <a:xfrm flipH="1">
            <a:off x="7490451" y="215697"/>
            <a:ext cx="521440" cy="52144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7" name="Freeform 5"/>
          <p:cNvSpPr>
            <a:spLocks/>
          </p:cNvSpPr>
          <p:nvPr userDrawn="1"/>
        </p:nvSpPr>
        <p:spPr bwMode="auto">
          <a:xfrm flipH="1">
            <a:off x="9305255" y="2655843"/>
            <a:ext cx="1337469" cy="1337469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8" name="Freeform 5"/>
          <p:cNvSpPr>
            <a:spLocks/>
          </p:cNvSpPr>
          <p:nvPr userDrawn="1"/>
        </p:nvSpPr>
        <p:spPr bwMode="auto">
          <a:xfrm flipH="1">
            <a:off x="11073361" y="2461388"/>
            <a:ext cx="672480" cy="67248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9" name="Freeform 5"/>
          <p:cNvSpPr>
            <a:spLocks/>
          </p:cNvSpPr>
          <p:nvPr userDrawn="1"/>
        </p:nvSpPr>
        <p:spPr bwMode="auto">
          <a:xfrm flipH="1">
            <a:off x="10870156" y="3855256"/>
            <a:ext cx="521440" cy="52144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0" name="Freeform 5"/>
          <p:cNvSpPr>
            <a:spLocks/>
          </p:cNvSpPr>
          <p:nvPr userDrawn="1"/>
        </p:nvSpPr>
        <p:spPr bwMode="auto">
          <a:xfrm flipH="1">
            <a:off x="8352858" y="2453988"/>
            <a:ext cx="521761" cy="521761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1" name="Freeform 5"/>
          <p:cNvSpPr>
            <a:spLocks/>
          </p:cNvSpPr>
          <p:nvPr userDrawn="1"/>
        </p:nvSpPr>
        <p:spPr bwMode="auto">
          <a:xfrm flipH="1">
            <a:off x="11801991" y="3355185"/>
            <a:ext cx="672480" cy="67248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2" name="Freeform 5"/>
          <p:cNvSpPr>
            <a:spLocks/>
          </p:cNvSpPr>
          <p:nvPr userDrawn="1"/>
        </p:nvSpPr>
        <p:spPr bwMode="auto">
          <a:xfrm flipH="1">
            <a:off x="12086289" y="2172540"/>
            <a:ext cx="385460" cy="38546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4" name="TextBox 33"/>
          <p:cNvSpPr txBox="1"/>
          <p:nvPr userDrawn="1"/>
        </p:nvSpPr>
        <p:spPr>
          <a:xfrm>
            <a:off x="956885" y="6409324"/>
            <a:ext cx="174599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050" b="1" dirty="0" smtClean="0">
                <a:solidFill>
                  <a:schemeClr val="accent1">
                    <a:lumMod val="75000"/>
                  </a:schemeClr>
                </a:solidFill>
                <a:latin typeface="Raleway" panose="020B0003030101060003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Kupat</a:t>
            </a:r>
            <a:r>
              <a:rPr lang="id-ID" sz="1050" b="1" baseline="0" dirty="0" smtClean="0">
                <a:solidFill>
                  <a:schemeClr val="accent1">
                    <a:lumMod val="75000"/>
                  </a:schemeClr>
                </a:solidFill>
                <a:latin typeface="Raleway" panose="020B0003030101060003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Tahu </a:t>
            </a:r>
            <a:r>
              <a:rPr lang="id-ID" sz="1050" dirty="0" smtClean="0">
                <a:solidFill>
                  <a:schemeClr val="bg1">
                    <a:lumMod val="65000"/>
                  </a:schemeClr>
                </a:solidFill>
                <a:latin typeface="Raleway" panose="020B0003030101060003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Presentation</a:t>
            </a:r>
            <a:endParaRPr lang="en-US" sz="1050" dirty="0">
              <a:solidFill>
                <a:schemeClr val="bg1">
                  <a:lumMod val="65000"/>
                </a:schemeClr>
              </a:solidFill>
              <a:latin typeface="Raleway" panose="020B0003030101060003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35" name="Group 34"/>
          <p:cNvGrpSpPr/>
          <p:nvPr userDrawn="1"/>
        </p:nvGrpSpPr>
        <p:grpSpPr>
          <a:xfrm>
            <a:off x="347419" y="6409324"/>
            <a:ext cx="224082" cy="221156"/>
            <a:chOff x="4328868" y="5502988"/>
            <a:chExt cx="500307" cy="493774"/>
          </a:xfrm>
        </p:grpSpPr>
        <p:sp>
          <p:nvSpPr>
            <p:cNvPr id="39" name="Freeform 38">
              <a:hlinkClick r:id="" action="ppaction://hlinkshowjump?jump=previousslide"/>
            </p:cNvPr>
            <p:cNvSpPr>
              <a:spLocks/>
            </p:cNvSpPr>
            <p:nvPr userDrawn="1"/>
          </p:nvSpPr>
          <p:spPr bwMode="auto">
            <a:xfrm>
              <a:off x="4520555" y="5649754"/>
              <a:ext cx="116933" cy="200242"/>
            </a:xfrm>
            <a:custGeom>
              <a:avLst/>
              <a:gdLst>
                <a:gd name="T0" fmla="*/ 417 w 425"/>
                <a:gd name="T1" fmla="*/ 77 h 728"/>
                <a:gd name="T2" fmla="*/ 131 w 425"/>
                <a:gd name="T3" fmla="*/ 364 h 728"/>
                <a:gd name="T4" fmla="*/ 417 w 425"/>
                <a:gd name="T5" fmla="*/ 650 h 728"/>
                <a:gd name="T6" fmla="*/ 425 w 425"/>
                <a:gd name="T7" fmla="*/ 667 h 728"/>
                <a:gd name="T8" fmla="*/ 417 w 425"/>
                <a:gd name="T9" fmla="*/ 684 h 728"/>
                <a:gd name="T10" fmla="*/ 381 w 425"/>
                <a:gd name="T11" fmla="*/ 720 h 728"/>
                <a:gd name="T12" fmla="*/ 364 w 425"/>
                <a:gd name="T13" fmla="*/ 728 h 728"/>
                <a:gd name="T14" fmla="*/ 347 w 425"/>
                <a:gd name="T15" fmla="*/ 720 h 728"/>
                <a:gd name="T16" fmla="*/ 8 w 425"/>
                <a:gd name="T17" fmla="*/ 381 h 728"/>
                <a:gd name="T18" fmla="*/ 0 w 425"/>
                <a:gd name="T19" fmla="*/ 364 h 728"/>
                <a:gd name="T20" fmla="*/ 8 w 425"/>
                <a:gd name="T21" fmla="*/ 347 h 728"/>
                <a:gd name="T22" fmla="*/ 347 w 425"/>
                <a:gd name="T23" fmla="*/ 7 h 728"/>
                <a:gd name="T24" fmla="*/ 364 w 425"/>
                <a:gd name="T25" fmla="*/ 0 h 728"/>
                <a:gd name="T26" fmla="*/ 381 w 425"/>
                <a:gd name="T27" fmla="*/ 7 h 728"/>
                <a:gd name="T28" fmla="*/ 417 w 425"/>
                <a:gd name="T29" fmla="*/ 44 h 728"/>
                <a:gd name="T30" fmla="*/ 425 w 425"/>
                <a:gd name="T31" fmla="*/ 60 h 728"/>
                <a:gd name="T32" fmla="*/ 417 w 425"/>
                <a:gd name="T33" fmla="*/ 77 h 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25" h="728">
                  <a:moveTo>
                    <a:pt x="417" y="77"/>
                  </a:moveTo>
                  <a:cubicBezTo>
                    <a:pt x="131" y="364"/>
                    <a:pt x="131" y="364"/>
                    <a:pt x="131" y="364"/>
                  </a:cubicBezTo>
                  <a:cubicBezTo>
                    <a:pt x="417" y="650"/>
                    <a:pt x="417" y="650"/>
                    <a:pt x="417" y="650"/>
                  </a:cubicBezTo>
                  <a:cubicBezTo>
                    <a:pt x="422" y="655"/>
                    <a:pt x="425" y="661"/>
                    <a:pt x="425" y="667"/>
                  </a:cubicBezTo>
                  <a:cubicBezTo>
                    <a:pt x="425" y="673"/>
                    <a:pt x="422" y="680"/>
                    <a:pt x="417" y="684"/>
                  </a:cubicBezTo>
                  <a:cubicBezTo>
                    <a:pt x="381" y="720"/>
                    <a:pt x="381" y="720"/>
                    <a:pt x="381" y="720"/>
                  </a:cubicBezTo>
                  <a:cubicBezTo>
                    <a:pt x="377" y="725"/>
                    <a:pt x="370" y="728"/>
                    <a:pt x="364" y="728"/>
                  </a:cubicBezTo>
                  <a:cubicBezTo>
                    <a:pt x="358" y="728"/>
                    <a:pt x="352" y="725"/>
                    <a:pt x="347" y="720"/>
                  </a:cubicBezTo>
                  <a:cubicBezTo>
                    <a:pt x="8" y="381"/>
                    <a:pt x="8" y="381"/>
                    <a:pt x="8" y="381"/>
                  </a:cubicBezTo>
                  <a:cubicBezTo>
                    <a:pt x="3" y="376"/>
                    <a:pt x="0" y="369"/>
                    <a:pt x="0" y="364"/>
                  </a:cubicBezTo>
                  <a:cubicBezTo>
                    <a:pt x="0" y="358"/>
                    <a:pt x="3" y="351"/>
                    <a:pt x="8" y="347"/>
                  </a:cubicBezTo>
                  <a:cubicBezTo>
                    <a:pt x="347" y="7"/>
                    <a:pt x="347" y="7"/>
                    <a:pt x="347" y="7"/>
                  </a:cubicBezTo>
                  <a:cubicBezTo>
                    <a:pt x="352" y="3"/>
                    <a:pt x="358" y="0"/>
                    <a:pt x="364" y="0"/>
                  </a:cubicBezTo>
                  <a:cubicBezTo>
                    <a:pt x="370" y="0"/>
                    <a:pt x="377" y="3"/>
                    <a:pt x="381" y="7"/>
                  </a:cubicBezTo>
                  <a:cubicBezTo>
                    <a:pt x="417" y="44"/>
                    <a:pt x="417" y="44"/>
                    <a:pt x="417" y="44"/>
                  </a:cubicBezTo>
                  <a:cubicBezTo>
                    <a:pt x="422" y="48"/>
                    <a:pt x="425" y="54"/>
                    <a:pt x="425" y="60"/>
                  </a:cubicBezTo>
                  <a:cubicBezTo>
                    <a:pt x="425" y="66"/>
                    <a:pt x="422" y="73"/>
                    <a:pt x="417" y="77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40" name="Freeform 39">
              <a:hlinkClick r:id="" action="ppaction://hlinkshowjump?jump=previousslide"/>
            </p:cNvPr>
            <p:cNvSpPr>
              <a:spLocks noEditPoints="1"/>
            </p:cNvSpPr>
            <p:nvPr userDrawn="1"/>
          </p:nvSpPr>
          <p:spPr bwMode="auto">
            <a:xfrm>
              <a:off x="4328868" y="5502988"/>
              <a:ext cx="500307" cy="493774"/>
            </a:xfrm>
            <a:custGeom>
              <a:avLst/>
              <a:gdLst>
                <a:gd name="T0" fmla="*/ 2355 w 2753"/>
                <a:gd name="T1" fmla="*/ 114 h 2716"/>
                <a:gd name="T2" fmla="*/ 2639 w 2753"/>
                <a:gd name="T3" fmla="*/ 399 h 2716"/>
                <a:gd name="T4" fmla="*/ 2639 w 2753"/>
                <a:gd name="T5" fmla="*/ 2317 h 2716"/>
                <a:gd name="T6" fmla="*/ 2355 w 2753"/>
                <a:gd name="T7" fmla="*/ 2602 h 2716"/>
                <a:gd name="T8" fmla="*/ 398 w 2753"/>
                <a:gd name="T9" fmla="*/ 2602 h 2716"/>
                <a:gd name="T10" fmla="*/ 113 w 2753"/>
                <a:gd name="T11" fmla="*/ 2317 h 2716"/>
                <a:gd name="T12" fmla="*/ 113 w 2753"/>
                <a:gd name="T13" fmla="*/ 399 h 2716"/>
                <a:gd name="T14" fmla="*/ 398 w 2753"/>
                <a:gd name="T15" fmla="*/ 114 h 2716"/>
                <a:gd name="T16" fmla="*/ 2355 w 2753"/>
                <a:gd name="T17" fmla="*/ 114 h 2716"/>
                <a:gd name="T18" fmla="*/ 2355 w 2753"/>
                <a:gd name="T19" fmla="*/ 0 h 2716"/>
                <a:gd name="T20" fmla="*/ 398 w 2753"/>
                <a:gd name="T21" fmla="*/ 0 h 2716"/>
                <a:gd name="T22" fmla="*/ 0 w 2753"/>
                <a:gd name="T23" fmla="*/ 399 h 2716"/>
                <a:gd name="T24" fmla="*/ 0 w 2753"/>
                <a:gd name="T25" fmla="*/ 2317 h 2716"/>
                <a:gd name="T26" fmla="*/ 398 w 2753"/>
                <a:gd name="T27" fmla="*/ 2716 h 2716"/>
                <a:gd name="T28" fmla="*/ 2355 w 2753"/>
                <a:gd name="T29" fmla="*/ 2716 h 2716"/>
                <a:gd name="T30" fmla="*/ 2753 w 2753"/>
                <a:gd name="T31" fmla="*/ 2317 h 2716"/>
                <a:gd name="T32" fmla="*/ 2753 w 2753"/>
                <a:gd name="T33" fmla="*/ 399 h 2716"/>
                <a:gd name="T34" fmla="*/ 2355 w 2753"/>
                <a:gd name="T35" fmla="*/ 0 h 27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53" h="2716">
                  <a:moveTo>
                    <a:pt x="2355" y="114"/>
                  </a:moveTo>
                  <a:cubicBezTo>
                    <a:pt x="2512" y="114"/>
                    <a:pt x="2639" y="242"/>
                    <a:pt x="2639" y="399"/>
                  </a:cubicBezTo>
                  <a:cubicBezTo>
                    <a:pt x="2639" y="2317"/>
                    <a:pt x="2639" y="2317"/>
                    <a:pt x="2639" y="2317"/>
                  </a:cubicBezTo>
                  <a:cubicBezTo>
                    <a:pt x="2639" y="2474"/>
                    <a:pt x="2512" y="2602"/>
                    <a:pt x="2355" y="2602"/>
                  </a:cubicBezTo>
                  <a:cubicBezTo>
                    <a:pt x="398" y="2602"/>
                    <a:pt x="398" y="2602"/>
                    <a:pt x="398" y="2602"/>
                  </a:cubicBezTo>
                  <a:cubicBezTo>
                    <a:pt x="241" y="2602"/>
                    <a:pt x="113" y="2474"/>
                    <a:pt x="113" y="2317"/>
                  </a:cubicBezTo>
                  <a:cubicBezTo>
                    <a:pt x="113" y="399"/>
                    <a:pt x="113" y="399"/>
                    <a:pt x="113" y="399"/>
                  </a:cubicBezTo>
                  <a:cubicBezTo>
                    <a:pt x="113" y="242"/>
                    <a:pt x="241" y="114"/>
                    <a:pt x="398" y="114"/>
                  </a:cubicBezTo>
                  <a:cubicBezTo>
                    <a:pt x="2355" y="114"/>
                    <a:pt x="2355" y="114"/>
                    <a:pt x="2355" y="114"/>
                  </a:cubicBezTo>
                  <a:moveTo>
                    <a:pt x="2355" y="0"/>
                  </a:moveTo>
                  <a:cubicBezTo>
                    <a:pt x="398" y="0"/>
                    <a:pt x="398" y="0"/>
                    <a:pt x="398" y="0"/>
                  </a:cubicBezTo>
                  <a:cubicBezTo>
                    <a:pt x="178" y="0"/>
                    <a:pt x="0" y="179"/>
                    <a:pt x="0" y="399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0" y="2538"/>
                    <a:pt x="178" y="2716"/>
                    <a:pt x="398" y="2716"/>
                  </a:cubicBezTo>
                  <a:cubicBezTo>
                    <a:pt x="2355" y="2716"/>
                    <a:pt x="2355" y="2716"/>
                    <a:pt x="2355" y="2716"/>
                  </a:cubicBezTo>
                  <a:cubicBezTo>
                    <a:pt x="2575" y="2716"/>
                    <a:pt x="2753" y="2538"/>
                    <a:pt x="2753" y="2317"/>
                  </a:cubicBezTo>
                  <a:cubicBezTo>
                    <a:pt x="2753" y="399"/>
                    <a:pt x="2753" y="399"/>
                    <a:pt x="2753" y="399"/>
                  </a:cubicBezTo>
                  <a:cubicBezTo>
                    <a:pt x="2753" y="179"/>
                    <a:pt x="2575" y="0"/>
                    <a:pt x="2355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  <p:grpSp>
        <p:nvGrpSpPr>
          <p:cNvPr id="41" name="Group 40"/>
          <p:cNvGrpSpPr/>
          <p:nvPr userDrawn="1"/>
        </p:nvGrpSpPr>
        <p:grpSpPr>
          <a:xfrm flipH="1">
            <a:off x="657355" y="6409324"/>
            <a:ext cx="224082" cy="221156"/>
            <a:chOff x="4328868" y="5502988"/>
            <a:chExt cx="500307" cy="493774"/>
          </a:xfrm>
        </p:grpSpPr>
        <p:sp>
          <p:nvSpPr>
            <p:cNvPr id="42" name="Freeform 41">
              <a:hlinkClick r:id="" action="ppaction://hlinkshowjump?jump=nextslide"/>
            </p:cNvPr>
            <p:cNvSpPr>
              <a:spLocks/>
            </p:cNvSpPr>
            <p:nvPr userDrawn="1"/>
          </p:nvSpPr>
          <p:spPr bwMode="auto">
            <a:xfrm>
              <a:off x="4520556" y="5649754"/>
              <a:ext cx="116933" cy="200242"/>
            </a:xfrm>
            <a:custGeom>
              <a:avLst/>
              <a:gdLst>
                <a:gd name="T0" fmla="*/ 417 w 425"/>
                <a:gd name="T1" fmla="*/ 77 h 728"/>
                <a:gd name="T2" fmla="*/ 131 w 425"/>
                <a:gd name="T3" fmla="*/ 364 h 728"/>
                <a:gd name="T4" fmla="*/ 417 w 425"/>
                <a:gd name="T5" fmla="*/ 650 h 728"/>
                <a:gd name="T6" fmla="*/ 425 w 425"/>
                <a:gd name="T7" fmla="*/ 667 h 728"/>
                <a:gd name="T8" fmla="*/ 417 w 425"/>
                <a:gd name="T9" fmla="*/ 684 h 728"/>
                <a:gd name="T10" fmla="*/ 381 w 425"/>
                <a:gd name="T11" fmla="*/ 720 h 728"/>
                <a:gd name="T12" fmla="*/ 364 w 425"/>
                <a:gd name="T13" fmla="*/ 728 h 728"/>
                <a:gd name="T14" fmla="*/ 347 w 425"/>
                <a:gd name="T15" fmla="*/ 720 h 728"/>
                <a:gd name="T16" fmla="*/ 8 w 425"/>
                <a:gd name="T17" fmla="*/ 381 h 728"/>
                <a:gd name="T18" fmla="*/ 0 w 425"/>
                <a:gd name="T19" fmla="*/ 364 h 728"/>
                <a:gd name="T20" fmla="*/ 8 w 425"/>
                <a:gd name="T21" fmla="*/ 347 h 728"/>
                <a:gd name="T22" fmla="*/ 347 w 425"/>
                <a:gd name="T23" fmla="*/ 7 h 728"/>
                <a:gd name="T24" fmla="*/ 364 w 425"/>
                <a:gd name="T25" fmla="*/ 0 h 728"/>
                <a:gd name="T26" fmla="*/ 381 w 425"/>
                <a:gd name="T27" fmla="*/ 7 h 728"/>
                <a:gd name="T28" fmla="*/ 417 w 425"/>
                <a:gd name="T29" fmla="*/ 44 h 728"/>
                <a:gd name="T30" fmla="*/ 425 w 425"/>
                <a:gd name="T31" fmla="*/ 60 h 728"/>
                <a:gd name="T32" fmla="*/ 417 w 425"/>
                <a:gd name="T33" fmla="*/ 77 h 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25" h="728">
                  <a:moveTo>
                    <a:pt x="417" y="77"/>
                  </a:moveTo>
                  <a:cubicBezTo>
                    <a:pt x="131" y="364"/>
                    <a:pt x="131" y="364"/>
                    <a:pt x="131" y="364"/>
                  </a:cubicBezTo>
                  <a:cubicBezTo>
                    <a:pt x="417" y="650"/>
                    <a:pt x="417" y="650"/>
                    <a:pt x="417" y="650"/>
                  </a:cubicBezTo>
                  <a:cubicBezTo>
                    <a:pt x="422" y="655"/>
                    <a:pt x="425" y="661"/>
                    <a:pt x="425" y="667"/>
                  </a:cubicBezTo>
                  <a:cubicBezTo>
                    <a:pt x="425" y="673"/>
                    <a:pt x="422" y="680"/>
                    <a:pt x="417" y="684"/>
                  </a:cubicBezTo>
                  <a:cubicBezTo>
                    <a:pt x="381" y="720"/>
                    <a:pt x="381" y="720"/>
                    <a:pt x="381" y="720"/>
                  </a:cubicBezTo>
                  <a:cubicBezTo>
                    <a:pt x="377" y="725"/>
                    <a:pt x="370" y="728"/>
                    <a:pt x="364" y="728"/>
                  </a:cubicBezTo>
                  <a:cubicBezTo>
                    <a:pt x="358" y="728"/>
                    <a:pt x="352" y="725"/>
                    <a:pt x="347" y="720"/>
                  </a:cubicBezTo>
                  <a:cubicBezTo>
                    <a:pt x="8" y="381"/>
                    <a:pt x="8" y="381"/>
                    <a:pt x="8" y="381"/>
                  </a:cubicBezTo>
                  <a:cubicBezTo>
                    <a:pt x="3" y="376"/>
                    <a:pt x="0" y="369"/>
                    <a:pt x="0" y="364"/>
                  </a:cubicBezTo>
                  <a:cubicBezTo>
                    <a:pt x="0" y="358"/>
                    <a:pt x="3" y="351"/>
                    <a:pt x="8" y="347"/>
                  </a:cubicBezTo>
                  <a:cubicBezTo>
                    <a:pt x="347" y="7"/>
                    <a:pt x="347" y="7"/>
                    <a:pt x="347" y="7"/>
                  </a:cubicBezTo>
                  <a:cubicBezTo>
                    <a:pt x="352" y="3"/>
                    <a:pt x="358" y="0"/>
                    <a:pt x="364" y="0"/>
                  </a:cubicBezTo>
                  <a:cubicBezTo>
                    <a:pt x="370" y="0"/>
                    <a:pt x="377" y="3"/>
                    <a:pt x="381" y="7"/>
                  </a:cubicBezTo>
                  <a:cubicBezTo>
                    <a:pt x="417" y="44"/>
                    <a:pt x="417" y="44"/>
                    <a:pt x="417" y="44"/>
                  </a:cubicBezTo>
                  <a:cubicBezTo>
                    <a:pt x="422" y="48"/>
                    <a:pt x="425" y="54"/>
                    <a:pt x="425" y="60"/>
                  </a:cubicBezTo>
                  <a:cubicBezTo>
                    <a:pt x="425" y="66"/>
                    <a:pt x="422" y="73"/>
                    <a:pt x="417" y="77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43" name="Freeform 42">
              <a:hlinkClick r:id="" action="ppaction://hlinkshowjump?jump=nextslide"/>
            </p:cNvPr>
            <p:cNvSpPr>
              <a:spLocks noEditPoints="1"/>
            </p:cNvSpPr>
            <p:nvPr userDrawn="1"/>
          </p:nvSpPr>
          <p:spPr bwMode="auto">
            <a:xfrm>
              <a:off x="4328868" y="5502988"/>
              <a:ext cx="500307" cy="493774"/>
            </a:xfrm>
            <a:custGeom>
              <a:avLst/>
              <a:gdLst>
                <a:gd name="T0" fmla="*/ 2355 w 2753"/>
                <a:gd name="T1" fmla="*/ 114 h 2716"/>
                <a:gd name="T2" fmla="*/ 2639 w 2753"/>
                <a:gd name="T3" fmla="*/ 399 h 2716"/>
                <a:gd name="T4" fmla="*/ 2639 w 2753"/>
                <a:gd name="T5" fmla="*/ 2317 h 2716"/>
                <a:gd name="T6" fmla="*/ 2355 w 2753"/>
                <a:gd name="T7" fmla="*/ 2602 h 2716"/>
                <a:gd name="T8" fmla="*/ 398 w 2753"/>
                <a:gd name="T9" fmla="*/ 2602 h 2716"/>
                <a:gd name="T10" fmla="*/ 113 w 2753"/>
                <a:gd name="T11" fmla="*/ 2317 h 2716"/>
                <a:gd name="T12" fmla="*/ 113 w 2753"/>
                <a:gd name="T13" fmla="*/ 399 h 2716"/>
                <a:gd name="T14" fmla="*/ 398 w 2753"/>
                <a:gd name="T15" fmla="*/ 114 h 2716"/>
                <a:gd name="T16" fmla="*/ 2355 w 2753"/>
                <a:gd name="T17" fmla="*/ 114 h 2716"/>
                <a:gd name="T18" fmla="*/ 2355 w 2753"/>
                <a:gd name="T19" fmla="*/ 0 h 2716"/>
                <a:gd name="T20" fmla="*/ 398 w 2753"/>
                <a:gd name="T21" fmla="*/ 0 h 2716"/>
                <a:gd name="T22" fmla="*/ 0 w 2753"/>
                <a:gd name="T23" fmla="*/ 399 h 2716"/>
                <a:gd name="T24" fmla="*/ 0 w 2753"/>
                <a:gd name="T25" fmla="*/ 2317 h 2716"/>
                <a:gd name="T26" fmla="*/ 398 w 2753"/>
                <a:gd name="T27" fmla="*/ 2716 h 2716"/>
                <a:gd name="T28" fmla="*/ 2355 w 2753"/>
                <a:gd name="T29" fmla="*/ 2716 h 2716"/>
                <a:gd name="T30" fmla="*/ 2753 w 2753"/>
                <a:gd name="T31" fmla="*/ 2317 h 2716"/>
                <a:gd name="T32" fmla="*/ 2753 w 2753"/>
                <a:gd name="T33" fmla="*/ 399 h 2716"/>
                <a:gd name="T34" fmla="*/ 2355 w 2753"/>
                <a:gd name="T35" fmla="*/ 0 h 27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53" h="2716">
                  <a:moveTo>
                    <a:pt x="2355" y="114"/>
                  </a:moveTo>
                  <a:cubicBezTo>
                    <a:pt x="2512" y="114"/>
                    <a:pt x="2639" y="242"/>
                    <a:pt x="2639" y="399"/>
                  </a:cubicBezTo>
                  <a:cubicBezTo>
                    <a:pt x="2639" y="2317"/>
                    <a:pt x="2639" y="2317"/>
                    <a:pt x="2639" y="2317"/>
                  </a:cubicBezTo>
                  <a:cubicBezTo>
                    <a:pt x="2639" y="2474"/>
                    <a:pt x="2512" y="2602"/>
                    <a:pt x="2355" y="2602"/>
                  </a:cubicBezTo>
                  <a:cubicBezTo>
                    <a:pt x="398" y="2602"/>
                    <a:pt x="398" y="2602"/>
                    <a:pt x="398" y="2602"/>
                  </a:cubicBezTo>
                  <a:cubicBezTo>
                    <a:pt x="241" y="2602"/>
                    <a:pt x="113" y="2474"/>
                    <a:pt x="113" y="2317"/>
                  </a:cubicBezTo>
                  <a:cubicBezTo>
                    <a:pt x="113" y="399"/>
                    <a:pt x="113" y="399"/>
                    <a:pt x="113" y="399"/>
                  </a:cubicBezTo>
                  <a:cubicBezTo>
                    <a:pt x="113" y="242"/>
                    <a:pt x="241" y="114"/>
                    <a:pt x="398" y="114"/>
                  </a:cubicBezTo>
                  <a:cubicBezTo>
                    <a:pt x="2355" y="114"/>
                    <a:pt x="2355" y="114"/>
                    <a:pt x="2355" y="114"/>
                  </a:cubicBezTo>
                  <a:moveTo>
                    <a:pt x="2355" y="0"/>
                  </a:moveTo>
                  <a:cubicBezTo>
                    <a:pt x="398" y="0"/>
                    <a:pt x="398" y="0"/>
                    <a:pt x="398" y="0"/>
                  </a:cubicBezTo>
                  <a:cubicBezTo>
                    <a:pt x="178" y="0"/>
                    <a:pt x="0" y="179"/>
                    <a:pt x="0" y="399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0" y="2538"/>
                    <a:pt x="178" y="2716"/>
                    <a:pt x="398" y="2716"/>
                  </a:cubicBezTo>
                  <a:cubicBezTo>
                    <a:pt x="2355" y="2716"/>
                    <a:pt x="2355" y="2716"/>
                    <a:pt x="2355" y="2716"/>
                  </a:cubicBezTo>
                  <a:cubicBezTo>
                    <a:pt x="2575" y="2716"/>
                    <a:pt x="2753" y="2538"/>
                    <a:pt x="2753" y="2317"/>
                  </a:cubicBezTo>
                  <a:cubicBezTo>
                    <a:pt x="2753" y="399"/>
                    <a:pt x="2753" y="399"/>
                    <a:pt x="2753" y="399"/>
                  </a:cubicBezTo>
                  <a:cubicBezTo>
                    <a:pt x="2753" y="179"/>
                    <a:pt x="2575" y="0"/>
                    <a:pt x="2355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8591195" y="1200790"/>
            <a:ext cx="2074831" cy="3955103"/>
          </a:xfrm>
          <a:custGeom>
            <a:avLst/>
            <a:gdLst>
              <a:gd name="connsiteX0" fmla="*/ 0 w 2106612"/>
              <a:gd name="connsiteY0" fmla="*/ 0 h 3568700"/>
              <a:gd name="connsiteX1" fmla="*/ 2106612 w 2106612"/>
              <a:gd name="connsiteY1" fmla="*/ 0 h 3568700"/>
              <a:gd name="connsiteX2" fmla="*/ 2106612 w 2106612"/>
              <a:gd name="connsiteY2" fmla="*/ 3568700 h 3568700"/>
              <a:gd name="connsiteX3" fmla="*/ 0 w 2106612"/>
              <a:gd name="connsiteY3" fmla="*/ 3568700 h 3568700"/>
              <a:gd name="connsiteX4" fmla="*/ 0 w 2106612"/>
              <a:gd name="connsiteY4" fmla="*/ 0 h 3568700"/>
              <a:gd name="connsiteX0" fmla="*/ 0 w 2106612"/>
              <a:gd name="connsiteY0" fmla="*/ 275421 h 3844121"/>
              <a:gd name="connsiteX1" fmla="*/ 2106612 w 2106612"/>
              <a:gd name="connsiteY1" fmla="*/ 0 h 3844121"/>
              <a:gd name="connsiteX2" fmla="*/ 2106612 w 2106612"/>
              <a:gd name="connsiteY2" fmla="*/ 3844121 h 3844121"/>
              <a:gd name="connsiteX3" fmla="*/ 0 w 2106612"/>
              <a:gd name="connsiteY3" fmla="*/ 3844121 h 3844121"/>
              <a:gd name="connsiteX4" fmla="*/ 0 w 2106612"/>
              <a:gd name="connsiteY4" fmla="*/ 275421 h 3844121"/>
              <a:gd name="connsiteX0" fmla="*/ 0 w 2128646"/>
              <a:gd name="connsiteY0" fmla="*/ 275421 h 3844121"/>
              <a:gd name="connsiteX1" fmla="*/ 2106612 w 2128646"/>
              <a:gd name="connsiteY1" fmla="*/ 0 h 3844121"/>
              <a:gd name="connsiteX2" fmla="*/ 2128646 w 2128646"/>
              <a:gd name="connsiteY2" fmla="*/ 3744969 h 3844121"/>
              <a:gd name="connsiteX3" fmla="*/ 0 w 2128646"/>
              <a:gd name="connsiteY3" fmla="*/ 3844121 h 3844121"/>
              <a:gd name="connsiteX4" fmla="*/ 0 w 2128646"/>
              <a:gd name="connsiteY4" fmla="*/ 275421 h 3844121"/>
              <a:gd name="connsiteX0" fmla="*/ 110168 w 2128646"/>
              <a:gd name="connsiteY0" fmla="*/ 297454 h 3844121"/>
              <a:gd name="connsiteX1" fmla="*/ 2106612 w 2128646"/>
              <a:gd name="connsiteY1" fmla="*/ 0 h 3844121"/>
              <a:gd name="connsiteX2" fmla="*/ 2128646 w 2128646"/>
              <a:gd name="connsiteY2" fmla="*/ 3744969 h 3844121"/>
              <a:gd name="connsiteX3" fmla="*/ 0 w 2128646"/>
              <a:gd name="connsiteY3" fmla="*/ 3844121 h 3844121"/>
              <a:gd name="connsiteX4" fmla="*/ 110168 w 2128646"/>
              <a:gd name="connsiteY4" fmla="*/ 297454 h 3844121"/>
              <a:gd name="connsiteX0" fmla="*/ 110168 w 2128646"/>
              <a:gd name="connsiteY0" fmla="*/ 330504 h 3877171"/>
              <a:gd name="connsiteX1" fmla="*/ 2106612 w 2128646"/>
              <a:gd name="connsiteY1" fmla="*/ 0 h 3877171"/>
              <a:gd name="connsiteX2" fmla="*/ 2128646 w 2128646"/>
              <a:gd name="connsiteY2" fmla="*/ 3778019 h 3877171"/>
              <a:gd name="connsiteX3" fmla="*/ 0 w 2128646"/>
              <a:gd name="connsiteY3" fmla="*/ 3877171 h 3877171"/>
              <a:gd name="connsiteX4" fmla="*/ 110168 w 2128646"/>
              <a:gd name="connsiteY4" fmla="*/ 330504 h 3877171"/>
              <a:gd name="connsiteX0" fmla="*/ 66100 w 2084578"/>
              <a:gd name="connsiteY0" fmla="*/ 330504 h 3888188"/>
              <a:gd name="connsiteX1" fmla="*/ 2062544 w 2084578"/>
              <a:gd name="connsiteY1" fmla="*/ 0 h 3888188"/>
              <a:gd name="connsiteX2" fmla="*/ 2084578 w 2084578"/>
              <a:gd name="connsiteY2" fmla="*/ 3778019 h 3888188"/>
              <a:gd name="connsiteX3" fmla="*/ 0 w 2084578"/>
              <a:gd name="connsiteY3" fmla="*/ 3888188 h 3888188"/>
              <a:gd name="connsiteX4" fmla="*/ 66100 w 2084578"/>
              <a:gd name="connsiteY4" fmla="*/ 330504 h 3888188"/>
              <a:gd name="connsiteX0" fmla="*/ 11016 w 2029494"/>
              <a:gd name="connsiteY0" fmla="*/ 330504 h 3866154"/>
              <a:gd name="connsiteX1" fmla="*/ 2007460 w 2029494"/>
              <a:gd name="connsiteY1" fmla="*/ 0 h 3866154"/>
              <a:gd name="connsiteX2" fmla="*/ 2029494 w 2029494"/>
              <a:gd name="connsiteY2" fmla="*/ 3778019 h 3866154"/>
              <a:gd name="connsiteX3" fmla="*/ 0 w 2029494"/>
              <a:gd name="connsiteY3" fmla="*/ 3866154 h 3866154"/>
              <a:gd name="connsiteX4" fmla="*/ 11016 w 2029494"/>
              <a:gd name="connsiteY4" fmla="*/ 330504 h 38661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29494" h="3866154">
                <a:moveTo>
                  <a:pt x="11016" y="330504"/>
                </a:moveTo>
                <a:lnTo>
                  <a:pt x="2007460" y="0"/>
                </a:lnTo>
                <a:lnTo>
                  <a:pt x="2029494" y="3778019"/>
                </a:lnTo>
                <a:lnTo>
                  <a:pt x="0" y="3866154"/>
                </a:lnTo>
                <a:lnTo>
                  <a:pt x="11016" y="330504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endParaRPr lang="id-ID" dirty="0"/>
          </a:p>
        </p:txBody>
      </p:sp>
      <p:sp>
        <p:nvSpPr>
          <p:cNvPr id="36" name="Freeform 5"/>
          <p:cNvSpPr>
            <a:spLocks/>
          </p:cNvSpPr>
          <p:nvPr userDrawn="1"/>
        </p:nvSpPr>
        <p:spPr bwMode="auto">
          <a:xfrm flipH="1">
            <a:off x="11486507" y="174661"/>
            <a:ext cx="530831" cy="530831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7" name="TextBox 36"/>
          <p:cNvSpPr txBox="1"/>
          <p:nvPr userDrawn="1"/>
        </p:nvSpPr>
        <p:spPr>
          <a:xfrm>
            <a:off x="11526134" y="245136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60E2A6B-A809-4840-BF14-8648BC0BDF87}" type="slidenum">
              <a:rPr lang="id-ID" sz="1800" b="1" smtClean="0">
                <a:solidFill>
                  <a:schemeClr val="tx2">
                    <a:lumMod val="50000"/>
                  </a:schemeClr>
                </a:solidFill>
              </a:rPr>
              <a:pPr algn="ctr"/>
              <a:t>‹#›</a:t>
            </a:fld>
            <a:endParaRPr lang="id-ID" sz="1800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5056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4" grpId="0"/>
      <p:bldP spid="36" grpId="0" animBg="1"/>
      <p:bldP spid="37" grpId="0"/>
    </p:bldLst>
  </p:timing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5"/>
          <p:cNvSpPr>
            <a:spLocks/>
          </p:cNvSpPr>
          <p:nvPr userDrawn="1"/>
        </p:nvSpPr>
        <p:spPr bwMode="auto">
          <a:xfrm flipH="1">
            <a:off x="9930136" y="-637092"/>
            <a:ext cx="2711791" cy="2711789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3" name="Freeform 5"/>
          <p:cNvSpPr>
            <a:spLocks/>
          </p:cNvSpPr>
          <p:nvPr userDrawn="1"/>
        </p:nvSpPr>
        <p:spPr bwMode="auto">
          <a:xfrm flipH="1">
            <a:off x="8535301" y="921256"/>
            <a:ext cx="982576" cy="982576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4" name="Freeform 5"/>
          <p:cNvSpPr>
            <a:spLocks/>
          </p:cNvSpPr>
          <p:nvPr userDrawn="1"/>
        </p:nvSpPr>
        <p:spPr bwMode="auto">
          <a:xfrm flipH="1">
            <a:off x="8690348" y="-296897"/>
            <a:ext cx="672480" cy="67248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5" name="Freeform 5"/>
          <p:cNvSpPr>
            <a:spLocks/>
          </p:cNvSpPr>
          <p:nvPr userDrawn="1"/>
        </p:nvSpPr>
        <p:spPr bwMode="auto">
          <a:xfrm flipH="1">
            <a:off x="6892774" y="1381250"/>
            <a:ext cx="1081310" cy="108131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6" name="Freeform 5"/>
          <p:cNvSpPr>
            <a:spLocks/>
          </p:cNvSpPr>
          <p:nvPr userDrawn="1"/>
        </p:nvSpPr>
        <p:spPr bwMode="auto">
          <a:xfrm flipH="1">
            <a:off x="7490451" y="215697"/>
            <a:ext cx="521440" cy="52144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7" name="Freeform 5"/>
          <p:cNvSpPr>
            <a:spLocks/>
          </p:cNvSpPr>
          <p:nvPr userDrawn="1"/>
        </p:nvSpPr>
        <p:spPr bwMode="auto">
          <a:xfrm flipH="1">
            <a:off x="9305255" y="2655843"/>
            <a:ext cx="1337469" cy="1337469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8" name="Freeform 5"/>
          <p:cNvSpPr>
            <a:spLocks/>
          </p:cNvSpPr>
          <p:nvPr userDrawn="1"/>
        </p:nvSpPr>
        <p:spPr bwMode="auto">
          <a:xfrm flipH="1">
            <a:off x="11073361" y="2461388"/>
            <a:ext cx="672480" cy="67248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9" name="Freeform 5"/>
          <p:cNvSpPr>
            <a:spLocks/>
          </p:cNvSpPr>
          <p:nvPr userDrawn="1"/>
        </p:nvSpPr>
        <p:spPr bwMode="auto">
          <a:xfrm flipH="1">
            <a:off x="10870156" y="3855256"/>
            <a:ext cx="521440" cy="52144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0" name="Freeform 5"/>
          <p:cNvSpPr>
            <a:spLocks/>
          </p:cNvSpPr>
          <p:nvPr userDrawn="1"/>
        </p:nvSpPr>
        <p:spPr bwMode="auto">
          <a:xfrm flipH="1">
            <a:off x="8352858" y="2453988"/>
            <a:ext cx="521761" cy="521761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1" name="Freeform 5"/>
          <p:cNvSpPr>
            <a:spLocks/>
          </p:cNvSpPr>
          <p:nvPr userDrawn="1"/>
        </p:nvSpPr>
        <p:spPr bwMode="auto">
          <a:xfrm flipH="1">
            <a:off x="11801991" y="3355185"/>
            <a:ext cx="672480" cy="67248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2" name="Freeform 5"/>
          <p:cNvSpPr>
            <a:spLocks/>
          </p:cNvSpPr>
          <p:nvPr userDrawn="1"/>
        </p:nvSpPr>
        <p:spPr bwMode="auto">
          <a:xfrm flipH="1">
            <a:off x="12086289" y="2172540"/>
            <a:ext cx="385460" cy="38546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4" name="TextBox 33"/>
          <p:cNvSpPr txBox="1"/>
          <p:nvPr userDrawn="1"/>
        </p:nvSpPr>
        <p:spPr>
          <a:xfrm>
            <a:off x="956885" y="6409324"/>
            <a:ext cx="174599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050" b="1" dirty="0" smtClean="0">
                <a:solidFill>
                  <a:schemeClr val="accent1">
                    <a:lumMod val="75000"/>
                  </a:schemeClr>
                </a:solidFill>
                <a:latin typeface="Raleway" panose="020B0003030101060003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Kupat</a:t>
            </a:r>
            <a:r>
              <a:rPr lang="id-ID" sz="1050" b="1" baseline="0" dirty="0" smtClean="0">
                <a:solidFill>
                  <a:schemeClr val="accent1">
                    <a:lumMod val="75000"/>
                  </a:schemeClr>
                </a:solidFill>
                <a:latin typeface="Raleway" panose="020B0003030101060003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Tahu </a:t>
            </a:r>
            <a:r>
              <a:rPr lang="id-ID" sz="1050" dirty="0" smtClean="0">
                <a:solidFill>
                  <a:schemeClr val="bg1">
                    <a:lumMod val="65000"/>
                  </a:schemeClr>
                </a:solidFill>
                <a:latin typeface="Raleway" panose="020B0003030101060003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Presentation</a:t>
            </a:r>
            <a:endParaRPr lang="en-US" sz="1050" dirty="0">
              <a:solidFill>
                <a:schemeClr val="bg1">
                  <a:lumMod val="65000"/>
                </a:schemeClr>
              </a:solidFill>
              <a:latin typeface="Raleway" panose="020B0003030101060003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35" name="Group 34"/>
          <p:cNvGrpSpPr/>
          <p:nvPr userDrawn="1"/>
        </p:nvGrpSpPr>
        <p:grpSpPr>
          <a:xfrm>
            <a:off x="347419" y="6409324"/>
            <a:ext cx="224082" cy="221156"/>
            <a:chOff x="4328868" y="5502988"/>
            <a:chExt cx="500307" cy="493774"/>
          </a:xfrm>
        </p:grpSpPr>
        <p:sp>
          <p:nvSpPr>
            <p:cNvPr id="39" name="Freeform 38">
              <a:hlinkClick r:id="" action="ppaction://hlinkshowjump?jump=previousslide"/>
            </p:cNvPr>
            <p:cNvSpPr>
              <a:spLocks/>
            </p:cNvSpPr>
            <p:nvPr userDrawn="1"/>
          </p:nvSpPr>
          <p:spPr bwMode="auto">
            <a:xfrm>
              <a:off x="4520555" y="5649754"/>
              <a:ext cx="116933" cy="200242"/>
            </a:xfrm>
            <a:custGeom>
              <a:avLst/>
              <a:gdLst>
                <a:gd name="T0" fmla="*/ 417 w 425"/>
                <a:gd name="T1" fmla="*/ 77 h 728"/>
                <a:gd name="T2" fmla="*/ 131 w 425"/>
                <a:gd name="T3" fmla="*/ 364 h 728"/>
                <a:gd name="T4" fmla="*/ 417 w 425"/>
                <a:gd name="T5" fmla="*/ 650 h 728"/>
                <a:gd name="T6" fmla="*/ 425 w 425"/>
                <a:gd name="T7" fmla="*/ 667 h 728"/>
                <a:gd name="T8" fmla="*/ 417 w 425"/>
                <a:gd name="T9" fmla="*/ 684 h 728"/>
                <a:gd name="T10" fmla="*/ 381 w 425"/>
                <a:gd name="T11" fmla="*/ 720 h 728"/>
                <a:gd name="T12" fmla="*/ 364 w 425"/>
                <a:gd name="T13" fmla="*/ 728 h 728"/>
                <a:gd name="T14" fmla="*/ 347 w 425"/>
                <a:gd name="T15" fmla="*/ 720 h 728"/>
                <a:gd name="T16" fmla="*/ 8 w 425"/>
                <a:gd name="T17" fmla="*/ 381 h 728"/>
                <a:gd name="T18" fmla="*/ 0 w 425"/>
                <a:gd name="T19" fmla="*/ 364 h 728"/>
                <a:gd name="T20" fmla="*/ 8 w 425"/>
                <a:gd name="T21" fmla="*/ 347 h 728"/>
                <a:gd name="T22" fmla="*/ 347 w 425"/>
                <a:gd name="T23" fmla="*/ 7 h 728"/>
                <a:gd name="T24" fmla="*/ 364 w 425"/>
                <a:gd name="T25" fmla="*/ 0 h 728"/>
                <a:gd name="T26" fmla="*/ 381 w 425"/>
                <a:gd name="T27" fmla="*/ 7 h 728"/>
                <a:gd name="T28" fmla="*/ 417 w 425"/>
                <a:gd name="T29" fmla="*/ 44 h 728"/>
                <a:gd name="T30" fmla="*/ 425 w 425"/>
                <a:gd name="T31" fmla="*/ 60 h 728"/>
                <a:gd name="T32" fmla="*/ 417 w 425"/>
                <a:gd name="T33" fmla="*/ 77 h 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25" h="728">
                  <a:moveTo>
                    <a:pt x="417" y="77"/>
                  </a:moveTo>
                  <a:cubicBezTo>
                    <a:pt x="131" y="364"/>
                    <a:pt x="131" y="364"/>
                    <a:pt x="131" y="364"/>
                  </a:cubicBezTo>
                  <a:cubicBezTo>
                    <a:pt x="417" y="650"/>
                    <a:pt x="417" y="650"/>
                    <a:pt x="417" y="650"/>
                  </a:cubicBezTo>
                  <a:cubicBezTo>
                    <a:pt x="422" y="655"/>
                    <a:pt x="425" y="661"/>
                    <a:pt x="425" y="667"/>
                  </a:cubicBezTo>
                  <a:cubicBezTo>
                    <a:pt x="425" y="673"/>
                    <a:pt x="422" y="680"/>
                    <a:pt x="417" y="684"/>
                  </a:cubicBezTo>
                  <a:cubicBezTo>
                    <a:pt x="381" y="720"/>
                    <a:pt x="381" y="720"/>
                    <a:pt x="381" y="720"/>
                  </a:cubicBezTo>
                  <a:cubicBezTo>
                    <a:pt x="377" y="725"/>
                    <a:pt x="370" y="728"/>
                    <a:pt x="364" y="728"/>
                  </a:cubicBezTo>
                  <a:cubicBezTo>
                    <a:pt x="358" y="728"/>
                    <a:pt x="352" y="725"/>
                    <a:pt x="347" y="720"/>
                  </a:cubicBezTo>
                  <a:cubicBezTo>
                    <a:pt x="8" y="381"/>
                    <a:pt x="8" y="381"/>
                    <a:pt x="8" y="381"/>
                  </a:cubicBezTo>
                  <a:cubicBezTo>
                    <a:pt x="3" y="376"/>
                    <a:pt x="0" y="369"/>
                    <a:pt x="0" y="364"/>
                  </a:cubicBezTo>
                  <a:cubicBezTo>
                    <a:pt x="0" y="358"/>
                    <a:pt x="3" y="351"/>
                    <a:pt x="8" y="347"/>
                  </a:cubicBezTo>
                  <a:cubicBezTo>
                    <a:pt x="347" y="7"/>
                    <a:pt x="347" y="7"/>
                    <a:pt x="347" y="7"/>
                  </a:cubicBezTo>
                  <a:cubicBezTo>
                    <a:pt x="352" y="3"/>
                    <a:pt x="358" y="0"/>
                    <a:pt x="364" y="0"/>
                  </a:cubicBezTo>
                  <a:cubicBezTo>
                    <a:pt x="370" y="0"/>
                    <a:pt x="377" y="3"/>
                    <a:pt x="381" y="7"/>
                  </a:cubicBezTo>
                  <a:cubicBezTo>
                    <a:pt x="417" y="44"/>
                    <a:pt x="417" y="44"/>
                    <a:pt x="417" y="44"/>
                  </a:cubicBezTo>
                  <a:cubicBezTo>
                    <a:pt x="422" y="48"/>
                    <a:pt x="425" y="54"/>
                    <a:pt x="425" y="60"/>
                  </a:cubicBezTo>
                  <a:cubicBezTo>
                    <a:pt x="425" y="66"/>
                    <a:pt x="422" y="73"/>
                    <a:pt x="417" y="77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40" name="Freeform 39">
              <a:hlinkClick r:id="" action="ppaction://hlinkshowjump?jump=previousslide"/>
            </p:cNvPr>
            <p:cNvSpPr>
              <a:spLocks noEditPoints="1"/>
            </p:cNvSpPr>
            <p:nvPr userDrawn="1"/>
          </p:nvSpPr>
          <p:spPr bwMode="auto">
            <a:xfrm>
              <a:off x="4328868" y="5502988"/>
              <a:ext cx="500307" cy="493774"/>
            </a:xfrm>
            <a:custGeom>
              <a:avLst/>
              <a:gdLst>
                <a:gd name="T0" fmla="*/ 2355 w 2753"/>
                <a:gd name="T1" fmla="*/ 114 h 2716"/>
                <a:gd name="T2" fmla="*/ 2639 w 2753"/>
                <a:gd name="T3" fmla="*/ 399 h 2716"/>
                <a:gd name="T4" fmla="*/ 2639 w 2753"/>
                <a:gd name="T5" fmla="*/ 2317 h 2716"/>
                <a:gd name="T6" fmla="*/ 2355 w 2753"/>
                <a:gd name="T7" fmla="*/ 2602 h 2716"/>
                <a:gd name="T8" fmla="*/ 398 w 2753"/>
                <a:gd name="T9" fmla="*/ 2602 h 2716"/>
                <a:gd name="T10" fmla="*/ 113 w 2753"/>
                <a:gd name="T11" fmla="*/ 2317 h 2716"/>
                <a:gd name="T12" fmla="*/ 113 w 2753"/>
                <a:gd name="T13" fmla="*/ 399 h 2716"/>
                <a:gd name="T14" fmla="*/ 398 w 2753"/>
                <a:gd name="T15" fmla="*/ 114 h 2716"/>
                <a:gd name="T16" fmla="*/ 2355 w 2753"/>
                <a:gd name="T17" fmla="*/ 114 h 2716"/>
                <a:gd name="T18" fmla="*/ 2355 w 2753"/>
                <a:gd name="T19" fmla="*/ 0 h 2716"/>
                <a:gd name="T20" fmla="*/ 398 w 2753"/>
                <a:gd name="T21" fmla="*/ 0 h 2716"/>
                <a:gd name="T22" fmla="*/ 0 w 2753"/>
                <a:gd name="T23" fmla="*/ 399 h 2716"/>
                <a:gd name="T24" fmla="*/ 0 w 2753"/>
                <a:gd name="T25" fmla="*/ 2317 h 2716"/>
                <a:gd name="T26" fmla="*/ 398 w 2753"/>
                <a:gd name="T27" fmla="*/ 2716 h 2716"/>
                <a:gd name="T28" fmla="*/ 2355 w 2753"/>
                <a:gd name="T29" fmla="*/ 2716 h 2716"/>
                <a:gd name="T30" fmla="*/ 2753 w 2753"/>
                <a:gd name="T31" fmla="*/ 2317 h 2716"/>
                <a:gd name="T32" fmla="*/ 2753 w 2753"/>
                <a:gd name="T33" fmla="*/ 399 h 2716"/>
                <a:gd name="T34" fmla="*/ 2355 w 2753"/>
                <a:gd name="T35" fmla="*/ 0 h 27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53" h="2716">
                  <a:moveTo>
                    <a:pt x="2355" y="114"/>
                  </a:moveTo>
                  <a:cubicBezTo>
                    <a:pt x="2512" y="114"/>
                    <a:pt x="2639" y="242"/>
                    <a:pt x="2639" y="399"/>
                  </a:cubicBezTo>
                  <a:cubicBezTo>
                    <a:pt x="2639" y="2317"/>
                    <a:pt x="2639" y="2317"/>
                    <a:pt x="2639" y="2317"/>
                  </a:cubicBezTo>
                  <a:cubicBezTo>
                    <a:pt x="2639" y="2474"/>
                    <a:pt x="2512" y="2602"/>
                    <a:pt x="2355" y="2602"/>
                  </a:cubicBezTo>
                  <a:cubicBezTo>
                    <a:pt x="398" y="2602"/>
                    <a:pt x="398" y="2602"/>
                    <a:pt x="398" y="2602"/>
                  </a:cubicBezTo>
                  <a:cubicBezTo>
                    <a:pt x="241" y="2602"/>
                    <a:pt x="113" y="2474"/>
                    <a:pt x="113" y="2317"/>
                  </a:cubicBezTo>
                  <a:cubicBezTo>
                    <a:pt x="113" y="399"/>
                    <a:pt x="113" y="399"/>
                    <a:pt x="113" y="399"/>
                  </a:cubicBezTo>
                  <a:cubicBezTo>
                    <a:pt x="113" y="242"/>
                    <a:pt x="241" y="114"/>
                    <a:pt x="398" y="114"/>
                  </a:cubicBezTo>
                  <a:cubicBezTo>
                    <a:pt x="2355" y="114"/>
                    <a:pt x="2355" y="114"/>
                    <a:pt x="2355" y="114"/>
                  </a:cubicBezTo>
                  <a:moveTo>
                    <a:pt x="2355" y="0"/>
                  </a:moveTo>
                  <a:cubicBezTo>
                    <a:pt x="398" y="0"/>
                    <a:pt x="398" y="0"/>
                    <a:pt x="398" y="0"/>
                  </a:cubicBezTo>
                  <a:cubicBezTo>
                    <a:pt x="178" y="0"/>
                    <a:pt x="0" y="179"/>
                    <a:pt x="0" y="399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0" y="2538"/>
                    <a:pt x="178" y="2716"/>
                    <a:pt x="398" y="2716"/>
                  </a:cubicBezTo>
                  <a:cubicBezTo>
                    <a:pt x="2355" y="2716"/>
                    <a:pt x="2355" y="2716"/>
                    <a:pt x="2355" y="2716"/>
                  </a:cubicBezTo>
                  <a:cubicBezTo>
                    <a:pt x="2575" y="2716"/>
                    <a:pt x="2753" y="2538"/>
                    <a:pt x="2753" y="2317"/>
                  </a:cubicBezTo>
                  <a:cubicBezTo>
                    <a:pt x="2753" y="399"/>
                    <a:pt x="2753" y="399"/>
                    <a:pt x="2753" y="399"/>
                  </a:cubicBezTo>
                  <a:cubicBezTo>
                    <a:pt x="2753" y="179"/>
                    <a:pt x="2575" y="0"/>
                    <a:pt x="2355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  <p:grpSp>
        <p:nvGrpSpPr>
          <p:cNvPr id="41" name="Group 40"/>
          <p:cNvGrpSpPr/>
          <p:nvPr userDrawn="1"/>
        </p:nvGrpSpPr>
        <p:grpSpPr>
          <a:xfrm flipH="1">
            <a:off x="657355" y="6409324"/>
            <a:ext cx="224082" cy="221156"/>
            <a:chOff x="4328868" y="5502988"/>
            <a:chExt cx="500307" cy="493774"/>
          </a:xfrm>
        </p:grpSpPr>
        <p:sp>
          <p:nvSpPr>
            <p:cNvPr id="42" name="Freeform 41">
              <a:hlinkClick r:id="" action="ppaction://hlinkshowjump?jump=nextslide"/>
            </p:cNvPr>
            <p:cNvSpPr>
              <a:spLocks/>
            </p:cNvSpPr>
            <p:nvPr userDrawn="1"/>
          </p:nvSpPr>
          <p:spPr bwMode="auto">
            <a:xfrm>
              <a:off x="4520556" y="5649754"/>
              <a:ext cx="116933" cy="200242"/>
            </a:xfrm>
            <a:custGeom>
              <a:avLst/>
              <a:gdLst>
                <a:gd name="T0" fmla="*/ 417 w 425"/>
                <a:gd name="T1" fmla="*/ 77 h 728"/>
                <a:gd name="T2" fmla="*/ 131 w 425"/>
                <a:gd name="T3" fmla="*/ 364 h 728"/>
                <a:gd name="T4" fmla="*/ 417 w 425"/>
                <a:gd name="T5" fmla="*/ 650 h 728"/>
                <a:gd name="T6" fmla="*/ 425 w 425"/>
                <a:gd name="T7" fmla="*/ 667 h 728"/>
                <a:gd name="T8" fmla="*/ 417 w 425"/>
                <a:gd name="T9" fmla="*/ 684 h 728"/>
                <a:gd name="T10" fmla="*/ 381 w 425"/>
                <a:gd name="T11" fmla="*/ 720 h 728"/>
                <a:gd name="T12" fmla="*/ 364 w 425"/>
                <a:gd name="T13" fmla="*/ 728 h 728"/>
                <a:gd name="T14" fmla="*/ 347 w 425"/>
                <a:gd name="T15" fmla="*/ 720 h 728"/>
                <a:gd name="T16" fmla="*/ 8 w 425"/>
                <a:gd name="T17" fmla="*/ 381 h 728"/>
                <a:gd name="T18" fmla="*/ 0 w 425"/>
                <a:gd name="T19" fmla="*/ 364 h 728"/>
                <a:gd name="T20" fmla="*/ 8 w 425"/>
                <a:gd name="T21" fmla="*/ 347 h 728"/>
                <a:gd name="T22" fmla="*/ 347 w 425"/>
                <a:gd name="T23" fmla="*/ 7 h 728"/>
                <a:gd name="T24" fmla="*/ 364 w 425"/>
                <a:gd name="T25" fmla="*/ 0 h 728"/>
                <a:gd name="T26" fmla="*/ 381 w 425"/>
                <a:gd name="T27" fmla="*/ 7 h 728"/>
                <a:gd name="T28" fmla="*/ 417 w 425"/>
                <a:gd name="T29" fmla="*/ 44 h 728"/>
                <a:gd name="T30" fmla="*/ 425 w 425"/>
                <a:gd name="T31" fmla="*/ 60 h 728"/>
                <a:gd name="T32" fmla="*/ 417 w 425"/>
                <a:gd name="T33" fmla="*/ 77 h 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25" h="728">
                  <a:moveTo>
                    <a:pt x="417" y="77"/>
                  </a:moveTo>
                  <a:cubicBezTo>
                    <a:pt x="131" y="364"/>
                    <a:pt x="131" y="364"/>
                    <a:pt x="131" y="364"/>
                  </a:cubicBezTo>
                  <a:cubicBezTo>
                    <a:pt x="417" y="650"/>
                    <a:pt x="417" y="650"/>
                    <a:pt x="417" y="650"/>
                  </a:cubicBezTo>
                  <a:cubicBezTo>
                    <a:pt x="422" y="655"/>
                    <a:pt x="425" y="661"/>
                    <a:pt x="425" y="667"/>
                  </a:cubicBezTo>
                  <a:cubicBezTo>
                    <a:pt x="425" y="673"/>
                    <a:pt x="422" y="680"/>
                    <a:pt x="417" y="684"/>
                  </a:cubicBezTo>
                  <a:cubicBezTo>
                    <a:pt x="381" y="720"/>
                    <a:pt x="381" y="720"/>
                    <a:pt x="381" y="720"/>
                  </a:cubicBezTo>
                  <a:cubicBezTo>
                    <a:pt x="377" y="725"/>
                    <a:pt x="370" y="728"/>
                    <a:pt x="364" y="728"/>
                  </a:cubicBezTo>
                  <a:cubicBezTo>
                    <a:pt x="358" y="728"/>
                    <a:pt x="352" y="725"/>
                    <a:pt x="347" y="720"/>
                  </a:cubicBezTo>
                  <a:cubicBezTo>
                    <a:pt x="8" y="381"/>
                    <a:pt x="8" y="381"/>
                    <a:pt x="8" y="381"/>
                  </a:cubicBezTo>
                  <a:cubicBezTo>
                    <a:pt x="3" y="376"/>
                    <a:pt x="0" y="369"/>
                    <a:pt x="0" y="364"/>
                  </a:cubicBezTo>
                  <a:cubicBezTo>
                    <a:pt x="0" y="358"/>
                    <a:pt x="3" y="351"/>
                    <a:pt x="8" y="347"/>
                  </a:cubicBezTo>
                  <a:cubicBezTo>
                    <a:pt x="347" y="7"/>
                    <a:pt x="347" y="7"/>
                    <a:pt x="347" y="7"/>
                  </a:cubicBezTo>
                  <a:cubicBezTo>
                    <a:pt x="352" y="3"/>
                    <a:pt x="358" y="0"/>
                    <a:pt x="364" y="0"/>
                  </a:cubicBezTo>
                  <a:cubicBezTo>
                    <a:pt x="370" y="0"/>
                    <a:pt x="377" y="3"/>
                    <a:pt x="381" y="7"/>
                  </a:cubicBezTo>
                  <a:cubicBezTo>
                    <a:pt x="417" y="44"/>
                    <a:pt x="417" y="44"/>
                    <a:pt x="417" y="44"/>
                  </a:cubicBezTo>
                  <a:cubicBezTo>
                    <a:pt x="422" y="48"/>
                    <a:pt x="425" y="54"/>
                    <a:pt x="425" y="60"/>
                  </a:cubicBezTo>
                  <a:cubicBezTo>
                    <a:pt x="425" y="66"/>
                    <a:pt x="422" y="73"/>
                    <a:pt x="417" y="77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43" name="Freeform 42">
              <a:hlinkClick r:id="" action="ppaction://hlinkshowjump?jump=nextslide"/>
            </p:cNvPr>
            <p:cNvSpPr>
              <a:spLocks noEditPoints="1"/>
            </p:cNvSpPr>
            <p:nvPr userDrawn="1"/>
          </p:nvSpPr>
          <p:spPr bwMode="auto">
            <a:xfrm>
              <a:off x="4328868" y="5502988"/>
              <a:ext cx="500307" cy="493774"/>
            </a:xfrm>
            <a:custGeom>
              <a:avLst/>
              <a:gdLst>
                <a:gd name="T0" fmla="*/ 2355 w 2753"/>
                <a:gd name="T1" fmla="*/ 114 h 2716"/>
                <a:gd name="T2" fmla="*/ 2639 w 2753"/>
                <a:gd name="T3" fmla="*/ 399 h 2716"/>
                <a:gd name="T4" fmla="*/ 2639 w 2753"/>
                <a:gd name="T5" fmla="*/ 2317 h 2716"/>
                <a:gd name="T6" fmla="*/ 2355 w 2753"/>
                <a:gd name="T7" fmla="*/ 2602 h 2716"/>
                <a:gd name="T8" fmla="*/ 398 w 2753"/>
                <a:gd name="T9" fmla="*/ 2602 h 2716"/>
                <a:gd name="T10" fmla="*/ 113 w 2753"/>
                <a:gd name="T11" fmla="*/ 2317 h 2716"/>
                <a:gd name="T12" fmla="*/ 113 w 2753"/>
                <a:gd name="T13" fmla="*/ 399 h 2716"/>
                <a:gd name="T14" fmla="*/ 398 w 2753"/>
                <a:gd name="T15" fmla="*/ 114 h 2716"/>
                <a:gd name="T16" fmla="*/ 2355 w 2753"/>
                <a:gd name="T17" fmla="*/ 114 h 2716"/>
                <a:gd name="T18" fmla="*/ 2355 w 2753"/>
                <a:gd name="T19" fmla="*/ 0 h 2716"/>
                <a:gd name="T20" fmla="*/ 398 w 2753"/>
                <a:gd name="T21" fmla="*/ 0 h 2716"/>
                <a:gd name="T22" fmla="*/ 0 w 2753"/>
                <a:gd name="T23" fmla="*/ 399 h 2716"/>
                <a:gd name="T24" fmla="*/ 0 w 2753"/>
                <a:gd name="T25" fmla="*/ 2317 h 2716"/>
                <a:gd name="T26" fmla="*/ 398 w 2753"/>
                <a:gd name="T27" fmla="*/ 2716 h 2716"/>
                <a:gd name="T28" fmla="*/ 2355 w 2753"/>
                <a:gd name="T29" fmla="*/ 2716 h 2716"/>
                <a:gd name="T30" fmla="*/ 2753 w 2753"/>
                <a:gd name="T31" fmla="*/ 2317 h 2716"/>
                <a:gd name="T32" fmla="*/ 2753 w 2753"/>
                <a:gd name="T33" fmla="*/ 399 h 2716"/>
                <a:gd name="T34" fmla="*/ 2355 w 2753"/>
                <a:gd name="T35" fmla="*/ 0 h 27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53" h="2716">
                  <a:moveTo>
                    <a:pt x="2355" y="114"/>
                  </a:moveTo>
                  <a:cubicBezTo>
                    <a:pt x="2512" y="114"/>
                    <a:pt x="2639" y="242"/>
                    <a:pt x="2639" y="399"/>
                  </a:cubicBezTo>
                  <a:cubicBezTo>
                    <a:pt x="2639" y="2317"/>
                    <a:pt x="2639" y="2317"/>
                    <a:pt x="2639" y="2317"/>
                  </a:cubicBezTo>
                  <a:cubicBezTo>
                    <a:pt x="2639" y="2474"/>
                    <a:pt x="2512" y="2602"/>
                    <a:pt x="2355" y="2602"/>
                  </a:cubicBezTo>
                  <a:cubicBezTo>
                    <a:pt x="398" y="2602"/>
                    <a:pt x="398" y="2602"/>
                    <a:pt x="398" y="2602"/>
                  </a:cubicBezTo>
                  <a:cubicBezTo>
                    <a:pt x="241" y="2602"/>
                    <a:pt x="113" y="2474"/>
                    <a:pt x="113" y="2317"/>
                  </a:cubicBezTo>
                  <a:cubicBezTo>
                    <a:pt x="113" y="399"/>
                    <a:pt x="113" y="399"/>
                    <a:pt x="113" y="399"/>
                  </a:cubicBezTo>
                  <a:cubicBezTo>
                    <a:pt x="113" y="242"/>
                    <a:pt x="241" y="114"/>
                    <a:pt x="398" y="114"/>
                  </a:cubicBezTo>
                  <a:cubicBezTo>
                    <a:pt x="2355" y="114"/>
                    <a:pt x="2355" y="114"/>
                    <a:pt x="2355" y="114"/>
                  </a:cubicBezTo>
                  <a:moveTo>
                    <a:pt x="2355" y="0"/>
                  </a:moveTo>
                  <a:cubicBezTo>
                    <a:pt x="398" y="0"/>
                    <a:pt x="398" y="0"/>
                    <a:pt x="398" y="0"/>
                  </a:cubicBezTo>
                  <a:cubicBezTo>
                    <a:pt x="178" y="0"/>
                    <a:pt x="0" y="179"/>
                    <a:pt x="0" y="399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0" y="2538"/>
                    <a:pt x="178" y="2716"/>
                    <a:pt x="398" y="2716"/>
                  </a:cubicBezTo>
                  <a:cubicBezTo>
                    <a:pt x="2355" y="2716"/>
                    <a:pt x="2355" y="2716"/>
                    <a:pt x="2355" y="2716"/>
                  </a:cubicBezTo>
                  <a:cubicBezTo>
                    <a:pt x="2575" y="2716"/>
                    <a:pt x="2753" y="2538"/>
                    <a:pt x="2753" y="2317"/>
                  </a:cubicBezTo>
                  <a:cubicBezTo>
                    <a:pt x="2753" y="399"/>
                    <a:pt x="2753" y="399"/>
                    <a:pt x="2753" y="399"/>
                  </a:cubicBezTo>
                  <a:cubicBezTo>
                    <a:pt x="2753" y="179"/>
                    <a:pt x="2575" y="0"/>
                    <a:pt x="2355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  <p:sp>
        <p:nvSpPr>
          <p:cNvPr id="36" name="Rectangle 35"/>
          <p:cNvSpPr/>
          <p:nvPr userDrawn="1"/>
        </p:nvSpPr>
        <p:spPr>
          <a:xfrm>
            <a:off x="0" y="0"/>
            <a:ext cx="12192000" cy="4902658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accent1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8" name="Freeform 5"/>
          <p:cNvSpPr>
            <a:spLocks/>
          </p:cNvSpPr>
          <p:nvPr userDrawn="1"/>
        </p:nvSpPr>
        <p:spPr bwMode="auto">
          <a:xfrm flipH="1">
            <a:off x="11486507" y="174661"/>
            <a:ext cx="530831" cy="530831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44" name="TextBox 43"/>
          <p:cNvSpPr txBox="1"/>
          <p:nvPr userDrawn="1"/>
        </p:nvSpPr>
        <p:spPr>
          <a:xfrm>
            <a:off x="11526134" y="245136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60E2A6B-A809-4840-BF14-8648BC0BDF87}" type="slidenum">
              <a:rPr lang="id-ID" sz="1800" b="1" smtClean="0">
                <a:solidFill>
                  <a:schemeClr val="accent1">
                    <a:lumMod val="75000"/>
                  </a:schemeClr>
                </a:solidFill>
              </a:rPr>
              <a:pPr algn="ctr"/>
              <a:t>‹#›</a:t>
            </a:fld>
            <a:endParaRPr lang="id-ID" sz="18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8836092" y="920750"/>
            <a:ext cx="1483567" cy="2212975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349817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4" grpId="0"/>
      <p:bldP spid="38" grpId="0" animBg="1"/>
      <p:bldP spid="44" grpId="0"/>
    </p:bldLst>
  </p:timing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/>
          <p:cNvSpPr/>
          <p:nvPr userDrawn="1"/>
        </p:nvSpPr>
        <p:spPr>
          <a:xfrm>
            <a:off x="-2" y="-23360"/>
            <a:ext cx="12187314" cy="4118293"/>
          </a:xfrm>
          <a:prstGeom prst="rect">
            <a:avLst/>
          </a:prstGeom>
          <a:pattFill prst="pct90">
            <a:fgClr>
              <a:schemeClr val="bg2">
                <a:lumMod val="25000"/>
              </a:schemeClr>
            </a:fgClr>
            <a:bgClr>
              <a:schemeClr val="tx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 5"/>
          <p:cNvSpPr>
            <a:spLocks/>
          </p:cNvSpPr>
          <p:nvPr userDrawn="1"/>
        </p:nvSpPr>
        <p:spPr bwMode="auto">
          <a:xfrm flipH="1">
            <a:off x="9930136" y="-637092"/>
            <a:ext cx="2711791" cy="2711789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3" name="Freeform 5"/>
          <p:cNvSpPr>
            <a:spLocks/>
          </p:cNvSpPr>
          <p:nvPr userDrawn="1"/>
        </p:nvSpPr>
        <p:spPr bwMode="auto">
          <a:xfrm flipH="1">
            <a:off x="8535301" y="921256"/>
            <a:ext cx="982576" cy="982576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4" name="Freeform 5"/>
          <p:cNvSpPr>
            <a:spLocks/>
          </p:cNvSpPr>
          <p:nvPr userDrawn="1"/>
        </p:nvSpPr>
        <p:spPr bwMode="auto">
          <a:xfrm flipH="1">
            <a:off x="8690348" y="-296897"/>
            <a:ext cx="672480" cy="67248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5" name="Freeform 5"/>
          <p:cNvSpPr>
            <a:spLocks/>
          </p:cNvSpPr>
          <p:nvPr userDrawn="1"/>
        </p:nvSpPr>
        <p:spPr bwMode="auto">
          <a:xfrm flipH="1">
            <a:off x="6892774" y="1381250"/>
            <a:ext cx="1081310" cy="108131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6" name="Freeform 5"/>
          <p:cNvSpPr>
            <a:spLocks/>
          </p:cNvSpPr>
          <p:nvPr userDrawn="1"/>
        </p:nvSpPr>
        <p:spPr bwMode="auto">
          <a:xfrm flipH="1">
            <a:off x="7490451" y="215697"/>
            <a:ext cx="521440" cy="52144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7" name="Freeform 5"/>
          <p:cNvSpPr>
            <a:spLocks/>
          </p:cNvSpPr>
          <p:nvPr userDrawn="1"/>
        </p:nvSpPr>
        <p:spPr bwMode="auto">
          <a:xfrm flipH="1">
            <a:off x="9305255" y="2655843"/>
            <a:ext cx="1337469" cy="1337469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8" name="Freeform 5"/>
          <p:cNvSpPr>
            <a:spLocks/>
          </p:cNvSpPr>
          <p:nvPr userDrawn="1"/>
        </p:nvSpPr>
        <p:spPr bwMode="auto">
          <a:xfrm flipH="1">
            <a:off x="11073361" y="2461388"/>
            <a:ext cx="672480" cy="67248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9" name="Freeform 5"/>
          <p:cNvSpPr>
            <a:spLocks/>
          </p:cNvSpPr>
          <p:nvPr userDrawn="1"/>
        </p:nvSpPr>
        <p:spPr bwMode="auto">
          <a:xfrm flipH="1">
            <a:off x="10870156" y="3855256"/>
            <a:ext cx="521440" cy="52144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0" name="Freeform 5"/>
          <p:cNvSpPr>
            <a:spLocks/>
          </p:cNvSpPr>
          <p:nvPr userDrawn="1"/>
        </p:nvSpPr>
        <p:spPr bwMode="auto">
          <a:xfrm flipH="1">
            <a:off x="8352858" y="2453988"/>
            <a:ext cx="521761" cy="521761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1" name="Freeform 5"/>
          <p:cNvSpPr>
            <a:spLocks/>
          </p:cNvSpPr>
          <p:nvPr userDrawn="1"/>
        </p:nvSpPr>
        <p:spPr bwMode="auto">
          <a:xfrm flipH="1">
            <a:off x="11801991" y="3355185"/>
            <a:ext cx="672480" cy="67248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2" name="Freeform 5"/>
          <p:cNvSpPr>
            <a:spLocks/>
          </p:cNvSpPr>
          <p:nvPr userDrawn="1"/>
        </p:nvSpPr>
        <p:spPr bwMode="auto">
          <a:xfrm flipH="1">
            <a:off x="12086289" y="2172540"/>
            <a:ext cx="385460" cy="38546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4" name="TextBox 33"/>
          <p:cNvSpPr txBox="1"/>
          <p:nvPr userDrawn="1"/>
        </p:nvSpPr>
        <p:spPr>
          <a:xfrm>
            <a:off x="956885" y="6409324"/>
            <a:ext cx="174599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050" b="1" dirty="0" smtClean="0">
                <a:solidFill>
                  <a:schemeClr val="accent1">
                    <a:lumMod val="75000"/>
                  </a:schemeClr>
                </a:solidFill>
                <a:latin typeface="Raleway" panose="020B0003030101060003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Kupat</a:t>
            </a:r>
            <a:r>
              <a:rPr lang="id-ID" sz="1050" b="1" baseline="0" dirty="0" smtClean="0">
                <a:solidFill>
                  <a:schemeClr val="accent1">
                    <a:lumMod val="75000"/>
                  </a:schemeClr>
                </a:solidFill>
                <a:latin typeface="Raleway" panose="020B0003030101060003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Tahu </a:t>
            </a:r>
            <a:r>
              <a:rPr lang="id-ID" sz="1050" dirty="0" smtClean="0">
                <a:solidFill>
                  <a:schemeClr val="bg1">
                    <a:lumMod val="65000"/>
                  </a:schemeClr>
                </a:solidFill>
                <a:latin typeface="Raleway" panose="020B0003030101060003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Presentation</a:t>
            </a:r>
            <a:endParaRPr lang="en-US" sz="1050" dirty="0">
              <a:solidFill>
                <a:schemeClr val="bg1">
                  <a:lumMod val="65000"/>
                </a:schemeClr>
              </a:solidFill>
              <a:latin typeface="Raleway" panose="020B0003030101060003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35" name="Group 34"/>
          <p:cNvGrpSpPr/>
          <p:nvPr userDrawn="1"/>
        </p:nvGrpSpPr>
        <p:grpSpPr>
          <a:xfrm>
            <a:off x="347419" y="6409324"/>
            <a:ext cx="224082" cy="221156"/>
            <a:chOff x="4328868" y="5502988"/>
            <a:chExt cx="500307" cy="493774"/>
          </a:xfrm>
        </p:grpSpPr>
        <p:sp>
          <p:nvSpPr>
            <p:cNvPr id="39" name="Freeform 38">
              <a:hlinkClick r:id="" action="ppaction://hlinkshowjump?jump=previousslide"/>
            </p:cNvPr>
            <p:cNvSpPr>
              <a:spLocks/>
            </p:cNvSpPr>
            <p:nvPr userDrawn="1"/>
          </p:nvSpPr>
          <p:spPr bwMode="auto">
            <a:xfrm>
              <a:off x="4520555" y="5649754"/>
              <a:ext cx="116933" cy="200242"/>
            </a:xfrm>
            <a:custGeom>
              <a:avLst/>
              <a:gdLst>
                <a:gd name="T0" fmla="*/ 417 w 425"/>
                <a:gd name="T1" fmla="*/ 77 h 728"/>
                <a:gd name="T2" fmla="*/ 131 w 425"/>
                <a:gd name="T3" fmla="*/ 364 h 728"/>
                <a:gd name="T4" fmla="*/ 417 w 425"/>
                <a:gd name="T5" fmla="*/ 650 h 728"/>
                <a:gd name="T6" fmla="*/ 425 w 425"/>
                <a:gd name="T7" fmla="*/ 667 h 728"/>
                <a:gd name="T8" fmla="*/ 417 w 425"/>
                <a:gd name="T9" fmla="*/ 684 h 728"/>
                <a:gd name="T10" fmla="*/ 381 w 425"/>
                <a:gd name="T11" fmla="*/ 720 h 728"/>
                <a:gd name="T12" fmla="*/ 364 w 425"/>
                <a:gd name="T13" fmla="*/ 728 h 728"/>
                <a:gd name="T14" fmla="*/ 347 w 425"/>
                <a:gd name="T15" fmla="*/ 720 h 728"/>
                <a:gd name="T16" fmla="*/ 8 w 425"/>
                <a:gd name="T17" fmla="*/ 381 h 728"/>
                <a:gd name="T18" fmla="*/ 0 w 425"/>
                <a:gd name="T19" fmla="*/ 364 h 728"/>
                <a:gd name="T20" fmla="*/ 8 w 425"/>
                <a:gd name="T21" fmla="*/ 347 h 728"/>
                <a:gd name="T22" fmla="*/ 347 w 425"/>
                <a:gd name="T23" fmla="*/ 7 h 728"/>
                <a:gd name="T24" fmla="*/ 364 w 425"/>
                <a:gd name="T25" fmla="*/ 0 h 728"/>
                <a:gd name="T26" fmla="*/ 381 w 425"/>
                <a:gd name="T27" fmla="*/ 7 h 728"/>
                <a:gd name="T28" fmla="*/ 417 w 425"/>
                <a:gd name="T29" fmla="*/ 44 h 728"/>
                <a:gd name="T30" fmla="*/ 425 w 425"/>
                <a:gd name="T31" fmla="*/ 60 h 728"/>
                <a:gd name="T32" fmla="*/ 417 w 425"/>
                <a:gd name="T33" fmla="*/ 77 h 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25" h="728">
                  <a:moveTo>
                    <a:pt x="417" y="77"/>
                  </a:moveTo>
                  <a:cubicBezTo>
                    <a:pt x="131" y="364"/>
                    <a:pt x="131" y="364"/>
                    <a:pt x="131" y="364"/>
                  </a:cubicBezTo>
                  <a:cubicBezTo>
                    <a:pt x="417" y="650"/>
                    <a:pt x="417" y="650"/>
                    <a:pt x="417" y="650"/>
                  </a:cubicBezTo>
                  <a:cubicBezTo>
                    <a:pt x="422" y="655"/>
                    <a:pt x="425" y="661"/>
                    <a:pt x="425" y="667"/>
                  </a:cubicBezTo>
                  <a:cubicBezTo>
                    <a:pt x="425" y="673"/>
                    <a:pt x="422" y="680"/>
                    <a:pt x="417" y="684"/>
                  </a:cubicBezTo>
                  <a:cubicBezTo>
                    <a:pt x="381" y="720"/>
                    <a:pt x="381" y="720"/>
                    <a:pt x="381" y="720"/>
                  </a:cubicBezTo>
                  <a:cubicBezTo>
                    <a:pt x="377" y="725"/>
                    <a:pt x="370" y="728"/>
                    <a:pt x="364" y="728"/>
                  </a:cubicBezTo>
                  <a:cubicBezTo>
                    <a:pt x="358" y="728"/>
                    <a:pt x="352" y="725"/>
                    <a:pt x="347" y="720"/>
                  </a:cubicBezTo>
                  <a:cubicBezTo>
                    <a:pt x="8" y="381"/>
                    <a:pt x="8" y="381"/>
                    <a:pt x="8" y="381"/>
                  </a:cubicBezTo>
                  <a:cubicBezTo>
                    <a:pt x="3" y="376"/>
                    <a:pt x="0" y="369"/>
                    <a:pt x="0" y="364"/>
                  </a:cubicBezTo>
                  <a:cubicBezTo>
                    <a:pt x="0" y="358"/>
                    <a:pt x="3" y="351"/>
                    <a:pt x="8" y="347"/>
                  </a:cubicBezTo>
                  <a:cubicBezTo>
                    <a:pt x="347" y="7"/>
                    <a:pt x="347" y="7"/>
                    <a:pt x="347" y="7"/>
                  </a:cubicBezTo>
                  <a:cubicBezTo>
                    <a:pt x="352" y="3"/>
                    <a:pt x="358" y="0"/>
                    <a:pt x="364" y="0"/>
                  </a:cubicBezTo>
                  <a:cubicBezTo>
                    <a:pt x="370" y="0"/>
                    <a:pt x="377" y="3"/>
                    <a:pt x="381" y="7"/>
                  </a:cubicBezTo>
                  <a:cubicBezTo>
                    <a:pt x="417" y="44"/>
                    <a:pt x="417" y="44"/>
                    <a:pt x="417" y="44"/>
                  </a:cubicBezTo>
                  <a:cubicBezTo>
                    <a:pt x="422" y="48"/>
                    <a:pt x="425" y="54"/>
                    <a:pt x="425" y="60"/>
                  </a:cubicBezTo>
                  <a:cubicBezTo>
                    <a:pt x="425" y="66"/>
                    <a:pt x="422" y="73"/>
                    <a:pt x="417" y="77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40" name="Freeform 39">
              <a:hlinkClick r:id="" action="ppaction://hlinkshowjump?jump=previousslide"/>
            </p:cNvPr>
            <p:cNvSpPr>
              <a:spLocks noEditPoints="1"/>
            </p:cNvSpPr>
            <p:nvPr userDrawn="1"/>
          </p:nvSpPr>
          <p:spPr bwMode="auto">
            <a:xfrm>
              <a:off x="4328868" y="5502988"/>
              <a:ext cx="500307" cy="493774"/>
            </a:xfrm>
            <a:custGeom>
              <a:avLst/>
              <a:gdLst>
                <a:gd name="T0" fmla="*/ 2355 w 2753"/>
                <a:gd name="T1" fmla="*/ 114 h 2716"/>
                <a:gd name="T2" fmla="*/ 2639 w 2753"/>
                <a:gd name="T3" fmla="*/ 399 h 2716"/>
                <a:gd name="T4" fmla="*/ 2639 w 2753"/>
                <a:gd name="T5" fmla="*/ 2317 h 2716"/>
                <a:gd name="T6" fmla="*/ 2355 w 2753"/>
                <a:gd name="T7" fmla="*/ 2602 h 2716"/>
                <a:gd name="T8" fmla="*/ 398 w 2753"/>
                <a:gd name="T9" fmla="*/ 2602 h 2716"/>
                <a:gd name="T10" fmla="*/ 113 w 2753"/>
                <a:gd name="T11" fmla="*/ 2317 h 2716"/>
                <a:gd name="T12" fmla="*/ 113 w 2753"/>
                <a:gd name="T13" fmla="*/ 399 h 2716"/>
                <a:gd name="T14" fmla="*/ 398 w 2753"/>
                <a:gd name="T15" fmla="*/ 114 h 2716"/>
                <a:gd name="T16" fmla="*/ 2355 w 2753"/>
                <a:gd name="T17" fmla="*/ 114 h 2716"/>
                <a:gd name="T18" fmla="*/ 2355 w 2753"/>
                <a:gd name="T19" fmla="*/ 0 h 2716"/>
                <a:gd name="T20" fmla="*/ 398 w 2753"/>
                <a:gd name="T21" fmla="*/ 0 h 2716"/>
                <a:gd name="T22" fmla="*/ 0 w 2753"/>
                <a:gd name="T23" fmla="*/ 399 h 2716"/>
                <a:gd name="T24" fmla="*/ 0 w 2753"/>
                <a:gd name="T25" fmla="*/ 2317 h 2716"/>
                <a:gd name="T26" fmla="*/ 398 w 2753"/>
                <a:gd name="T27" fmla="*/ 2716 h 2716"/>
                <a:gd name="T28" fmla="*/ 2355 w 2753"/>
                <a:gd name="T29" fmla="*/ 2716 h 2716"/>
                <a:gd name="T30" fmla="*/ 2753 w 2753"/>
                <a:gd name="T31" fmla="*/ 2317 h 2716"/>
                <a:gd name="T32" fmla="*/ 2753 w 2753"/>
                <a:gd name="T33" fmla="*/ 399 h 2716"/>
                <a:gd name="T34" fmla="*/ 2355 w 2753"/>
                <a:gd name="T35" fmla="*/ 0 h 27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53" h="2716">
                  <a:moveTo>
                    <a:pt x="2355" y="114"/>
                  </a:moveTo>
                  <a:cubicBezTo>
                    <a:pt x="2512" y="114"/>
                    <a:pt x="2639" y="242"/>
                    <a:pt x="2639" y="399"/>
                  </a:cubicBezTo>
                  <a:cubicBezTo>
                    <a:pt x="2639" y="2317"/>
                    <a:pt x="2639" y="2317"/>
                    <a:pt x="2639" y="2317"/>
                  </a:cubicBezTo>
                  <a:cubicBezTo>
                    <a:pt x="2639" y="2474"/>
                    <a:pt x="2512" y="2602"/>
                    <a:pt x="2355" y="2602"/>
                  </a:cubicBezTo>
                  <a:cubicBezTo>
                    <a:pt x="398" y="2602"/>
                    <a:pt x="398" y="2602"/>
                    <a:pt x="398" y="2602"/>
                  </a:cubicBezTo>
                  <a:cubicBezTo>
                    <a:pt x="241" y="2602"/>
                    <a:pt x="113" y="2474"/>
                    <a:pt x="113" y="2317"/>
                  </a:cubicBezTo>
                  <a:cubicBezTo>
                    <a:pt x="113" y="399"/>
                    <a:pt x="113" y="399"/>
                    <a:pt x="113" y="399"/>
                  </a:cubicBezTo>
                  <a:cubicBezTo>
                    <a:pt x="113" y="242"/>
                    <a:pt x="241" y="114"/>
                    <a:pt x="398" y="114"/>
                  </a:cubicBezTo>
                  <a:cubicBezTo>
                    <a:pt x="2355" y="114"/>
                    <a:pt x="2355" y="114"/>
                    <a:pt x="2355" y="114"/>
                  </a:cubicBezTo>
                  <a:moveTo>
                    <a:pt x="2355" y="0"/>
                  </a:moveTo>
                  <a:cubicBezTo>
                    <a:pt x="398" y="0"/>
                    <a:pt x="398" y="0"/>
                    <a:pt x="398" y="0"/>
                  </a:cubicBezTo>
                  <a:cubicBezTo>
                    <a:pt x="178" y="0"/>
                    <a:pt x="0" y="179"/>
                    <a:pt x="0" y="399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0" y="2538"/>
                    <a:pt x="178" y="2716"/>
                    <a:pt x="398" y="2716"/>
                  </a:cubicBezTo>
                  <a:cubicBezTo>
                    <a:pt x="2355" y="2716"/>
                    <a:pt x="2355" y="2716"/>
                    <a:pt x="2355" y="2716"/>
                  </a:cubicBezTo>
                  <a:cubicBezTo>
                    <a:pt x="2575" y="2716"/>
                    <a:pt x="2753" y="2538"/>
                    <a:pt x="2753" y="2317"/>
                  </a:cubicBezTo>
                  <a:cubicBezTo>
                    <a:pt x="2753" y="399"/>
                    <a:pt x="2753" y="399"/>
                    <a:pt x="2753" y="399"/>
                  </a:cubicBezTo>
                  <a:cubicBezTo>
                    <a:pt x="2753" y="179"/>
                    <a:pt x="2575" y="0"/>
                    <a:pt x="2355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  <p:grpSp>
        <p:nvGrpSpPr>
          <p:cNvPr id="41" name="Group 40"/>
          <p:cNvGrpSpPr/>
          <p:nvPr userDrawn="1"/>
        </p:nvGrpSpPr>
        <p:grpSpPr>
          <a:xfrm flipH="1">
            <a:off x="657355" y="6409324"/>
            <a:ext cx="224082" cy="221156"/>
            <a:chOff x="4328868" y="5502988"/>
            <a:chExt cx="500307" cy="493774"/>
          </a:xfrm>
        </p:grpSpPr>
        <p:sp>
          <p:nvSpPr>
            <p:cNvPr id="42" name="Freeform 41">
              <a:hlinkClick r:id="" action="ppaction://hlinkshowjump?jump=nextslide"/>
            </p:cNvPr>
            <p:cNvSpPr>
              <a:spLocks/>
            </p:cNvSpPr>
            <p:nvPr userDrawn="1"/>
          </p:nvSpPr>
          <p:spPr bwMode="auto">
            <a:xfrm>
              <a:off x="4520556" y="5649754"/>
              <a:ext cx="116933" cy="200242"/>
            </a:xfrm>
            <a:custGeom>
              <a:avLst/>
              <a:gdLst>
                <a:gd name="T0" fmla="*/ 417 w 425"/>
                <a:gd name="T1" fmla="*/ 77 h 728"/>
                <a:gd name="T2" fmla="*/ 131 w 425"/>
                <a:gd name="T3" fmla="*/ 364 h 728"/>
                <a:gd name="T4" fmla="*/ 417 w 425"/>
                <a:gd name="T5" fmla="*/ 650 h 728"/>
                <a:gd name="T6" fmla="*/ 425 w 425"/>
                <a:gd name="T7" fmla="*/ 667 h 728"/>
                <a:gd name="T8" fmla="*/ 417 w 425"/>
                <a:gd name="T9" fmla="*/ 684 h 728"/>
                <a:gd name="T10" fmla="*/ 381 w 425"/>
                <a:gd name="T11" fmla="*/ 720 h 728"/>
                <a:gd name="T12" fmla="*/ 364 w 425"/>
                <a:gd name="T13" fmla="*/ 728 h 728"/>
                <a:gd name="T14" fmla="*/ 347 w 425"/>
                <a:gd name="T15" fmla="*/ 720 h 728"/>
                <a:gd name="T16" fmla="*/ 8 w 425"/>
                <a:gd name="T17" fmla="*/ 381 h 728"/>
                <a:gd name="T18" fmla="*/ 0 w 425"/>
                <a:gd name="T19" fmla="*/ 364 h 728"/>
                <a:gd name="T20" fmla="*/ 8 w 425"/>
                <a:gd name="T21" fmla="*/ 347 h 728"/>
                <a:gd name="T22" fmla="*/ 347 w 425"/>
                <a:gd name="T23" fmla="*/ 7 h 728"/>
                <a:gd name="T24" fmla="*/ 364 w 425"/>
                <a:gd name="T25" fmla="*/ 0 h 728"/>
                <a:gd name="T26" fmla="*/ 381 w 425"/>
                <a:gd name="T27" fmla="*/ 7 h 728"/>
                <a:gd name="T28" fmla="*/ 417 w 425"/>
                <a:gd name="T29" fmla="*/ 44 h 728"/>
                <a:gd name="T30" fmla="*/ 425 w 425"/>
                <a:gd name="T31" fmla="*/ 60 h 728"/>
                <a:gd name="T32" fmla="*/ 417 w 425"/>
                <a:gd name="T33" fmla="*/ 77 h 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25" h="728">
                  <a:moveTo>
                    <a:pt x="417" y="77"/>
                  </a:moveTo>
                  <a:cubicBezTo>
                    <a:pt x="131" y="364"/>
                    <a:pt x="131" y="364"/>
                    <a:pt x="131" y="364"/>
                  </a:cubicBezTo>
                  <a:cubicBezTo>
                    <a:pt x="417" y="650"/>
                    <a:pt x="417" y="650"/>
                    <a:pt x="417" y="650"/>
                  </a:cubicBezTo>
                  <a:cubicBezTo>
                    <a:pt x="422" y="655"/>
                    <a:pt x="425" y="661"/>
                    <a:pt x="425" y="667"/>
                  </a:cubicBezTo>
                  <a:cubicBezTo>
                    <a:pt x="425" y="673"/>
                    <a:pt x="422" y="680"/>
                    <a:pt x="417" y="684"/>
                  </a:cubicBezTo>
                  <a:cubicBezTo>
                    <a:pt x="381" y="720"/>
                    <a:pt x="381" y="720"/>
                    <a:pt x="381" y="720"/>
                  </a:cubicBezTo>
                  <a:cubicBezTo>
                    <a:pt x="377" y="725"/>
                    <a:pt x="370" y="728"/>
                    <a:pt x="364" y="728"/>
                  </a:cubicBezTo>
                  <a:cubicBezTo>
                    <a:pt x="358" y="728"/>
                    <a:pt x="352" y="725"/>
                    <a:pt x="347" y="720"/>
                  </a:cubicBezTo>
                  <a:cubicBezTo>
                    <a:pt x="8" y="381"/>
                    <a:pt x="8" y="381"/>
                    <a:pt x="8" y="381"/>
                  </a:cubicBezTo>
                  <a:cubicBezTo>
                    <a:pt x="3" y="376"/>
                    <a:pt x="0" y="369"/>
                    <a:pt x="0" y="364"/>
                  </a:cubicBezTo>
                  <a:cubicBezTo>
                    <a:pt x="0" y="358"/>
                    <a:pt x="3" y="351"/>
                    <a:pt x="8" y="347"/>
                  </a:cubicBezTo>
                  <a:cubicBezTo>
                    <a:pt x="347" y="7"/>
                    <a:pt x="347" y="7"/>
                    <a:pt x="347" y="7"/>
                  </a:cubicBezTo>
                  <a:cubicBezTo>
                    <a:pt x="352" y="3"/>
                    <a:pt x="358" y="0"/>
                    <a:pt x="364" y="0"/>
                  </a:cubicBezTo>
                  <a:cubicBezTo>
                    <a:pt x="370" y="0"/>
                    <a:pt x="377" y="3"/>
                    <a:pt x="381" y="7"/>
                  </a:cubicBezTo>
                  <a:cubicBezTo>
                    <a:pt x="417" y="44"/>
                    <a:pt x="417" y="44"/>
                    <a:pt x="417" y="44"/>
                  </a:cubicBezTo>
                  <a:cubicBezTo>
                    <a:pt x="422" y="48"/>
                    <a:pt x="425" y="54"/>
                    <a:pt x="425" y="60"/>
                  </a:cubicBezTo>
                  <a:cubicBezTo>
                    <a:pt x="425" y="66"/>
                    <a:pt x="422" y="73"/>
                    <a:pt x="417" y="77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43" name="Freeform 42">
              <a:hlinkClick r:id="" action="ppaction://hlinkshowjump?jump=nextslide"/>
            </p:cNvPr>
            <p:cNvSpPr>
              <a:spLocks noEditPoints="1"/>
            </p:cNvSpPr>
            <p:nvPr userDrawn="1"/>
          </p:nvSpPr>
          <p:spPr bwMode="auto">
            <a:xfrm>
              <a:off x="4328868" y="5502988"/>
              <a:ext cx="500307" cy="493774"/>
            </a:xfrm>
            <a:custGeom>
              <a:avLst/>
              <a:gdLst>
                <a:gd name="T0" fmla="*/ 2355 w 2753"/>
                <a:gd name="T1" fmla="*/ 114 h 2716"/>
                <a:gd name="T2" fmla="*/ 2639 w 2753"/>
                <a:gd name="T3" fmla="*/ 399 h 2716"/>
                <a:gd name="T4" fmla="*/ 2639 w 2753"/>
                <a:gd name="T5" fmla="*/ 2317 h 2716"/>
                <a:gd name="T6" fmla="*/ 2355 w 2753"/>
                <a:gd name="T7" fmla="*/ 2602 h 2716"/>
                <a:gd name="T8" fmla="*/ 398 w 2753"/>
                <a:gd name="T9" fmla="*/ 2602 h 2716"/>
                <a:gd name="T10" fmla="*/ 113 w 2753"/>
                <a:gd name="T11" fmla="*/ 2317 h 2716"/>
                <a:gd name="T12" fmla="*/ 113 w 2753"/>
                <a:gd name="T13" fmla="*/ 399 h 2716"/>
                <a:gd name="T14" fmla="*/ 398 w 2753"/>
                <a:gd name="T15" fmla="*/ 114 h 2716"/>
                <a:gd name="T16" fmla="*/ 2355 w 2753"/>
                <a:gd name="T17" fmla="*/ 114 h 2716"/>
                <a:gd name="T18" fmla="*/ 2355 w 2753"/>
                <a:gd name="T19" fmla="*/ 0 h 2716"/>
                <a:gd name="T20" fmla="*/ 398 w 2753"/>
                <a:gd name="T21" fmla="*/ 0 h 2716"/>
                <a:gd name="T22" fmla="*/ 0 w 2753"/>
                <a:gd name="T23" fmla="*/ 399 h 2716"/>
                <a:gd name="T24" fmla="*/ 0 w 2753"/>
                <a:gd name="T25" fmla="*/ 2317 h 2716"/>
                <a:gd name="T26" fmla="*/ 398 w 2753"/>
                <a:gd name="T27" fmla="*/ 2716 h 2716"/>
                <a:gd name="T28" fmla="*/ 2355 w 2753"/>
                <a:gd name="T29" fmla="*/ 2716 h 2716"/>
                <a:gd name="T30" fmla="*/ 2753 w 2753"/>
                <a:gd name="T31" fmla="*/ 2317 h 2716"/>
                <a:gd name="T32" fmla="*/ 2753 w 2753"/>
                <a:gd name="T33" fmla="*/ 399 h 2716"/>
                <a:gd name="T34" fmla="*/ 2355 w 2753"/>
                <a:gd name="T35" fmla="*/ 0 h 27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53" h="2716">
                  <a:moveTo>
                    <a:pt x="2355" y="114"/>
                  </a:moveTo>
                  <a:cubicBezTo>
                    <a:pt x="2512" y="114"/>
                    <a:pt x="2639" y="242"/>
                    <a:pt x="2639" y="399"/>
                  </a:cubicBezTo>
                  <a:cubicBezTo>
                    <a:pt x="2639" y="2317"/>
                    <a:pt x="2639" y="2317"/>
                    <a:pt x="2639" y="2317"/>
                  </a:cubicBezTo>
                  <a:cubicBezTo>
                    <a:pt x="2639" y="2474"/>
                    <a:pt x="2512" y="2602"/>
                    <a:pt x="2355" y="2602"/>
                  </a:cubicBezTo>
                  <a:cubicBezTo>
                    <a:pt x="398" y="2602"/>
                    <a:pt x="398" y="2602"/>
                    <a:pt x="398" y="2602"/>
                  </a:cubicBezTo>
                  <a:cubicBezTo>
                    <a:pt x="241" y="2602"/>
                    <a:pt x="113" y="2474"/>
                    <a:pt x="113" y="2317"/>
                  </a:cubicBezTo>
                  <a:cubicBezTo>
                    <a:pt x="113" y="399"/>
                    <a:pt x="113" y="399"/>
                    <a:pt x="113" y="399"/>
                  </a:cubicBezTo>
                  <a:cubicBezTo>
                    <a:pt x="113" y="242"/>
                    <a:pt x="241" y="114"/>
                    <a:pt x="398" y="114"/>
                  </a:cubicBezTo>
                  <a:cubicBezTo>
                    <a:pt x="2355" y="114"/>
                    <a:pt x="2355" y="114"/>
                    <a:pt x="2355" y="114"/>
                  </a:cubicBezTo>
                  <a:moveTo>
                    <a:pt x="2355" y="0"/>
                  </a:moveTo>
                  <a:cubicBezTo>
                    <a:pt x="398" y="0"/>
                    <a:pt x="398" y="0"/>
                    <a:pt x="398" y="0"/>
                  </a:cubicBezTo>
                  <a:cubicBezTo>
                    <a:pt x="178" y="0"/>
                    <a:pt x="0" y="179"/>
                    <a:pt x="0" y="399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0" y="2538"/>
                    <a:pt x="178" y="2716"/>
                    <a:pt x="398" y="2716"/>
                  </a:cubicBezTo>
                  <a:cubicBezTo>
                    <a:pt x="2355" y="2716"/>
                    <a:pt x="2355" y="2716"/>
                    <a:pt x="2355" y="2716"/>
                  </a:cubicBezTo>
                  <a:cubicBezTo>
                    <a:pt x="2575" y="2716"/>
                    <a:pt x="2753" y="2538"/>
                    <a:pt x="2753" y="2317"/>
                  </a:cubicBezTo>
                  <a:cubicBezTo>
                    <a:pt x="2753" y="399"/>
                    <a:pt x="2753" y="399"/>
                    <a:pt x="2753" y="399"/>
                  </a:cubicBezTo>
                  <a:cubicBezTo>
                    <a:pt x="2753" y="179"/>
                    <a:pt x="2575" y="0"/>
                    <a:pt x="2355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  <p:sp>
        <p:nvSpPr>
          <p:cNvPr id="38" name="Freeform 5"/>
          <p:cNvSpPr>
            <a:spLocks/>
          </p:cNvSpPr>
          <p:nvPr userDrawn="1"/>
        </p:nvSpPr>
        <p:spPr bwMode="auto">
          <a:xfrm flipH="1">
            <a:off x="11486507" y="174661"/>
            <a:ext cx="530831" cy="530831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44" name="TextBox 43"/>
          <p:cNvSpPr txBox="1"/>
          <p:nvPr userDrawn="1"/>
        </p:nvSpPr>
        <p:spPr>
          <a:xfrm>
            <a:off x="11526134" y="245136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60E2A6B-A809-4840-BF14-8648BC0BDF87}" type="slidenum">
              <a:rPr lang="id-ID" sz="1800" b="1" smtClean="0">
                <a:solidFill>
                  <a:schemeClr val="accent1">
                    <a:lumMod val="75000"/>
                  </a:schemeClr>
                </a:solidFill>
              </a:rPr>
              <a:pPr algn="ctr"/>
              <a:t>‹#›</a:t>
            </a:fld>
            <a:endParaRPr lang="id-ID" sz="18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6502324" y="662473"/>
            <a:ext cx="2734983" cy="2969860"/>
          </a:xfrm>
          <a:custGeom>
            <a:avLst/>
            <a:gdLst>
              <a:gd name="connsiteX0" fmla="*/ 0 w 2091170"/>
              <a:gd name="connsiteY0" fmla="*/ 0 h 3109819"/>
              <a:gd name="connsiteX1" fmla="*/ 2091170 w 2091170"/>
              <a:gd name="connsiteY1" fmla="*/ 0 h 3109819"/>
              <a:gd name="connsiteX2" fmla="*/ 2091170 w 2091170"/>
              <a:gd name="connsiteY2" fmla="*/ 3109819 h 3109819"/>
              <a:gd name="connsiteX3" fmla="*/ 0 w 2091170"/>
              <a:gd name="connsiteY3" fmla="*/ 3109819 h 3109819"/>
              <a:gd name="connsiteX4" fmla="*/ 0 w 2091170"/>
              <a:gd name="connsiteY4" fmla="*/ 0 h 3109819"/>
              <a:gd name="connsiteX0" fmla="*/ 0 w 2091170"/>
              <a:gd name="connsiteY0" fmla="*/ 317241 h 3427060"/>
              <a:gd name="connsiteX1" fmla="*/ 1363383 w 2091170"/>
              <a:gd name="connsiteY1" fmla="*/ 0 h 3427060"/>
              <a:gd name="connsiteX2" fmla="*/ 2091170 w 2091170"/>
              <a:gd name="connsiteY2" fmla="*/ 3427060 h 3427060"/>
              <a:gd name="connsiteX3" fmla="*/ 0 w 2091170"/>
              <a:gd name="connsiteY3" fmla="*/ 3427060 h 3427060"/>
              <a:gd name="connsiteX4" fmla="*/ 0 w 2091170"/>
              <a:gd name="connsiteY4" fmla="*/ 317241 h 3427060"/>
              <a:gd name="connsiteX0" fmla="*/ 0 w 2734983"/>
              <a:gd name="connsiteY0" fmla="*/ 317241 h 3427060"/>
              <a:gd name="connsiteX1" fmla="*/ 1363383 w 2734983"/>
              <a:gd name="connsiteY1" fmla="*/ 0 h 3427060"/>
              <a:gd name="connsiteX2" fmla="*/ 2734983 w 2734983"/>
              <a:gd name="connsiteY2" fmla="*/ 2521990 h 3427060"/>
              <a:gd name="connsiteX3" fmla="*/ 0 w 2734983"/>
              <a:gd name="connsiteY3" fmla="*/ 3427060 h 3427060"/>
              <a:gd name="connsiteX4" fmla="*/ 0 w 2734983"/>
              <a:gd name="connsiteY4" fmla="*/ 317241 h 3427060"/>
              <a:gd name="connsiteX0" fmla="*/ 0 w 2734983"/>
              <a:gd name="connsiteY0" fmla="*/ 317241 h 2969860"/>
              <a:gd name="connsiteX1" fmla="*/ 1363383 w 2734983"/>
              <a:gd name="connsiteY1" fmla="*/ 0 h 2969860"/>
              <a:gd name="connsiteX2" fmla="*/ 2734983 w 2734983"/>
              <a:gd name="connsiteY2" fmla="*/ 2521990 h 2969860"/>
              <a:gd name="connsiteX3" fmla="*/ 1408923 w 2734983"/>
              <a:gd name="connsiteY3" fmla="*/ 2969860 h 2969860"/>
              <a:gd name="connsiteX4" fmla="*/ 0 w 2734983"/>
              <a:gd name="connsiteY4" fmla="*/ 317241 h 29698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34983" h="2969860">
                <a:moveTo>
                  <a:pt x="0" y="317241"/>
                </a:moveTo>
                <a:lnTo>
                  <a:pt x="1363383" y="0"/>
                </a:lnTo>
                <a:lnTo>
                  <a:pt x="2734983" y="2521990"/>
                </a:lnTo>
                <a:lnTo>
                  <a:pt x="1408923" y="2969860"/>
                </a:lnTo>
                <a:lnTo>
                  <a:pt x="0" y="317241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380448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4" grpId="0"/>
      <p:bldP spid="38" grpId="0" animBg="1"/>
      <p:bldP spid="44" grpId="0"/>
    </p:bldLst>
  </p:timing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5"/>
          <p:cNvSpPr>
            <a:spLocks/>
          </p:cNvSpPr>
          <p:nvPr userDrawn="1"/>
        </p:nvSpPr>
        <p:spPr bwMode="auto">
          <a:xfrm flipH="1">
            <a:off x="9930136" y="-637092"/>
            <a:ext cx="2711791" cy="2711789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3" name="Freeform 5"/>
          <p:cNvSpPr>
            <a:spLocks/>
          </p:cNvSpPr>
          <p:nvPr userDrawn="1"/>
        </p:nvSpPr>
        <p:spPr bwMode="auto">
          <a:xfrm flipH="1">
            <a:off x="8535301" y="921256"/>
            <a:ext cx="982576" cy="982576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4" name="Freeform 5"/>
          <p:cNvSpPr>
            <a:spLocks/>
          </p:cNvSpPr>
          <p:nvPr userDrawn="1"/>
        </p:nvSpPr>
        <p:spPr bwMode="auto">
          <a:xfrm flipH="1">
            <a:off x="8690348" y="-296897"/>
            <a:ext cx="672480" cy="67248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5" name="Freeform 5"/>
          <p:cNvSpPr>
            <a:spLocks/>
          </p:cNvSpPr>
          <p:nvPr userDrawn="1"/>
        </p:nvSpPr>
        <p:spPr bwMode="auto">
          <a:xfrm flipH="1">
            <a:off x="6892774" y="1381250"/>
            <a:ext cx="1081310" cy="108131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6" name="Freeform 5"/>
          <p:cNvSpPr>
            <a:spLocks/>
          </p:cNvSpPr>
          <p:nvPr userDrawn="1"/>
        </p:nvSpPr>
        <p:spPr bwMode="auto">
          <a:xfrm flipH="1">
            <a:off x="7490451" y="215697"/>
            <a:ext cx="521440" cy="52144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7" name="Freeform 5"/>
          <p:cNvSpPr>
            <a:spLocks/>
          </p:cNvSpPr>
          <p:nvPr userDrawn="1"/>
        </p:nvSpPr>
        <p:spPr bwMode="auto">
          <a:xfrm flipH="1">
            <a:off x="9305255" y="2655843"/>
            <a:ext cx="1337469" cy="1337469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 dirty="0"/>
          </a:p>
        </p:txBody>
      </p:sp>
      <p:sp>
        <p:nvSpPr>
          <p:cNvPr id="28" name="Freeform 5"/>
          <p:cNvSpPr>
            <a:spLocks/>
          </p:cNvSpPr>
          <p:nvPr userDrawn="1"/>
        </p:nvSpPr>
        <p:spPr bwMode="auto">
          <a:xfrm flipH="1">
            <a:off x="11073361" y="2461388"/>
            <a:ext cx="672480" cy="67248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9" name="Freeform 5"/>
          <p:cNvSpPr>
            <a:spLocks/>
          </p:cNvSpPr>
          <p:nvPr userDrawn="1"/>
        </p:nvSpPr>
        <p:spPr bwMode="auto">
          <a:xfrm flipH="1">
            <a:off x="10870156" y="3855256"/>
            <a:ext cx="521440" cy="52144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0" name="Freeform 5"/>
          <p:cNvSpPr>
            <a:spLocks/>
          </p:cNvSpPr>
          <p:nvPr userDrawn="1"/>
        </p:nvSpPr>
        <p:spPr bwMode="auto">
          <a:xfrm flipH="1">
            <a:off x="8352858" y="2453988"/>
            <a:ext cx="521761" cy="521761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1" name="Freeform 5"/>
          <p:cNvSpPr>
            <a:spLocks/>
          </p:cNvSpPr>
          <p:nvPr userDrawn="1"/>
        </p:nvSpPr>
        <p:spPr bwMode="auto">
          <a:xfrm flipH="1">
            <a:off x="11801991" y="3355185"/>
            <a:ext cx="672480" cy="67248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2" name="Freeform 5"/>
          <p:cNvSpPr>
            <a:spLocks/>
          </p:cNvSpPr>
          <p:nvPr userDrawn="1"/>
        </p:nvSpPr>
        <p:spPr bwMode="auto">
          <a:xfrm flipH="1">
            <a:off x="12086289" y="2172540"/>
            <a:ext cx="385460" cy="38546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0" name="Freeform 5"/>
          <p:cNvSpPr>
            <a:spLocks/>
          </p:cNvSpPr>
          <p:nvPr userDrawn="1"/>
        </p:nvSpPr>
        <p:spPr bwMode="auto">
          <a:xfrm flipH="1">
            <a:off x="11486507" y="174661"/>
            <a:ext cx="530831" cy="530831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1" name="TextBox 20"/>
          <p:cNvSpPr txBox="1"/>
          <p:nvPr userDrawn="1"/>
        </p:nvSpPr>
        <p:spPr>
          <a:xfrm>
            <a:off x="11526134" y="245136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60E2A6B-A809-4840-BF14-8648BC0BDF87}" type="slidenum">
              <a:rPr lang="id-ID" sz="1800" b="1" smtClean="0">
                <a:solidFill>
                  <a:schemeClr val="bg1"/>
                </a:solidFill>
              </a:rPr>
              <a:pPr algn="ctr"/>
              <a:t>‹#›</a:t>
            </a:fld>
            <a:endParaRPr lang="id-ID" sz="1800" dirty="0">
              <a:solidFill>
                <a:schemeClr val="bg1"/>
              </a:solidFill>
            </a:endParaRPr>
          </a:p>
        </p:txBody>
      </p:sp>
      <p:sp>
        <p:nvSpPr>
          <p:cNvPr id="34" name="TextBox 33"/>
          <p:cNvSpPr txBox="1"/>
          <p:nvPr userDrawn="1"/>
        </p:nvSpPr>
        <p:spPr>
          <a:xfrm>
            <a:off x="956885" y="6409324"/>
            <a:ext cx="174599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050" b="1" dirty="0" smtClean="0">
                <a:solidFill>
                  <a:schemeClr val="accent1">
                    <a:lumMod val="75000"/>
                  </a:schemeClr>
                </a:solidFill>
                <a:latin typeface="Raleway" panose="020B0003030101060003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Kupat</a:t>
            </a:r>
            <a:r>
              <a:rPr lang="id-ID" sz="1050" b="1" baseline="0" dirty="0" smtClean="0">
                <a:solidFill>
                  <a:schemeClr val="accent1">
                    <a:lumMod val="75000"/>
                  </a:schemeClr>
                </a:solidFill>
                <a:latin typeface="Raleway" panose="020B0003030101060003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Tahu </a:t>
            </a:r>
            <a:r>
              <a:rPr lang="id-ID" sz="1050" dirty="0" smtClean="0">
                <a:solidFill>
                  <a:schemeClr val="bg1">
                    <a:lumMod val="65000"/>
                  </a:schemeClr>
                </a:solidFill>
                <a:latin typeface="Raleway" panose="020B0003030101060003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Presentation</a:t>
            </a:r>
            <a:endParaRPr lang="en-US" sz="1050" dirty="0">
              <a:solidFill>
                <a:schemeClr val="bg1">
                  <a:lumMod val="65000"/>
                </a:schemeClr>
              </a:solidFill>
              <a:latin typeface="Raleway" panose="020B0003030101060003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35" name="Group 34"/>
          <p:cNvGrpSpPr/>
          <p:nvPr userDrawn="1"/>
        </p:nvGrpSpPr>
        <p:grpSpPr>
          <a:xfrm>
            <a:off x="347419" y="6409324"/>
            <a:ext cx="224082" cy="221156"/>
            <a:chOff x="4328868" y="5502988"/>
            <a:chExt cx="500307" cy="493774"/>
          </a:xfrm>
        </p:grpSpPr>
        <p:sp>
          <p:nvSpPr>
            <p:cNvPr id="39" name="Freeform 38">
              <a:hlinkClick r:id="" action="ppaction://hlinkshowjump?jump=previousslide"/>
            </p:cNvPr>
            <p:cNvSpPr>
              <a:spLocks/>
            </p:cNvSpPr>
            <p:nvPr userDrawn="1"/>
          </p:nvSpPr>
          <p:spPr bwMode="auto">
            <a:xfrm>
              <a:off x="4520555" y="5649754"/>
              <a:ext cx="116933" cy="200242"/>
            </a:xfrm>
            <a:custGeom>
              <a:avLst/>
              <a:gdLst>
                <a:gd name="T0" fmla="*/ 417 w 425"/>
                <a:gd name="T1" fmla="*/ 77 h 728"/>
                <a:gd name="T2" fmla="*/ 131 w 425"/>
                <a:gd name="T3" fmla="*/ 364 h 728"/>
                <a:gd name="T4" fmla="*/ 417 w 425"/>
                <a:gd name="T5" fmla="*/ 650 h 728"/>
                <a:gd name="T6" fmla="*/ 425 w 425"/>
                <a:gd name="T7" fmla="*/ 667 h 728"/>
                <a:gd name="T8" fmla="*/ 417 w 425"/>
                <a:gd name="T9" fmla="*/ 684 h 728"/>
                <a:gd name="T10" fmla="*/ 381 w 425"/>
                <a:gd name="T11" fmla="*/ 720 h 728"/>
                <a:gd name="T12" fmla="*/ 364 w 425"/>
                <a:gd name="T13" fmla="*/ 728 h 728"/>
                <a:gd name="T14" fmla="*/ 347 w 425"/>
                <a:gd name="T15" fmla="*/ 720 h 728"/>
                <a:gd name="T16" fmla="*/ 8 w 425"/>
                <a:gd name="T17" fmla="*/ 381 h 728"/>
                <a:gd name="T18" fmla="*/ 0 w 425"/>
                <a:gd name="T19" fmla="*/ 364 h 728"/>
                <a:gd name="T20" fmla="*/ 8 w 425"/>
                <a:gd name="T21" fmla="*/ 347 h 728"/>
                <a:gd name="T22" fmla="*/ 347 w 425"/>
                <a:gd name="T23" fmla="*/ 7 h 728"/>
                <a:gd name="T24" fmla="*/ 364 w 425"/>
                <a:gd name="T25" fmla="*/ 0 h 728"/>
                <a:gd name="T26" fmla="*/ 381 w 425"/>
                <a:gd name="T27" fmla="*/ 7 h 728"/>
                <a:gd name="T28" fmla="*/ 417 w 425"/>
                <a:gd name="T29" fmla="*/ 44 h 728"/>
                <a:gd name="T30" fmla="*/ 425 w 425"/>
                <a:gd name="T31" fmla="*/ 60 h 728"/>
                <a:gd name="T32" fmla="*/ 417 w 425"/>
                <a:gd name="T33" fmla="*/ 77 h 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25" h="728">
                  <a:moveTo>
                    <a:pt x="417" y="77"/>
                  </a:moveTo>
                  <a:cubicBezTo>
                    <a:pt x="131" y="364"/>
                    <a:pt x="131" y="364"/>
                    <a:pt x="131" y="364"/>
                  </a:cubicBezTo>
                  <a:cubicBezTo>
                    <a:pt x="417" y="650"/>
                    <a:pt x="417" y="650"/>
                    <a:pt x="417" y="650"/>
                  </a:cubicBezTo>
                  <a:cubicBezTo>
                    <a:pt x="422" y="655"/>
                    <a:pt x="425" y="661"/>
                    <a:pt x="425" y="667"/>
                  </a:cubicBezTo>
                  <a:cubicBezTo>
                    <a:pt x="425" y="673"/>
                    <a:pt x="422" y="680"/>
                    <a:pt x="417" y="684"/>
                  </a:cubicBezTo>
                  <a:cubicBezTo>
                    <a:pt x="381" y="720"/>
                    <a:pt x="381" y="720"/>
                    <a:pt x="381" y="720"/>
                  </a:cubicBezTo>
                  <a:cubicBezTo>
                    <a:pt x="377" y="725"/>
                    <a:pt x="370" y="728"/>
                    <a:pt x="364" y="728"/>
                  </a:cubicBezTo>
                  <a:cubicBezTo>
                    <a:pt x="358" y="728"/>
                    <a:pt x="352" y="725"/>
                    <a:pt x="347" y="720"/>
                  </a:cubicBezTo>
                  <a:cubicBezTo>
                    <a:pt x="8" y="381"/>
                    <a:pt x="8" y="381"/>
                    <a:pt x="8" y="381"/>
                  </a:cubicBezTo>
                  <a:cubicBezTo>
                    <a:pt x="3" y="376"/>
                    <a:pt x="0" y="369"/>
                    <a:pt x="0" y="364"/>
                  </a:cubicBezTo>
                  <a:cubicBezTo>
                    <a:pt x="0" y="358"/>
                    <a:pt x="3" y="351"/>
                    <a:pt x="8" y="347"/>
                  </a:cubicBezTo>
                  <a:cubicBezTo>
                    <a:pt x="347" y="7"/>
                    <a:pt x="347" y="7"/>
                    <a:pt x="347" y="7"/>
                  </a:cubicBezTo>
                  <a:cubicBezTo>
                    <a:pt x="352" y="3"/>
                    <a:pt x="358" y="0"/>
                    <a:pt x="364" y="0"/>
                  </a:cubicBezTo>
                  <a:cubicBezTo>
                    <a:pt x="370" y="0"/>
                    <a:pt x="377" y="3"/>
                    <a:pt x="381" y="7"/>
                  </a:cubicBezTo>
                  <a:cubicBezTo>
                    <a:pt x="417" y="44"/>
                    <a:pt x="417" y="44"/>
                    <a:pt x="417" y="44"/>
                  </a:cubicBezTo>
                  <a:cubicBezTo>
                    <a:pt x="422" y="48"/>
                    <a:pt x="425" y="54"/>
                    <a:pt x="425" y="60"/>
                  </a:cubicBezTo>
                  <a:cubicBezTo>
                    <a:pt x="425" y="66"/>
                    <a:pt x="422" y="73"/>
                    <a:pt x="417" y="77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40" name="Freeform 39">
              <a:hlinkClick r:id="" action="ppaction://hlinkshowjump?jump=previousslide"/>
            </p:cNvPr>
            <p:cNvSpPr>
              <a:spLocks noEditPoints="1"/>
            </p:cNvSpPr>
            <p:nvPr userDrawn="1"/>
          </p:nvSpPr>
          <p:spPr bwMode="auto">
            <a:xfrm>
              <a:off x="4328868" y="5502988"/>
              <a:ext cx="500307" cy="493774"/>
            </a:xfrm>
            <a:custGeom>
              <a:avLst/>
              <a:gdLst>
                <a:gd name="T0" fmla="*/ 2355 w 2753"/>
                <a:gd name="T1" fmla="*/ 114 h 2716"/>
                <a:gd name="T2" fmla="*/ 2639 w 2753"/>
                <a:gd name="T3" fmla="*/ 399 h 2716"/>
                <a:gd name="T4" fmla="*/ 2639 w 2753"/>
                <a:gd name="T5" fmla="*/ 2317 h 2716"/>
                <a:gd name="T6" fmla="*/ 2355 w 2753"/>
                <a:gd name="T7" fmla="*/ 2602 h 2716"/>
                <a:gd name="T8" fmla="*/ 398 w 2753"/>
                <a:gd name="T9" fmla="*/ 2602 h 2716"/>
                <a:gd name="T10" fmla="*/ 113 w 2753"/>
                <a:gd name="T11" fmla="*/ 2317 h 2716"/>
                <a:gd name="T12" fmla="*/ 113 w 2753"/>
                <a:gd name="T13" fmla="*/ 399 h 2716"/>
                <a:gd name="T14" fmla="*/ 398 w 2753"/>
                <a:gd name="T15" fmla="*/ 114 h 2716"/>
                <a:gd name="T16" fmla="*/ 2355 w 2753"/>
                <a:gd name="T17" fmla="*/ 114 h 2716"/>
                <a:gd name="T18" fmla="*/ 2355 w 2753"/>
                <a:gd name="T19" fmla="*/ 0 h 2716"/>
                <a:gd name="T20" fmla="*/ 398 w 2753"/>
                <a:gd name="T21" fmla="*/ 0 h 2716"/>
                <a:gd name="T22" fmla="*/ 0 w 2753"/>
                <a:gd name="T23" fmla="*/ 399 h 2716"/>
                <a:gd name="T24" fmla="*/ 0 w 2753"/>
                <a:gd name="T25" fmla="*/ 2317 h 2716"/>
                <a:gd name="T26" fmla="*/ 398 w 2753"/>
                <a:gd name="T27" fmla="*/ 2716 h 2716"/>
                <a:gd name="T28" fmla="*/ 2355 w 2753"/>
                <a:gd name="T29" fmla="*/ 2716 h 2716"/>
                <a:gd name="T30" fmla="*/ 2753 w 2753"/>
                <a:gd name="T31" fmla="*/ 2317 h 2716"/>
                <a:gd name="T32" fmla="*/ 2753 w 2753"/>
                <a:gd name="T33" fmla="*/ 399 h 2716"/>
                <a:gd name="T34" fmla="*/ 2355 w 2753"/>
                <a:gd name="T35" fmla="*/ 0 h 27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53" h="2716">
                  <a:moveTo>
                    <a:pt x="2355" y="114"/>
                  </a:moveTo>
                  <a:cubicBezTo>
                    <a:pt x="2512" y="114"/>
                    <a:pt x="2639" y="242"/>
                    <a:pt x="2639" y="399"/>
                  </a:cubicBezTo>
                  <a:cubicBezTo>
                    <a:pt x="2639" y="2317"/>
                    <a:pt x="2639" y="2317"/>
                    <a:pt x="2639" y="2317"/>
                  </a:cubicBezTo>
                  <a:cubicBezTo>
                    <a:pt x="2639" y="2474"/>
                    <a:pt x="2512" y="2602"/>
                    <a:pt x="2355" y="2602"/>
                  </a:cubicBezTo>
                  <a:cubicBezTo>
                    <a:pt x="398" y="2602"/>
                    <a:pt x="398" y="2602"/>
                    <a:pt x="398" y="2602"/>
                  </a:cubicBezTo>
                  <a:cubicBezTo>
                    <a:pt x="241" y="2602"/>
                    <a:pt x="113" y="2474"/>
                    <a:pt x="113" y="2317"/>
                  </a:cubicBezTo>
                  <a:cubicBezTo>
                    <a:pt x="113" y="399"/>
                    <a:pt x="113" y="399"/>
                    <a:pt x="113" y="399"/>
                  </a:cubicBezTo>
                  <a:cubicBezTo>
                    <a:pt x="113" y="242"/>
                    <a:pt x="241" y="114"/>
                    <a:pt x="398" y="114"/>
                  </a:cubicBezTo>
                  <a:cubicBezTo>
                    <a:pt x="2355" y="114"/>
                    <a:pt x="2355" y="114"/>
                    <a:pt x="2355" y="114"/>
                  </a:cubicBezTo>
                  <a:moveTo>
                    <a:pt x="2355" y="0"/>
                  </a:moveTo>
                  <a:cubicBezTo>
                    <a:pt x="398" y="0"/>
                    <a:pt x="398" y="0"/>
                    <a:pt x="398" y="0"/>
                  </a:cubicBezTo>
                  <a:cubicBezTo>
                    <a:pt x="178" y="0"/>
                    <a:pt x="0" y="179"/>
                    <a:pt x="0" y="399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0" y="2538"/>
                    <a:pt x="178" y="2716"/>
                    <a:pt x="398" y="2716"/>
                  </a:cubicBezTo>
                  <a:cubicBezTo>
                    <a:pt x="2355" y="2716"/>
                    <a:pt x="2355" y="2716"/>
                    <a:pt x="2355" y="2716"/>
                  </a:cubicBezTo>
                  <a:cubicBezTo>
                    <a:pt x="2575" y="2716"/>
                    <a:pt x="2753" y="2538"/>
                    <a:pt x="2753" y="2317"/>
                  </a:cubicBezTo>
                  <a:cubicBezTo>
                    <a:pt x="2753" y="399"/>
                    <a:pt x="2753" y="399"/>
                    <a:pt x="2753" y="399"/>
                  </a:cubicBezTo>
                  <a:cubicBezTo>
                    <a:pt x="2753" y="179"/>
                    <a:pt x="2575" y="0"/>
                    <a:pt x="2355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  <p:grpSp>
        <p:nvGrpSpPr>
          <p:cNvPr id="41" name="Group 40"/>
          <p:cNvGrpSpPr/>
          <p:nvPr userDrawn="1"/>
        </p:nvGrpSpPr>
        <p:grpSpPr>
          <a:xfrm flipH="1">
            <a:off x="657355" y="6409324"/>
            <a:ext cx="224082" cy="221156"/>
            <a:chOff x="4328868" y="5502988"/>
            <a:chExt cx="500307" cy="493774"/>
          </a:xfrm>
        </p:grpSpPr>
        <p:sp>
          <p:nvSpPr>
            <p:cNvPr id="42" name="Freeform 41">
              <a:hlinkClick r:id="" action="ppaction://hlinkshowjump?jump=nextslide"/>
            </p:cNvPr>
            <p:cNvSpPr>
              <a:spLocks/>
            </p:cNvSpPr>
            <p:nvPr userDrawn="1"/>
          </p:nvSpPr>
          <p:spPr bwMode="auto">
            <a:xfrm>
              <a:off x="4520556" y="5649754"/>
              <a:ext cx="116933" cy="200242"/>
            </a:xfrm>
            <a:custGeom>
              <a:avLst/>
              <a:gdLst>
                <a:gd name="T0" fmla="*/ 417 w 425"/>
                <a:gd name="T1" fmla="*/ 77 h 728"/>
                <a:gd name="T2" fmla="*/ 131 w 425"/>
                <a:gd name="T3" fmla="*/ 364 h 728"/>
                <a:gd name="T4" fmla="*/ 417 w 425"/>
                <a:gd name="T5" fmla="*/ 650 h 728"/>
                <a:gd name="T6" fmla="*/ 425 w 425"/>
                <a:gd name="T7" fmla="*/ 667 h 728"/>
                <a:gd name="T8" fmla="*/ 417 w 425"/>
                <a:gd name="T9" fmla="*/ 684 h 728"/>
                <a:gd name="T10" fmla="*/ 381 w 425"/>
                <a:gd name="T11" fmla="*/ 720 h 728"/>
                <a:gd name="T12" fmla="*/ 364 w 425"/>
                <a:gd name="T13" fmla="*/ 728 h 728"/>
                <a:gd name="T14" fmla="*/ 347 w 425"/>
                <a:gd name="T15" fmla="*/ 720 h 728"/>
                <a:gd name="T16" fmla="*/ 8 w 425"/>
                <a:gd name="T17" fmla="*/ 381 h 728"/>
                <a:gd name="T18" fmla="*/ 0 w 425"/>
                <a:gd name="T19" fmla="*/ 364 h 728"/>
                <a:gd name="T20" fmla="*/ 8 w 425"/>
                <a:gd name="T21" fmla="*/ 347 h 728"/>
                <a:gd name="T22" fmla="*/ 347 w 425"/>
                <a:gd name="T23" fmla="*/ 7 h 728"/>
                <a:gd name="T24" fmla="*/ 364 w 425"/>
                <a:gd name="T25" fmla="*/ 0 h 728"/>
                <a:gd name="T26" fmla="*/ 381 w 425"/>
                <a:gd name="T27" fmla="*/ 7 h 728"/>
                <a:gd name="T28" fmla="*/ 417 w 425"/>
                <a:gd name="T29" fmla="*/ 44 h 728"/>
                <a:gd name="T30" fmla="*/ 425 w 425"/>
                <a:gd name="T31" fmla="*/ 60 h 728"/>
                <a:gd name="T32" fmla="*/ 417 w 425"/>
                <a:gd name="T33" fmla="*/ 77 h 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25" h="728">
                  <a:moveTo>
                    <a:pt x="417" y="77"/>
                  </a:moveTo>
                  <a:cubicBezTo>
                    <a:pt x="131" y="364"/>
                    <a:pt x="131" y="364"/>
                    <a:pt x="131" y="364"/>
                  </a:cubicBezTo>
                  <a:cubicBezTo>
                    <a:pt x="417" y="650"/>
                    <a:pt x="417" y="650"/>
                    <a:pt x="417" y="650"/>
                  </a:cubicBezTo>
                  <a:cubicBezTo>
                    <a:pt x="422" y="655"/>
                    <a:pt x="425" y="661"/>
                    <a:pt x="425" y="667"/>
                  </a:cubicBezTo>
                  <a:cubicBezTo>
                    <a:pt x="425" y="673"/>
                    <a:pt x="422" y="680"/>
                    <a:pt x="417" y="684"/>
                  </a:cubicBezTo>
                  <a:cubicBezTo>
                    <a:pt x="381" y="720"/>
                    <a:pt x="381" y="720"/>
                    <a:pt x="381" y="720"/>
                  </a:cubicBezTo>
                  <a:cubicBezTo>
                    <a:pt x="377" y="725"/>
                    <a:pt x="370" y="728"/>
                    <a:pt x="364" y="728"/>
                  </a:cubicBezTo>
                  <a:cubicBezTo>
                    <a:pt x="358" y="728"/>
                    <a:pt x="352" y="725"/>
                    <a:pt x="347" y="720"/>
                  </a:cubicBezTo>
                  <a:cubicBezTo>
                    <a:pt x="8" y="381"/>
                    <a:pt x="8" y="381"/>
                    <a:pt x="8" y="381"/>
                  </a:cubicBezTo>
                  <a:cubicBezTo>
                    <a:pt x="3" y="376"/>
                    <a:pt x="0" y="369"/>
                    <a:pt x="0" y="364"/>
                  </a:cubicBezTo>
                  <a:cubicBezTo>
                    <a:pt x="0" y="358"/>
                    <a:pt x="3" y="351"/>
                    <a:pt x="8" y="347"/>
                  </a:cubicBezTo>
                  <a:cubicBezTo>
                    <a:pt x="347" y="7"/>
                    <a:pt x="347" y="7"/>
                    <a:pt x="347" y="7"/>
                  </a:cubicBezTo>
                  <a:cubicBezTo>
                    <a:pt x="352" y="3"/>
                    <a:pt x="358" y="0"/>
                    <a:pt x="364" y="0"/>
                  </a:cubicBezTo>
                  <a:cubicBezTo>
                    <a:pt x="370" y="0"/>
                    <a:pt x="377" y="3"/>
                    <a:pt x="381" y="7"/>
                  </a:cubicBezTo>
                  <a:cubicBezTo>
                    <a:pt x="417" y="44"/>
                    <a:pt x="417" y="44"/>
                    <a:pt x="417" y="44"/>
                  </a:cubicBezTo>
                  <a:cubicBezTo>
                    <a:pt x="422" y="48"/>
                    <a:pt x="425" y="54"/>
                    <a:pt x="425" y="60"/>
                  </a:cubicBezTo>
                  <a:cubicBezTo>
                    <a:pt x="425" y="66"/>
                    <a:pt x="422" y="73"/>
                    <a:pt x="417" y="77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43" name="Freeform 42">
              <a:hlinkClick r:id="" action="ppaction://hlinkshowjump?jump=nextslide"/>
            </p:cNvPr>
            <p:cNvSpPr>
              <a:spLocks noEditPoints="1"/>
            </p:cNvSpPr>
            <p:nvPr userDrawn="1"/>
          </p:nvSpPr>
          <p:spPr bwMode="auto">
            <a:xfrm>
              <a:off x="4328868" y="5502988"/>
              <a:ext cx="500307" cy="493774"/>
            </a:xfrm>
            <a:custGeom>
              <a:avLst/>
              <a:gdLst>
                <a:gd name="T0" fmla="*/ 2355 w 2753"/>
                <a:gd name="T1" fmla="*/ 114 h 2716"/>
                <a:gd name="T2" fmla="*/ 2639 w 2753"/>
                <a:gd name="T3" fmla="*/ 399 h 2716"/>
                <a:gd name="T4" fmla="*/ 2639 w 2753"/>
                <a:gd name="T5" fmla="*/ 2317 h 2716"/>
                <a:gd name="T6" fmla="*/ 2355 w 2753"/>
                <a:gd name="T7" fmla="*/ 2602 h 2716"/>
                <a:gd name="T8" fmla="*/ 398 w 2753"/>
                <a:gd name="T9" fmla="*/ 2602 h 2716"/>
                <a:gd name="T10" fmla="*/ 113 w 2753"/>
                <a:gd name="T11" fmla="*/ 2317 h 2716"/>
                <a:gd name="T12" fmla="*/ 113 w 2753"/>
                <a:gd name="T13" fmla="*/ 399 h 2716"/>
                <a:gd name="T14" fmla="*/ 398 w 2753"/>
                <a:gd name="T15" fmla="*/ 114 h 2716"/>
                <a:gd name="T16" fmla="*/ 2355 w 2753"/>
                <a:gd name="T17" fmla="*/ 114 h 2716"/>
                <a:gd name="T18" fmla="*/ 2355 w 2753"/>
                <a:gd name="T19" fmla="*/ 0 h 2716"/>
                <a:gd name="T20" fmla="*/ 398 w 2753"/>
                <a:gd name="T21" fmla="*/ 0 h 2716"/>
                <a:gd name="T22" fmla="*/ 0 w 2753"/>
                <a:gd name="T23" fmla="*/ 399 h 2716"/>
                <a:gd name="T24" fmla="*/ 0 w 2753"/>
                <a:gd name="T25" fmla="*/ 2317 h 2716"/>
                <a:gd name="T26" fmla="*/ 398 w 2753"/>
                <a:gd name="T27" fmla="*/ 2716 h 2716"/>
                <a:gd name="T28" fmla="*/ 2355 w 2753"/>
                <a:gd name="T29" fmla="*/ 2716 h 2716"/>
                <a:gd name="T30" fmla="*/ 2753 w 2753"/>
                <a:gd name="T31" fmla="*/ 2317 h 2716"/>
                <a:gd name="T32" fmla="*/ 2753 w 2753"/>
                <a:gd name="T33" fmla="*/ 399 h 2716"/>
                <a:gd name="T34" fmla="*/ 2355 w 2753"/>
                <a:gd name="T35" fmla="*/ 0 h 27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53" h="2716">
                  <a:moveTo>
                    <a:pt x="2355" y="114"/>
                  </a:moveTo>
                  <a:cubicBezTo>
                    <a:pt x="2512" y="114"/>
                    <a:pt x="2639" y="242"/>
                    <a:pt x="2639" y="399"/>
                  </a:cubicBezTo>
                  <a:cubicBezTo>
                    <a:pt x="2639" y="2317"/>
                    <a:pt x="2639" y="2317"/>
                    <a:pt x="2639" y="2317"/>
                  </a:cubicBezTo>
                  <a:cubicBezTo>
                    <a:pt x="2639" y="2474"/>
                    <a:pt x="2512" y="2602"/>
                    <a:pt x="2355" y="2602"/>
                  </a:cubicBezTo>
                  <a:cubicBezTo>
                    <a:pt x="398" y="2602"/>
                    <a:pt x="398" y="2602"/>
                    <a:pt x="398" y="2602"/>
                  </a:cubicBezTo>
                  <a:cubicBezTo>
                    <a:pt x="241" y="2602"/>
                    <a:pt x="113" y="2474"/>
                    <a:pt x="113" y="2317"/>
                  </a:cubicBezTo>
                  <a:cubicBezTo>
                    <a:pt x="113" y="399"/>
                    <a:pt x="113" y="399"/>
                    <a:pt x="113" y="399"/>
                  </a:cubicBezTo>
                  <a:cubicBezTo>
                    <a:pt x="113" y="242"/>
                    <a:pt x="241" y="114"/>
                    <a:pt x="398" y="114"/>
                  </a:cubicBezTo>
                  <a:cubicBezTo>
                    <a:pt x="2355" y="114"/>
                    <a:pt x="2355" y="114"/>
                    <a:pt x="2355" y="114"/>
                  </a:cubicBezTo>
                  <a:moveTo>
                    <a:pt x="2355" y="0"/>
                  </a:moveTo>
                  <a:cubicBezTo>
                    <a:pt x="398" y="0"/>
                    <a:pt x="398" y="0"/>
                    <a:pt x="398" y="0"/>
                  </a:cubicBezTo>
                  <a:cubicBezTo>
                    <a:pt x="178" y="0"/>
                    <a:pt x="0" y="179"/>
                    <a:pt x="0" y="399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0" y="2538"/>
                    <a:pt x="178" y="2716"/>
                    <a:pt x="398" y="2716"/>
                  </a:cubicBezTo>
                  <a:cubicBezTo>
                    <a:pt x="2355" y="2716"/>
                    <a:pt x="2355" y="2716"/>
                    <a:pt x="2355" y="2716"/>
                  </a:cubicBezTo>
                  <a:cubicBezTo>
                    <a:pt x="2575" y="2716"/>
                    <a:pt x="2753" y="2538"/>
                    <a:pt x="2753" y="2317"/>
                  </a:cubicBezTo>
                  <a:cubicBezTo>
                    <a:pt x="2753" y="399"/>
                    <a:pt x="2753" y="399"/>
                    <a:pt x="2753" y="399"/>
                  </a:cubicBezTo>
                  <a:cubicBezTo>
                    <a:pt x="2753" y="179"/>
                    <a:pt x="2575" y="0"/>
                    <a:pt x="2355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4204251" y="2603689"/>
            <a:ext cx="4035288" cy="2326120"/>
          </a:xfrm>
          <a:custGeom>
            <a:avLst/>
            <a:gdLst>
              <a:gd name="connsiteX0" fmla="*/ 0 w 1643062"/>
              <a:gd name="connsiteY0" fmla="*/ 0 h 1641475"/>
              <a:gd name="connsiteX1" fmla="*/ 1643062 w 1643062"/>
              <a:gd name="connsiteY1" fmla="*/ 0 h 1641475"/>
              <a:gd name="connsiteX2" fmla="*/ 1643062 w 1643062"/>
              <a:gd name="connsiteY2" fmla="*/ 1641475 h 1641475"/>
              <a:gd name="connsiteX3" fmla="*/ 0 w 1643062"/>
              <a:gd name="connsiteY3" fmla="*/ 1641475 h 1641475"/>
              <a:gd name="connsiteX4" fmla="*/ 0 w 1643062"/>
              <a:gd name="connsiteY4" fmla="*/ 0 h 1641475"/>
              <a:gd name="connsiteX0" fmla="*/ 0 w 3073678"/>
              <a:gd name="connsiteY0" fmla="*/ 0 h 1641475"/>
              <a:gd name="connsiteX1" fmla="*/ 3073678 w 3073678"/>
              <a:gd name="connsiteY1" fmla="*/ 799470 h 1641475"/>
              <a:gd name="connsiteX2" fmla="*/ 1643062 w 3073678"/>
              <a:gd name="connsiteY2" fmla="*/ 1641475 h 1641475"/>
              <a:gd name="connsiteX3" fmla="*/ 0 w 3073678"/>
              <a:gd name="connsiteY3" fmla="*/ 1641475 h 1641475"/>
              <a:gd name="connsiteX4" fmla="*/ 0 w 3073678"/>
              <a:gd name="connsiteY4" fmla="*/ 0 h 1641475"/>
              <a:gd name="connsiteX0" fmla="*/ 1592747 w 3073678"/>
              <a:gd name="connsiteY0" fmla="*/ 0 h 1687194"/>
              <a:gd name="connsiteX1" fmla="*/ 3073678 w 3073678"/>
              <a:gd name="connsiteY1" fmla="*/ 845189 h 1687194"/>
              <a:gd name="connsiteX2" fmla="*/ 1643062 w 3073678"/>
              <a:gd name="connsiteY2" fmla="*/ 1687194 h 1687194"/>
              <a:gd name="connsiteX3" fmla="*/ 0 w 3073678"/>
              <a:gd name="connsiteY3" fmla="*/ 1687194 h 1687194"/>
              <a:gd name="connsiteX4" fmla="*/ 1592747 w 3073678"/>
              <a:gd name="connsiteY4" fmla="*/ 0 h 1687194"/>
              <a:gd name="connsiteX0" fmla="*/ 2584174 w 4065105"/>
              <a:gd name="connsiteY0" fmla="*/ 0 h 1687194"/>
              <a:gd name="connsiteX1" fmla="*/ 4065105 w 4065105"/>
              <a:gd name="connsiteY1" fmla="*/ 845189 h 1687194"/>
              <a:gd name="connsiteX2" fmla="*/ 2634489 w 4065105"/>
              <a:gd name="connsiteY2" fmla="*/ 1687194 h 1687194"/>
              <a:gd name="connsiteX3" fmla="*/ 0 w 4065105"/>
              <a:gd name="connsiteY3" fmla="*/ 1491233 h 1687194"/>
              <a:gd name="connsiteX4" fmla="*/ 2584174 w 4065105"/>
              <a:gd name="connsiteY4" fmla="*/ 0 h 1687194"/>
              <a:gd name="connsiteX0" fmla="*/ 2584174 w 4065105"/>
              <a:gd name="connsiteY0" fmla="*/ 0 h 2326120"/>
              <a:gd name="connsiteX1" fmla="*/ 4065105 w 4065105"/>
              <a:gd name="connsiteY1" fmla="*/ 845189 h 2326120"/>
              <a:gd name="connsiteX2" fmla="*/ 1431236 w 4065105"/>
              <a:gd name="connsiteY2" fmla="*/ 2326120 h 2326120"/>
              <a:gd name="connsiteX3" fmla="*/ 0 w 4065105"/>
              <a:gd name="connsiteY3" fmla="*/ 1491233 h 2326120"/>
              <a:gd name="connsiteX4" fmla="*/ 2584174 w 4065105"/>
              <a:gd name="connsiteY4" fmla="*/ 0 h 2326120"/>
              <a:gd name="connsiteX0" fmla="*/ 2584174 w 4035288"/>
              <a:gd name="connsiteY0" fmla="*/ 0 h 2326120"/>
              <a:gd name="connsiteX1" fmla="*/ 4035288 w 4035288"/>
              <a:gd name="connsiteY1" fmla="*/ 855128 h 2326120"/>
              <a:gd name="connsiteX2" fmla="*/ 1431236 w 4035288"/>
              <a:gd name="connsiteY2" fmla="*/ 2326120 h 2326120"/>
              <a:gd name="connsiteX3" fmla="*/ 0 w 4035288"/>
              <a:gd name="connsiteY3" fmla="*/ 1491233 h 2326120"/>
              <a:gd name="connsiteX4" fmla="*/ 2584174 w 4035288"/>
              <a:gd name="connsiteY4" fmla="*/ 0 h 2326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35288" h="2326120">
                <a:moveTo>
                  <a:pt x="2584174" y="0"/>
                </a:moveTo>
                <a:lnTo>
                  <a:pt x="4035288" y="855128"/>
                </a:lnTo>
                <a:lnTo>
                  <a:pt x="1431236" y="2326120"/>
                </a:lnTo>
                <a:lnTo>
                  <a:pt x="0" y="1491233"/>
                </a:lnTo>
                <a:lnTo>
                  <a:pt x="2584174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2423281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20" grpId="0" animBg="1"/>
      <p:bldP spid="21" grpId="0"/>
      <p:bldP spid="34" grpId="0"/>
    </p:bldLst>
  </p:timing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2140432"/>
            <a:ext cx="12192000" cy="3098964"/>
          </a:xfrm>
        </p:spPr>
        <p:txBody>
          <a:bodyPr/>
          <a:lstStyle/>
          <a:p>
            <a:endParaRPr lang="id-ID"/>
          </a:p>
        </p:txBody>
      </p:sp>
      <p:sp>
        <p:nvSpPr>
          <p:cNvPr id="22" name="Freeform 5"/>
          <p:cNvSpPr>
            <a:spLocks/>
          </p:cNvSpPr>
          <p:nvPr userDrawn="1"/>
        </p:nvSpPr>
        <p:spPr bwMode="auto">
          <a:xfrm flipH="1">
            <a:off x="9930136" y="-637092"/>
            <a:ext cx="2711791" cy="2711789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3" name="Freeform 5"/>
          <p:cNvSpPr>
            <a:spLocks/>
          </p:cNvSpPr>
          <p:nvPr userDrawn="1"/>
        </p:nvSpPr>
        <p:spPr bwMode="auto">
          <a:xfrm flipH="1">
            <a:off x="8535301" y="921256"/>
            <a:ext cx="982576" cy="982576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4" name="Freeform 5"/>
          <p:cNvSpPr>
            <a:spLocks/>
          </p:cNvSpPr>
          <p:nvPr userDrawn="1"/>
        </p:nvSpPr>
        <p:spPr bwMode="auto">
          <a:xfrm flipH="1">
            <a:off x="8690348" y="-296897"/>
            <a:ext cx="672480" cy="67248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5" name="Freeform 5"/>
          <p:cNvSpPr>
            <a:spLocks/>
          </p:cNvSpPr>
          <p:nvPr userDrawn="1"/>
        </p:nvSpPr>
        <p:spPr bwMode="auto">
          <a:xfrm flipH="1">
            <a:off x="6892774" y="1381250"/>
            <a:ext cx="1081310" cy="108131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6" name="Freeform 5"/>
          <p:cNvSpPr>
            <a:spLocks/>
          </p:cNvSpPr>
          <p:nvPr userDrawn="1"/>
        </p:nvSpPr>
        <p:spPr bwMode="auto">
          <a:xfrm flipH="1">
            <a:off x="7490451" y="215697"/>
            <a:ext cx="521440" cy="52144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7" name="Freeform 5"/>
          <p:cNvSpPr>
            <a:spLocks/>
          </p:cNvSpPr>
          <p:nvPr userDrawn="1"/>
        </p:nvSpPr>
        <p:spPr bwMode="auto">
          <a:xfrm flipH="1">
            <a:off x="9305255" y="2655843"/>
            <a:ext cx="1337469" cy="1337469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8" name="Freeform 5"/>
          <p:cNvSpPr>
            <a:spLocks/>
          </p:cNvSpPr>
          <p:nvPr userDrawn="1"/>
        </p:nvSpPr>
        <p:spPr bwMode="auto">
          <a:xfrm flipH="1">
            <a:off x="11073361" y="2461388"/>
            <a:ext cx="672480" cy="67248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9" name="Freeform 5"/>
          <p:cNvSpPr>
            <a:spLocks/>
          </p:cNvSpPr>
          <p:nvPr userDrawn="1"/>
        </p:nvSpPr>
        <p:spPr bwMode="auto">
          <a:xfrm flipH="1">
            <a:off x="10870156" y="3855256"/>
            <a:ext cx="521440" cy="52144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0" name="Freeform 5"/>
          <p:cNvSpPr>
            <a:spLocks/>
          </p:cNvSpPr>
          <p:nvPr userDrawn="1"/>
        </p:nvSpPr>
        <p:spPr bwMode="auto">
          <a:xfrm flipH="1">
            <a:off x="8352858" y="2453988"/>
            <a:ext cx="521761" cy="521761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1" name="Freeform 5"/>
          <p:cNvSpPr>
            <a:spLocks/>
          </p:cNvSpPr>
          <p:nvPr userDrawn="1"/>
        </p:nvSpPr>
        <p:spPr bwMode="auto">
          <a:xfrm flipH="1">
            <a:off x="11801991" y="3355185"/>
            <a:ext cx="672480" cy="67248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2" name="Freeform 5"/>
          <p:cNvSpPr>
            <a:spLocks/>
          </p:cNvSpPr>
          <p:nvPr userDrawn="1"/>
        </p:nvSpPr>
        <p:spPr bwMode="auto">
          <a:xfrm flipH="1">
            <a:off x="12086289" y="2172540"/>
            <a:ext cx="385460" cy="385460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bg1">
              <a:lumMod val="85000"/>
              <a:alpha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0" name="Freeform 5"/>
          <p:cNvSpPr>
            <a:spLocks/>
          </p:cNvSpPr>
          <p:nvPr userDrawn="1"/>
        </p:nvSpPr>
        <p:spPr bwMode="auto">
          <a:xfrm flipH="1">
            <a:off x="11486507" y="174661"/>
            <a:ext cx="530831" cy="530831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1" name="TextBox 20"/>
          <p:cNvSpPr txBox="1"/>
          <p:nvPr userDrawn="1"/>
        </p:nvSpPr>
        <p:spPr>
          <a:xfrm>
            <a:off x="11526134" y="245136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60E2A6B-A809-4840-BF14-8648BC0BDF87}" type="slidenum">
              <a:rPr lang="id-ID" sz="1800" b="1" smtClean="0">
                <a:solidFill>
                  <a:schemeClr val="bg1"/>
                </a:solidFill>
              </a:rPr>
              <a:pPr algn="ctr"/>
              <a:t>‹#›</a:t>
            </a:fld>
            <a:endParaRPr lang="id-ID" sz="1800" dirty="0">
              <a:solidFill>
                <a:schemeClr val="bg1"/>
              </a:solidFill>
            </a:endParaRPr>
          </a:p>
        </p:txBody>
      </p:sp>
      <p:sp>
        <p:nvSpPr>
          <p:cNvPr id="34" name="TextBox 33"/>
          <p:cNvSpPr txBox="1"/>
          <p:nvPr userDrawn="1"/>
        </p:nvSpPr>
        <p:spPr>
          <a:xfrm>
            <a:off x="956885" y="6409324"/>
            <a:ext cx="174599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050" b="1" dirty="0" smtClean="0">
                <a:solidFill>
                  <a:schemeClr val="accent1">
                    <a:lumMod val="75000"/>
                  </a:schemeClr>
                </a:solidFill>
                <a:latin typeface="Raleway" panose="020B0003030101060003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Kupat</a:t>
            </a:r>
            <a:r>
              <a:rPr lang="id-ID" sz="1050" b="1" baseline="0" dirty="0" smtClean="0">
                <a:solidFill>
                  <a:schemeClr val="accent1">
                    <a:lumMod val="75000"/>
                  </a:schemeClr>
                </a:solidFill>
                <a:latin typeface="Raleway" panose="020B0003030101060003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Tahu </a:t>
            </a:r>
            <a:r>
              <a:rPr lang="id-ID" sz="1050" dirty="0" smtClean="0">
                <a:solidFill>
                  <a:schemeClr val="bg1">
                    <a:lumMod val="65000"/>
                  </a:schemeClr>
                </a:solidFill>
                <a:latin typeface="Raleway" panose="020B0003030101060003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Presentation</a:t>
            </a:r>
            <a:endParaRPr lang="en-US" sz="1050" dirty="0">
              <a:solidFill>
                <a:schemeClr val="bg1">
                  <a:lumMod val="65000"/>
                </a:schemeClr>
              </a:solidFill>
              <a:latin typeface="Raleway" panose="020B0003030101060003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35" name="Group 34"/>
          <p:cNvGrpSpPr/>
          <p:nvPr userDrawn="1"/>
        </p:nvGrpSpPr>
        <p:grpSpPr>
          <a:xfrm>
            <a:off x="347419" y="6409324"/>
            <a:ext cx="224082" cy="221156"/>
            <a:chOff x="4328868" y="5502988"/>
            <a:chExt cx="500307" cy="493774"/>
          </a:xfrm>
        </p:grpSpPr>
        <p:sp>
          <p:nvSpPr>
            <p:cNvPr id="39" name="Freeform 38">
              <a:hlinkClick r:id="" action="ppaction://hlinkshowjump?jump=previousslide"/>
            </p:cNvPr>
            <p:cNvSpPr>
              <a:spLocks/>
            </p:cNvSpPr>
            <p:nvPr userDrawn="1"/>
          </p:nvSpPr>
          <p:spPr bwMode="auto">
            <a:xfrm>
              <a:off x="4520555" y="5649754"/>
              <a:ext cx="116933" cy="200242"/>
            </a:xfrm>
            <a:custGeom>
              <a:avLst/>
              <a:gdLst>
                <a:gd name="T0" fmla="*/ 417 w 425"/>
                <a:gd name="T1" fmla="*/ 77 h 728"/>
                <a:gd name="T2" fmla="*/ 131 w 425"/>
                <a:gd name="T3" fmla="*/ 364 h 728"/>
                <a:gd name="T4" fmla="*/ 417 w 425"/>
                <a:gd name="T5" fmla="*/ 650 h 728"/>
                <a:gd name="T6" fmla="*/ 425 w 425"/>
                <a:gd name="T7" fmla="*/ 667 h 728"/>
                <a:gd name="T8" fmla="*/ 417 w 425"/>
                <a:gd name="T9" fmla="*/ 684 h 728"/>
                <a:gd name="T10" fmla="*/ 381 w 425"/>
                <a:gd name="T11" fmla="*/ 720 h 728"/>
                <a:gd name="T12" fmla="*/ 364 w 425"/>
                <a:gd name="T13" fmla="*/ 728 h 728"/>
                <a:gd name="T14" fmla="*/ 347 w 425"/>
                <a:gd name="T15" fmla="*/ 720 h 728"/>
                <a:gd name="T16" fmla="*/ 8 w 425"/>
                <a:gd name="T17" fmla="*/ 381 h 728"/>
                <a:gd name="T18" fmla="*/ 0 w 425"/>
                <a:gd name="T19" fmla="*/ 364 h 728"/>
                <a:gd name="T20" fmla="*/ 8 w 425"/>
                <a:gd name="T21" fmla="*/ 347 h 728"/>
                <a:gd name="T22" fmla="*/ 347 w 425"/>
                <a:gd name="T23" fmla="*/ 7 h 728"/>
                <a:gd name="T24" fmla="*/ 364 w 425"/>
                <a:gd name="T25" fmla="*/ 0 h 728"/>
                <a:gd name="T26" fmla="*/ 381 w 425"/>
                <a:gd name="T27" fmla="*/ 7 h 728"/>
                <a:gd name="T28" fmla="*/ 417 w 425"/>
                <a:gd name="T29" fmla="*/ 44 h 728"/>
                <a:gd name="T30" fmla="*/ 425 w 425"/>
                <a:gd name="T31" fmla="*/ 60 h 728"/>
                <a:gd name="T32" fmla="*/ 417 w 425"/>
                <a:gd name="T33" fmla="*/ 77 h 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25" h="728">
                  <a:moveTo>
                    <a:pt x="417" y="77"/>
                  </a:moveTo>
                  <a:cubicBezTo>
                    <a:pt x="131" y="364"/>
                    <a:pt x="131" y="364"/>
                    <a:pt x="131" y="364"/>
                  </a:cubicBezTo>
                  <a:cubicBezTo>
                    <a:pt x="417" y="650"/>
                    <a:pt x="417" y="650"/>
                    <a:pt x="417" y="650"/>
                  </a:cubicBezTo>
                  <a:cubicBezTo>
                    <a:pt x="422" y="655"/>
                    <a:pt x="425" y="661"/>
                    <a:pt x="425" y="667"/>
                  </a:cubicBezTo>
                  <a:cubicBezTo>
                    <a:pt x="425" y="673"/>
                    <a:pt x="422" y="680"/>
                    <a:pt x="417" y="684"/>
                  </a:cubicBezTo>
                  <a:cubicBezTo>
                    <a:pt x="381" y="720"/>
                    <a:pt x="381" y="720"/>
                    <a:pt x="381" y="720"/>
                  </a:cubicBezTo>
                  <a:cubicBezTo>
                    <a:pt x="377" y="725"/>
                    <a:pt x="370" y="728"/>
                    <a:pt x="364" y="728"/>
                  </a:cubicBezTo>
                  <a:cubicBezTo>
                    <a:pt x="358" y="728"/>
                    <a:pt x="352" y="725"/>
                    <a:pt x="347" y="720"/>
                  </a:cubicBezTo>
                  <a:cubicBezTo>
                    <a:pt x="8" y="381"/>
                    <a:pt x="8" y="381"/>
                    <a:pt x="8" y="381"/>
                  </a:cubicBezTo>
                  <a:cubicBezTo>
                    <a:pt x="3" y="376"/>
                    <a:pt x="0" y="369"/>
                    <a:pt x="0" y="364"/>
                  </a:cubicBezTo>
                  <a:cubicBezTo>
                    <a:pt x="0" y="358"/>
                    <a:pt x="3" y="351"/>
                    <a:pt x="8" y="347"/>
                  </a:cubicBezTo>
                  <a:cubicBezTo>
                    <a:pt x="347" y="7"/>
                    <a:pt x="347" y="7"/>
                    <a:pt x="347" y="7"/>
                  </a:cubicBezTo>
                  <a:cubicBezTo>
                    <a:pt x="352" y="3"/>
                    <a:pt x="358" y="0"/>
                    <a:pt x="364" y="0"/>
                  </a:cubicBezTo>
                  <a:cubicBezTo>
                    <a:pt x="370" y="0"/>
                    <a:pt x="377" y="3"/>
                    <a:pt x="381" y="7"/>
                  </a:cubicBezTo>
                  <a:cubicBezTo>
                    <a:pt x="417" y="44"/>
                    <a:pt x="417" y="44"/>
                    <a:pt x="417" y="44"/>
                  </a:cubicBezTo>
                  <a:cubicBezTo>
                    <a:pt x="422" y="48"/>
                    <a:pt x="425" y="54"/>
                    <a:pt x="425" y="60"/>
                  </a:cubicBezTo>
                  <a:cubicBezTo>
                    <a:pt x="425" y="66"/>
                    <a:pt x="422" y="73"/>
                    <a:pt x="417" y="77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40" name="Freeform 39">
              <a:hlinkClick r:id="" action="ppaction://hlinkshowjump?jump=previousslide"/>
            </p:cNvPr>
            <p:cNvSpPr>
              <a:spLocks noEditPoints="1"/>
            </p:cNvSpPr>
            <p:nvPr userDrawn="1"/>
          </p:nvSpPr>
          <p:spPr bwMode="auto">
            <a:xfrm>
              <a:off x="4328868" y="5502988"/>
              <a:ext cx="500307" cy="493774"/>
            </a:xfrm>
            <a:custGeom>
              <a:avLst/>
              <a:gdLst>
                <a:gd name="T0" fmla="*/ 2355 w 2753"/>
                <a:gd name="T1" fmla="*/ 114 h 2716"/>
                <a:gd name="T2" fmla="*/ 2639 w 2753"/>
                <a:gd name="T3" fmla="*/ 399 h 2716"/>
                <a:gd name="T4" fmla="*/ 2639 w 2753"/>
                <a:gd name="T5" fmla="*/ 2317 h 2716"/>
                <a:gd name="T6" fmla="*/ 2355 w 2753"/>
                <a:gd name="T7" fmla="*/ 2602 h 2716"/>
                <a:gd name="T8" fmla="*/ 398 w 2753"/>
                <a:gd name="T9" fmla="*/ 2602 h 2716"/>
                <a:gd name="T10" fmla="*/ 113 w 2753"/>
                <a:gd name="T11" fmla="*/ 2317 h 2716"/>
                <a:gd name="T12" fmla="*/ 113 w 2753"/>
                <a:gd name="T13" fmla="*/ 399 h 2716"/>
                <a:gd name="T14" fmla="*/ 398 w 2753"/>
                <a:gd name="T15" fmla="*/ 114 h 2716"/>
                <a:gd name="T16" fmla="*/ 2355 w 2753"/>
                <a:gd name="T17" fmla="*/ 114 h 2716"/>
                <a:gd name="T18" fmla="*/ 2355 w 2753"/>
                <a:gd name="T19" fmla="*/ 0 h 2716"/>
                <a:gd name="T20" fmla="*/ 398 w 2753"/>
                <a:gd name="T21" fmla="*/ 0 h 2716"/>
                <a:gd name="T22" fmla="*/ 0 w 2753"/>
                <a:gd name="T23" fmla="*/ 399 h 2716"/>
                <a:gd name="T24" fmla="*/ 0 w 2753"/>
                <a:gd name="T25" fmla="*/ 2317 h 2716"/>
                <a:gd name="T26" fmla="*/ 398 w 2753"/>
                <a:gd name="T27" fmla="*/ 2716 h 2716"/>
                <a:gd name="T28" fmla="*/ 2355 w 2753"/>
                <a:gd name="T29" fmla="*/ 2716 h 2716"/>
                <a:gd name="T30" fmla="*/ 2753 w 2753"/>
                <a:gd name="T31" fmla="*/ 2317 h 2716"/>
                <a:gd name="T32" fmla="*/ 2753 w 2753"/>
                <a:gd name="T33" fmla="*/ 399 h 2716"/>
                <a:gd name="T34" fmla="*/ 2355 w 2753"/>
                <a:gd name="T35" fmla="*/ 0 h 27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53" h="2716">
                  <a:moveTo>
                    <a:pt x="2355" y="114"/>
                  </a:moveTo>
                  <a:cubicBezTo>
                    <a:pt x="2512" y="114"/>
                    <a:pt x="2639" y="242"/>
                    <a:pt x="2639" y="399"/>
                  </a:cubicBezTo>
                  <a:cubicBezTo>
                    <a:pt x="2639" y="2317"/>
                    <a:pt x="2639" y="2317"/>
                    <a:pt x="2639" y="2317"/>
                  </a:cubicBezTo>
                  <a:cubicBezTo>
                    <a:pt x="2639" y="2474"/>
                    <a:pt x="2512" y="2602"/>
                    <a:pt x="2355" y="2602"/>
                  </a:cubicBezTo>
                  <a:cubicBezTo>
                    <a:pt x="398" y="2602"/>
                    <a:pt x="398" y="2602"/>
                    <a:pt x="398" y="2602"/>
                  </a:cubicBezTo>
                  <a:cubicBezTo>
                    <a:pt x="241" y="2602"/>
                    <a:pt x="113" y="2474"/>
                    <a:pt x="113" y="2317"/>
                  </a:cubicBezTo>
                  <a:cubicBezTo>
                    <a:pt x="113" y="399"/>
                    <a:pt x="113" y="399"/>
                    <a:pt x="113" y="399"/>
                  </a:cubicBezTo>
                  <a:cubicBezTo>
                    <a:pt x="113" y="242"/>
                    <a:pt x="241" y="114"/>
                    <a:pt x="398" y="114"/>
                  </a:cubicBezTo>
                  <a:cubicBezTo>
                    <a:pt x="2355" y="114"/>
                    <a:pt x="2355" y="114"/>
                    <a:pt x="2355" y="114"/>
                  </a:cubicBezTo>
                  <a:moveTo>
                    <a:pt x="2355" y="0"/>
                  </a:moveTo>
                  <a:cubicBezTo>
                    <a:pt x="398" y="0"/>
                    <a:pt x="398" y="0"/>
                    <a:pt x="398" y="0"/>
                  </a:cubicBezTo>
                  <a:cubicBezTo>
                    <a:pt x="178" y="0"/>
                    <a:pt x="0" y="179"/>
                    <a:pt x="0" y="399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0" y="2538"/>
                    <a:pt x="178" y="2716"/>
                    <a:pt x="398" y="2716"/>
                  </a:cubicBezTo>
                  <a:cubicBezTo>
                    <a:pt x="2355" y="2716"/>
                    <a:pt x="2355" y="2716"/>
                    <a:pt x="2355" y="2716"/>
                  </a:cubicBezTo>
                  <a:cubicBezTo>
                    <a:pt x="2575" y="2716"/>
                    <a:pt x="2753" y="2538"/>
                    <a:pt x="2753" y="2317"/>
                  </a:cubicBezTo>
                  <a:cubicBezTo>
                    <a:pt x="2753" y="399"/>
                    <a:pt x="2753" y="399"/>
                    <a:pt x="2753" y="399"/>
                  </a:cubicBezTo>
                  <a:cubicBezTo>
                    <a:pt x="2753" y="179"/>
                    <a:pt x="2575" y="0"/>
                    <a:pt x="2355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  <p:grpSp>
        <p:nvGrpSpPr>
          <p:cNvPr id="41" name="Group 40"/>
          <p:cNvGrpSpPr/>
          <p:nvPr userDrawn="1"/>
        </p:nvGrpSpPr>
        <p:grpSpPr>
          <a:xfrm flipH="1">
            <a:off x="657355" y="6409324"/>
            <a:ext cx="224082" cy="221156"/>
            <a:chOff x="4328868" y="5502988"/>
            <a:chExt cx="500307" cy="493774"/>
          </a:xfrm>
        </p:grpSpPr>
        <p:sp>
          <p:nvSpPr>
            <p:cNvPr id="42" name="Freeform 41">
              <a:hlinkClick r:id="" action="ppaction://hlinkshowjump?jump=nextslide"/>
            </p:cNvPr>
            <p:cNvSpPr>
              <a:spLocks/>
            </p:cNvSpPr>
            <p:nvPr userDrawn="1"/>
          </p:nvSpPr>
          <p:spPr bwMode="auto">
            <a:xfrm>
              <a:off x="4520556" y="5649754"/>
              <a:ext cx="116933" cy="200242"/>
            </a:xfrm>
            <a:custGeom>
              <a:avLst/>
              <a:gdLst>
                <a:gd name="T0" fmla="*/ 417 w 425"/>
                <a:gd name="T1" fmla="*/ 77 h 728"/>
                <a:gd name="T2" fmla="*/ 131 w 425"/>
                <a:gd name="T3" fmla="*/ 364 h 728"/>
                <a:gd name="T4" fmla="*/ 417 w 425"/>
                <a:gd name="T5" fmla="*/ 650 h 728"/>
                <a:gd name="T6" fmla="*/ 425 w 425"/>
                <a:gd name="T7" fmla="*/ 667 h 728"/>
                <a:gd name="T8" fmla="*/ 417 w 425"/>
                <a:gd name="T9" fmla="*/ 684 h 728"/>
                <a:gd name="T10" fmla="*/ 381 w 425"/>
                <a:gd name="T11" fmla="*/ 720 h 728"/>
                <a:gd name="T12" fmla="*/ 364 w 425"/>
                <a:gd name="T13" fmla="*/ 728 h 728"/>
                <a:gd name="T14" fmla="*/ 347 w 425"/>
                <a:gd name="T15" fmla="*/ 720 h 728"/>
                <a:gd name="T16" fmla="*/ 8 w 425"/>
                <a:gd name="T17" fmla="*/ 381 h 728"/>
                <a:gd name="T18" fmla="*/ 0 w 425"/>
                <a:gd name="T19" fmla="*/ 364 h 728"/>
                <a:gd name="T20" fmla="*/ 8 w 425"/>
                <a:gd name="T21" fmla="*/ 347 h 728"/>
                <a:gd name="T22" fmla="*/ 347 w 425"/>
                <a:gd name="T23" fmla="*/ 7 h 728"/>
                <a:gd name="T24" fmla="*/ 364 w 425"/>
                <a:gd name="T25" fmla="*/ 0 h 728"/>
                <a:gd name="T26" fmla="*/ 381 w 425"/>
                <a:gd name="T27" fmla="*/ 7 h 728"/>
                <a:gd name="T28" fmla="*/ 417 w 425"/>
                <a:gd name="T29" fmla="*/ 44 h 728"/>
                <a:gd name="T30" fmla="*/ 425 w 425"/>
                <a:gd name="T31" fmla="*/ 60 h 728"/>
                <a:gd name="T32" fmla="*/ 417 w 425"/>
                <a:gd name="T33" fmla="*/ 77 h 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25" h="728">
                  <a:moveTo>
                    <a:pt x="417" y="77"/>
                  </a:moveTo>
                  <a:cubicBezTo>
                    <a:pt x="131" y="364"/>
                    <a:pt x="131" y="364"/>
                    <a:pt x="131" y="364"/>
                  </a:cubicBezTo>
                  <a:cubicBezTo>
                    <a:pt x="417" y="650"/>
                    <a:pt x="417" y="650"/>
                    <a:pt x="417" y="650"/>
                  </a:cubicBezTo>
                  <a:cubicBezTo>
                    <a:pt x="422" y="655"/>
                    <a:pt x="425" y="661"/>
                    <a:pt x="425" y="667"/>
                  </a:cubicBezTo>
                  <a:cubicBezTo>
                    <a:pt x="425" y="673"/>
                    <a:pt x="422" y="680"/>
                    <a:pt x="417" y="684"/>
                  </a:cubicBezTo>
                  <a:cubicBezTo>
                    <a:pt x="381" y="720"/>
                    <a:pt x="381" y="720"/>
                    <a:pt x="381" y="720"/>
                  </a:cubicBezTo>
                  <a:cubicBezTo>
                    <a:pt x="377" y="725"/>
                    <a:pt x="370" y="728"/>
                    <a:pt x="364" y="728"/>
                  </a:cubicBezTo>
                  <a:cubicBezTo>
                    <a:pt x="358" y="728"/>
                    <a:pt x="352" y="725"/>
                    <a:pt x="347" y="720"/>
                  </a:cubicBezTo>
                  <a:cubicBezTo>
                    <a:pt x="8" y="381"/>
                    <a:pt x="8" y="381"/>
                    <a:pt x="8" y="381"/>
                  </a:cubicBezTo>
                  <a:cubicBezTo>
                    <a:pt x="3" y="376"/>
                    <a:pt x="0" y="369"/>
                    <a:pt x="0" y="364"/>
                  </a:cubicBezTo>
                  <a:cubicBezTo>
                    <a:pt x="0" y="358"/>
                    <a:pt x="3" y="351"/>
                    <a:pt x="8" y="347"/>
                  </a:cubicBezTo>
                  <a:cubicBezTo>
                    <a:pt x="347" y="7"/>
                    <a:pt x="347" y="7"/>
                    <a:pt x="347" y="7"/>
                  </a:cubicBezTo>
                  <a:cubicBezTo>
                    <a:pt x="352" y="3"/>
                    <a:pt x="358" y="0"/>
                    <a:pt x="364" y="0"/>
                  </a:cubicBezTo>
                  <a:cubicBezTo>
                    <a:pt x="370" y="0"/>
                    <a:pt x="377" y="3"/>
                    <a:pt x="381" y="7"/>
                  </a:cubicBezTo>
                  <a:cubicBezTo>
                    <a:pt x="417" y="44"/>
                    <a:pt x="417" y="44"/>
                    <a:pt x="417" y="44"/>
                  </a:cubicBezTo>
                  <a:cubicBezTo>
                    <a:pt x="422" y="48"/>
                    <a:pt x="425" y="54"/>
                    <a:pt x="425" y="60"/>
                  </a:cubicBezTo>
                  <a:cubicBezTo>
                    <a:pt x="425" y="66"/>
                    <a:pt x="422" y="73"/>
                    <a:pt x="417" y="77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43" name="Freeform 42">
              <a:hlinkClick r:id="" action="ppaction://hlinkshowjump?jump=nextslide"/>
            </p:cNvPr>
            <p:cNvSpPr>
              <a:spLocks noEditPoints="1"/>
            </p:cNvSpPr>
            <p:nvPr userDrawn="1"/>
          </p:nvSpPr>
          <p:spPr bwMode="auto">
            <a:xfrm>
              <a:off x="4328868" y="5502988"/>
              <a:ext cx="500307" cy="493774"/>
            </a:xfrm>
            <a:custGeom>
              <a:avLst/>
              <a:gdLst>
                <a:gd name="T0" fmla="*/ 2355 w 2753"/>
                <a:gd name="T1" fmla="*/ 114 h 2716"/>
                <a:gd name="T2" fmla="*/ 2639 w 2753"/>
                <a:gd name="T3" fmla="*/ 399 h 2716"/>
                <a:gd name="T4" fmla="*/ 2639 w 2753"/>
                <a:gd name="T5" fmla="*/ 2317 h 2716"/>
                <a:gd name="T6" fmla="*/ 2355 w 2753"/>
                <a:gd name="T7" fmla="*/ 2602 h 2716"/>
                <a:gd name="T8" fmla="*/ 398 w 2753"/>
                <a:gd name="T9" fmla="*/ 2602 h 2716"/>
                <a:gd name="T10" fmla="*/ 113 w 2753"/>
                <a:gd name="T11" fmla="*/ 2317 h 2716"/>
                <a:gd name="T12" fmla="*/ 113 w 2753"/>
                <a:gd name="T13" fmla="*/ 399 h 2716"/>
                <a:gd name="T14" fmla="*/ 398 w 2753"/>
                <a:gd name="T15" fmla="*/ 114 h 2716"/>
                <a:gd name="T16" fmla="*/ 2355 w 2753"/>
                <a:gd name="T17" fmla="*/ 114 h 2716"/>
                <a:gd name="T18" fmla="*/ 2355 w 2753"/>
                <a:gd name="T19" fmla="*/ 0 h 2716"/>
                <a:gd name="T20" fmla="*/ 398 w 2753"/>
                <a:gd name="T21" fmla="*/ 0 h 2716"/>
                <a:gd name="T22" fmla="*/ 0 w 2753"/>
                <a:gd name="T23" fmla="*/ 399 h 2716"/>
                <a:gd name="T24" fmla="*/ 0 w 2753"/>
                <a:gd name="T25" fmla="*/ 2317 h 2716"/>
                <a:gd name="T26" fmla="*/ 398 w 2753"/>
                <a:gd name="T27" fmla="*/ 2716 h 2716"/>
                <a:gd name="T28" fmla="*/ 2355 w 2753"/>
                <a:gd name="T29" fmla="*/ 2716 h 2716"/>
                <a:gd name="T30" fmla="*/ 2753 w 2753"/>
                <a:gd name="T31" fmla="*/ 2317 h 2716"/>
                <a:gd name="T32" fmla="*/ 2753 w 2753"/>
                <a:gd name="T33" fmla="*/ 399 h 2716"/>
                <a:gd name="T34" fmla="*/ 2355 w 2753"/>
                <a:gd name="T35" fmla="*/ 0 h 27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53" h="2716">
                  <a:moveTo>
                    <a:pt x="2355" y="114"/>
                  </a:moveTo>
                  <a:cubicBezTo>
                    <a:pt x="2512" y="114"/>
                    <a:pt x="2639" y="242"/>
                    <a:pt x="2639" y="399"/>
                  </a:cubicBezTo>
                  <a:cubicBezTo>
                    <a:pt x="2639" y="2317"/>
                    <a:pt x="2639" y="2317"/>
                    <a:pt x="2639" y="2317"/>
                  </a:cubicBezTo>
                  <a:cubicBezTo>
                    <a:pt x="2639" y="2474"/>
                    <a:pt x="2512" y="2602"/>
                    <a:pt x="2355" y="2602"/>
                  </a:cubicBezTo>
                  <a:cubicBezTo>
                    <a:pt x="398" y="2602"/>
                    <a:pt x="398" y="2602"/>
                    <a:pt x="398" y="2602"/>
                  </a:cubicBezTo>
                  <a:cubicBezTo>
                    <a:pt x="241" y="2602"/>
                    <a:pt x="113" y="2474"/>
                    <a:pt x="113" y="2317"/>
                  </a:cubicBezTo>
                  <a:cubicBezTo>
                    <a:pt x="113" y="399"/>
                    <a:pt x="113" y="399"/>
                    <a:pt x="113" y="399"/>
                  </a:cubicBezTo>
                  <a:cubicBezTo>
                    <a:pt x="113" y="242"/>
                    <a:pt x="241" y="114"/>
                    <a:pt x="398" y="114"/>
                  </a:cubicBezTo>
                  <a:cubicBezTo>
                    <a:pt x="2355" y="114"/>
                    <a:pt x="2355" y="114"/>
                    <a:pt x="2355" y="114"/>
                  </a:cubicBezTo>
                  <a:moveTo>
                    <a:pt x="2355" y="0"/>
                  </a:moveTo>
                  <a:cubicBezTo>
                    <a:pt x="398" y="0"/>
                    <a:pt x="398" y="0"/>
                    <a:pt x="398" y="0"/>
                  </a:cubicBezTo>
                  <a:cubicBezTo>
                    <a:pt x="178" y="0"/>
                    <a:pt x="0" y="179"/>
                    <a:pt x="0" y="399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0" y="2538"/>
                    <a:pt x="178" y="2716"/>
                    <a:pt x="398" y="2716"/>
                  </a:cubicBezTo>
                  <a:cubicBezTo>
                    <a:pt x="2355" y="2716"/>
                    <a:pt x="2355" y="2716"/>
                    <a:pt x="2355" y="2716"/>
                  </a:cubicBezTo>
                  <a:cubicBezTo>
                    <a:pt x="2575" y="2716"/>
                    <a:pt x="2753" y="2538"/>
                    <a:pt x="2753" y="2317"/>
                  </a:cubicBezTo>
                  <a:cubicBezTo>
                    <a:pt x="2753" y="399"/>
                    <a:pt x="2753" y="399"/>
                    <a:pt x="2753" y="399"/>
                  </a:cubicBezTo>
                  <a:cubicBezTo>
                    <a:pt x="2753" y="179"/>
                    <a:pt x="2575" y="0"/>
                    <a:pt x="2355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  <p:grpSp>
        <p:nvGrpSpPr>
          <p:cNvPr id="33" name="Group 32"/>
          <p:cNvGrpSpPr/>
          <p:nvPr userDrawn="1"/>
        </p:nvGrpSpPr>
        <p:grpSpPr>
          <a:xfrm flipH="1">
            <a:off x="1036725" y="1090208"/>
            <a:ext cx="93144" cy="590448"/>
            <a:chOff x="7711341" y="589735"/>
            <a:chExt cx="93144" cy="590448"/>
          </a:xfrm>
        </p:grpSpPr>
        <p:sp>
          <p:nvSpPr>
            <p:cNvPr id="36" name="Freeform 5"/>
            <p:cNvSpPr>
              <a:spLocks/>
            </p:cNvSpPr>
            <p:nvPr/>
          </p:nvSpPr>
          <p:spPr bwMode="auto">
            <a:xfrm>
              <a:off x="7711341" y="589735"/>
              <a:ext cx="93144" cy="93144"/>
            </a:xfrm>
            <a:custGeom>
              <a:avLst/>
              <a:gdLst>
                <a:gd name="T0" fmla="*/ 731 w 1169"/>
                <a:gd name="T1" fmla="*/ 0 h 1169"/>
                <a:gd name="T2" fmla="*/ 0 w 1169"/>
                <a:gd name="T3" fmla="*/ 0 h 1169"/>
                <a:gd name="T4" fmla="*/ 0 w 1169"/>
                <a:gd name="T5" fmla="*/ 731 h 1169"/>
                <a:gd name="T6" fmla="*/ 439 w 1169"/>
                <a:gd name="T7" fmla="*/ 1169 h 1169"/>
                <a:gd name="T8" fmla="*/ 1169 w 1169"/>
                <a:gd name="T9" fmla="*/ 1169 h 1169"/>
                <a:gd name="T10" fmla="*/ 1169 w 1169"/>
                <a:gd name="T11" fmla="*/ 439 h 1169"/>
                <a:gd name="T12" fmla="*/ 731 w 1169"/>
                <a:gd name="T13" fmla="*/ 0 h 1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69" h="1169">
                  <a:moveTo>
                    <a:pt x="73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731"/>
                    <a:pt x="0" y="731"/>
                    <a:pt x="0" y="731"/>
                  </a:cubicBezTo>
                  <a:cubicBezTo>
                    <a:pt x="0" y="973"/>
                    <a:pt x="196" y="1169"/>
                    <a:pt x="439" y="1169"/>
                  </a:cubicBezTo>
                  <a:cubicBezTo>
                    <a:pt x="1169" y="1169"/>
                    <a:pt x="1169" y="1169"/>
                    <a:pt x="1169" y="1169"/>
                  </a:cubicBezTo>
                  <a:cubicBezTo>
                    <a:pt x="1169" y="439"/>
                    <a:pt x="1169" y="439"/>
                    <a:pt x="1169" y="439"/>
                  </a:cubicBezTo>
                  <a:cubicBezTo>
                    <a:pt x="1169" y="196"/>
                    <a:pt x="973" y="0"/>
                    <a:pt x="731" y="0"/>
                  </a:cubicBez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37" name="Freeform 5"/>
            <p:cNvSpPr>
              <a:spLocks/>
            </p:cNvSpPr>
            <p:nvPr/>
          </p:nvSpPr>
          <p:spPr bwMode="auto">
            <a:xfrm>
              <a:off x="7711341" y="714061"/>
              <a:ext cx="93144" cy="93144"/>
            </a:xfrm>
            <a:custGeom>
              <a:avLst/>
              <a:gdLst>
                <a:gd name="T0" fmla="*/ 731 w 1169"/>
                <a:gd name="T1" fmla="*/ 0 h 1169"/>
                <a:gd name="T2" fmla="*/ 0 w 1169"/>
                <a:gd name="T3" fmla="*/ 0 h 1169"/>
                <a:gd name="T4" fmla="*/ 0 w 1169"/>
                <a:gd name="T5" fmla="*/ 731 h 1169"/>
                <a:gd name="T6" fmla="*/ 439 w 1169"/>
                <a:gd name="T7" fmla="*/ 1169 h 1169"/>
                <a:gd name="T8" fmla="*/ 1169 w 1169"/>
                <a:gd name="T9" fmla="*/ 1169 h 1169"/>
                <a:gd name="T10" fmla="*/ 1169 w 1169"/>
                <a:gd name="T11" fmla="*/ 439 h 1169"/>
                <a:gd name="T12" fmla="*/ 731 w 1169"/>
                <a:gd name="T13" fmla="*/ 0 h 1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69" h="1169">
                  <a:moveTo>
                    <a:pt x="73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731"/>
                    <a:pt x="0" y="731"/>
                    <a:pt x="0" y="731"/>
                  </a:cubicBezTo>
                  <a:cubicBezTo>
                    <a:pt x="0" y="973"/>
                    <a:pt x="196" y="1169"/>
                    <a:pt x="439" y="1169"/>
                  </a:cubicBezTo>
                  <a:cubicBezTo>
                    <a:pt x="1169" y="1169"/>
                    <a:pt x="1169" y="1169"/>
                    <a:pt x="1169" y="1169"/>
                  </a:cubicBezTo>
                  <a:cubicBezTo>
                    <a:pt x="1169" y="439"/>
                    <a:pt x="1169" y="439"/>
                    <a:pt x="1169" y="439"/>
                  </a:cubicBezTo>
                  <a:cubicBezTo>
                    <a:pt x="1169" y="196"/>
                    <a:pt x="973" y="0"/>
                    <a:pt x="731" y="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38" name="Freeform 5"/>
            <p:cNvSpPr>
              <a:spLocks/>
            </p:cNvSpPr>
            <p:nvPr/>
          </p:nvSpPr>
          <p:spPr bwMode="auto">
            <a:xfrm>
              <a:off x="7711341" y="838387"/>
              <a:ext cx="93144" cy="93144"/>
            </a:xfrm>
            <a:custGeom>
              <a:avLst/>
              <a:gdLst>
                <a:gd name="T0" fmla="*/ 731 w 1169"/>
                <a:gd name="T1" fmla="*/ 0 h 1169"/>
                <a:gd name="T2" fmla="*/ 0 w 1169"/>
                <a:gd name="T3" fmla="*/ 0 h 1169"/>
                <a:gd name="T4" fmla="*/ 0 w 1169"/>
                <a:gd name="T5" fmla="*/ 731 h 1169"/>
                <a:gd name="T6" fmla="*/ 439 w 1169"/>
                <a:gd name="T7" fmla="*/ 1169 h 1169"/>
                <a:gd name="T8" fmla="*/ 1169 w 1169"/>
                <a:gd name="T9" fmla="*/ 1169 h 1169"/>
                <a:gd name="T10" fmla="*/ 1169 w 1169"/>
                <a:gd name="T11" fmla="*/ 439 h 1169"/>
                <a:gd name="T12" fmla="*/ 731 w 1169"/>
                <a:gd name="T13" fmla="*/ 0 h 1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69" h="1169">
                  <a:moveTo>
                    <a:pt x="73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731"/>
                    <a:pt x="0" y="731"/>
                    <a:pt x="0" y="731"/>
                  </a:cubicBezTo>
                  <a:cubicBezTo>
                    <a:pt x="0" y="973"/>
                    <a:pt x="196" y="1169"/>
                    <a:pt x="439" y="1169"/>
                  </a:cubicBezTo>
                  <a:cubicBezTo>
                    <a:pt x="1169" y="1169"/>
                    <a:pt x="1169" y="1169"/>
                    <a:pt x="1169" y="1169"/>
                  </a:cubicBezTo>
                  <a:cubicBezTo>
                    <a:pt x="1169" y="439"/>
                    <a:pt x="1169" y="439"/>
                    <a:pt x="1169" y="439"/>
                  </a:cubicBezTo>
                  <a:cubicBezTo>
                    <a:pt x="1169" y="196"/>
                    <a:pt x="973" y="0"/>
                    <a:pt x="731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44" name="Freeform 5"/>
            <p:cNvSpPr>
              <a:spLocks/>
            </p:cNvSpPr>
            <p:nvPr/>
          </p:nvSpPr>
          <p:spPr bwMode="auto">
            <a:xfrm>
              <a:off x="7711341" y="962713"/>
              <a:ext cx="93144" cy="93144"/>
            </a:xfrm>
            <a:custGeom>
              <a:avLst/>
              <a:gdLst>
                <a:gd name="T0" fmla="*/ 731 w 1169"/>
                <a:gd name="T1" fmla="*/ 0 h 1169"/>
                <a:gd name="T2" fmla="*/ 0 w 1169"/>
                <a:gd name="T3" fmla="*/ 0 h 1169"/>
                <a:gd name="T4" fmla="*/ 0 w 1169"/>
                <a:gd name="T5" fmla="*/ 731 h 1169"/>
                <a:gd name="T6" fmla="*/ 439 w 1169"/>
                <a:gd name="T7" fmla="*/ 1169 h 1169"/>
                <a:gd name="T8" fmla="*/ 1169 w 1169"/>
                <a:gd name="T9" fmla="*/ 1169 h 1169"/>
                <a:gd name="T10" fmla="*/ 1169 w 1169"/>
                <a:gd name="T11" fmla="*/ 439 h 1169"/>
                <a:gd name="T12" fmla="*/ 731 w 1169"/>
                <a:gd name="T13" fmla="*/ 0 h 1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69" h="1169">
                  <a:moveTo>
                    <a:pt x="73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731"/>
                    <a:pt x="0" y="731"/>
                    <a:pt x="0" y="731"/>
                  </a:cubicBezTo>
                  <a:cubicBezTo>
                    <a:pt x="0" y="973"/>
                    <a:pt x="196" y="1169"/>
                    <a:pt x="439" y="1169"/>
                  </a:cubicBezTo>
                  <a:cubicBezTo>
                    <a:pt x="1169" y="1169"/>
                    <a:pt x="1169" y="1169"/>
                    <a:pt x="1169" y="1169"/>
                  </a:cubicBezTo>
                  <a:cubicBezTo>
                    <a:pt x="1169" y="439"/>
                    <a:pt x="1169" y="439"/>
                    <a:pt x="1169" y="439"/>
                  </a:cubicBezTo>
                  <a:cubicBezTo>
                    <a:pt x="1169" y="196"/>
                    <a:pt x="973" y="0"/>
                    <a:pt x="731" y="0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45" name="Freeform 5"/>
            <p:cNvSpPr>
              <a:spLocks/>
            </p:cNvSpPr>
            <p:nvPr/>
          </p:nvSpPr>
          <p:spPr bwMode="auto">
            <a:xfrm>
              <a:off x="7711341" y="1087039"/>
              <a:ext cx="93144" cy="93144"/>
            </a:xfrm>
            <a:custGeom>
              <a:avLst/>
              <a:gdLst>
                <a:gd name="T0" fmla="*/ 731 w 1169"/>
                <a:gd name="T1" fmla="*/ 0 h 1169"/>
                <a:gd name="T2" fmla="*/ 0 w 1169"/>
                <a:gd name="T3" fmla="*/ 0 h 1169"/>
                <a:gd name="T4" fmla="*/ 0 w 1169"/>
                <a:gd name="T5" fmla="*/ 731 h 1169"/>
                <a:gd name="T6" fmla="*/ 439 w 1169"/>
                <a:gd name="T7" fmla="*/ 1169 h 1169"/>
                <a:gd name="T8" fmla="*/ 1169 w 1169"/>
                <a:gd name="T9" fmla="*/ 1169 h 1169"/>
                <a:gd name="T10" fmla="*/ 1169 w 1169"/>
                <a:gd name="T11" fmla="*/ 439 h 1169"/>
                <a:gd name="T12" fmla="*/ 731 w 1169"/>
                <a:gd name="T13" fmla="*/ 0 h 1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69" h="1169">
                  <a:moveTo>
                    <a:pt x="73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731"/>
                    <a:pt x="0" y="731"/>
                    <a:pt x="0" y="731"/>
                  </a:cubicBezTo>
                  <a:cubicBezTo>
                    <a:pt x="0" y="973"/>
                    <a:pt x="196" y="1169"/>
                    <a:pt x="439" y="1169"/>
                  </a:cubicBezTo>
                  <a:cubicBezTo>
                    <a:pt x="1169" y="1169"/>
                    <a:pt x="1169" y="1169"/>
                    <a:pt x="1169" y="1169"/>
                  </a:cubicBezTo>
                  <a:cubicBezTo>
                    <a:pt x="1169" y="439"/>
                    <a:pt x="1169" y="439"/>
                    <a:pt x="1169" y="439"/>
                  </a:cubicBezTo>
                  <a:cubicBezTo>
                    <a:pt x="1169" y="196"/>
                    <a:pt x="973" y="0"/>
                    <a:pt x="731" y="0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</p:spTree>
    <p:extLst>
      <p:ext uri="{BB962C8B-B14F-4D97-AF65-F5344CB8AC3E}">
        <p14:creationId xmlns:p14="http://schemas.microsoft.com/office/powerpoint/2010/main" val="776298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20" grpId="0" animBg="1"/>
      <p:bldP spid="21" grpId="0"/>
      <p:bldP spid="34" grpId="0"/>
    </p:bldLst>
  </p:timing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>
            <a:spLocks/>
          </p:cNvSpPr>
          <p:nvPr userDrawn="1"/>
        </p:nvSpPr>
        <p:spPr bwMode="auto">
          <a:xfrm>
            <a:off x="10848975" y="0"/>
            <a:ext cx="496676" cy="533400"/>
          </a:xfrm>
          <a:custGeom>
            <a:avLst/>
            <a:gdLst>
              <a:gd name="T0" fmla="*/ 0 w 346"/>
              <a:gd name="T1" fmla="*/ 0 h 372"/>
              <a:gd name="T2" fmla="*/ 0 w 346"/>
              <a:gd name="T3" fmla="*/ 269 h 372"/>
              <a:gd name="T4" fmla="*/ 17 w 346"/>
              <a:gd name="T5" fmla="*/ 298 h 372"/>
              <a:gd name="T6" fmla="*/ 155 w 346"/>
              <a:gd name="T7" fmla="*/ 367 h 372"/>
              <a:gd name="T8" fmla="*/ 191 w 346"/>
              <a:gd name="T9" fmla="*/ 367 h 372"/>
              <a:gd name="T10" fmla="*/ 328 w 346"/>
              <a:gd name="T11" fmla="*/ 298 h 372"/>
              <a:gd name="T12" fmla="*/ 346 w 346"/>
              <a:gd name="T13" fmla="*/ 269 h 372"/>
              <a:gd name="T14" fmla="*/ 346 w 346"/>
              <a:gd name="T15" fmla="*/ 0 h 372"/>
              <a:gd name="T16" fmla="*/ 0 w 346"/>
              <a:gd name="T17" fmla="*/ 0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46" h="372">
                <a:moveTo>
                  <a:pt x="0" y="0"/>
                </a:moveTo>
                <a:cubicBezTo>
                  <a:pt x="0" y="269"/>
                  <a:pt x="0" y="269"/>
                  <a:pt x="0" y="269"/>
                </a:cubicBezTo>
                <a:cubicBezTo>
                  <a:pt x="0" y="280"/>
                  <a:pt x="8" y="293"/>
                  <a:pt x="17" y="298"/>
                </a:cubicBezTo>
                <a:cubicBezTo>
                  <a:pt x="155" y="367"/>
                  <a:pt x="155" y="367"/>
                  <a:pt x="155" y="367"/>
                </a:cubicBezTo>
                <a:cubicBezTo>
                  <a:pt x="165" y="372"/>
                  <a:pt x="181" y="372"/>
                  <a:pt x="191" y="367"/>
                </a:cubicBezTo>
                <a:cubicBezTo>
                  <a:pt x="328" y="298"/>
                  <a:pt x="328" y="298"/>
                  <a:pt x="328" y="298"/>
                </a:cubicBezTo>
                <a:cubicBezTo>
                  <a:pt x="338" y="293"/>
                  <a:pt x="346" y="280"/>
                  <a:pt x="346" y="269"/>
                </a:cubicBezTo>
                <a:cubicBezTo>
                  <a:pt x="346" y="0"/>
                  <a:pt x="346" y="0"/>
                  <a:pt x="346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22" name="TextBox 21"/>
          <p:cNvSpPr txBox="1"/>
          <p:nvPr userDrawn="1"/>
        </p:nvSpPr>
        <p:spPr>
          <a:xfrm>
            <a:off x="10897579" y="93761"/>
            <a:ext cx="3994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60E2A6B-A809-4840-BF14-8648BC0BDF87}" type="slidenum">
              <a:rPr lang="id-ID" sz="1400" b="1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 algn="ctr"/>
              <a:t>‹#›</a:t>
            </a:fld>
            <a:endParaRPr lang="id-ID" sz="14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045466" y="2283008"/>
            <a:ext cx="4969744" cy="375333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endParaRPr lang="id-ID"/>
          </a:p>
        </p:txBody>
      </p:sp>
      <p:sp>
        <p:nvSpPr>
          <p:cNvPr id="8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6516763" y="2283008"/>
            <a:ext cx="4969744" cy="375333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55375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2" grpId="0"/>
    </p:bldLst>
  </p:timing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41_Title and Conten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3" cstate="print"/>
          <a:srcRect l="2599" r="5874" b="5262"/>
          <a:stretch/>
        </p:blipFill>
        <p:spPr>
          <a:xfrm>
            <a:off x="4707" y="5867400"/>
            <a:ext cx="12192000" cy="105369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573" y="76200"/>
            <a:ext cx="11204027" cy="685800"/>
          </a:xfrm>
        </p:spPr>
        <p:txBody>
          <a:bodyPr anchor="ctr" anchorCtr="0">
            <a:normAutofit/>
          </a:bodyPr>
          <a:lstStyle>
            <a:lvl1pPr algn="l">
              <a:defRPr sz="3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240D5ECE-8B49-45CD-BE81-EF81920D196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9" Type="http://schemas.openxmlformats.org/officeDocument/2006/relationships/slideLayout" Target="../slideLayouts/slideLayout9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4D9A6F-AD35-41C1-8752-155A168E8ABC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480704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4" r:id="rId2"/>
    <p:sldLayoutId id="2147483783" r:id="rId3"/>
    <p:sldLayoutId id="2147483798" r:id="rId4"/>
    <p:sldLayoutId id="2147483799" r:id="rId5"/>
    <p:sldLayoutId id="2147483794" r:id="rId6"/>
    <p:sldLayoutId id="2147483796" r:id="rId7"/>
    <p:sldLayoutId id="2147483795" r:id="rId8"/>
    <p:sldLayoutId id="2147483770" r:id="rId9"/>
    <p:sldLayoutId id="2147483771" r:id="rId10"/>
    <p:sldLayoutId id="2147483772" r:id="rId11"/>
    <p:sldLayoutId id="2147483776" r:id="rId12"/>
    <p:sldLayoutId id="2147483819" r:id="rId13"/>
    <p:sldLayoutId id="2147483773" r:id="rId14"/>
    <p:sldLayoutId id="2147483780" r:id="rId15"/>
    <p:sldLayoutId id="2147483777" r:id="rId16"/>
    <p:sldLayoutId id="2147483820" r:id="rId17"/>
    <p:sldLayoutId id="2147483816" r:id="rId18"/>
    <p:sldLayoutId id="2147483802" r:id="rId19"/>
    <p:sldLayoutId id="2147483791" r:id="rId20"/>
    <p:sldLayoutId id="2147483792" r:id="rId21"/>
    <p:sldLayoutId id="2147483787" r:id="rId22"/>
    <p:sldLayoutId id="2147483790" r:id="rId23"/>
    <p:sldLayoutId id="2147483788" r:id="rId24"/>
    <p:sldLayoutId id="2147483786" r:id="rId25"/>
    <p:sldLayoutId id="2147483785" r:id="rId26"/>
    <p:sldLayoutId id="2147483781" r:id="rId27"/>
    <p:sldLayoutId id="2147483782" r:id="rId28"/>
    <p:sldLayoutId id="2147483778" r:id="rId29"/>
    <p:sldLayoutId id="2147483779" r:id="rId30"/>
    <p:sldLayoutId id="2147483784" r:id="rId31"/>
    <p:sldLayoutId id="2147483793" r:id="rId32"/>
    <p:sldLayoutId id="2147483797" r:id="rId33"/>
    <p:sldLayoutId id="2147483800" r:id="rId34"/>
    <p:sldLayoutId id="2147483801" r:id="rId35"/>
    <p:sldLayoutId id="2147483803" r:id="rId36"/>
    <p:sldLayoutId id="2147483804" r:id="rId37"/>
    <p:sldLayoutId id="2147483806" r:id="rId38"/>
    <p:sldLayoutId id="2147483808" r:id="rId39"/>
    <p:sldLayoutId id="2147483809" r:id="rId40"/>
    <p:sldLayoutId id="2147483810" r:id="rId41"/>
    <p:sldLayoutId id="2147483811" r:id="rId42"/>
    <p:sldLayoutId id="2147483807" r:id="rId43"/>
    <p:sldLayoutId id="2147483812" r:id="rId44"/>
    <p:sldLayoutId id="2147483813" r:id="rId45"/>
    <p:sldLayoutId id="2147483814" r:id="rId46"/>
    <p:sldLayoutId id="2147483815" r:id="rId47"/>
    <p:sldLayoutId id="2147483817" r:id="rId48"/>
    <p:sldLayoutId id="2147483818" r:id="rId49"/>
    <p:sldLayoutId id="2147483821" r:id="rId50"/>
    <p:sldLayoutId id="2147483822" r:id="rId5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gi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4" Type="http://schemas.openxmlformats.org/officeDocument/2006/relationships/image" Target="../media/image5.jpeg"/><Relationship Id="rId5" Type="http://schemas.openxmlformats.org/officeDocument/2006/relationships/image" Target="../media/image6.jpeg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wmf"/><Relationship Id="rId8" Type="http://schemas.openxmlformats.org/officeDocument/2006/relationships/image" Target="../media/image16.png"/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0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wmf"/><Relationship Id="rId7" Type="http://schemas.openxmlformats.org/officeDocument/2006/relationships/image" Target="../media/image22.wmf"/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32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33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34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35.jpe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36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4" Type="http://schemas.openxmlformats.org/officeDocument/2006/relationships/image" Target="../media/image39.png"/><Relationship Id="rId5" Type="http://schemas.openxmlformats.org/officeDocument/2006/relationships/image" Target="../media/image40.jpeg"/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37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41.jpe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42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43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44.jpe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4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45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4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roup 70"/>
          <p:cNvGrpSpPr/>
          <p:nvPr/>
        </p:nvGrpSpPr>
        <p:grpSpPr>
          <a:xfrm rot="16200000" flipH="1">
            <a:off x="6048558" y="4539555"/>
            <a:ext cx="94888" cy="677367"/>
            <a:chOff x="7711341" y="589735"/>
            <a:chExt cx="93144" cy="590448"/>
          </a:xfrm>
        </p:grpSpPr>
        <p:sp>
          <p:nvSpPr>
            <p:cNvPr id="72" name="Freeform 5"/>
            <p:cNvSpPr>
              <a:spLocks/>
            </p:cNvSpPr>
            <p:nvPr/>
          </p:nvSpPr>
          <p:spPr bwMode="auto">
            <a:xfrm>
              <a:off x="7711341" y="589735"/>
              <a:ext cx="93144" cy="93144"/>
            </a:xfrm>
            <a:custGeom>
              <a:avLst/>
              <a:gdLst>
                <a:gd name="T0" fmla="*/ 731 w 1169"/>
                <a:gd name="T1" fmla="*/ 0 h 1169"/>
                <a:gd name="T2" fmla="*/ 0 w 1169"/>
                <a:gd name="T3" fmla="*/ 0 h 1169"/>
                <a:gd name="T4" fmla="*/ 0 w 1169"/>
                <a:gd name="T5" fmla="*/ 731 h 1169"/>
                <a:gd name="T6" fmla="*/ 439 w 1169"/>
                <a:gd name="T7" fmla="*/ 1169 h 1169"/>
                <a:gd name="T8" fmla="*/ 1169 w 1169"/>
                <a:gd name="T9" fmla="*/ 1169 h 1169"/>
                <a:gd name="T10" fmla="*/ 1169 w 1169"/>
                <a:gd name="T11" fmla="*/ 439 h 1169"/>
                <a:gd name="T12" fmla="*/ 731 w 1169"/>
                <a:gd name="T13" fmla="*/ 0 h 1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69" h="1169">
                  <a:moveTo>
                    <a:pt x="73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731"/>
                    <a:pt x="0" y="731"/>
                    <a:pt x="0" y="731"/>
                  </a:cubicBezTo>
                  <a:cubicBezTo>
                    <a:pt x="0" y="973"/>
                    <a:pt x="196" y="1169"/>
                    <a:pt x="439" y="1169"/>
                  </a:cubicBezTo>
                  <a:cubicBezTo>
                    <a:pt x="1169" y="1169"/>
                    <a:pt x="1169" y="1169"/>
                    <a:pt x="1169" y="1169"/>
                  </a:cubicBezTo>
                  <a:cubicBezTo>
                    <a:pt x="1169" y="439"/>
                    <a:pt x="1169" y="439"/>
                    <a:pt x="1169" y="439"/>
                  </a:cubicBezTo>
                  <a:cubicBezTo>
                    <a:pt x="1169" y="196"/>
                    <a:pt x="973" y="0"/>
                    <a:pt x="731" y="0"/>
                  </a:cubicBez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b="1"/>
            </a:p>
          </p:txBody>
        </p:sp>
        <p:sp>
          <p:nvSpPr>
            <p:cNvPr id="73" name="Freeform 5"/>
            <p:cNvSpPr>
              <a:spLocks/>
            </p:cNvSpPr>
            <p:nvPr/>
          </p:nvSpPr>
          <p:spPr bwMode="auto">
            <a:xfrm>
              <a:off x="7711341" y="714061"/>
              <a:ext cx="93144" cy="93144"/>
            </a:xfrm>
            <a:custGeom>
              <a:avLst/>
              <a:gdLst>
                <a:gd name="T0" fmla="*/ 731 w 1169"/>
                <a:gd name="T1" fmla="*/ 0 h 1169"/>
                <a:gd name="T2" fmla="*/ 0 w 1169"/>
                <a:gd name="T3" fmla="*/ 0 h 1169"/>
                <a:gd name="T4" fmla="*/ 0 w 1169"/>
                <a:gd name="T5" fmla="*/ 731 h 1169"/>
                <a:gd name="T6" fmla="*/ 439 w 1169"/>
                <a:gd name="T7" fmla="*/ 1169 h 1169"/>
                <a:gd name="T8" fmla="*/ 1169 w 1169"/>
                <a:gd name="T9" fmla="*/ 1169 h 1169"/>
                <a:gd name="T10" fmla="*/ 1169 w 1169"/>
                <a:gd name="T11" fmla="*/ 439 h 1169"/>
                <a:gd name="T12" fmla="*/ 731 w 1169"/>
                <a:gd name="T13" fmla="*/ 0 h 1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69" h="1169">
                  <a:moveTo>
                    <a:pt x="73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731"/>
                    <a:pt x="0" y="731"/>
                    <a:pt x="0" y="731"/>
                  </a:cubicBezTo>
                  <a:cubicBezTo>
                    <a:pt x="0" y="973"/>
                    <a:pt x="196" y="1169"/>
                    <a:pt x="439" y="1169"/>
                  </a:cubicBezTo>
                  <a:cubicBezTo>
                    <a:pt x="1169" y="1169"/>
                    <a:pt x="1169" y="1169"/>
                    <a:pt x="1169" y="1169"/>
                  </a:cubicBezTo>
                  <a:cubicBezTo>
                    <a:pt x="1169" y="439"/>
                    <a:pt x="1169" y="439"/>
                    <a:pt x="1169" y="439"/>
                  </a:cubicBezTo>
                  <a:cubicBezTo>
                    <a:pt x="1169" y="196"/>
                    <a:pt x="973" y="0"/>
                    <a:pt x="731" y="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b="1"/>
            </a:p>
          </p:txBody>
        </p:sp>
        <p:sp>
          <p:nvSpPr>
            <p:cNvPr id="74" name="Freeform 5"/>
            <p:cNvSpPr>
              <a:spLocks/>
            </p:cNvSpPr>
            <p:nvPr/>
          </p:nvSpPr>
          <p:spPr bwMode="auto">
            <a:xfrm>
              <a:off x="7711341" y="838387"/>
              <a:ext cx="93144" cy="93144"/>
            </a:xfrm>
            <a:custGeom>
              <a:avLst/>
              <a:gdLst>
                <a:gd name="T0" fmla="*/ 731 w 1169"/>
                <a:gd name="T1" fmla="*/ 0 h 1169"/>
                <a:gd name="T2" fmla="*/ 0 w 1169"/>
                <a:gd name="T3" fmla="*/ 0 h 1169"/>
                <a:gd name="T4" fmla="*/ 0 w 1169"/>
                <a:gd name="T5" fmla="*/ 731 h 1169"/>
                <a:gd name="T6" fmla="*/ 439 w 1169"/>
                <a:gd name="T7" fmla="*/ 1169 h 1169"/>
                <a:gd name="T8" fmla="*/ 1169 w 1169"/>
                <a:gd name="T9" fmla="*/ 1169 h 1169"/>
                <a:gd name="T10" fmla="*/ 1169 w 1169"/>
                <a:gd name="T11" fmla="*/ 439 h 1169"/>
                <a:gd name="T12" fmla="*/ 731 w 1169"/>
                <a:gd name="T13" fmla="*/ 0 h 1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69" h="1169">
                  <a:moveTo>
                    <a:pt x="73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731"/>
                    <a:pt x="0" y="731"/>
                    <a:pt x="0" y="731"/>
                  </a:cubicBezTo>
                  <a:cubicBezTo>
                    <a:pt x="0" y="973"/>
                    <a:pt x="196" y="1169"/>
                    <a:pt x="439" y="1169"/>
                  </a:cubicBezTo>
                  <a:cubicBezTo>
                    <a:pt x="1169" y="1169"/>
                    <a:pt x="1169" y="1169"/>
                    <a:pt x="1169" y="1169"/>
                  </a:cubicBezTo>
                  <a:cubicBezTo>
                    <a:pt x="1169" y="439"/>
                    <a:pt x="1169" y="439"/>
                    <a:pt x="1169" y="439"/>
                  </a:cubicBezTo>
                  <a:cubicBezTo>
                    <a:pt x="1169" y="196"/>
                    <a:pt x="973" y="0"/>
                    <a:pt x="731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b="1"/>
            </a:p>
          </p:txBody>
        </p:sp>
        <p:sp>
          <p:nvSpPr>
            <p:cNvPr id="75" name="Freeform 5"/>
            <p:cNvSpPr>
              <a:spLocks/>
            </p:cNvSpPr>
            <p:nvPr/>
          </p:nvSpPr>
          <p:spPr bwMode="auto">
            <a:xfrm>
              <a:off x="7711341" y="962713"/>
              <a:ext cx="93144" cy="93144"/>
            </a:xfrm>
            <a:custGeom>
              <a:avLst/>
              <a:gdLst>
                <a:gd name="T0" fmla="*/ 731 w 1169"/>
                <a:gd name="T1" fmla="*/ 0 h 1169"/>
                <a:gd name="T2" fmla="*/ 0 w 1169"/>
                <a:gd name="T3" fmla="*/ 0 h 1169"/>
                <a:gd name="T4" fmla="*/ 0 w 1169"/>
                <a:gd name="T5" fmla="*/ 731 h 1169"/>
                <a:gd name="T6" fmla="*/ 439 w 1169"/>
                <a:gd name="T7" fmla="*/ 1169 h 1169"/>
                <a:gd name="T8" fmla="*/ 1169 w 1169"/>
                <a:gd name="T9" fmla="*/ 1169 h 1169"/>
                <a:gd name="T10" fmla="*/ 1169 w 1169"/>
                <a:gd name="T11" fmla="*/ 439 h 1169"/>
                <a:gd name="T12" fmla="*/ 731 w 1169"/>
                <a:gd name="T13" fmla="*/ 0 h 1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69" h="1169">
                  <a:moveTo>
                    <a:pt x="73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731"/>
                    <a:pt x="0" y="731"/>
                    <a:pt x="0" y="731"/>
                  </a:cubicBezTo>
                  <a:cubicBezTo>
                    <a:pt x="0" y="973"/>
                    <a:pt x="196" y="1169"/>
                    <a:pt x="439" y="1169"/>
                  </a:cubicBezTo>
                  <a:cubicBezTo>
                    <a:pt x="1169" y="1169"/>
                    <a:pt x="1169" y="1169"/>
                    <a:pt x="1169" y="1169"/>
                  </a:cubicBezTo>
                  <a:cubicBezTo>
                    <a:pt x="1169" y="439"/>
                    <a:pt x="1169" y="439"/>
                    <a:pt x="1169" y="439"/>
                  </a:cubicBezTo>
                  <a:cubicBezTo>
                    <a:pt x="1169" y="196"/>
                    <a:pt x="973" y="0"/>
                    <a:pt x="731" y="0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b="1"/>
            </a:p>
          </p:txBody>
        </p:sp>
        <p:sp>
          <p:nvSpPr>
            <p:cNvPr id="76" name="Freeform 5"/>
            <p:cNvSpPr>
              <a:spLocks/>
            </p:cNvSpPr>
            <p:nvPr/>
          </p:nvSpPr>
          <p:spPr bwMode="auto">
            <a:xfrm>
              <a:off x="7711341" y="1087039"/>
              <a:ext cx="93144" cy="93144"/>
            </a:xfrm>
            <a:custGeom>
              <a:avLst/>
              <a:gdLst>
                <a:gd name="T0" fmla="*/ 731 w 1169"/>
                <a:gd name="T1" fmla="*/ 0 h 1169"/>
                <a:gd name="T2" fmla="*/ 0 w 1169"/>
                <a:gd name="T3" fmla="*/ 0 h 1169"/>
                <a:gd name="T4" fmla="*/ 0 w 1169"/>
                <a:gd name="T5" fmla="*/ 731 h 1169"/>
                <a:gd name="T6" fmla="*/ 439 w 1169"/>
                <a:gd name="T7" fmla="*/ 1169 h 1169"/>
                <a:gd name="T8" fmla="*/ 1169 w 1169"/>
                <a:gd name="T9" fmla="*/ 1169 h 1169"/>
                <a:gd name="T10" fmla="*/ 1169 w 1169"/>
                <a:gd name="T11" fmla="*/ 439 h 1169"/>
                <a:gd name="T12" fmla="*/ 731 w 1169"/>
                <a:gd name="T13" fmla="*/ 0 h 1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69" h="1169">
                  <a:moveTo>
                    <a:pt x="73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731"/>
                    <a:pt x="0" y="731"/>
                    <a:pt x="0" y="731"/>
                  </a:cubicBezTo>
                  <a:cubicBezTo>
                    <a:pt x="0" y="973"/>
                    <a:pt x="196" y="1169"/>
                    <a:pt x="439" y="1169"/>
                  </a:cubicBezTo>
                  <a:cubicBezTo>
                    <a:pt x="1169" y="1169"/>
                    <a:pt x="1169" y="1169"/>
                    <a:pt x="1169" y="1169"/>
                  </a:cubicBezTo>
                  <a:cubicBezTo>
                    <a:pt x="1169" y="439"/>
                    <a:pt x="1169" y="439"/>
                    <a:pt x="1169" y="439"/>
                  </a:cubicBezTo>
                  <a:cubicBezTo>
                    <a:pt x="1169" y="196"/>
                    <a:pt x="973" y="0"/>
                    <a:pt x="731" y="0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b="1"/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602" y="917219"/>
            <a:ext cx="10058400" cy="378669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3" name="TextBox 12"/>
          <p:cNvSpPr txBox="1"/>
          <p:nvPr/>
        </p:nvSpPr>
        <p:spPr>
          <a:xfrm>
            <a:off x="3359243" y="5040504"/>
            <a:ext cx="543539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800" cap="small" dirty="0" smtClean="0">
                <a:latin typeface="Raleway" panose="020B0003030101060003" pitchFamily="34" charset="0"/>
              </a:rPr>
              <a:t>Internet of Things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59146" y="6153665"/>
            <a:ext cx="51033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charset="0"/>
                <a:ea typeface="Times New Roman" charset="0"/>
                <a:cs typeface="Times New Roman" charset="0"/>
              </a:rPr>
              <a:t>Dr. Muazzam A. Khan </a:t>
            </a:r>
            <a:r>
              <a:rPr lang="en-US" sz="2400" dirty="0" err="1" smtClean="0">
                <a:latin typeface="Times New Roman" charset="0"/>
                <a:ea typeface="Times New Roman" charset="0"/>
                <a:cs typeface="Times New Roman" charset="0"/>
              </a:rPr>
              <a:t>Khattak</a:t>
            </a:r>
            <a:endParaRPr lang="en-US" sz="24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4408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253920" y="1487706"/>
            <a:ext cx="294664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600" b="1" dirty="0" smtClean="0">
                <a:solidFill>
                  <a:schemeClr val="accent1"/>
                </a:solidFill>
                <a:latin typeface="Raleway" panose="020B0003030101060003" pitchFamily="34" charset="0"/>
              </a:rPr>
              <a:t>Network of Physical Objects</a:t>
            </a:r>
            <a:endParaRPr lang="id-ID" sz="1600" b="1" dirty="0">
              <a:solidFill>
                <a:schemeClr val="accent1"/>
              </a:solidFill>
              <a:latin typeface="Raleway" panose="020B00030301010600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</a:t>
            </a:r>
            <a:r>
              <a:rPr lang="en-US" dirty="0" err="1" smtClean="0"/>
              <a:t>IoT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066905" y="1989121"/>
            <a:ext cx="984551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accent1">
                  <a:lumMod val="75000"/>
                </a:schemeClr>
              </a:buClr>
              <a:buBlip>
                <a:blip r:embed="rId2"/>
              </a:buBlip>
            </a:pPr>
            <a:r>
              <a:rPr lang="en-IN" sz="2400" dirty="0" smtClean="0">
                <a:latin typeface="Raleway" panose="020B0003030101060003" pitchFamily="34" charset="0"/>
              </a:rPr>
              <a:t>Internet of Things (</a:t>
            </a:r>
            <a:r>
              <a:rPr lang="en-IN" sz="2400" dirty="0" err="1" smtClean="0">
                <a:latin typeface="Raleway" panose="020B0003030101060003" pitchFamily="34" charset="0"/>
              </a:rPr>
              <a:t>IoT</a:t>
            </a:r>
            <a:r>
              <a:rPr lang="en-IN" sz="2400" dirty="0" smtClean="0">
                <a:latin typeface="Raleway" panose="020B0003030101060003" pitchFamily="34" charset="0"/>
              </a:rPr>
              <a:t>) comprises </a:t>
            </a:r>
            <a:r>
              <a:rPr lang="en-IN" sz="2400" dirty="0" smtClean="0">
                <a:solidFill>
                  <a:srgbClr val="FF0000"/>
                </a:solidFill>
                <a:latin typeface="Raleway" panose="020B0003030101060003" pitchFamily="34" charset="0"/>
              </a:rPr>
              <a:t>things</a:t>
            </a:r>
            <a:r>
              <a:rPr lang="en-IN" sz="2400" dirty="0" smtClean="0">
                <a:latin typeface="Raleway" panose="020B0003030101060003" pitchFamily="34" charset="0"/>
              </a:rPr>
              <a:t> that  have unique identities and are connected to the Internet </a:t>
            </a:r>
          </a:p>
          <a:p>
            <a:pPr marL="342900" indent="-342900">
              <a:buClr>
                <a:schemeClr val="accent1">
                  <a:lumMod val="75000"/>
                </a:schemeClr>
              </a:buClr>
              <a:buBlip>
                <a:blip r:embed="rId2"/>
              </a:buBlip>
            </a:pPr>
            <a:endParaRPr lang="en-IN" sz="2400" dirty="0" smtClean="0">
              <a:latin typeface="Raleway" panose="020B0003030101060003" pitchFamily="34" charset="0"/>
            </a:endParaRPr>
          </a:p>
          <a:p>
            <a:pPr marL="342900" indent="-342900">
              <a:buClr>
                <a:schemeClr val="accent1">
                  <a:lumMod val="75000"/>
                </a:schemeClr>
              </a:buClr>
              <a:buBlip>
                <a:blip r:embed="rId2"/>
              </a:buBlip>
            </a:pPr>
            <a:r>
              <a:rPr lang="en-IN" sz="2400" dirty="0" smtClean="0">
                <a:latin typeface="Raleway" panose="020B0003030101060003" pitchFamily="34" charset="0"/>
              </a:rPr>
              <a:t>The focus on </a:t>
            </a:r>
            <a:r>
              <a:rPr lang="en-IN" sz="2400" dirty="0" err="1" smtClean="0">
                <a:latin typeface="Raleway" panose="020B0003030101060003" pitchFamily="34" charset="0"/>
              </a:rPr>
              <a:t>IoT</a:t>
            </a:r>
            <a:r>
              <a:rPr lang="en-IN" sz="2400" dirty="0" smtClean="0">
                <a:latin typeface="Raleway" panose="020B0003030101060003" pitchFamily="34" charset="0"/>
              </a:rPr>
              <a:t> is in the configuration, control and networking via the Internet of devices or “Things” that are traditionally not associated with the internet</a:t>
            </a:r>
          </a:p>
          <a:p>
            <a:pPr marL="800100" lvl="1" indent="-342900">
              <a:buClr>
                <a:schemeClr val="accent1">
                  <a:lumMod val="75000"/>
                </a:schemeClr>
              </a:buClr>
              <a:buBlip>
                <a:blip r:embed="rId2"/>
              </a:buBlip>
            </a:pPr>
            <a:r>
              <a:rPr lang="en-IN" sz="2400" dirty="0" err="1" smtClean="0">
                <a:latin typeface="Raleway" panose="020B0003030101060003" pitchFamily="34" charset="0"/>
              </a:rPr>
              <a:t>Eg</a:t>
            </a:r>
            <a:r>
              <a:rPr lang="en-IN" sz="2400" dirty="0" smtClean="0">
                <a:latin typeface="Raleway" panose="020B0003030101060003" pitchFamily="34" charset="0"/>
              </a:rPr>
              <a:t>: pump, utility meter, car engine</a:t>
            </a:r>
          </a:p>
          <a:p>
            <a:pPr marL="800100" lvl="1" indent="-342900">
              <a:buClr>
                <a:schemeClr val="accent1">
                  <a:lumMod val="75000"/>
                </a:schemeClr>
              </a:buClr>
            </a:pPr>
            <a:endParaRPr lang="en-IN" sz="2400" dirty="0" smtClean="0">
              <a:latin typeface="Raleway" panose="020B0003030101060003" pitchFamily="34" charset="0"/>
            </a:endParaRPr>
          </a:p>
          <a:p>
            <a:pPr marL="342900" indent="-342900">
              <a:buClr>
                <a:schemeClr val="accent1">
                  <a:lumMod val="75000"/>
                </a:schemeClr>
              </a:buClr>
              <a:buBlip>
                <a:blip r:embed="rId2"/>
              </a:buBlip>
            </a:pPr>
            <a:r>
              <a:rPr lang="en-IN" sz="2400" dirty="0" err="1" smtClean="0">
                <a:latin typeface="Raleway" panose="020B0003030101060003" pitchFamily="34" charset="0"/>
              </a:rPr>
              <a:t>IoT</a:t>
            </a:r>
            <a:r>
              <a:rPr lang="en-IN" sz="2400" dirty="0" smtClean="0">
                <a:latin typeface="Raleway" panose="020B0003030101060003" pitchFamily="34" charset="0"/>
              </a:rPr>
              <a:t> is a new revolution in the capabilities of the </a:t>
            </a:r>
            <a:r>
              <a:rPr lang="en-IN" sz="2400" dirty="0" smtClean="0">
                <a:solidFill>
                  <a:srgbClr val="FF0000"/>
                </a:solidFill>
                <a:latin typeface="Raleway" panose="020B0003030101060003" pitchFamily="34" charset="0"/>
              </a:rPr>
              <a:t>endpoints that are connected to the internet</a:t>
            </a:r>
            <a:endParaRPr lang="en-IN" sz="2400" dirty="0">
              <a:solidFill>
                <a:srgbClr val="FF0000"/>
              </a:solidFill>
              <a:latin typeface="Raleway" panose="020B0003030101060003" pitchFamily="34" charset="0"/>
            </a:endParaRPr>
          </a:p>
          <a:p>
            <a:pPr>
              <a:buClr>
                <a:schemeClr val="accent1">
                  <a:lumMod val="75000"/>
                </a:schemeClr>
              </a:buClr>
            </a:pPr>
            <a:endParaRPr lang="en-IN" sz="2000" dirty="0">
              <a:solidFill>
                <a:schemeClr val="bg1">
                  <a:lumMod val="65000"/>
                </a:schemeClr>
              </a:solidFill>
              <a:latin typeface="Raleway" panose="020B0003030101060003" pitchFamily="34" charset="0"/>
            </a:endParaRPr>
          </a:p>
          <a:p>
            <a:pPr marL="342900" indent="-342900">
              <a:buClr>
                <a:schemeClr val="accent1">
                  <a:lumMod val="75000"/>
                </a:schemeClr>
              </a:buClr>
              <a:buBlip>
                <a:blip r:embed="rId2"/>
              </a:buBlip>
            </a:pPr>
            <a:r>
              <a:rPr lang="en-IN" sz="2000" b="1" dirty="0">
                <a:solidFill>
                  <a:schemeClr val="bg1">
                    <a:lumMod val="65000"/>
                  </a:schemeClr>
                </a:solidFill>
                <a:latin typeface="Raleway" panose="020B0003030101060003" pitchFamily="34" charset="0"/>
              </a:rPr>
              <a:t> </a:t>
            </a:r>
            <a:endParaRPr lang="en-IN" sz="2000" b="1" dirty="0">
              <a:solidFill>
                <a:schemeClr val="tx2"/>
              </a:solidFill>
              <a:latin typeface="Raleway" panose="020B00030301010600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3681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253920" y="1487706"/>
            <a:ext cx="294664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600" b="1" dirty="0" smtClean="0">
                <a:solidFill>
                  <a:schemeClr val="accent1"/>
                </a:solidFill>
                <a:latin typeface="Raleway" panose="020B0003030101060003" pitchFamily="34" charset="0"/>
              </a:rPr>
              <a:t>Network of Physical Objects</a:t>
            </a:r>
            <a:endParaRPr lang="id-ID" sz="1600" b="1" dirty="0">
              <a:solidFill>
                <a:schemeClr val="accent1"/>
              </a:solidFill>
              <a:latin typeface="Raleway" panose="020B00030301010600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</a:t>
            </a:r>
            <a:r>
              <a:rPr lang="en-US" dirty="0" err="1" smtClean="0"/>
              <a:t>IoT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066905" y="1989121"/>
            <a:ext cx="984551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Clr>
                <a:schemeClr val="accent1">
                  <a:lumMod val="75000"/>
                </a:schemeClr>
              </a:buClr>
            </a:pPr>
            <a:endParaRPr lang="en-IN" sz="2400" dirty="0">
              <a:solidFill>
                <a:schemeClr val="bg1">
                  <a:lumMod val="65000"/>
                </a:schemeClr>
              </a:solidFill>
              <a:latin typeface="Raleway" panose="020B0003030101060003" pitchFamily="34" charset="0"/>
            </a:endParaRPr>
          </a:p>
          <a:p>
            <a:pPr marL="342900" indent="-342900" algn="just">
              <a:buClr>
                <a:schemeClr val="accent1">
                  <a:lumMod val="75000"/>
                </a:schemeClr>
              </a:buClr>
              <a:buBlip>
                <a:blip r:embed="rId2"/>
              </a:buBlip>
            </a:pPr>
            <a:r>
              <a:rPr lang="en-IN" sz="2400" b="1" dirty="0" smtClean="0">
                <a:latin typeface="Raleway" panose="020B0003030101060003" pitchFamily="34" charset="0"/>
              </a:rPr>
              <a:t>The Scope of </a:t>
            </a:r>
            <a:r>
              <a:rPr lang="en-IN" sz="2400" b="1" dirty="0" err="1" smtClean="0">
                <a:latin typeface="Raleway" panose="020B0003030101060003" pitchFamily="34" charset="0"/>
              </a:rPr>
              <a:t>IoT</a:t>
            </a:r>
            <a:r>
              <a:rPr lang="en-IN" sz="2400" b="1" dirty="0" smtClean="0">
                <a:latin typeface="Raleway" panose="020B0003030101060003" pitchFamily="34" charset="0"/>
              </a:rPr>
              <a:t> is </a:t>
            </a:r>
            <a:r>
              <a:rPr lang="en-IN" sz="2400" b="1" dirty="0" smtClean="0">
                <a:solidFill>
                  <a:srgbClr val="FF0000"/>
                </a:solidFill>
                <a:latin typeface="Raleway" panose="020B0003030101060003" pitchFamily="34" charset="0"/>
              </a:rPr>
              <a:t>not limited to </a:t>
            </a:r>
            <a:r>
              <a:rPr lang="en-IN" sz="2400" b="1" dirty="0" smtClean="0">
                <a:latin typeface="Raleway" panose="020B0003030101060003" pitchFamily="34" charset="0"/>
              </a:rPr>
              <a:t>just </a:t>
            </a:r>
            <a:r>
              <a:rPr lang="en-IN" sz="2400" b="1" dirty="0" smtClean="0">
                <a:solidFill>
                  <a:srgbClr val="FF0000"/>
                </a:solidFill>
                <a:latin typeface="Raleway" panose="020B0003030101060003" pitchFamily="34" charset="0"/>
              </a:rPr>
              <a:t>connecting things </a:t>
            </a:r>
            <a:r>
              <a:rPr lang="en-IN" sz="2400" b="1" dirty="0" smtClean="0">
                <a:latin typeface="Raleway" panose="020B0003030101060003" pitchFamily="34" charset="0"/>
              </a:rPr>
              <a:t>(device, appliances, machines) to the Internet</a:t>
            </a:r>
          </a:p>
          <a:p>
            <a:pPr marL="342900" indent="-342900" algn="just">
              <a:buClr>
                <a:schemeClr val="accent1">
                  <a:lumMod val="75000"/>
                </a:schemeClr>
              </a:buClr>
            </a:pPr>
            <a:endParaRPr lang="en-IN" sz="2400" b="1" dirty="0" smtClean="0">
              <a:latin typeface="Raleway" panose="020B0003030101060003" pitchFamily="34" charset="0"/>
            </a:endParaRPr>
          </a:p>
          <a:p>
            <a:pPr marL="342900" indent="-342900" algn="just">
              <a:buClr>
                <a:schemeClr val="accent1">
                  <a:lumMod val="75000"/>
                </a:schemeClr>
              </a:buClr>
              <a:buBlip>
                <a:blip r:embed="rId2"/>
              </a:buBlip>
            </a:pPr>
            <a:r>
              <a:rPr lang="en-IN" sz="2400" b="1" dirty="0" err="1" smtClean="0">
                <a:latin typeface="Raleway" panose="020B0003030101060003" pitchFamily="34" charset="0"/>
              </a:rPr>
              <a:t>IoT</a:t>
            </a:r>
            <a:r>
              <a:rPr lang="en-IN" sz="2400" b="1" dirty="0" smtClean="0">
                <a:latin typeface="Raleway" panose="020B0003030101060003" pitchFamily="34" charset="0"/>
              </a:rPr>
              <a:t> allows these things to </a:t>
            </a:r>
            <a:r>
              <a:rPr lang="en-IN" sz="2400" b="1" dirty="0" smtClean="0">
                <a:solidFill>
                  <a:srgbClr val="FF0000"/>
                </a:solidFill>
                <a:latin typeface="Raleway" panose="020B0003030101060003" pitchFamily="34" charset="0"/>
              </a:rPr>
              <a:t>communicate and exchange data </a:t>
            </a:r>
            <a:r>
              <a:rPr lang="en-IN" sz="2400" b="1" dirty="0" smtClean="0">
                <a:latin typeface="Raleway" panose="020B0003030101060003" pitchFamily="34" charset="0"/>
              </a:rPr>
              <a:t>(control&amp; information)</a:t>
            </a:r>
          </a:p>
          <a:p>
            <a:pPr marL="342900" indent="-342900" algn="just">
              <a:buClr>
                <a:schemeClr val="accent1">
                  <a:lumMod val="75000"/>
                </a:schemeClr>
              </a:buClr>
            </a:pPr>
            <a:endParaRPr lang="en-IN" sz="2400" b="1" dirty="0" smtClean="0">
              <a:latin typeface="Raleway" panose="020B0003030101060003" pitchFamily="34" charset="0"/>
            </a:endParaRPr>
          </a:p>
          <a:p>
            <a:pPr marL="342900" indent="-342900" algn="just">
              <a:buClr>
                <a:schemeClr val="accent1">
                  <a:lumMod val="75000"/>
                </a:schemeClr>
              </a:buClr>
              <a:buBlip>
                <a:blip r:embed="rId2"/>
              </a:buBlip>
            </a:pPr>
            <a:r>
              <a:rPr lang="en-IN" sz="2400" b="1" dirty="0" smtClean="0">
                <a:latin typeface="Raleway" panose="020B0003030101060003" pitchFamily="34" charset="0"/>
              </a:rPr>
              <a:t>Processing on these data will provide us various applications towards a common user or machine goal</a:t>
            </a:r>
            <a:endParaRPr lang="en-IN" sz="2400" b="1" dirty="0">
              <a:latin typeface="Raleway" panose="020B00030301010600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3681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98846" y="4886917"/>
            <a:ext cx="60187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accent1">
                  <a:lumMod val="75000"/>
                </a:schemeClr>
              </a:buClr>
              <a:buBlip>
                <a:blip r:embed="rId3"/>
              </a:buBlip>
            </a:pPr>
            <a:r>
              <a:rPr lang="en-IN" sz="2000" dirty="0">
                <a:latin typeface="Raleway" panose="020B0003030101060003" pitchFamily="34" charset="0"/>
              </a:rPr>
              <a:t> </a:t>
            </a:r>
            <a:r>
              <a:rPr lang="en-IN" sz="2000" dirty="0" smtClean="0">
                <a:latin typeface="Raleway" panose="020B0003030101060003" pitchFamily="34" charset="0"/>
              </a:rPr>
              <a:t>Internet appears everywhere in the world</a:t>
            </a:r>
          </a:p>
          <a:p>
            <a:pPr marL="228589" indent="-228589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en-IN" sz="2000" dirty="0">
                <a:latin typeface="Raleway" panose="020B0003030101060003" pitchFamily="34" charset="0"/>
              </a:rPr>
              <a:t> </a:t>
            </a:r>
            <a:r>
              <a:rPr lang="en-IN" sz="2000" dirty="0" smtClean="0">
                <a:latin typeface="Raleway" panose="020B0003030101060003" pitchFamily="34" charset="0"/>
              </a:rPr>
              <a:t>It is primarily connection between people</a:t>
            </a:r>
            <a:endParaRPr lang="en-IN" sz="2000" dirty="0">
              <a:latin typeface="Raleway" panose="020B0003030101060003" pitchFamily="34" charset="0"/>
            </a:endParaRPr>
          </a:p>
        </p:txBody>
      </p:sp>
      <p:pic>
        <p:nvPicPr>
          <p:cNvPr id="1026" name="Picture 2" descr="http://corporate.comcast.com/images/global-internet-thumbnail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0675" y="1994511"/>
            <a:ext cx="4142603" cy="2569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Idea: Move from Internet of People   </a:t>
            </a:r>
            <a:r>
              <a:rPr lang="en-US" dirty="0" smtClean="0">
                <a:solidFill>
                  <a:schemeClr val="bg1"/>
                </a:solidFill>
                <a:sym typeface="Wingdings" panose="05000000000000000000" pitchFamily="2" charset="2"/>
              </a:rPr>
              <a:t></a:t>
            </a:r>
            <a:r>
              <a:rPr lang="en-US" dirty="0" smtClean="0">
                <a:solidFill>
                  <a:schemeClr val="bg1"/>
                </a:solidFill>
              </a:rPr>
              <a:t> Internet of Things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1" name="Picture 2" descr="http://www.bhartiyatech.org/wp-content/uploads/2016/03/IoT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0532" y="1994511"/>
            <a:ext cx="5117267" cy="25586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6910532" y="4886917"/>
            <a:ext cx="52371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589" indent="-228589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en-IN" sz="2000" dirty="0">
                <a:solidFill>
                  <a:schemeClr val="bg1"/>
                </a:solidFill>
                <a:latin typeface="Raleway" panose="020B0003030101060003" pitchFamily="34" charset="0"/>
              </a:rPr>
              <a:t> </a:t>
            </a:r>
            <a:r>
              <a:rPr lang="en-IN" sz="2000" dirty="0" smtClean="0">
                <a:solidFill>
                  <a:schemeClr val="bg1"/>
                </a:solidFill>
                <a:latin typeface="Raleway" panose="020B0003030101060003" pitchFamily="34" charset="0"/>
              </a:rPr>
              <a:t>Internet of Things is a plan to connect things also using the same medium</a:t>
            </a:r>
            <a:endParaRPr lang="en-IN" sz="2000" dirty="0">
              <a:solidFill>
                <a:schemeClr val="bg1"/>
              </a:solidFill>
              <a:latin typeface="Raleway" panose="020B00030301010600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5736441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12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techzine.alcatel-lucent.com/sites/default/files/wp-content/uploads/2015/03/Figure-1.-The-next-step-in-internet-evolution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674" y="1583145"/>
            <a:ext cx="11153273" cy="3606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Internet of Things - Evolution</a:t>
            </a:r>
          </a:p>
        </p:txBody>
      </p:sp>
    </p:spTree>
    <p:extLst>
      <p:ext uri="{BB962C8B-B14F-4D97-AF65-F5344CB8AC3E}">
        <p14:creationId xmlns:p14="http://schemas.microsoft.com/office/powerpoint/2010/main" val="1606297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Difference between M2M and </a:t>
            </a:r>
            <a:r>
              <a:rPr lang="en-US" dirty="0" err="1" smtClean="0"/>
              <a:t>IoT</a:t>
            </a:r>
            <a:endParaRPr lang="en-US" dirty="0"/>
          </a:p>
        </p:txBody>
      </p:sp>
      <p:pic>
        <p:nvPicPr>
          <p:cNvPr id="1026" name="Picture 2" descr="C:\Users\Dr.Kayarvizhy\Downloads\unnamed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6930" y="1084216"/>
            <a:ext cx="11928831" cy="536883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7927" y="1121819"/>
            <a:ext cx="8174768" cy="5327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IoT</a:t>
            </a:r>
            <a:r>
              <a:rPr lang="en-US" dirty="0"/>
              <a:t> Applications : Intelligent Home</a:t>
            </a:r>
          </a:p>
        </p:txBody>
      </p:sp>
    </p:spTree>
    <p:extLst>
      <p:ext uri="{BB962C8B-B14F-4D97-AF65-F5344CB8AC3E}">
        <p14:creationId xmlns:p14="http://schemas.microsoft.com/office/powerpoint/2010/main" val="744724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j0235319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6582" y="1950139"/>
            <a:ext cx="1171575" cy="1196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5" descr="Stickman 08 by nicubunu - Blue stick man figure illustrating various actions (par of the 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8207" y="2815326"/>
            <a:ext cx="2381250" cy="2381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3624832" y="3750364"/>
            <a:ext cx="142875" cy="142875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17961" dir="2700000" algn="ctr" rotWithShape="0">
                    <a:schemeClr val="tx1">
                      <a:gamma/>
                      <a:shade val="60000"/>
                      <a:invGamma/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914400" hangingPunct="1">
              <a:lnSpc>
                <a:spcPct val="100000"/>
              </a:lnSpc>
              <a:buClrTx/>
              <a:buSzTx/>
              <a:buFontTx/>
              <a:buNone/>
              <a:defRPr/>
            </a:pPr>
            <a:endParaRPr lang="en-US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" name="Oval 7"/>
          <p:cNvSpPr>
            <a:spLocks noChangeArrowheads="1"/>
          </p:cNvSpPr>
          <p:nvPr/>
        </p:nvSpPr>
        <p:spPr bwMode="auto">
          <a:xfrm>
            <a:off x="4497957" y="3842439"/>
            <a:ext cx="71438" cy="71437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17961" dir="2700000" algn="ctr" rotWithShape="0">
                    <a:srgbClr val="FF0000">
                      <a:gamma/>
                      <a:shade val="60000"/>
                      <a:invGamma/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914400" hangingPunct="1">
              <a:lnSpc>
                <a:spcPct val="100000"/>
              </a:lnSpc>
              <a:buClrTx/>
              <a:buSzTx/>
              <a:buFontTx/>
              <a:buNone/>
              <a:defRPr/>
            </a:pPr>
            <a:endParaRPr lang="en-US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7" name="Oval 8"/>
          <p:cNvSpPr>
            <a:spLocks noChangeArrowheads="1"/>
          </p:cNvSpPr>
          <p:nvPr/>
        </p:nvSpPr>
        <p:spPr bwMode="auto">
          <a:xfrm>
            <a:off x="4128070" y="4831451"/>
            <a:ext cx="71437" cy="71438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17961" dir="2700000" algn="ctr" rotWithShape="0">
                    <a:srgbClr val="FF0000">
                      <a:gamma/>
                      <a:shade val="60000"/>
                      <a:invGamma/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914400" hangingPunct="1">
              <a:lnSpc>
                <a:spcPct val="100000"/>
              </a:lnSpc>
              <a:buClrTx/>
              <a:buSzTx/>
              <a:buFontTx/>
              <a:buNone/>
              <a:defRPr/>
            </a:pPr>
            <a:endParaRPr lang="en-US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8" name="Oval 9"/>
          <p:cNvSpPr>
            <a:spLocks noChangeArrowheads="1"/>
          </p:cNvSpPr>
          <p:nvPr/>
        </p:nvSpPr>
        <p:spPr bwMode="auto">
          <a:xfrm>
            <a:off x="2975545" y="4902889"/>
            <a:ext cx="71437" cy="71437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17961" dir="2700000" algn="ctr" rotWithShape="0">
                    <a:srgbClr val="FF0000">
                      <a:gamma/>
                      <a:shade val="60000"/>
                      <a:invGamma/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914400" hangingPunct="1">
              <a:lnSpc>
                <a:spcPct val="100000"/>
              </a:lnSpc>
              <a:buClrTx/>
              <a:buSzTx/>
              <a:buFontTx/>
              <a:buNone/>
              <a:defRPr/>
            </a:pPr>
            <a:endParaRPr lang="en-US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9" name="Line 10"/>
          <p:cNvSpPr>
            <a:spLocks noChangeShapeType="1"/>
          </p:cNvSpPr>
          <p:nvPr/>
        </p:nvSpPr>
        <p:spPr bwMode="auto">
          <a:xfrm>
            <a:off x="3048570" y="5045764"/>
            <a:ext cx="144462" cy="433387"/>
          </a:xfrm>
          <a:prstGeom prst="line">
            <a:avLst/>
          </a:prstGeom>
          <a:noFill/>
          <a:ln w="9525">
            <a:solidFill>
              <a:srgbClr val="80808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17961" dir="2700000" algn="ctr" rotWithShape="0">
                    <a:srgbClr val="808080">
                      <a:gamma/>
                      <a:shade val="60000"/>
                      <a:invGamma/>
                      <a:alpha val="50000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pPr defTabSz="914400" hangingPunct="1">
              <a:lnSpc>
                <a:spcPct val="100000"/>
              </a:lnSpc>
              <a:buClrTx/>
              <a:buSzTx/>
              <a:buFontTx/>
              <a:buNone/>
              <a:defRPr/>
            </a:pPr>
            <a:endParaRPr lang="en-US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2489770" y="5479151"/>
            <a:ext cx="9906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17961" dir="2700000" algn="ctr" rotWithShape="0">
                    <a:srgbClr val="FFFFFF">
                      <a:gamma/>
                      <a:shade val="60000"/>
                      <a:invGamma/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 hangingPunct="1">
              <a:lnSpc>
                <a:spcPct val="100000"/>
              </a:lnSpc>
              <a:buClrTx/>
              <a:buSzTx/>
              <a:buFontTx/>
              <a:buNone/>
              <a:defRPr/>
            </a:pPr>
            <a:r>
              <a:rPr lang="en-US" sz="900">
                <a:solidFill>
                  <a:srgbClr val="000000"/>
                </a:solidFill>
                <a:latin typeface="Verdana" charset="0"/>
                <a:ea typeface="ＭＳ Ｐゴシック" charset="0"/>
              </a:rPr>
              <a:t>Motion sensor</a:t>
            </a:r>
          </a:p>
        </p:txBody>
      </p:sp>
      <p:sp>
        <p:nvSpPr>
          <p:cNvPr id="11" name="Line 12"/>
          <p:cNvSpPr>
            <a:spLocks noChangeShapeType="1"/>
          </p:cNvSpPr>
          <p:nvPr/>
        </p:nvSpPr>
        <p:spPr bwMode="auto">
          <a:xfrm flipH="1">
            <a:off x="3985195" y="4974326"/>
            <a:ext cx="142875" cy="649288"/>
          </a:xfrm>
          <a:prstGeom prst="line">
            <a:avLst/>
          </a:prstGeom>
          <a:noFill/>
          <a:ln w="9525">
            <a:solidFill>
              <a:srgbClr val="80808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17961" dir="2700000" algn="ctr" rotWithShape="0">
                    <a:srgbClr val="808080">
                      <a:gamma/>
                      <a:shade val="60000"/>
                      <a:invGamma/>
                      <a:alpha val="50000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pPr defTabSz="914400" hangingPunct="1">
              <a:lnSpc>
                <a:spcPct val="100000"/>
              </a:lnSpc>
              <a:buClrTx/>
              <a:buSzTx/>
              <a:buFontTx/>
              <a:buNone/>
              <a:defRPr/>
            </a:pPr>
            <a:endParaRPr lang="en-US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" name="Text Box 13"/>
          <p:cNvSpPr txBox="1">
            <a:spLocks noChangeArrowheads="1"/>
          </p:cNvSpPr>
          <p:nvPr/>
        </p:nvSpPr>
        <p:spPr bwMode="auto">
          <a:xfrm>
            <a:off x="3551807" y="5623614"/>
            <a:ext cx="9906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17961" dir="2700000" algn="ctr" rotWithShape="0">
                    <a:srgbClr val="FFFFFF">
                      <a:gamma/>
                      <a:shade val="60000"/>
                      <a:invGamma/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 hangingPunct="1">
              <a:lnSpc>
                <a:spcPct val="100000"/>
              </a:lnSpc>
              <a:buClrTx/>
              <a:buSzTx/>
              <a:buFontTx/>
              <a:buNone/>
              <a:defRPr/>
            </a:pPr>
            <a:r>
              <a:rPr lang="en-US" sz="900">
                <a:solidFill>
                  <a:srgbClr val="000000"/>
                </a:solidFill>
                <a:latin typeface="Verdana" charset="0"/>
                <a:ea typeface="ＭＳ Ｐゴシック" charset="0"/>
              </a:rPr>
              <a:t>Motion sensor</a:t>
            </a:r>
          </a:p>
        </p:txBody>
      </p:sp>
      <p:sp>
        <p:nvSpPr>
          <p:cNvPr id="13" name="Line 14"/>
          <p:cNvSpPr>
            <a:spLocks noChangeShapeType="1"/>
          </p:cNvSpPr>
          <p:nvPr/>
        </p:nvSpPr>
        <p:spPr bwMode="auto">
          <a:xfrm>
            <a:off x="4566220" y="3923401"/>
            <a:ext cx="360362" cy="358775"/>
          </a:xfrm>
          <a:prstGeom prst="line">
            <a:avLst/>
          </a:prstGeom>
          <a:noFill/>
          <a:ln w="9525">
            <a:solidFill>
              <a:srgbClr val="80808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17961" dir="2700000" algn="ctr" rotWithShape="0">
                    <a:srgbClr val="808080">
                      <a:gamma/>
                      <a:shade val="60000"/>
                      <a:invGamma/>
                      <a:alpha val="50000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pPr defTabSz="914400" hangingPunct="1">
              <a:lnSpc>
                <a:spcPct val="100000"/>
              </a:lnSpc>
              <a:buClrTx/>
              <a:buSzTx/>
              <a:buFontTx/>
              <a:buNone/>
              <a:defRPr/>
            </a:pPr>
            <a:endParaRPr lang="en-US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4" name="Text Box 15"/>
          <p:cNvSpPr txBox="1">
            <a:spLocks noChangeArrowheads="1"/>
          </p:cNvSpPr>
          <p:nvPr/>
        </p:nvSpPr>
        <p:spPr bwMode="auto">
          <a:xfrm>
            <a:off x="4505895" y="4255189"/>
            <a:ext cx="9906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17961" dir="2700000" algn="ctr" rotWithShape="0">
                    <a:srgbClr val="FFFFFF">
                      <a:gamma/>
                      <a:shade val="60000"/>
                      <a:invGamma/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 hangingPunct="1">
              <a:lnSpc>
                <a:spcPct val="100000"/>
              </a:lnSpc>
              <a:buClrTx/>
              <a:buSzTx/>
              <a:buFontTx/>
              <a:buNone/>
              <a:defRPr/>
            </a:pPr>
            <a:r>
              <a:rPr lang="en-US" sz="900" dirty="0">
                <a:solidFill>
                  <a:srgbClr val="000000"/>
                </a:solidFill>
                <a:latin typeface="Verdana" charset="0"/>
                <a:ea typeface="ＭＳ Ｐゴシック" charset="0"/>
              </a:rPr>
              <a:t>Motion sensor</a:t>
            </a:r>
          </a:p>
        </p:txBody>
      </p:sp>
      <p:sp>
        <p:nvSpPr>
          <p:cNvPr id="15" name="Line 16"/>
          <p:cNvSpPr>
            <a:spLocks noChangeShapeType="1"/>
          </p:cNvSpPr>
          <p:nvPr/>
        </p:nvSpPr>
        <p:spPr bwMode="auto">
          <a:xfrm flipH="1" flipV="1">
            <a:off x="2832670" y="2958201"/>
            <a:ext cx="792162" cy="719138"/>
          </a:xfrm>
          <a:prstGeom prst="line">
            <a:avLst/>
          </a:prstGeom>
          <a:noFill/>
          <a:ln w="9525">
            <a:solidFill>
              <a:srgbClr val="80808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17961" dir="2700000" algn="ctr" rotWithShape="0">
                    <a:srgbClr val="808080">
                      <a:gamma/>
                      <a:shade val="60000"/>
                      <a:invGamma/>
                      <a:alpha val="50000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pPr defTabSz="914400" hangingPunct="1">
              <a:lnSpc>
                <a:spcPct val="100000"/>
              </a:lnSpc>
              <a:buClrTx/>
              <a:buSzTx/>
              <a:buFontTx/>
              <a:buNone/>
              <a:defRPr/>
            </a:pPr>
            <a:endParaRPr lang="en-US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6" name="Text Box 17"/>
          <p:cNvSpPr txBox="1">
            <a:spLocks noChangeArrowheads="1"/>
          </p:cNvSpPr>
          <p:nvPr/>
        </p:nvSpPr>
        <p:spPr bwMode="auto">
          <a:xfrm>
            <a:off x="2327845" y="2670864"/>
            <a:ext cx="846137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17961" dir="2700000" algn="ctr" rotWithShape="0">
                    <a:srgbClr val="FFFFFF">
                      <a:gamma/>
                      <a:shade val="60000"/>
                      <a:invGamma/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 hangingPunct="1">
              <a:lnSpc>
                <a:spcPct val="100000"/>
              </a:lnSpc>
              <a:buClrTx/>
              <a:buSzTx/>
              <a:buFontTx/>
              <a:buNone/>
              <a:defRPr/>
            </a:pPr>
            <a:r>
              <a:rPr lang="en-US" sz="900">
                <a:solidFill>
                  <a:srgbClr val="000000"/>
                </a:solidFill>
                <a:latin typeface="Verdana" charset="0"/>
                <a:ea typeface="ＭＳ Ｐゴシック" charset="0"/>
              </a:rPr>
              <a:t>ECG sensor</a:t>
            </a:r>
          </a:p>
        </p:txBody>
      </p:sp>
      <p:sp>
        <p:nvSpPr>
          <p:cNvPr id="17" name="Arc 18"/>
          <p:cNvSpPr>
            <a:spLocks/>
          </p:cNvSpPr>
          <p:nvPr/>
        </p:nvSpPr>
        <p:spPr bwMode="auto">
          <a:xfrm rot="3089287">
            <a:off x="5209157" y="3605902"/>
            <a:ext cx="574675" cy="4318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-1"/>
                </a:moveTo>
                <a:cubicBezTo>
                  <a:pt x="11929" y="-1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-1"/>
                </a:moveTo>
                <a:cubicBezTo>
                  <a:pt x="11929" y="-1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rgbClr val="80808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17961" dir="2700000" algn="ctr" rotWithShape="0">
                    <a:srgbClr val="808080">
                      <a:gamma/>
                      <a:shade val="60000"/>
                      <a:invGamma/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914400" hangingPunct="1">
              <a:lnSpc>
                <a:spcPct val="100000"/>
              </a:lnSpc>
              <a:buClrTx/>
              <a:buSzTx/>
              <a:buFontTx/>
              <a:buNone/>
              <a:defRPr/>
            </a:pPr>
            <a:endParaRPr lang="en-US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8" name="Arc 19"/>
          <p:cNvSpPr>
            <a:spLocks/>
          </p:cNvSpPr>
          <p:nvPr/>
        </p:nvSpPr>
        <p:spPr bwMode="auto">
          <a:xfrm rot="3089287">
            <a:off x="5208363" y="3535258"/>
            <a:ext cx="720725" cy="576262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-1"/>
                </a:moveTo>
                <a:cubicBezTo>
                  <a:pt x="11929" y="-1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-1"/>
                </a:moveTo>
                <a:cubicBezTo>
                  <a:pt x="11929" y="-1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rgbClr val="80808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17961" dir="2700000" algn="ctr" rotWithShape="0">
                    <a:srgbClr val="808080">
                      <a:gamma/>
                      <a:shade val="60000"/>
                      <a:invGamma/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914400" hangingPunct="1">
              <a:lnSpc>
                <a:spcPct val="100000"/>
              </a:lnSpc>
              <a:buClrTx/>
              <a:buSzTx/>
              <a:buFontTx/>
              <a:buNone/>
              <a:defRPr/>
            </a:pPr>
            <a:endParaRPr lang="en-US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9" name="Arc 20"/>
          <p:cNvSpPr>
            <a:spLocks/>
          </p:cNvSpPr>
          <p:nvPr/>
        </p:nvSpPr>
        <p:spPr bwMode="auto">
          <a:xfrm rot="3089287">
            <a:off x="4201094" y="5477564"/>
            <a:ext cx="574675" cy="4318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-1"/>
                </a:moveTo>
                <a:cubicBezTo>
                  <a:pt x="11929" y="-1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-1"/>
                </a:moveTo>
                <a:cubicBezTo>
                  <a:pt x="11929" y="-1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rgbClr val="80808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17961" dir="2700000" algn="ctr" rotWithShape="0">
                    <a:srgbClr val="808080">
                      <a:gamma/>
                      <a:shade val="60000"/>
                      <a:invGamma/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914400" hangingPunct="1">
              <a:lnSpc>
                <a:spcPct val="100000"/>
              </a:lnSpc>
              <a:buClrTx/>
              <a:buSzTx/>
              <a:buFontTx/>
              <a:buNone/>
              <a:defRPr/>
            </a:pPr>
            <a:endParaRPr lang="en-US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20" name="Arc 21"/>
          <p:cNvSpPr>
            <a:spLocks/>
          </p:cNvSpPr>
          <p:nvPr/>
        </p:nvSpPr>
        <p:spPr bwMode="auto">
          <a:xfrm rot="3089287">
            <a:off x="4200301" y="5406920"/>
            <a:ext cx="720725" cy="576263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-1"/>
                </a:moveTo>
                <a:cubicBezTo>
                  <a:pt x="11929" y="-1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-1"/>
                </a:moveTo>
                <a:cubicBezTo>
                  <a:pt x="11929" y="-1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rgbClr val="80808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17961" dir="2700000" algn="ctr" rotWithShape="0">
                    <a:srgbClr val="808080">
                      <a:gamma/>
                      <a:shade val="60000"/>
                      <a:invGamma/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914400" hangingPunct="1">
              <a:lnSpc>
                <a:spcPct val="100000"/>
              </a:lnSpc>
              <a:buClrTx/>
              <a:buSzTx/>
              <a:buFontTx/>
              <a:buNone/>
              <a:defRPr/>
            </a:pPr>
            <a:endParaRPr lang="en-US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21" name="Arc 22"/>
          <p:cNvSpPr>
            <a:spLocks/>
          </p:cNvSpPr>
          <p:nvPr/>
        </p:nvSpPr>
        <p:spPr bwMode="auto">
          <a:xfrm rot="8055472">
            <a:off x="2764407" y="4955277"/>
            <a:ext cx="574675" cy="4318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-1"/>
                </a:moveTo>
                <a:cubicBezTo>
                  <a:pt x="11929" y="-1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-1"/>
                </a:moveTo>
                <a:cubicBezTo>
                  <a:pt x="11929" y="-1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rgbClr val="80808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17961" dir="2700000" algn="ctr" rotWithShape="0">
                    <a:srgbClr val="808080">
                      <a:gamma/>
                      <a:shade val="60000"/>
                      <a:invGamma/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914400" hangingPunct="1">
              <a:lnSpc>
                <a:spcPct val="100000"/>
              </a:lnSpc>
              <a:buClrTx/>
              <a:buSzTx/>
              <a:buFontTx/>
              <a:buNone/>
              <a:defRPr/>
            </a:pPr>
            <a:endParaRPr lang="en-US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22" name="Arc 23"/>
          <p:cNvSpPr>
            <a:spLocks/>
          </p:cNvSpPr>
          <p:nvPr/>
        </p:nvSpPr>
        <p:spPr bwMode="auto">
          <a:xfrm rot="8049972">
            <a:off x="2687413" y="4903683"/>
            <a:ext cx="720725" cy="576262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-1"/>
                </a:moveTo>
                <a:cubicBezTo>
                  <a:pt x="11929" y="-1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-1"/>
                </a:moveTo>
                <a:cubicBezTo>
                  <a:pt x="11929" y="-1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rgbClr val="80808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17961" dir="2700000" algn="ctr" rotWithShape="0">
                    <a:srgbClr val="808080">
                      <a:gamma/>
                      <a:shade val="60000"/>
                      <a:invGamma/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914400" hangingPunct="1">
              <a:lnSpc>
                <a:spcPct val="100000"/>
              </a:lnSpc>
              <a:buClrTx/>
              <a:buSzTx/>
              <a:buFontTx/>
              <a:buNone/>
              <a:defRPr/>
            </a:pPr>
            <a:endParaRPr lang="en-US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23" name="Arc 24"/>
          <p:cNvSpPr>
            <a:spLocks/>
          </p:cNvSpPr>
          <p:nvPr/>
        </p:nvSpPr>
        <p:spPr bwMode="auto">
          <a:xfrm rot="-4366981">
            <a:off x="2985069" y="3213789"/>
            <a:ext cx="574675" cy="4318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-1"/>
                </a:moveTo>
                <a:cubicBezTo>
                  <a:pt x="11929" y="-1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-1"/>
                </a:moveTo>
                <a:cubicBezTo>
                  <a:pt x="11929" y="-1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rgbClr val="80808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17961" dir="2700000" algn="ctr" rotWithShape="0">
                    <a:srgbClr val="808080">
                      <a:gamma/>
                      <a:shade val="60000"/>
                      <a:invGamma/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914400" hangingPunct="1">
              <a:lnSpc>
                <a:spcPct val="100000"/>
              </a:lnSpc>
              <a:buClrTx/>
              <a:buSzTx/>
              <a:buFontTx/>
              <a:buNone/>
              <a:defRPr/>
            </a:pPr>
            <a:endParaRPr lang="en-US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24" name="Arc 25"/>
          <p:cNvSpPr>
            <a:spLocks/>
          </p:cNvSpPr>
          <p:nvPr/>
        </p:nvSpPr>
        <p:spPr bwMode="auto">
          <a:xfrm rot="-4379279">
            <a:off x="2903313" y="3103458"/>
            <a:ext cx="720725" cy="576262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-1"/>
                </a:moveTo>
                <a:cubicBezTo>
                  <a:pt x="11929" y="-1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-1"/>
                </a:moveTo>
                <a:cubicBezTo>
                  <a:pt x="11929" y="-1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rgbClr val="80808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17961" dir="2700000" algn="ctr" rotWithShape="0">
                    <a:srgbClr val="808080">
                      <a:gamma/>
                      <a:shade val="60000"/>
                      <a:invGamma/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914400" hangingPunct="1">
              <a:lnSpc>
                <a:spcPct val="100000"/>
              </a:lnSpc>
              <a:buClrTx/>
              <a:buSzTx/>
              <a:buFontTx/>
              <a:buNone/>
              <a:defRPr/>
            </a:pPr>
            <a:endParaRPr lang="en-US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pic>
        <p:nvPicPr>
          <p:cNvPr id="25" name="Picture 26" descr="#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6857" y="4974326"/>
            <a:ext cx="576263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Arc 27"/>
          <p:cNvSpPr>
            <a:spLocks/>
          </p:cNvSpPr>
          <p:nvPr/>
        </p:nvSpPr>
        <p:spPr bwMode="auto">
          <a:xfrm rot="3172933">
            <a:off x="5228207" y="4686989"/>
            <a:ext cx="649288" cy="404812"/>
          </a:xfrm>
          <a:custGeom>
            <a:avLst/>
            <a:gdLst>
              <a:gd name="G0" fmla="+- 0 0 0"/>
              <a:gd name="G1" fmla="+- 17315 0 0"/>
              <a:gd name="G2" fmla="+- 21600 0 0"/>
              <a:gd name="T0" fmla="*/ 12913 w 21600"/>
              <a:gd name="T1" fmla="*/ 0 h 17315"/>
              <a:gd name="T2" fmla="*/ 21600 w 21600"/>
              <a:gd name="T3" fmla="*/ 17315 h 17315"/>
              <a:gd name="T4" fmla="*/ 0 w 21600"/>
              <a:gd name="T5" fmla="*/ 17315 h 173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7315" fill="none" extrusionOk="0">
                <a:moveTo>
                  <a:pt x="12913" y="-1"/>
                </a:moveTo>
                <a:cubicBezTo>
                  <a:pt x="18379" y="4076"/>
                  <a:pt x="21600" y="10495"/>
                  <a:pt x="21600" y="17315"/>
                </a:cubicBezTo>
              </a:path>
              <a:path w="21600" h="17315" stroke="0" extrusionOk="0">
                <a:moveTo>
                  <a:pt x="12913" y="-1"/>
                </a:moveTo>
                <a:cubicBezTo>
                  <a:pt x="18379" y="4076"/>
                  <a:pt x="21600" y="10495"/>
                  <a:pt x="21600" y="17315"/>
                </a:cubicBezTo>
                <a:lnTo>
                  <a:pt x="0" y="17315"/>
                </a:lnTo>
                <a:close/>
              </a:path>
            </a:pathLst>
          </a:custGeom>
          <a:noFill/>
          <a:ln w="12700">
            <a:solidFill>
              <a:srgbClr val="00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17961" dir="2700000" algn="ctr" rotWithShape="0">
                    <a:srgbClr val="00FF00">
                      <a:gamma/>
                      <a:shade val="60000"/>
                      <a:invGamma/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914400" hangingPunct="1">
              <a:lnSpc>
                <a:spcPct val="100000"/>
              </a:lnSpc>
              <a:buClrTx/>
              <a:buSzTx/>
              <a:buFontTx/>
              <a:buNone/>
              <a:defRPr/>
            </a:pPr>
            <a:endParaRPr lang="en-US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27" name="Arc 28"/>
          <p:cNvSpPr>
            <a:spLocks/>
          </p:cNvSpPr>
          <p:nvPr/>
        </p:nvSpPr>
        <p:spPr bwMode="auto">
          <a:xfrm rot="3178077">
            <a:off x="5279801" y="4760808"/>
            <a:ext cx="504825" cy="331787"/>
          </a:xfrm>
          <a:custGeom>
            <a:avLst/>
            <a:gdLst>
              <a:gd name="G0" fmla="+- 0 0 0"/>
              <a:gd name="G1" fmla="+- 17315 0 0"/>
              <a:gd name="G2" fmla="+- 21600 0 0"/>
              <a:gd name="T0" fmla="*/ 12913 w 21600"/>
              <a:gd name="T1" fmla="*/ 0 h 17315"/>
              <a:gd name="T2" fmla="*/ 21600 w 21600"/>
              <a:gd name="T3" fmla="*/ 17315 h 17315"/>
              <a:gd name="T4" fmla="*/ 0 w 21600"/>
              <a:gd name="T5" fmla="*/ 17315 h 173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7315" fill="none" extrusionOk="0">
                <a:moveTo>
                  <a:pt x="12913" y="-1"/>
                </a:moveTo>
                <a:cubicBezTo>
                  <a:pt x="18379" y="4076"/>
                  <a:pt x="21600" y="10495"/>
                  <a:pt x="21600" y="17315"/>
                </a:cubicBezTo>
              </a:path>
              <a:path w="21600" h="17315" stroke="0" extrusionOk="0">
                <a:moveTo>
                  <a:pt x="12913" y="-1"/>
                </a:moveTo>
                <a:cubicBezTo>
                  <a:pt x="18379" y="4076"/>
                  <a:pt x="21600" y="10495"/>
                  <a:pt x="21600" y="17315"/>
                </a:cubicBezTo>
                <a:lnTo>
                  <a:pt x="0" y="17315"/>
                </a:lnTo>
                <a:close/>
              </a:path>
            </a:pathLst>
          </a:custGeom>
          <a:noFill/>
          <a:ln w="12700">
            <a:solidFill>
              <a:srgbClr val="00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17961" dir="2700000" algn="ctr" rotWithShape="0">
                    <a:srgbClr val="00FF00">
                      <a:gamma/>
                      <a:shade val="60000"/>
                      <a:invGamma/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914400" hangingPunct="1">
              <a:lnSpc>
                <a:spcPct val="100000"/>
              </a:lnSpc>
              <a:buClrTx/>
              <a:buSzTx/>
              <a:buFontTx/>
              <a:buNone/>
              <a:defRPr/>
            </a:pPr>
            <a:endParaRPr lang="en-US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28" name="Arc 29"/>
          <p:cNvSpPr>
            <a:spLocks/>
          </p:cNvSpPr>
          <p:nvPr/>
        </p:nvSpPr>
        <p:spPr bwMode="auto">
          <a:xfrm rot="3260608">
            <a:off x="5275832" y="4815576"/>
            <a:ext cx="431800" cy="260350"/>
          </a:xfrm>
          <a:custGeom>
            <a:avLst/>
            <a:gdLst>
              <a:gd name="G0" fmla="+- 0 0 0"/>
              <a:gd name="G1" fmla="+- 17315 0 0"/>
              <a:gd name="G2" fmla="+- 21600 0 0"/>
              <a:gd name="T0" fmla="*/ 12913 w 21600"/>
              <a:gd name="T1" fmla="*/ 0 h 17315"/>
              <a:gd name="T2" fmla="*/ 21600 w 21600"/>
              <a:gd name="T3" fmla="*/ 17315 h 17315"/>
              <a:gd name="T4" fmla="*/ 0 w 21600"/>
              <a:gd name="T5" fmla="*/ 17315 h 173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7315" fill="none" extrusionOk="0">
                <a:moveTo>
                  <a:pt x="12913" y="-1"/>
                </a:moveTo>
                <a:cubicBezTo>
                  <a:pt x="18379" y="4076"/>
                  <a:pt x="21600" y="10495"/>
                  <a:pt x="21600" y="17315"/>
                </a:cubicBezTo>
              </a:path>
              <a:path w="21600" h="17315" stroke="0" extrusionOk="0">
                <a:moveTo>
                  <a:pt x="12913" y="-1"/>
                </a:moveTo>
                <a:cubicBezTo>
                  <a:pt x="18379" y="4076"/>
                  <a:pt x="21600" y="10495"/>
                  <a:pt x="21600" y="17315"/>
                </a:cubicBezTo>
                <a:lnTo>
                  <a:pt x="0" y="17315"/>
                </a:lnTo>
                <a:close/>
              </a:path>
            </a:pathLst>
          </a:custGeom>
          <a:noFill/>
          <a:ln w="12700">
            <a:solidFill>
              <a:srgbClr val="00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17961" dir="2700000" algn="ctr" rotWithShape="0">
                    <a:srgbClr val="00FF00">
                      <a:gamma/>
                      <a:shade val="60000"/>
                      <a:invGamma/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914400" hangingPunct="1">
              <a:lnSpc>
                <a:spcPct val="100000"/>
              </a:lnSpc>
              <a:buClrTx/>
              <a:buSzTx/>
              <a:buFontTx/>
              <a:buNone/>
              <a:defRPr/>
            </a:pPr>
            <a:endParaRPr lang="en-US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29" name="AutoShape 30"/>
          <p:cNvSpPr>
            <a:spLocks noChangeArrowheads="1"/>
          </p:cNvSpPr>
          <p:nvPr/>
        </p:nvSpPr>
        <p:spPr bwMode="auto">
          <a:xfrm>
            <a:off x="5136132" y="4686989"/>
            <a:ext cx="360363" cy="287337"/>
          </a:xfrm>
          <a:prstGeom prst="lightningBol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17961" dir="2700000" algn="ctr" rotWithShape="0">
                    <a:schemeClr val="tx1">
                      <a:gamma/>
                      <a:shade val="60000"/>
                      <a:invGamma/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914400" hangingPunct="1">
              <a:lnSpc>
                <a:spcPct val="100000"/>
              </a:lnSpc>
              <a:buClrTx/>
              <a:buSzTx/>
              <a:buFontTx/>
              <a:buNone/>
              <a:defRPr/>
            </a:pPr>
            <a:endParaRPr lang="en-US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pic>
        <p:nvPicPr>
          <p:cNvPr id="30" name="Picture 31" descr="#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0095" y="3174101"/>
            <a:ext cx="2089150" cy="1601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" name="Line 32"/>
          <p:cNvSpPr>
            <a:spLocks noChangeShapeType="1"/>
          </p:cNvSpPr>
          <p:nvPr/>
        </p:nvSpPr>
        <p:spPr bwMode="auto">
          <a:xfrm flipV="1">
            <a:off x="6360095" y="4615551"/>
            <a:ext cx="288925" cy="3587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17961" dir="2700000" algn="ctr" rotWithShape="0">
                    <a:schemeClr val="tx1">
                      <a:gamma/>
                      <a:shade val="60000"/>
                      <a:invGamma/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defTabSz="914400" hangingPunct="1">
              <a:lnSpc>
                <a:spcPct val="100000"/>
              </a:lnSpc>
              <a:buClrTx/>
              <a:buSzTx/>
              <a:buFontTx/>
              <a:buNone/>
              <a:defRPr/>
            </a:pPr>
            <a:endParaRPr lang="en-US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pic>
        <p:nvPicPr>
          <p:cNvPr id="32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9245" y="5190226"/>
            <a:ext cx="444500" cy="665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Line 34"/>
          <p:cNvSpPr>
            <a:spLocks noChangeShapeType="1"/>
          </p:cNvSpPr>
          <p:nvPr/>
        </p:nvSpPr>
        <p:spPr bwMode="auto">
          <a:xfrm>
            <a:off x="7944420" y="4615551"/>
            <a:ext cx="215900" cy="2873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17961" dir="2700000" algn="ctr" rotWithShape="0">
                    <a:schemeClr val="tx1">
                      <a:gamma/>
                      <a:shade val="60000"/>
                      <a:invGamma/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defTabSz="914400" hangingPunct="1">
              <a:lnSpc>
                <a:spcPct val="100000"/>
              </a:lnSpc>
              <a:buClrTx/>
              <a:buSzTx/>
              <a:buFontTx/>
              <a:buNone/>
              <a:defRPr/>
            </a:pPr>
            <a:endParaRPr lang="en-US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pic>
        <p:nvPicPr>
          <p:cNvPr id="34" name="Picture 35" descr="MC900411406[1]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5145" y="2454964"/>
            <a:ext cx="425450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Line 36"/>
          <p:cNvSpPr>
            <a:spLocks noChangeShapeType="1"/>
          </p:cNvSpPr>
          <p:nvPr/>
        </p:nvSpPr>
        <p:spPr bwMode="auto">
          <a:xfrm flipV="1">
            <a:off x="7944420" y="2886764"/>
            <a:ext cx="649287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17961" dir="2700000" algn="ctr" rotWithShape="0">
                    <a:schemeClr val="tx1">
                      <a:gamma/>
                      <a:shade val="60000"/>
                      <a:invGamma/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defTabSz="914400" hangingPunct="1">
              <a:lnSpc>
                <a:spcPct val="100000"/>
              </a:lnSpc>
              <a:buClrTx/>
              <a:buSzTx/>
              <a:buFontTx/>
              <a:buNone/>
              <a:defRPr/>
            </a:pPr>
            <a:endParaRPr lang="en-US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pic>
        <p:nvPicPr>
          <p:cNvPr id="36" name="Picture 37" descr="#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1407" y="3390001"/>
            <a:ext cx="714375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" name="Line 38"/>
          <p:cNvSpPr>
            <a:spLocks noChangeShapeType="1"/>
          </p:cNvSpPr>
          <p:nvPr/>
        </p:nvSpPr>
        <p:spPr bwMode="auto">
          <a:xfrm flipV="1">
            <a:off x="8449245" y="3750364"/>
            <a:ext cx="719137" cy="730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17961" dir="2700000" algn="ctr" rotWithShape="0">
                    <a:schemeClr val="tx1">
                      <a:gamma/>
                      <a:shade val="60000"/>
                      <a:invGamma/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defTabSz="914400" hangingPunct="1">
              <a:lnSpc>
                <a:spcPct val="100000"/>
              </a:lnSpc>
              <a:buClrTx/>
              <a:buSzTx/>
              <a:buFontTx/>
              <a:buNone/>
              <a:defRPr/>
            </a:pPr>
            <a:endParaRPr lang="en-US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8" name="Text Box 39"/>
          <p:cNvSpPr txBox="1">
            <a:spLocks noChangeArrowheads="1"/>
          </p:cNvSpPr>
          <p:nvPr/>
        </p:nvSpPr>
        <p:spPr bwMode="auto">
          <a:xfrm>
            <a:off x="6958582" y="3750364"/>
            <a:ext cx="91281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17961" dir="2700000" algn="ctr" rotWithShape="0">
                    <a:srgbClr val="FFFFFF">
                      <a:gamma/>
                      <a:shade val="60000"/>
                      <a:invGamma/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 hangingPunct="1">
              <a:lnSpc>
                <a:spcPct val="100000"/>
              </a:lnSpc>
              <a:buClrTx/>
              <a:buSzTx/>
              <a:buFontTx/>
              <a:buNone/>
              <a:defRPr/>
            </a:pPr>
            <a:r>
              <a:rPr lang="en-US" sz="1400">
                <a:solidFill>
                  <a:srgbClr val="000000"/>
                </a:solidFill>
                <a:latin typeface="Verdana" charset="0"/>
                <a:ea typeface="ＭＳ Ｐゴシック" charset="0"/>
              </a:rPr>
              <a:t>Internet</a:t>
            </a:r>
          </a:p>
        </p:txBody>
      </p:sp>
      <p:sp>
        <p:nvSpPr>
          <p:cNvPr id="39" name="Title 3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IOT: People connecting with Things</a:t>
            </a:r>
          </a:p>
        </p:txBody>
      </p:sp>
    </p:spTree>
    <p:extLst>
      <p:ext uri="{BB962C8B-B14F-4D97-AF65-F5344CB8AC3E}">
        <p14:creationId xmlns:p14="http://schemas.microsoft.com/office/powerpoint/2010/main" val="3472469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2" descr="#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0408" y="3468269"/>
            <a:ext cx="477837" cy="500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" name="Picture 4" descr="connected-ca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6583" y="1087019"/>
            <a:ext cx="4314825" cy="187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" name="Picture 5" descr="rally-car by netalloy - 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5008" y="3679406"/>
            <a:ext cx="2381250" cy="126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2" name="Arc 6"/>
          <p:cNvSpPr>
            <a:spLocks/>
          </p:cNvSpPr>
          <p:nvPr/>
        </p:nvSpPr>
        <p:spPr bwMode="auto">
          <a:xfrm>
            <a:off x="7004645" y="2384006"/>
            <a:ext cx="1728788" cy="1439863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453"/>
              <a:gd name="T1" fmla="*/ 0 h 21600"/>
              <a:gd name="T2" fmla="*/ 21453 w 21453"/>
              <a:gd name="T3" fmla="*/ 19081 h 21600"/>
              <a:gd name="T4" fmla="*/ 0 w 21453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453" h="21600" fill="none" extrusionOk="0">
                <a:moveTo>
                  <a:pt x="0" y="-1"/>
                </a:moveTo>
                <a:cubicBezTo>
                  <a:pt x="10954" y="-1"/>
                  <a:pt x="20175" y="8200"/>
                  <a:pt x="21452" y="19081"/>
                </a:cubicBezTo>
              </a:path>
              <a:path w="21453" h="21600" stroke="0" extrusionOk="0">
                <a:moveTo>
                  <a:pt x="0" y="-1"/>
                </a:moveTo>
                <a:cubicBezTo>
                  <a:pt x="10954" y="-1"/>
                  <a:pt x="20175" y="8200"/>
                  <a:pt x="21452" y="19081"/>
                </a:cubicBezTo>
                <a:lnTo>
                  <a:pt x="0" y="21600"/>
                </a:lnTo>
                <a:close/>
              </a:path>
            </a:pathLst>
          </a:custGeom>
          <a:noFill/>
          <a:ln w="15875">
            <a:solidFill>
              <a:schemeClr val="bg2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17961" dir="2700000" algn="ctr" rotWithShape="0">
                    <a:schemeClr val="bg2">
                      <a:gamma/>
                      <a:shade val="60000"/>
                      <a:invGamma/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pic>
        <p:nvPicPr>
          <p:cNvPr id="43" name="Picture 7" descr="Police car by liftarn - A SAAB 900 police car from the Swedish Road Administration (V�gverket).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1533" y="1734719"/>
            <a:ext cx="1296987" cy="110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" name="Arc 8"/>
          <p:cNvSpPr>
            <a:spLocks/>
          </p:cNvSpPr>
          <p:nvPr/>
        </p:nvSpPr>
        <p:spPr bwMode="auto">
          <a:xfrm rot="21450627" flipH="1">
            <a:off x="4844058" y="2023644"/>
            <a:ext cx="1368425" cy="144462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-1"/>
                </a:moveTo>
                <a:cubicBezTo>
                  <a:pt x="11929" y="-1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-1"/>
                </a:moveTo>
                <a:cubicBezTo>
                  <a:pt x="11929" y="-1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15875">
            <a:solidFill>
              <a:schemeClr val="bg2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17961" dir="2700000" algn="ctr" rotWithShape="0">
                    <a:schemeClr val="bg2">
                      <a:gamma/>
                      <a:shade val="60000"/>
                      <a:invGamma/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pic>
        <p:nvPicPr>
          <p:cNvPr id="45" name="Picture 9" descr="MC900332774[1]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1170" y="5335169"/>
            <a:ext cx="1081088" cy="1081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" name="Picture 10" descr="MC900060378[1]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4195" y="3895306"/>
            <a:ext cx="1008063" cy="788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" name="Arc 11"/>
          <p:cNvSpPr>
            <a:spLocks/>
          </p:cNvSpPr>
          <p:nvPr/>
        </p:nvSpPr>
        <p:spPr bwMode="auto">
          <a:xfrm flipV="1">
            <a:off x="4267795" y="2310981"/>
            <a:ext cx="2232025" cy="187325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-1"/>
                </a:moveTo>
                <a:cubicBezTo>
                  <a:pt x="11929" y="-1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-1"/>
                </a:moveTo>
                <a:cubicBezTo>
                  <a:pt x="11929" y="-1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15875">
            <a:solidFill>
              <a:schemeClr val="bg2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17961" dir="2700000" algn="ctr" rotWithShape="0">
                    <a:schemeClr val="bg2">
                      <a:gamma/>
                      <a:shade val="60000"/>
                      <a:invGamma/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8" name="Arc 12"/>
          <p:cNvSpPr>
            <a:spLocks/>
          </p:cNvSpPr>
          <p:nvPr/>
        </p:nvSpPr>
        <p:spPr bwMode="auto">
          <a:xfrm rot="10800000" flipH="1">
            <a:off x="4412258" y="2455444"/>
            <a:ext cx="2447925" cy="381635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-1"/>
                </a:moveTo>
                <a:cubicBezTo>
                  <a:pt x="11929" y="-1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-1"/>
                </a:moveTo>
                <a:cubicBezTo>
                  <a:pt x="11929" y="-1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15875">
            <a:solidFill>
              <a:schemeClr val="bg2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17961" dir="2700000" algn="ctr" rotWithShape="0">
                    <a:schemeClr val="bg2">
                      <a:gamma/>
                      <a:shade val="60000"/>
                      <a:invGamma/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" name="Text Box 13"/>
          <p:cNvSpPr txBox="1">
            <a:spLocks noChangeArrowheads="1"/>
          </p:cNvSpPr>
          <p:nvPr/>
        </p:nvSpPr>
        <p:spPr bwMode="auto">
          <a:xfrm>
            <a:off x="6647458" y="5479631"/>
            <a:ext cx="3319462" cy="611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17961" dir="2700000" algn="ctr" rotWithShape="0">
                    <a:srgbClr val="FFFFFF">
                      <a:gamma/>
                      <a:shade val="60000"/>
                      <a:invGamma/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>
                <a:solidFill>
                  <a:srgbClr val="000000"/>
                </a:solidFill>
                <a:latin typeface="Arial" charset="0"/>
                <a:ea typeface="ＭＳ Ｐゴシック" charset="0"/>
              </a:rPr>
              <a:t>- </a:t>
            </a:r>
            <a:r>
              <a:rPr lang="en-US" sz="1600">
                <a:solidFill>
                  <a:srgbClr val="000000"/>
                </a:solidFill>
                <a:ea typeface="ＭＳ Ｐゴシック" charset="0"/>
              </a:rPr>
              <a:t>Complex and heterogeneous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>
                <a:solidFill>
                  <a:srgbClr val="000000"/>
                </a:solidFill>
                <a:ea typeface="ＭＳ Ｐゴシック" charset="0"/>
              </a:rPr>
              <a:t>resources and networks </a:t>
            </a:r>
          </a:p>
        </p:txBody>
      </p:sp>
      <p:sp>
        <p:nvSpPr>
          <p:cNvPr id="50" name="Arc 14"/>
          <p:cNvSpPr>
            <a:spLocks/>
          </p:cNvSpPr>
          <p:nvPr/>
        </p:nvSpPr>
        <p:spPr bwMode="auto">
          <a:xfrm flipV="1">
            <a:off x="8876308" y="2384006"/>
            <a:ext cx="720725" cy="12954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-1"/>
                </a:moveTo>
                <a:cubicBezTo>
                  <a:pt x="11929" y="-1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-1"/>
                </a:moveTo>
                <a:cubicBezTo>
                  <a:pt x="11929" y="-1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15875">
            <a:solidFill>
              <a:schemeClr val="bg2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17961" dir="2700000" algn="ctr" rotWithShape="0">
                    <a:schemeClr val="bg2">
                      <a:gamma/>
                      <a:shade val="60000"/>
                      <a:invGamma/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IoT</a:t>
            </a:r>
            <a:r>
              <a:rPr lang="en-US" dirty="0"/>
              <a:t>: Things connecting with Things</a:t>
            </a:r>
          </a:p>
        </p:txBody>
      </p:sp>
    </p:spTree>
    <p:extLst>
      <p:ext uri="{BB962C8B-B14F-4D97-AF65-F5344CB8AC3E}">
        <p14:creationId xmlns:p14="http://schemas.microsoft.com/office/powerpoint/2010/main" val="3352816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Unlocking the Massive potential of </a:t>
            </a:r>
            <a:r>
              <a:rPr lang="en-US" dirty="0" err="1"/>
              <a:t>IoT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9333" y="1373810"/>
            <a:ext cx="8334375" cy="4600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9383" y="1272619"/>
            <a:ext cx="9279884" cy="45070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Looming Opportunity</a:t>
            </a:r>
          </a:p>
        </p:txBody>
      </p:sp>
    </p:spTree>
    <p:extLst>
      <p:ext uri="{BB962C8B-B14F-4D97-AF65-F5344CB8AC3E}">
        <p14:creationId xmlns:p14="http://schemas.microsoft.com/office/powerpoint/2010/main" val="4090490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" y="500549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cap="small" dirty="0" smtClean="0">
                <a:latin typeface="Raleway" panose="020B0003030101060003" pitchFamily="34" charset="0"/>
              </a:rPr>
              <a:t>Applications of </a:t>
            </a:r>
            <a:r>
              <a:rPr lang="en-IN" sz="3200" b="1" cap="small" dirty="0" err="1" smtClean="0">
                <a:latin typeface="Raleway" panose="020B0003030101060003" pitchFamily="34" charset="0"/>
              </a:rPr>
              <a:t>IoT</a:t>
            </a:r>
            <a:endParaRPr lang="id-ID" sz="3200" b="1" cap="small" dirty="0">
              <a:latin typeface="Raleway" panose="020B00030301010600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778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01290" y="0"/>
            <a:ext cx="11300333" cy="6857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3617"/>
            <a:ext cx="11293311" cy="6865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-37841"/>
            <a:ext cx="11246176" cy="69336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-4666"/>
            <a:ext cx="11321591" cy="6867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94779" y="0"/>
            <a:ext cx="11322104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15573"/>
            <a:ext cx="11255604" cy="68268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-21253"/>
            <a:ext cx="11340444" cy="6900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11321593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023" y="-6775"/>
            <a:ext cx="11271862" cy="686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969" y="1809945"/>
            <a:ext cx="11679825" cy="45255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IoT</a:t>
            </a:r>
            <a:r>
              <a:rPr lang="en-US" dirty="0"/>
              <a:t> Applications : Transportation</a:t>
            </a:r>
          </a:p>
        </p:txBody>
      </p:sp>
    </p:spTree>
    <p:extLst>
      <p:ext uri="{BB962C8B-B14F-4D97-AF65-F5344CB8AC3E}">
        <p14:creationId xmlns:p14="http://schemas.microsoft.com/office/powerpoint/2010/main" val="3894035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IoT</a:t>
            </a:r>
            <a:r>
              <a:rPr lang="en-US" dirty="0" smtClean="0"/>
              <a:t> Applications : (BMTC)Transportation</a:t>
            </a:r>
            <a:endParaRPr lang="en-US" dirty="0"/>
          </a:p>
        </p:txBody>
      </p:sp>
      <p:pic>
        <p:nvPicPr>
          <p:cNvPr id="1026" name="Picture 2" descr="C:\Users\Dr.Kayarvizhy\Downloads\2016-05-25-PHOTO-00000096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918858" y="788016"/>
            <a:ext cx="7145382" cy="592996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573" y="141515"/>
            <a:ext cx="11204027" cy="685800"/>
          </a:xfrm>
        </p:spPr>
        <p:txBody>
          <a:bodyPr>
            <a:normAutofit/>
          </a:bodyPr>
          <a:lstStyle/>
          <a:p>
            <a:r>
              <a:rPr lang="en-US" sz="3200" dirty="0" smtClean="0"/>
              <a:t>Supply Chain Management</a:t>
            </a:r>
            <a:endParaRPr lang="en-US" sz="3200" dirty="0"/>
          </a:p>
        </p:txBody>
      </p:sp>
      <p:sp>
        <p:nvSpPr>
          <p:cNvPr id="4" name="TextBox 3"/>
          <p:cNvSpPr txBox="1"/>
          <p:nvPr/>
        </p:nvSpPr>
        <p:spPr>
          <a:xfrm>
            <a:off x="3749040" y="1567543"/>
            <a:ext cx="8020594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accent1">
                  <a:lumMod val="75000"/>
                </a:schemeClr>
              </a:buClr>
              <a:buBlip>
                <a:blip r:embed="rId2"/>
              </a:buBlip>
            </a:pPr>
            <a:r>
              <a:rPr lang="en-IN" sz="2800" dirty="0">
                <a:latin typeface="Raleway" panose="020B0003030101060003" pitchFamily="34" charset="0"/>
              </a:rPr>
              <a:t> </a:t>
            </a:r>
            <a:r>
              <a:rPr lang="en-US" sz="2800" dirty="0" smtClean="0">
                <a:latin typeface="Raleway" panose="020B0003030101060003" pitchFamily="34" charset="0"/>
              </a:rPr>
              <a:t>Logistic</a:t>
            </a:r>
          </a:p>
          <a:p>
            <a:pPr marL="342900" indent="-342900">
              <a:buClr>
                <a:schemeClr val="accent1">
                  <a:lumMod val="75000"/>
                </a:schemeClr>
              </a:buClr>
            </a:pPr>
            <a:endParaRPr lang="en-US" sz="2800" dirty="0">
              <a:latin typeface="Raleway" panose="020B0003030101060003" pitchFamily="34" charset="0"/>
            </a:endParaRPr>
          </a:p>
          <a:p>
            <a:pPr marL="342900" indent="-342900">
              <a:buClr>
                <a:schemeClr val="accent1">
                  <a:lumMod val="75000"/>
                </a:schemeClr>
              </a:buClr>
              <a:buBlip>
                <a:blip r:embed="rId2"/>
              </a:buBlip>
            </a:pPr>
            <a:r>
              <a:rPr lang="en-US" sz="2800" dirty="0" smtClean="0">
                <a:latin typeface="Raleway" panose="020B0003030101060003" pitchFamily="34" charset="0"/>
              </a:rPr>
              <a:t>Product Design</a:t>
            </a:r>
          </a:p>
          <a:p>
            <a:pPr marL="342900" indent="-342900">
              <a:buClr>
                <a:schemeClr val="accent1">
                  <a:lumMod val="75000"/>
                </a:schemeClr>
              </a:buClr>
              <a:buBlip>
                <a:blip r:embed="rId2"/>
              </a:buBlip>
            </a:pPr>
            <a:endParaRPr lang="en-US" sz="2800" dirty="0" smtClean="0">
              <a:latin typeface="Raleway" panose="020B0003030101060003" pitchFamily="34" charset="0"/>
            </a:endParaRPr>
          </a:p>
          <a:p>
            <a:pPr marL="342900" indent="-342900">
              <a:buClr>
                <a:schemeClr val="accent1">
                  <a:lumMod val="75000"/>
                </a:schemeClr>
              </a:buClr>
              <a:buBlip>
                <a:blip r:embed="rId2"/>
              </a:buBlip>
            </a:pPr>
            <a:r>
              <a:rPr lang="en-US" sz="2800" dirty="0" smtClean="0">
                <a:latin typeface="Raleway" panose="020B0003030101060003" pitchFamily="34" charset="0"/>
              </a:rPr>
              <a:t>Warehouse</a:t>
            </a:r>
            <a:endParaRPr lang="en-US" sz="2800" dirty="0">
              <a:latin typeface="Raleway" panose="020B0003030101060003" pitchFamily="34" charset="0"/>
            </a:endParaRPr>
          </a:p>
          <a:p>
            <a:pPr marL="342900" indent="-342900">
              <a:buClr>
                <a:schemeClr val="accent1">
                  <a:lumMod val="75000"/>
                </a:schemeClr>
              </a:buClr>
              <a:buBlip>
                <a:blip r:embed="rId2"/>
              </a:buBlip>
            </a:pPr>
            <a:endParaRPr lang="en-US" sz="2800" dirty="0">
              <a:latin typeface="Raleway" panose="020B0003030101060003" pitchFamily="34" charset="0"/>
            </a:endParaRPr>
          </a:p>
          <a:p>
            <a:pPr marL="342900" indent="-342900">
              <a:buClr>
                <a:schemeClr val="accent1">
                  <a:lumMod val="75000"/>
                </a:schemeClr>
              </a:buClr>
              <a:buBlip>
                <a:blip r:embed="rId2"/>
              </a:buBlip>
            </a:pPr>
            <a:r>
              <a:rPr lang="en-US" sz="2800" dirty="0">
                <a:latin typeface="Raleway" panose="020B0003030101060003" pitchFamily="34" charset="0"/>
              </a:rPr>
              <a:t> </a:t>
            </a:r>
            <a:r>
              <a:rPr lang="en-US" sz="2800" dirty="0" smtClean="0">
                <a:latin typeface="Raleway" panose="020B0003030101060003" pitchFamily="34" charset="0"/>
              </a:rPr>
              <a:t>Manufacturing</a:t>
            </a:r>
            <a:endParaRPr lang="en-US" sz="2800" dirty="0">
              <a:latin typeface="Raleway" panose="020B0003030101060003" pitchFamily="34" charset="0"/>
            </a:endParaRPr>
          </a:p>
          <a:p>
            <a:pPr marL="342900" indent="-342900">
              <a:buClr>
                <a:schemeClr val="accent1">
                  <a:lumMod val="75000"/>
                </a:schemeClr>
              </a:buClr>
              <a:buBlip>
                <a:blip r:embed="rId2"/>
              </a:buBlip>
            </a:pPr>
            <a:endParaRPr lang="en-US" sz="2000" dirty="0">
              <a:latin typeface="Raleway" panose="020B0003030101060003" pitchFamily="34" charset="0"/>
            </a:endParaRPr>
          </a:p>
          <a:p>
            <a:pPr marL="342900" indent="-342900">
              <a:buClr>
                <a:schemeClr val="accent1">
                  <a:lumMod val="75000"/>
                </a:schemeClr>
              </a:buClr>
            </a:pPr>
            <a:endParaRPr lang="en-US" sz="2000" dirty="0">
              <a:latin typeface="Raleway" panose="020B0003030101060003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5"/>
          <p:cNvGrpSpPr/>
          <p:nvPr/>
        </p:nvGrpSpPr>
        <p:grpSpPr>
          <a:xfrm>
            <a:off x="3448091" y="940526"/>
            <a:ext cx="7681465" cy="5600831"/>
            <a:chOff x="3835045" y="1084780"/>
            <a:chExt cx="8069407" cy="5661077"/>
          </a:xfrm>
        </p:grpSpPr>
        <p:sp>
          <p:nvSpPr>
            <p:cNvPr id="7" name="TextBox 6"/>
            <p:cNvSpPr txBox="1"/>
            <p:nvPr/>
          </p:nvSpPr>
          <p:spPr>
            <a:xfrm>
              <a:off x="3835046" y="1812571"/>
              <a:ext cx="25397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6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Raleway" panose="020B0003030101060003" pitchFamily="34" charset="0"/>
                </a:rPr>
                <a:t>Integrated Application</a:t>
              </a:r>
              <a:endParaRPr lang="id-ID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Raleway" panose="020B0003030101060003" pitchFamily="34" charset="0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835046" y="2896623"/>
              <a:ext cx="25397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6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Raleway" panose="020B0003030101060003" pitchFamily="34" charset="0"/>
                </a:rPr>
                <a:t>Information Processing</a:t>
              </a:r>
              <a:endParaRPr lang="id-ID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Raleway" panose="020B0003030101060003" pitchFamily="34" charset="0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835045" y="4626219"/>
              <a:ext cx="25397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6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Raleway" panose="020B0003030101060003" pitchFamily="34" charset="0"/>
                </a:rPr>
                <a:t>Network Construction</a:t>
              </a:r>
              <a:endParaRPr lang="id-ID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Raleway" panose="020B0003030101060003" pitchFamily="34" charset="0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835046" y="6355816"/>
              <a:ext cx="25397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6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Raleway" panose="020B0003030101060003" pitchFamily="34" charset="0"/>
                </a:rPr>
                <a:t>Sensing &amp; Identification</a:t>
              </a:r>
              <a:endParaRPr lang="id-ID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Raleway" panose="020B0003030101060003" pitchFamily="34" charset="0"/>
              </a:endParaRPr>
            </a:p>
          </p:txBody>
        </p:sp>
        <p:grpSp>
          <p:nvGrpSpPr>
            <p:cNvPr id="4" name="Group 10"/>
            <p:cNvGrpSpPr/>
            <p:nvPr/>
          </p:nvGrpSpPr>
          <p:grpSpPr>
            <a:xfrm>
              <a:off x="6374799" y="1084780"/>
              <a:ext cx="5529653" cy="5661077"/>
              <a:chOff x="2242747" y="1196923"/>
              <a:chExt cx="5529653" cy="5661077"/>
            </a:xfrm>
          </p:grpSpPr>
          <p:pic>
            <p:nvPicPr>
              <p:cNvPr id="12" name="Picture 3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347741" y="1196923"/>
                <a:ext cx="5334000" cy="56095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3" name="TextBox 12"/>
              <p:cNvSpPr txBox="1"/>
              <p:nvPr/>
            </p:nvSpPr>
            <p:spPr>
              <a:xfrm>
                <a:off x="3379570" y="1932801"/>
                <a:ext cx="111623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400" hangingPunct="1">
                  <a:lnSpc>
                    <a:spcPct val="100000"/>
                  </a:lnSpc>
                  <a:buClrTx/>
                  <a:buSzTx/>
                  <a:buFontTx/>
                  <a:buNone/>
                </a:pPr>
                <a:r>
                  <a:rPr lang="en-US" sz="1200" dirty="0" smtClean="0">
                    <a:solidFill>
                      <a:srgbClr val="2F2B20"/>
                    </a:solidFill>
                    <a:latin typeface="Calibri"/>
                    <a:ea typeface="+mn-ea"/>
                  </a:rPr>
                  <a:t>Smart Grid</a:t>
                </a:r>
                <a:endParaRPr lang="en-US" sz="1200" dirty="0">
                  <a:solidFill>
                    <a:srgbClr val="2F2B20"/>
                  </a:solidFill>
                  <a:latin typeface="Calibri"/>
                  <a:ea typeface="+mn-ea"/>
                </a:endParaRPr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4293970" y="1932801"/>
                <a:ext cx="126863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400" hangingPunct="1">
                  <a:lnSpc>
                    <a:spcPct val="100000"/>
                  </a:lnSpc>
                  <a:buClrTx/>
                  <a:buSzTx/>
                  <a:buFontTx/>
                  <a:buNone/>
                </a:pPr>
                <a:r>
                  <a:rPr lang="en-US" sz="1200" dirty="0" smtClean="0">
                    <a:solidFill>
                      <a:srgbClr val="2F2B20"/>
                    </a:solidFill>
                    <a:latin typeface="Calibri"/>
                    <a:ea typeface="+mn-ea"/>
                  </a:rPr>
                  <a:t>Green Building</a:t>
                </a:r>
                <a:endParaRPr lang="en-US" sz="1200" dirty="0">
                  <a:solidFill>
                    <a:srgbClr val="2F2B20"/>
                  </a:solidFill>
                  <a:latin typeface="Calibri"/>
                  <a:ea typeface="+mn-ea"/>
                </a:endParaRPr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5334000" y="1932801"/>
                <a:ext cx="164963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400" hangingPunct="1">
                  <a:lnSpc>
                    <a:spcPct val="100000"/>
                  </a:lnSpc>
                  <a:buClrTx/>
                  <a:buSzTx/>
                  <a:buFontTx/>
                  <a:buNone/>
                </a:pPr>
                <a:r>
                  <a:rPr lang="en-US" sz="1200" dirty="0" smtClean="0">
                    <a:solidFill>
                      <a:srgbClr val="2F2B20"/>
                    </a:solidFill>
                    <a:latin typeface="Calibri"/>
                    <a:ea typeface="+mn-ea"/>
                  </a:rPr>
                  <a:t>Smart Transport</a:t>
                </a:r>
                <a:endParaRPr lang="en-US" sz="1200" dirty="0">
                  <a:solidFill>
                    <a:srgbClr val="2F2B20"/>
                  </a:solidFill>
                  <a:latin typeface="Calibri"/>
                  <a:ea typeface="+mn-ea"/>
                </a:endParaRPr>
              </a:p>
            </p:txBody>
          </p:sp>
          <p:sp>
            <p:nvSpPr>
              <p:cNvPr id="16" name="TextBox 15"/>
              <p:cNvSpPr txBox="1"/>
              <p:nvPr/>
            </p:nvSpPr>
            <p:spPr>
              <a:xfrm>
                <a:off x="6503770" y="1932801"/>
                <a:ext cx="111623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400" hangingPunct="1">
                  <a:lnSpc>
                    <a:spcPct val="100000"/>
                  </a:lnSpc>
                  <a:buClrTx/>
                  <a:buSzTx/>
                  <a:buFontTx/>
                  <a:buNone/>
                </a:pPr>
                <a:r>
                  <a:rPr lang="en-US" sz="1200" dirty="0" err="1" smtClean="0">
                    <a:solidFill>
                      <a:srgbClr val="2F2B20"/>
                    </a:solidFill>
                    <a:latin typeface="Calibri"/>
                    <a:ea typeface="+mn-ea"/>
                  </a:rPr>
                  <a:t>Env</a:t>
                </a:r>
                <a:r>
                  <a:rPr lang="en-US" sz="1200" dirty="0" smtClean="0">
                    <a:solidFill>
                      <a:srgbClr val="2F2B20"/>
                    </a:solidFill>
                    <a:latin typeface="Calibri"/>
                    <a:ea typeface="+mn-ea"/>
                  </a:rPr>
                  <a:t>. Monitor</a:t>
                </a:r>
                <a:endParaRPr lang="en-US" sz="1200" dirty="0">
                  <a:solidFill>
                    <a:srgbClr val="2F2B20"/>
                  </a:solidFill>
                  <a:latin typeface="Calibri"/>
                  <a:ea typeface="+mn-ea"/>
                </a:endParaRPr>
              </a:p>
            </p:txBody>
          </p:sp>
          <p:sp>
            <p:nvSpPr>
              <p:cNvPr id="17" name="TextBox 16"/>
              <p:cNvSpPr txBox="1"/>
              <p:nvPr/>
            </p:nvSpPr>
            <p:spPr>
              <a:xfrm>
                <a:off x="2286000" y="3073055"/>
                <a:ext cx="111623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400" hangingPunct="1">
                  <a:lnSpc>
                    <a:spcPct val="100000"/>
                  </a:lnSpc>
                  <a:buClrTx/>
                  <a:buSzTx/>
                  <a:buFontTx/>
                  <a:buNone/>
                </a:pPr>
                <a:r>
                  <a:rPr lang="en-US" sz="1200" dirty="0" smtClean="0">
                    <a:solidFill>
                      <a:srgbClr val="2F2B20"/>
                    </a:solidFill>
                    <a:latin typeface="Calibri"/>
                    <a:ea typeface="+mn-ea"/>
                  </a:rPr>
                  <a:t>Data Center</a:t>
                </a:r>
                <a:endParaRPr lang="en-US" sz="1200" dirty="0">
                  <a:solidFill>
                    <a:srgbClr val="2F2B20"/>
                  </a:solidFill>
                  <a:latin typeface="Calibri"/>
                  <a:ea typeface="+mn-ea"/>
                </a:endParaRPr>
              </a:p>
            </p:txBody>
          </p:sp>
          <p:sp>
            <p:nvSpPr>
              <p:cNvPr id="18" name="TextBox 17"/>
              <p:cNvSpPr txBox="1"/>
              <p:nvPr/>
            </p:nvSpPr>
            <p:spPr>
              <a:xfrm>
                <a:off x="3379570" y="3075801"/>
                <a:ext cx="111623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400" hangingPunct="1">
                  <a:lnSpc>
                    <a:spcPct val="100000"/>
                  </a:lnSpc>
                  <a:buClrTx/>
                  <a:buSzTx/>
                  <a:buFontTx/>
                  <a:buNone/>
                </a:pPr>
                <a:r>
                  <a:rPr lang="en-US" sz="1200" dirty="0" smtClean="0">
                    <a:solidFill>
                      <a:srgbClr val="2F2B20"/>
                    </a:solidFill>
                    <a:latin typeface="Calibri"/>
                    <a:ea typeface="+mn-ea"/>
                  </a:rPr>
                  <a:t>Search Engine</a:t>
                </a:r>
                <a:endParaRPr lang="en-US" sz="1200" dirty="0">
                  <a:solidFill>
                    <a:srgbClr val="2F2B20"/>
                  </a:solidFill>
                  <a:latin typeface="Calibri"/>
                  <a:ea typeface="+mn-ea"/>
                </a:endParaRPr>
              </a:p>
            </p:txBody>
          </p:sp>
          <p:sp>
            <p:nvSpPr>
              <p:cNvPr id="19" name="TextBox 18"/>
              <p:cNvSpPr txBox="1"/>
              <p:nvPr/>
            </p:nvSpPr>
            <p:spPr>
              <a:xfrm>
                <a:off x="4370170" y="3075801"/>
                <a:ext cx="126863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400" hangingPunct="1">
                  <a:lnSpc>
                    <a:spcPct val="100000"/>
                  </a:lnSpc>
                  <a:buClrTx/>
                  <a:buSzTx/>
                  <a:buFontTx/>
                  <a:buNone/>
                </a:pPr>
                <a:r>
                  <a:rPr lang="en-US" sz="1200" dirty="0" smtClean="0">
                    <a:solidFill>
                      <a:srgbClr val="2F2B20"/>
                    </a:solidFill>
                    <a:latin typeface="Calibri"/>
                    <a:ea typeface="+mn-ea"/>
                  </a:rPr>
                  <a:t>Smart Decision</a:t>
                </a:r>
                <a:endParaRPr lang="en-US" sz="1200" dirty="0">
                  <a:solidFill>
                    <a:srgbClr val="2F2B20"/>
                  </a:solidFill>
                  <a:latin typeface="Calibri"/>
                  <a:ea typeface="+mn-ea"/>
                </a:endParaRPr>
              </a:p>
            </p:txBody>
          </p:sp>
          <p:sp>
            <p:nvSpPr>
              <p:cNvPr id="20" name="TextBox 19"/>
              <p:cNvSpPr txBox="1"/>
              <p:nvPr/>
            </p:nvSpPr>
            <p:spPr>
              <a:xfrm>
                <a:off x="5486400" y="3075801"/>
                <a:ext cx="12954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400" hangingPunct="1">
                  <a:lnSpc>
                    <a:spcPct val="100000"/>
                  </a:lnSpc>
                  <a:buClrTx/>
                  <a:buSzTx/>
                  <a:buFontTx/>
                  <a:buNone/>
                </a:pPr>
                <a:r>
                  <a:rPr lang="en-US" sz="1200" dirty="0" smtClean="0">
                    <a:solidFill>
                      <a:srgbClr val="2F2B20"/>
                    </a:solidFill>
                    <a:latin typeface="Calibri"/>
                    <a:ea typeface="+mn-ea"/>
                  </a:rPr>
                  <a:t>Info. Security</a:t>
                </a:r>
                <a:endParaRPr lang="en-US" sz="1200" dirty="0">
                  <a:solidFill>
                    <a:srgbClr val="2F2B20"/>
                  </a:solidFill>
                  <a:latin typeface="Calibri"/>
                  <a:ea typeface="+mn-ea"/>
                </a:endParaRPr>
              </a:p>
            </p:txBody>
          </p:sp>
          <p:sp>
            <p:nvSpPr>
              <p:cNvPr id="21" name="TextBox 20"/>
              <p:cNvSpPr txBox="1"/>
              <p:nvPr/>
            </p:nvSpPr>
            <p:spPr>
              <a:xfrm>
                <a:off x="6503770" y="3075801"/>
                <a:ext cx="111623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400" hangingPunct="1">
                  <a:lnSpc>
                    <a:spcPct val="100000"/>
                  </a:lnSpc>
                  <a:buClrTx/>
                  <a:buSzTx/>
                  <a:buFontTx/>
                  <a:buNone/>
                </a:pPr>
                <a:r>
                  <a:rPr lang="en-US" sz="1200" dirty="0" smtClean="0">
                    <a:solidFill>
                      <a:srgbClr val="2F2B20"/>
                    </a:solidFill>
                    <a:latin typeface="Calibri"/>
                    <a:ea typeface="+mn-ea"/>
                  </a:rPr>
                  <a:t>Data Mining</a:t>
                </a:r>
                <a:endParaRPr lang="en-US" sz="1200" dirty="0">
                  <a:solidFill>
                    <a:srgbClr val="2F2B20"/>
                  </a:solidFill>
                  <a:latin typeface="Calibri"/>
                  <a:ea typeface="+mn-ea"/>
                </a:endParaRPr>
              </a:p>
            </p:txBody>
          </p:sp>
          <p:sp>
            <p:nvSpPr>
              <p:cNvPr id="22" name="TextBox 21"/>
              <p:cNvSpPr txBox="1"/>
              <p:nvPr/>
            </p:nvSpPr>
            <p:spPr>
              <a:xfrm>
                <a:off x="3200400" y="4343400"/>
                <a:ext cx="111623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400" hangingPunct="1">
                  <a:lnSpc>
                    <a:spcPct val="100000"/>
                  </a:lnSpc>
                  <a:buClrTx/>
                  <a:buSzTx/>
                  <a:buFontTx/>
                  <a:buNone/>
                </a:pPr>
                <a:r>
                  <a:rPr lang="en-US" sz="1200" dirty="0" smtClean="0">
                    <a:solidFill>
                      <a:srgbClr val="2F2B20"/>
                    </a:solidFill>
                    <a:latin typeface="Calibri"/>
                    <a:ea typeface="+mn-ea"/>
                  </a:rPr>
                  <a:t>WWAN</a:t>
                </a:r>
                <a:endParaRPr lang="en-US" sz="1200" dirty="0">
                  <a:solidFill>
                    <a:srgbClr val="2F2B20"/>
                  </a:solidFill>
                  <a:latin typeface="Calibri"/>
                  <a:ea typeface="+mn-ea"/>
                </a:endParaRPr>
              </a:p>
            </p:txBody>
          </p:sp>
          <p:sp>
            <p:nvSpPr>
              <p:cNvPr id="23" name="TextBox 22"/>
              <p:cNvSpPr txBox="1"/>
              <p:nvPr/>
            </p:nvSpPr>
            <p:spPr>
              <a:xfrm>
                <a:off x="3150970" y="5410200"/>
                <a:ext cx="111623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400" hangingPunct="1">
                  <a:lnSpc>
                    <a:spcPct val="100000"/>
                  </a:lnSpc>
                  <a:buClrTx/>
                  <a:buSzTx/>
                  <a:buFontTx/>
                  <a:buNone/>
                </a:pPr>
                <a:r>
                  <a:rPr lang="en-US" sz="1200" dirty="0" smtClean="0">
                    <a:solidFill>
                      <a:srgbClr val="2F2B20"/>
                    </a:solidFill>
                    <a:latin typeface="Calibri"/>
                    <a:ea typeface="+mn-ea"/>
                  </a:rPr>
                  <a:t>WPAN</a:t>
                </a:r>
                <a:endParaRPr lang="en-US" sz="1200" dirty="0">
                  <a:solidFill>
                    <a:srgbClr val="2F2B20"/>
                  </a:solidFill>
                  <a:latin typeface="Calibri"/>
                  <a:ea typeface="+mn-ea"/>
                </a:endParaRPr>
              </a:p>
            </p:txBody>
          </p:sp>
          <p:sp>
            <p:nvSpPr>
              <p:cNvPr id="24" name="TextBox 23"/>
              <p:cNvSpPr txBox="1"/>
              <p:nvPr/>
            </p:nvSpPr>
            <p:spPr>
              <a:xfrm>
                <a:off x="5894170" y="4397461"/>
                <a:ext cx="111623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400" hangingPunct="1">
                  <a:lnSpc>
                    <a:spcPct val="100000"/>
                  </a:lnSpc>
                  <a:buClrTx/>
                  <a:buSzTx/>
                  <a:buFontTx/>
                  <a:buNone/>
                </a:pPr>
                <a:r>
                  <a:rPr lang="en-US" sz="1200" dirty="0" smtClean="0">
                    <a:solidFill>
                      <a:srgbClr val="2F2B20"/>
                    </a:solidFill>
                    <a:latin typeface="Calibri"/>
                    <a:ea typeface="+mn-ea"/>
                  </a:rPr>
                  <a:t>WMAN</a:t>
                </a:r>
                <a:endParaRPr lang="en-US" sz="1200" dirty="0">
                  <a:solidFill>
                    <a:srgbClr val="2F2B20"/>
                  </a:solidFill>
                  <a:latin typeface="Calibri"/>
                  <a:ea typeface="+mn-ea"/>
                </a:endParaRPr>
              </a:p>
            </p:txBody>
          </p:sp>
          <p:sp>
            <p:nvSpPr>
              <p:cNvPr id="25" name="TextBox 24"/>
              <p:cNvSpPr txBox="1"/>
              <p:nvPr/>
            </p:nvSpPr>
            <p:spPr>
              <a:xfrm>
                <a:off x="5970370" y="5464261"/>
                <a:ext cx="111623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400" hangingPunct="1">
                  <a:lnSpc>
                    <a:spcPct val="100000"/>
                  </a:lnSpc>
                  <a:buClrTx/>
                  <a:buSzTx/>
                  <a:buFontTx/>
                  <a:buNone/>
                </a:pPr>
                <a:r>
                  <a:rPr lang="en-US" sz="1200" dirty="0" smtClean="0">
                    <a:solidFill>
                      <a:srgbClr val="2F2B20"/>
                    </a:solidFill>
                    <a:latin typeface="Calibri"/>
                    <a:ea typeface="+mn-ea"/>
                  </a:rPr>
                  <a:t>WLAN</a:t>
                </a:r>
                <a:endParaRPr lang="en-US" sz="1200" dirty="0">
                  <a:solidFill>
                    <a:srgbClr val="2F2B20"/>
                  </a:solidFill>
                  <a:latin typeface="Calibri"/>
                  <a:ea typeface="+mn-ea"/>
                </a:endParaRPr>
              </a:p>
            </p:txBody>
          </p:sp>
          <p:sp>
            <p:nvSpPr>
              <p:cNvPr id="26" name="TextBox 25"/>
              <p:cNvSpPr txBox="1"/>
              <p:nvPr/>
            </p:nvSpPr>
            <p:spPr>
              <a:xfrm>
                <a:off x="4522570" y="5133201"/>
                <a:ext cx="111623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400" hangingPunct="1">
                  <a:lnSpc>
                    <a:spcPct val="100000"/>
                  </a:lnSpc>
                  <a:buClrTx/>
                  <a:buSzTx/>
                  <a:buFontTx/>
                  <a:buNone/>
                </a:pPr>
                <a:r>
                  <a:rPr lang="en-US" sz="1200" dirty="0" smtClean="0">
                    <a:solidFill>
                      <a:srgbClr val="2F2B20"/>
                    </a:solidFill>
                    <a:latin typeface="Calibri"/>
                    <a:ea typeface="+mn-ea"/>
                  </a:rPr>
                  <a:t>Internet</a:t>
                </a:r>
                <a:endParaRPr lang="en-US" sz="1200" dirty="0">
                  <a:solidFill>
                    <a:srgbClr val="2F2B20"/>
                  </a:solidFill>
                  <a:latin typeface="Calibri"/>
                  <a:ea typeface="+mn-ea"/>
                </a:endParaRPr>
              </a:p>
            </p:txBody>
          </p:sp>
          <p:sp>
            <p:nvSpPr>
              <p:cNvPr id="27" name="TextBox 26"/>
              <p:cNvSpPr txBox="1"/>
              <p:nvPr/>
            </p:nvSpPr>
            <p:spPr>
              <a:xfrm>
                <a:off x="2242747" y="6578255"/>
                <a:ext cx="111623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914400" hangingPunct="1">
                  <a:lnSpc>
                    <a:spcPct val="100000"/>
                  </a:lnSpc>
                  <a:buClrTx/>
                  <a:buSzTx/>
                  <a:buFontTx/>
                  <a:buNone/>
                </a:pPr>
                <a:r>
                  <a:rPr lang="en-US" sz="1200" dirty="0" smtClean="0">
                    <a:solidFill>
                      <a:srgbClr val="2F2B20"/>
                    </a:solidFill>
                    <a:latin typeface="Calibri"/>
                    <a:ea typeface="+mn-ea"/>
                  </a:rPr>
                  <a:t>GPS</a:t>
                </a:r>
                <a:endParaRPr lang="en-US" sz="1200" dirty="0">
                  <a:solidFill>
                    <a:srgbClr val="2F2B20"/>
                  </a:solidFill>
                  <a:latin typeface="Calibri"/>
                  <a:ea typeface="+mn-ea"/>
                </a:endParaRPr>
              </a:p>
            </p:txBody>
          </p:sp>
          <p:sp>
            <p:nvSpPr>
              <p:cNvPr id="28" name="TextBox 27"/>
              <p:cNvSpPr txBox="1"/>
              <p:nvPr/>
            </p:nvSpPr>
            <p:spPr>
              <a:xfrm>
                <a:off x="3455770" y="6581001"/>
                <a:ext cx="111623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400" hangingPunct="1">
                  <a:lnSpc>
                    <a:spcPct val="100000"/>
                  </a:lnSpc>
                  <a:buClrTx/>
                  <a:buSzTx/>
                  <a:buFontTx/>
                  <a:buNone/>
                </a:pPr>
                <a:r>
                  <a:rPr lang="en-US" sz="1200" dirty="0" smtClean="0">
                    <a:solidFill>
                      <a:srgbClr val="2F2B20"/>
                    </a:solidFill>
                    <a:latin typeface="Calibri"/>
                    <a:ea typeface="+mn-ea"/>
                  </a:rPr>
                  <a:t>Smart Device</a:t>
                </a:r>
                <a:endParaRPr lang="en-US" sz="1200" dirty="0">
                  <a:solidFill>
                    <a:srgbClr val="2F2B20"/>
                  </a:solidFill>
                  <a:latin typeface="Calibri"/>
                  <a:ea typeface="+mn-ea"/>
                </a:endParaRPr>
              </a:p>
            </p:txBody>
          </p:sp>
          <p:sp>
            <p:nvSpPr>
              <p:cNvPr id="29" name="TextBox 28"/>
              <p:cNvSpPr txBox="1"/>
              <p:nvPr/>
            </p:nvSpPr>
            <p:spPr>
              <a:xfrm>
                <a:off x="4674970" y="6581001"/>
                <a:ext cx="126863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400" hangingPunct="1">
                  <a:lnSpc>
                    <a:spcPct val="100000"/>
                  </a:lnSpc>
                  <a:buClrTx/>
                  <a:buSzTx/>
                  <a:buFontTx/>
                  <a:buNone/>
                </a:pPr>
                <a:r>
                  <a:rPr lang="en-US" sz="1200" dirty="0" smtClean="0">
                    <a:solidFill>
                      <a:srgbClr val="2F2B20"/>
                    </a:solidFill>
                    <a:latin typeface="Calibri"/>
                    <a:ea typeface="+mn-ea"/>
                  </a:rPr>
                  <a:t>RFID</a:t>
                </a:r>
                <a:endParaRPr lang="en-US" sz="1200" dirty="0">
                  <a:solidFill>
                    <a:srgbClr val="2F2B20"/>
                  </a:solidFill>
                  <a:latin typeface="Calibri"/>
                  <a:ea typeface="+mn-ea"/>
                </a:endParaRPr>
              </a:p>
            </p:txBody>
          </p:sp>
          <p:sp>
            <p:nvSpPr>
              <p:cNvPr id="30" name="TextBox 29"/>
              <p:cNvSpPr txBox="1"/>
              <p:nvPr/>
            </p:nvSpPr>
            <p:spPr>
              <a:xfrm>
                <a:off x="5638800" y="6581001"/>
                <a:ext cx="12954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400" hangingPunct="1">
                  <a:lnSpc>
                    <a:spcPct val="100000"/>
                  </a:lnSpc>
                  <a:buClrTx/>
                  <a:buSzTx/>
                  <a:buFontTx/>
                  <a:buNone/>
                </a:pPr>
                <a:r>
                  <a:rPr lang="en-US" sz="1200" dirty="0" smtClean="0">
                    <a:solidFill>
                      <a:srgbClr val="2F2B20"/>
                    </a:solidFill>
                    <a:latin typeface="Calibri"/>
                    <a:ea typeface="+mn-ea"/>
                  </a:rPr>
                  <a:t>Sensor</a:t>
                </a:r>
                <a:endParaRPr lang="en-US" sz="1200" dirty="0">
                  <a:solidFill>
                    <a:srgbClr val="2F2B20"/>
                  </a:solidFill>
                  <a:latin typeface="Calibri"/>
                  <a:ea typeface="+mn-ea"/>
                </a:endParaRPr>
              </a:p>
            </p:txBody>
          </p:sp>
          <p:sp>
            <p:nvSpPr>
              <p:cNvPr id="31" name="TextBox 30"/>
              <p:cNvSpPr txBox="1"/>
              <p:nvPr/>
            </p:nvSpPr>
            <p:spPr>
              <a:xfrm>
                <a:off x="6656170" y="6581001"/>
                <a:ext cx="111623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400" hangingPunct="1">
                  <a:lnSpc>
                    <a:spcPct val="100000"/>
                  </a:lnSpc>
                  <a:buClrTx/>
                  <a:buSzTx/>
                  <a:buFontTx/>
                  <a:buNone/>
                </a:pPr>
                <a:r>
                  <a:rPr lang="en-US" sz="1200" dirty="0" smtClean="0">
                    <a:solidFill>
                      <a:srgbClr val="2F2B20"/>
                    </a:solidFill>
                    <a:latin typeface="Calibri"/>
                    <a:ea typeface="+mn-ea"/>
                  </a:rPr>
                  <a:t>Sensor</a:t>
                </a:r>
                <a:endParaRPr lang="en-US" sz="1200" dirty="0">
                  <a:solidFill>
                    <a:srgbClr val="2F2B20"/>
                  </a:solidFill>
                  <a:latin typeface="Calibri"/>
                  <a:ea typeface="+mn-ea"/>
                </a:endParaRPr>
              </a:p>
            </p:txBody>
          </p: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IoT</a:t>
            </a:r>
            <a:r>
              <a:rPr lang="en-US" dirty="0"/>
              <a:t> Architecture</a:t>
            </a:r>
          </a:p>
        </p:txBody>
      </p:sp>
    </p:spTree>
    <p:extLst>
      <p:ext uri="{BB962C8B-B14F-4D97-AF65-F5344CB8AC3E}">
        <p14:creationId xmlns:p14="http://schemas.microsoft.com/office/powerpoint/2010/main" val="4244169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3946995"/>
            <a:ext cx="121919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cap="small" dirty="0" smtClean="0">
                <a:latin typeface="Raleway" panose="020B0003030101060003" pitchFamily="34" charset="0"/>
              </a:rPr>
              <a:t>IoT Technologies</a:t>
            </a:r>
            <a:endParaRPr lang="id-ID" sz="4800" cap="small" dirty="0">
              <a:latin typeface="Raleway" panose="020B0003030101060003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33253" y="6325882"/>
            <a:ext cx="210217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6696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IoT</a:t>
            </a:r>
            <a:r>
              <a:rPr lang="en-US" dirty="0"/>
              <a:t>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6905" y="1715738"/>
            <a:ext cx="984551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accent1">
                  <a:lumMod val="75000"/>
                </a:schemeClr>
              </a:buClr>
              <a:buBlip>
                <a:blip r:embed="rId2"/>
              </a:buBlip>
            </a:pPr>
            <a:r>
              <a:rPr lang="en-IN" sz="2000" dirty="0">
                <a:latin typeface="Raleway" panose="020B0003030101060003" pitchFamily="34" charset="0"/>
              </a:rPr>
              <a:t> </a:t>
            </a:r>
            <a:r>
              <a:rPr lang="en-US" sz="2000" dirty="0" smtClean="0">
                <a:latin typeface="Raleway" panose="020B0003030101060003" pitchFamily="34" charset="0"/>
              </a:rPr>
              <a:t>Hardware (Device)</a:t>
            </a:r>
            <a:endParaRPr lang="en-US" sz="2000" dirty="0">
              <a:latin typeface="Raleway" panose="020B0003030101060003" pitchFamily="34" charset="0"/>
            </a:endParaRPr>
          </a:p>
          <a:p>
            <a:pPr marL="342900" indent="-342900">
              <a:buClr>
                <a:schemeClr val="accent1">
                  <a:lumMod val="75000"/>
                </a:schemeClr>
              </a:buClr>
              <a:buBlip>
                <a:blip r:embed="rId2"/>
              </a:buBlip>
            </a:pPr>
            <a:endParaRPr lang="en-US" sz="2000" dirty="0">
              <a:latin typeface="Raleway" panose="020B0003030101060003" pitchFamily="34" charset="0"/>
            </a:endParaRPr>
          </a:p>
          <a:p>
            <a:pPr marL="342900" indent="-342900">
              <a:buClr>
                <a:schemeClr val="accent1">
                  <a:lumMod val="75000"/>
                </a:schemeClr>
              </a:buClr>
              <a:buBlip>
                <a:blip r:embed="rId2"/>
              </a:buBlip>
            </a:pPr>
            <a:r>
              <a:rPr lang="en-US" sz="2000" dirty="0" smtClean="0">
                <a:latin typeface="Raleway" panose="020B0003030101060003" pitchFamily="34" charset="0"/>
              </a:rPr>
              <a:t> Communication Technology</a:t>
            </a:r>
          </a:p>
          <a:p>
            <a:pPr marL="342900" indent="-342900">
              <a:buClr>
                <a:schemeClr val="accent1">
                  <a:lumMod val="75000"/>
                </a:schemeClr>
              </a:buClr>
              <a:buBlip>
                <a:blip r:embed="rId2"/>
              </a:buBlip>
            </a:pPr>
            <a:endParaRPr lang="en-US" sz="2000" dirty="0" smtClean="0">
              <a:latin typeface="Raleway" panose="020B0003030101060003" pitchFamily="34" charset="0"/>
            </a:endParaRPr>
          </a:p>
          <a:p>
            <a:pPr marL="342900" indent="-342900">
              <a:buClr>
                <a:schemeClr val="accent1">
                  <a:lumMod val="75000"/>
                </a:schemeClr>
              </a:buClr>
              <a:buBlip>
                <a:blip r:embed="rId2"/>
              </a:buBlip>
            </a:pPr>
            <a:r>
              <a:rPr lang="en-US" sz="2000" dirty="0" smtClean="0">
                <a:latin typeface="Raleway" panose="020B0003030101060003" pitchFamily="34" charset="0"/>
              </a:rPr>
              <a:t>Protocols for </a:t>
            </a:r>
            <a:r>
              <a:rPr lang="en-US" sz="2000" dirty="0" err="1" smtClean="0">
                <a:latin typeface="Raleway" panose="020B0003030101060003" pitchFamily="34" charset="0"/>
              </a:rPr>
              <a:t>IoT</a:t>
            </a:r>
            <a:endParaRPr lang="en-US" sz="2000" dirty="0">
              <a:latin typeface="Raleway" panose="020B0003030101060003" pitchFamily="34" charset="0"/>
            </a:endParaRPr>
          </a:p>
          <a:p>
            <a:pPr marL="342900" indent="-342900">
              <a:buClr>
                <a:schemeClr val="accent1">
                  <a:lumMod val="75000"/>
                </a:schemeClr>
              </a:buClr>
              <a:buBlip>
                <a:blip r:embed="rId2"/>
              </a:buBlip>
            </a:pPr>
            <a:endParaRPr lang="en-US" sz="2000" dirty="0">
              <a:latin typeface="Raleway" panose="020B0003030101060003" pitchFamily="34" charset="0"/>
            </a:endParaRPr>
          </a:p>
          <a:p>
            <a:pPr marL="342900" indent="-342900">
              <a:buClr>
                <a:schemeClr val="accent1">
                  <a:lumMod val="75000"/>
                </a:schemeClr>
              </a:buClr>
              <a:buBlip>
                <a:blip r:embed="rId2"/>
              </a:buBlip>
            </a:pPr>
            <a:r>
              <a:rPr lang="en-US" sz="2000" dirty="0">
                <a:latin typeface="Raleway" panose="020B0003030101060003" pitchFamily="34" charset="0"/>
              </a:rPr>
              <a:t> Software (IDE)</a:t>
            </a:r>
          </a:p>
          <a:p>
            <a:pPr marL="342900" indent="-342900">
              <a:buClr>
                <a:schemeClr val="accent1">
                  <a:lumMod val="75000"/>
                </a:schemeClr>
              </a:buClr>
              <a:buBlip>
                <a:blip r:embed="rId2"/>
              </a:buBlip>
            </a:pPr>
            <a:endParaRPr lang="en-US" sz="2000" dirty="0">
              <a:latin typeface="Raleway" panose="020B0003030101060003" pitchFamily="34" charset="0"/>
            </a:endParaRPr>
          </a:p>
          <a:p>
            <a:pPr marL="342900" indent="-342900">
              <a:buClr>
                <a:schemeClr val="accent1">
                  <a:lumMod val="75000"/>
                </a:schemeClr>
              </a:buClr>
              <a:buBlip>
                <a:blip r:embed="rId2"/>
              </a:buBlip>
            </a:pPr>
            <a:r>
              <a:rPr lang="en-US" sz="2000" dirty="0">
                <a:latin typeface="Raleway" panose="020B0003030101060003" pitchFamily="34" charset="0"/>
              </a:rPr>
              <a:t> Cloud Platforms</a:t>
            </a:r>
          </a:p>
        </p:txBody>
      </p:sp>
    </p:spTree>
    <p:extLst>
      <p:ext uri="{BB962C8B-B14F-4D97-AF65-F5344CB8AC3E}">
        <p14:creationId xmlns:p14="http://schemas.microsoft.com/office/powerpoint/2010/main" val="2967073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https://blog.arduino.cc/wp-content/uploads/2012/05/ArduinoUno_R3_Pinouts_6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675" y="3168337"/>
            <a:ext cx="4298830" cy="3310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https://cdn-shop.adafruit.com/970x728/1278-02.jp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42" t="18378" r="13794" b="18829"/>
          <a:stretch/>
        </p:blipFill>
        <p:spPr bwMode="auto">
          <a:xfrm>
            <a:off x="4222630" y="1508948"/>
            <a:ext cx="2695755" cy="1782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Content Placeholder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3319" y="4029638"/>
            <a:ext cx="3407271" cy="2294884"/>
          </a:xfrm>
          <a:prstGeom prst="rect">
            <a:avLst/>
          </a:prstGeom>
        </p:spPr>
      </p:pic>
      <p:pic>
        <p:nvPicPr>
          <p:cNvPr id="9" name="Picture 2" descr="https://upload.wikimedia.org/wikipedia/commons/1/15/Embedded_World_2014_Intel_Galileo_01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9850" y="1972108"/>
            <a:ext cx="3708446" cy="26390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6918385" y="1539987"/>
            <a:ext cx="13014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 hangingPunct="1">
              <a:lnSpc>
                <a:spcPct val="100000"/>
              </a:lnSpc>
              <a:buClrTx/>
              <a:buSzTx/>
              <a:buFontTx/>
              <a:buNone/>
            </a:pPr>
            <a:r>
              <a:rPr lang="en-US" sz="1200" dirty="0" err="1" smtClean="0">
                <a:solidFill>
                  <a:srgbClr val="2F2B20"/>
                </a:solidFill>
                <a:latin typeface="Calibri"/>
                <a:ea typeface="+mn-ea"/>
              </a:rPr>
              <a:t>Beaglebone</a:t>
            </a:r>
            <a:r>
              <a:rPr lang="en-US" sz="1200" dirty="0" smtClean="0">
                <a:solidFill>
                  <a:srgbClr val="2F2B20"/>
                </a:solidFill>
                <a:latin typeface="Calibri"/>
                <a:ea typeface="+mn-ea"/>
              </a:rPr>
              <a:t> black</a:t>
            </a:r>
            <a:endParaRPr lang="en-US" sz="1200" dirty="0">
              <a:solidFill>
                <a:srgbClr val="2F2B20"/>
              </a:solidFill>
              <a:latin typeface="Calibri"/>
              <a:ea typeface="+mn-ea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160590" y="5349155"/>
            <a:ext cx="13014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 hangingPunct="1">
              <a:lnSpc>
                <a:spcPct val="100000"/>
              </a:lnSpc>
              <a:buClrTx/>
              <a:buSzTx/>
              <a:buFontTx/>
              <a:buNone/>
            </a:pPr>
            <a:r>
              <a:rPr lang="en-US" sz="1200" dirty="0" smtClean="0">
                <a:solidFill>
                  <a:srgbClr val="2F2B20"/>
                </a:solidFill>
                <a:latin typeface="Calibri"/>
                <a:ea typeface="+mn-ea"/>
              </a:rPr>
              <a:t>Raspberry Pi</a:t>
            </a:r>
            <a:endParaRPr lang="en-US" sz="1200" dirty="0">
              <a:solidFill>
                <a:srgbClr val="2F2B20"/>
              </a:solidFill>
              <a:latin typeface="Calibri"/>
              <a:ea typeface="+mn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615577" y="4472642"/>
            <a:ext cx="13014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 hangingPunct="1">
              <a:lnSpc>
                <a:spcPct val="100000"/>
              </a:lnSpc>
              <a:buClrTx/>
              <a:buSzTx/>
              <a:buFontTx/>
              <a:buNone/>
            </a:pPr>
            <a:r>
              <a:rPr lang="en-US" sz="1200" dirty="0" smtClean="0">
                <a:solidFill>
                  <a:srgbClr val="2F2B20"/>
                </a:solidFill>
                <a:latin typeface="Calibri"/>
                <a:ea typeface="+mn-ea"/>
              </a:rPr>
              <a:t>Intel Galileo</a:t>
            </a:r>
            <a:endParaRPr lang="en-US" sz="1200" dirty="0">
              <a:solidFill>
                <a:srgbClr val="2F2B20"/>
              </a:solidFill>
              <a:latin typeface="Calibri"/>
              <a:ea typeface="+mn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394604" y="6044182"/>
            <a:ext cx="13014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 hangingPunct="1">
              <a:lnSpc>
                <a:spcPct val="100000"/>
              </a:lnSpc>
              <a:buClrTx/>
              <a:buSzTx/>
              <a:buFontTx/>
              <a:buNone/>
            </a:pPr>
            <a:r>
              <a:rPr lang="en-US" sz="1200" dirty="0" smtClean="0">
                <a:solidFill>
                  <a:srgbClr val="2F2B20"/>
                </a:solidFill>
                <a:latin typeface="Calibri"/>
                <a:ea typeface="+mn-ea"/>
              </a:rPr>
              <a:t>Arduino Uno</a:t>
            </a:r>
            <a:endParaRPr lang="en-US" sz="1200" dirty="0">
              <a:solidFill>
                <a:srgbClr val="2F2B20"/>
              </a:solidFill>
              <a:latin typeface="Calibri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Implementing Smart Objects</a:t>
            </a:r>
          </a:p>
        </p:txBody>
      </p:sp>
    </p:spTree>
    <p:extLst>
      <p:ext uri="{BB962C8B-B14F-4D97-AF65-F5344CB8AC3E}">
        <p14:creationId xmlns:p14="http://schemas.microsoft.com/office/powerpoint/2010/main" val="1045023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2" descr="https://startingelectronics.org/beginners/start-electronics-now/tut14-arduino-LCD-thermometer/arduino-lcd-thermometer-big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1824" y="1962509"/>
            <a:ext cx="8096534" cy="452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Board Connection</a:t>
            </a:r>
          </a:p>
        </p:txBody>
      </p:sp>
    </p:spTree>
    <p:extLst>
      <p:ext uri="{BB962C8B-B14F-4D97-AF65-F5344CB8AC3E}">
        <p14:creationId xmlns:p14="http://schemas.microsoft.com/office/powerpoint/2010/main" val="3795900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9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067039" y="855482"/>
            <a:ext cx="6905625" cy="559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Sensors and </a:t>
            </a:r>
            <a:r>
              <a:rPr lang="en-US" dirty="0" smtClean="0"/>
              <a:t>Actuators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5549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t="994"/>
          <a:stretch/>
        </p:blipFill>
        <p:spPr>
          <a:xfrm>
            <a:off x="2839528" y="1296868"/>
            <a:ext cx="7696200" cy="512788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Sensors available in Market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6800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Documents and Settings\Admin\Desktop\communication-iot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8589" y="1295695"/>
            <a:ext cx="4911740" cy="4930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81573" y="100914"/>
            <a:ext cx="11204027" cy="685800"/>
          </a:xfrm>
        </p:spPr>
        <p:txBody>
          <a:bodyPr/>
          <a:lstStyle/>
          <a:p>
            <a:r>
              <a:rPr lang="en-US" dirty="0" err="1"/>
              <a:t>IoT</a:t>
            </a:r>
            <a:r>
              <a:rPr lang="en-US" dirty="0"/>
              <a:t> Technologies : </a:t>
            </a:r>
            <a:r>
              <a:rPr lang="en-US" dirty="0" smtClean="0"/>
              <a:t>Communication Technology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727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IoT</a:t>
            </a:r>
            <a:r>
              <a:rPr lang="en-US" dirty="0"/>
              <a:t> Technologies : Protocols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83482" y="2187139"/>
            <a:ext cx="748320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accent1">
                  <a:lumMod val="75000"/>
                </a:schemeClr>
              </a:buClr>
              <a:buBlip>
                <a:blip r:embed="rId2"/>
              </a:buBlip>
            </a:pPr>
            <a:r>
              <a:rPr lang="en-IN" sz="2000" dirty="0">
                <a:latin typeface="Raleway" panose="020B0003030101060003" pitchFamily="34" charset="0"/>
              </a:rPr>
              <a:t> </a:t>
            </a:r>
            <a:r>
              <a:rPr lang="en-IN" sz="2000" dirty="0" err="1">
                <a:latin typeface="Raleway" panose="020B0003030101060003" pitchFamily="34" charset="0"/>
              </a:rPr>
              <a:t>CoAP</a:t>
            </a:r>
            <a:r>
              <a:rPr lang="en-IN" sz="2000" dirty="0">
                <a:latin typeface="Raleway" panose="020B0003030101060003" pitchFamily="34" charset="0"/>
              </a:rPr>
              <a:t> ( Constrained Application Protocol)</a:t>
            </a:r>
          </a:p>
          <a:p>
            <a:pPr marL="342900" indent="-342900">
              <a:buClr>
                <a:schemeClr val="accent1">
                  <a:lumMod val="75000"/>
                </a:schemeClr>
              </a:buClr>
              <a:buBlip>
                <a:blip r:embed="rId2"/>
              </a:buBlip>
            </a:pPr>
            <a:endParaRPr lang="en-IN" sz="2000" dirty="0">
              <a:latin typeface="Raleway" panose="020B0003030101060003" pitchFamily="34" charset="0"/>
            </a:endParaRPr>
          </a:p>
          <a:p>
            <a:pPr marL="342900" indent="-342900">
              <a:buClr>
                <a:schemeClr val="accent1">
                  <a:lumMod val="75000"/>
                </a:schemeClr>
              </a:buClr>
              <a:buBlip>
                <a:blip r:embed="rId2"/>
              </a:buBlip>
            </a:pPr>
            <a:r>
              <a:rPr lang="en-IN" sz="2000" dirty="0">
                <a:latin typeface="Raleway" panose="020B0003030101060003" pitchFamily="34" charset="0"/>
              </a:rPr>
              <a:t> MQTT (Message Queue Telemetry Transport</a:t>
            </a:r>
            <a:r>
              <a:rPr lang="en-IN" sz="2000" dirty="0" smtClean="0">
                <a:latin typeface="Raleway" panose="020B0003030101060003" pitchFamily="34" charset="0"/>
              </a:rPr>
              <a:t>)</a:t>
            </a:r>
          </a:p>
          <a:p>
            <a:pPr marL="342900" indent="-342900">
              <a:buClr>
                <a:schemeClr val="accent1">
                  <a:lumMod val="75000"/>
                </a:schemeClr>
              </a:buClr>
              <a:buBlip>
                <a:blip r:embed="rId2"/>
              </a:buBlip>
            </a:pPr>
            <a:endParaRPr lang="en-IN" sz="2000" dirty="0" smtClean="0">
              <a:latin typeface="Raleway" panose="020B0003030101060003" pitchFamily="34" charset="0"/>
            </a:endParaRPr>
          </a:p>
          <a:p>
            <a:pPr marL="342900" indent="-342900">
              <a:buClr>
                <a:schemeClr val="accent1">
                  <a:lumMod val="75000"/>
                </a:schemeClr>
              </a:buClr>
              <a:buBlip>
                <a:blip r:embed="rId2"/>
              </a:buBlip>
            </a:pPr>
            <a:r>
              <a:rPr lang="en-IN" sz="2000" dirty="0" smtClean="0">
                <a:latin typeface="Raleway" panose="020B0003030101060003" pitchFamily="34" charset="0"/>
              </a:rPr>
              <a:t>XMPP (Extensible Messaging and Presence Protocol)</a:t>
            </a:r>
          </a:p>
          <a:p>
            <a:pPr>
              <a:buClr>
                <a:schemeClr val="accent1">
                  <a:lumMod val="75000"/>
                </a:schemeClr>
              </a:buClr>
            </a:pPr>
            <a:endParaRPr lang="en-IN" sz="2000" dirty="0" smtClean="0">
              <a:latin typeface="Raleway" panose="020B0003030101060003" pitchFamily="34" charset="0"/>
            </a:endParaRPr>
          </a:p>
          <a:p>
            <a:pPr marL="342900" indent="-342900">
              <a:buClr>
                <a:schemeClr val="accent1">
                  <a:lumMod val="75000"/>
                </a:schemeClr>
              </a:buClr>
              <a:buBlip>
                <a:blip r:embed="rId2"/>
              </a:buBlip>
            </a:pPr>
            <a:r>
              <a:rPr lang="en-IN" sz="2000" dirty="0" smtClean="0">
                <a:latin typeface="Raleway" panose="020B0003030101060003" pitchFamily="34" charset="0"/>
              </a:rPr>
              <a:t>6LoWPAN (Low power Wireless Personal Area Networks)</a:t>
            </a:r>
            <a:endParaRPr lang="en-IN" sz="2000" dirty="0">
              <a:latin typeface="Raleway" panose="020B00030301010600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8874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736335" y="2052318"/>
            <a:ext cx="8111676" cy="42570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IoT</a:t>
            </a:r>
            <a:r>
              <a:rPr lang="en-US" dirty="0"/>
              <a:t> Technologies : Cloud (Sensing as-a-service Model)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Box 56"/>
          <p:cNvSpPr txBox="1"/>
          <p:nvPr/>
        </p:nvSpPr>
        <p:spPr>
          <a:xfrm>
            <a:off x="1066905" y="1715738"/>
            <a:ext cx="984551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accent1">
                  <a:lumMod val="75000"/>
                </a:schemeClr>
              </a:buClr>
              <a:buBlip>
                <a:blip r:embed="rId2"/>
              </a:buBlip>
            </a:pPr>
            <a:r>
              <a:rPr lang="en-IN" sz="2000" dirty="0">
                <a:latin typeface="Raleway" panose="020B0003030101060003" pitchFamily="34" charset="0"/>
              </a:rPr>
              <a:t> </a:t>
            </a:r>
            <a:r>
              <a:rPr lang="en-IN" sz="2400" dirty="0" smtClean="0">
                <a:latin typeface="Raleway" panose="020B0003030101060003" pitchFamily="34" charset="0"/>
              </a:rPr>
              <a:t>Connectivity</a:t>
            </a:r>
          </a:p>
          <a:p>
            <a:pPr marL="342900" indent="-342900">
              <a:buClr>
                <a:schemeClr val="accent1">
                  <a:lumMod val="75000"/>
                </a:schemeClr>
              </a:buClr>
              <a:buBlip>
                <a:blip r:embed="rId2"/>
              </a:buBlip>
            </a:pPr>
            <a:endParaRPr lang="en-IN" sz="2400" dirty="0" smtClean="0">
              <a:latin typeface="Raleway" panose="020B0003030101060003" pitchFamily="34" charset="0"/>
            </a:endParaRPr>
          </a:p>
          <a:p>
            <a:pPr marL="342900" indent="-342900">
              <a:buClr>
                <a:schemeClr val="accent1">
                  <a:lumMod val="75000"/>
                </a:schemeClr>
              </a:buClr>
              <a:buBlip>
                <a:blip r:embed="rId2"/>
              </a:buBlip>
            </a:pPr>
            <a:r>
              <a:rPr lang="en-IN" sz="2400" dirty="0" smtClean="0">
                <a:latin typeface="Raleway" panose="020B0003030101060003" pitchFamily="34" charset="0"/>
              </a:rPr>
              <a:t>Power Management</a:t>
            </a:r>
          </a:p>
          <a:p>
            <a:pPr marL="342900" indent="-342900">
              <a:buClr>
                <a:schemeClr val="accent1">
                  <a:lumMod val="75000"/>
                </a:schemeClr>
              </a:buClr>
              <a:buBlip>
                <a:blip r:embed="rId2"/>
              </a:buBlip>
            </a:pPr>
            <a:endParaRPr lang="en-IN" sz="2400" dirty="0" smtClean="0">
              <a:latin typeface="Raleway" panose="020B0003030101060003" pitchFamily="34" charset="0"/>
            </a:endParaRPr>
          </a:p>
          <a:p>
            <a:pPr marL="342900" indent="-342900">
              <a:buClr>
                <a:schemeClr val="accent1">
                  <a:lumMod val="75000"/>
                </a:schemeClr>
              </a:buClr>
              <a:buBlip>
                <a:blip r:embed="rId2"/>
              </a:buBlip>
            </a:pPr>
            <a:r>
              <a:rPr lang="en-IN" sz="2400" dirty="0" smtClean="0">
                <a:latin typeface="Raleway" panose="020B0003030101060003" pitchFamily="34" charset="0"/>
              </a:rPr>
              <a:t>Security </a:t>
            </a:r>
          </a:p>
          <a:p>
            <a:pPr marL="342900" indent="-342900">
              <a:buClr>
                <a:schemeClr val="accent1">
                  <a:lumMod val="75000"/>
                </a:schemeClr>
              </a:buClr>
            </a:pPr>
            <a:endParaRPr lang="en-IN" sz="2400" dirty="0" smtClean="0">
              <a:latin typeface="Raleway" panose="020B0003030101060003" pitchFamily="34" charset="0"/>
            </a:endParaRPr>
          </a:p>
          <a:p>
            <a:pPr marL="342900" indent="-342900">
              <a:buClr>
                <a:schemeClr val="accent1">
                  <a:lumMod val="75000"/>
                </a:schemeClr>
              </a:buClr>
              <a:buBlip>
                <a:blip r:embed="rId2"/>
              </a:buBlip>
            </a:pPr>
            <a:r>
              <a:rPr lang="en-IN" sz="2400" dirty="0" smtClean="0">
                <a:latin typeface="Raleway" panose="020B0003030101060003" pitchFamily="34" charset="0"/>
              </a:rPr>
              <a:t>Rapid Evolution</a:t>
            </a:r>
            <a:endParaRPr lang="en-IN" sz="2400" dirty="0">
              <a:latin typeface="Raleway" panose="020B00030301010600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Challenges of </a:t>
            </a:r>
            <a:r>
              <a:rPr lang="en-US" sz="3600" dirty="0" err="1"/>
              <a:t>IoT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955858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Freeform 88"/>
          <p:cNvSpPr>
            <a:spLocks/>
          </p:cNvSpPr>
          <p:nvPr/>
        </p:nvSpPr>
        <p:spPr bwMode="auto">
          <a:xfrm rot="16200000">
            <a:off x="-924505" y="4613496"/>
            <a:ext cx="320484" cy="320484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 dirty="0"/>
          </a:p>
        </p:txBody>
      </p:sp>
      <p:sp>
        <p:nvSpPr>
          <p:cNvPr id="90" name="Freeform 89"/>
          <p:cNvSpPr>
            <a:spLocks/>
          </p:cNvSpPr>
          <p:nvPr/>
        </p:nvSpPr>
        <p:spPr bwMode="auto">
          <a:xfrm rot="16200000">
            <a:off x="-596084" y="4901114"/>
            <a:ext cx="450521" cy="450521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  <a:alpha val="8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 dirty="0"/>
          </a:p>
        </p:txBody>
      </p:sp>
      <p:sp>
        <p:nvSpPr>
          <p:cNvPr id="91" name="Freeform 90"/>
          <p:cNvSpPr>
            <a:spLocks/>
          </p:cNvSpPr>
          <p:nvPr/>
        </p:nvSpPr>
        <p:spPr bwMode="auto">
          <a:xfrm rot="16200000">
            <a:off x="-78754" y="5068436"/>
            <a:ext cx="675678" cy="675678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  <a:alpha val="8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 dirty="0"/>
          </a:p>
        </p:txBody>
      </p:sp>
      <p:sp>
        <p:nvSpPr>
          <p:cNvPr id="92" name="Freeform 91"/>
          <p:cNvSpPr>
            <a:spLocks/>
          </p:cNvSpPr>
          <p:nvPr/>
        </p:nvSpPr>
        <p:spPr bwMode="auto">
          <a:xfrm rot="16200000">
            <a:off x="695990" y="4553657"/>
            <a:ext cx="807156" cy="807156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accent1">
              <a:lumMod val="75000"/>
              <a:alpha val="8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 dirty="0"/>
          </a:p>
        </p:txBody>
      </p:sp>
      <p:sp>
        <p:nvSpPr>
          <p:cNvPr id="93" name="Freeform 92"/>
          <p:cNvSpPr>
            <a:spLocks/>
          </p:cNvSpPr>
          <p:nvPr/>
        </p:nvSpPr>
        <p:spPr bwMode="auto">
          <a:xfrm rot="16200000">
            <a:off x="1657291" y="4422325"/>
            <a:ext cx="1299029" cy="1299029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  <a:alpha val="8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 dirty="0"/>
          </a:p>
        </p:txBody>
      </p:sp>
      <p:sp>
        <p:nvSpPr>
          <p:cNvPr id="94" name="Freeform 93"/>
          <p:cNvSpPr>
            <a:spLocks/>
          </p:cNvSpPr>
          <p:nvPr/>
        </p:nvSpPr>
        <p:spPr bwMode="auto">
          <a:xfrm rot="16200000">
            <a:off x="3223438" y="4099924"/>
            <a:ext cx="761498" cy="761498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  <a:alpha val="8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 dirty="0"/>
          </a:p>
        </p:txBody>
      </p:sp>
      <p:sp>
        <p:nvSpPr>
          <p:cNvPr id="95" name="Freeform 94"/>
          <p:cNvSpPr>
            <a:spLocks/>
          </p:cNvSpPr>
          <p:nvPr/>
        </p:nvSpPr>
        <p:spPr bwMode="auto">
          <a:xfrm rot="16200000">
            <a:off x="5264668" y="4520365"/>
            <a:ext cx="761498" cy="761498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  <a:alpha val="8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 dirty="0"/>
          </a:p>
        </p:txBody>
      </p:sp>
      <p:sp>
        <p:nvSpPr>
          <p:cNvPr id="96" name="Freeform 95"/>
          <p:cNvSpPr>
            <a:spLocks/>
          </p:cNvSpPr>
          <p:nvPr/>
        </p:nvSpPr>
        <p:spPr bwMode="auto">
          <a:xfrm rot="16200000">
            <a:off x="9236713" y="4181501"/>
            <a:ext cx="761498" cy="761498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accent1">
              <a:lumMod val="75000"/>
              <a:alpha val="8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 dirty="0"/>
          </a:p>
        </p:txBody>
      </p:sp>
      <p:sp>
        <p:nvSpPr>
          <p:cNvPr id="97" name="Freeform 96"/>
          <p:cNvSpPr>
            <a:spLocks/>
          </p:cNvSpPr>
          <p:nvPr/>
        </p:nvSpPr>
        <p:spPr bwMode="auto">
          <a:xfrm rot="16200000">
            <a:off x="4174011" y="4363480"/>
            <a:ext cx="439594" cy="439594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  <a:alpha val="8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 dirty="0"/>
          </a:p>
        </p:txBody>
      </p:sp>
      <p:sp>
        <p:nvSpPr>
          <p:cNvPr id="98" name="Freeform 97"/>
          <p:cNvSpPr>
            <a:spLocks/>
          </p:cNvSpPr>
          <p:nvPr/>
        </p:nvSpPr>
        <p:spPr bwMode="auto">
          <a:xfrm rot="16200000">
            <a:off x="4810361" y="4347451"/>
            <a:ext cx="353017" cy="353017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 dirty="0"/>
          </a:p>
        </p:txBody>
      </p:sp>
      <p:sp>
        <p:nvSpPr>
          <p:cNvPr id="99" name="Freeform 98"/>
          <p:cNvSpPr>
            <a:spLocks/>
          </p:cNvSpPr>
          <p:nvPr/>
        </p:nvSpPr>
        <p:spPr bwMode="auto">
          <a:xfrm rot="16200000">
            <a:off x="6182974" y="4883260"/>
            <a:ext cx="1102856" cy="1102856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  <a:alpha val="8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 dirty="0"/>
          </a:p>
        </p:txBody>
      </p:sp>
      <p:sp>
        <p:nvSpPr>
          <p:cNvPr id="100" name="Freeform 99"/>
          <p:cNvSpPr>
            <a:spLocks/>
          </p:cNvSpPr>
          <p:nvPr/>
        </p:nvSpPr>
        <p:spPr bwMode="auto">
          <a:xfrm rot="16200000">
            <a:off x="7364657" y="3771180"/>
            <a:ext cx="1498367" cy="1498367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 dirty="0"/>
          </a:p>
        </p:txBody>
      </p:sp>
      <p:sp>
        <p:nvSpPr>
          <p:cNvPr id="101" name="Freeform 100"/>
          <p:cNvSpPr>
            <a:spLocks/>
          </p:cNvSpPr>
          <p:nvPr/>
        </p:nvSpPr>
        <p:spPr bwMode="auto">
          <a:xfrm rot="16200000">
            <a:off x="10267483" y="3540121"/>
            <a:ext cx="1270874" cy="1270874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  <a:alpha val="8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 dirty="0"/>
          </a:p>
        </p:txBody>
      </p:sp>
      <p:sp>
        <p:nvSpPr>
          <p:cNvPr id="102" name="Freeform 101"/>
          <p:cNvSpPr>
            <a:spLocks/>
          </p:cNvSpPr>
          <p:nvPr/>
        </p:nvSpPr>
        <p:spPr bwMode="auto">
          <a:xfrm rot="16200000">
            <a:off x="420415" y="4114396"/>
            <a:ext cx="353017" cy="353017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 dirty="0"/>
          </a:p>
        </p:txBody>
      </p:sp>
      <p:sp>
        <p:nvSpPr>
          <p:cNvPr id="103" name="Freeform 102"/>
          <p:cNvSpPr>
            <a:spLocks/>
          </p:cNvSpPr>
          <p:nvPr/>
        </p:nvSpPr>
        <p:spPr bwMode="auto">
          <a:xfrm rot="16200000">
            <a:off x="10466683" y="2918993"/>
            <a:ext cx="353017" cy="353017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 dirty="0"/>
          </a:p>
        </p:txBody>
      </p:sp>
      <p:sp>
        <p:nvSpPr>
          <p:cNvPr id="105" name="Freeform 104"/>
          <p:cNvSpPr>
            <a:spLocks/>
          </p:cNvSpPr>
          <p:nvPr/>
        </p:nvSpPr>
        <p:spPr bwMode="auto">
          <a:xfrm rot="16200000">
            <a:off x="4174011" y="3594671"/>
            <a:ext cx="353017" cy="353017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accent1">
              <a:lumMod val="75000"/>
              <a:alpha val="8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 dirty="0"/>
          </a:p>
        </p:txBody>
      </p:sp>
      <p:sp>
        <p:nvSpPr>
          <p:cNvPr id="13" name="TextBox 12"/>
          <p:cNvSpPr txBox="1"/>
          <p:nvPr/>
        </p:nvSpPr>
        <p:spPr>
          <a:xfrm>
            <a:off x="2885259" y="2521473"/>
            <a:ext cx="69593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5400" dirty="0" smtClean="0">
                <a:solidFill>
                  <a:schemeClr val="bg1"/>
                </a:solidFill>
                <a:latin typeface="Raleway" panose="020B0003030101060003" pitchFamily="34" charset="0"/>
              </a:rPr>
              <a:t>Thank you !</a:t>
            </a:r>
            <a:endParaRPr lang="id-ID" sz="5400" dirty="0" smtClean="0">
              <a:solidFill>
                <a:schemeClr val="bg1"/>
              </a:solidFill>
              <a:latin typeface="Raleway" panose="020B0003030101060003" pitchFamily="34" charset="0"/>
            </a:endParaRPr>
          </a:p>
        </p:txBody>
      </p:sp>
      <p:sp>
        <p:nvSpPr>
          <p:cNvPr id="21" name="Freeform 20"/>
          <p:cNvSpPr>
            <a:spLocks/>
          </p:cNvSpPr>
          <p:nvPr/>
        </p:nvSpPr>
        <p:spPr bwMode="auto">
          <a:xfrm rot="16200000">
            <a:off x="225403" y="6310026"/>
            <a:ext cx="320484" cy="320484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 dirty="0"/>
          </a:p>
        </p:txBody>
      </p:sp>
      <p:sp>
        <p:nvSpPr>
          <p:cNvPr id="36" name="Freeform 35"/>
          <p:cNvSpPr>
            <a:spLocks/>
          </p:cNvSpPr>
          <p:nvPr/>
        </p:nvSpPr>
        <p:spPr bwMode="auto">
          <a:xfrm rot="16200000">
            <a:off x="553824" y="6597644"/>
            <a:ext cx="450521" cy="450521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 dirty="0"/>
          </a:p>
        </p:txBody>
      </p:sp>
      <p:sp>
        <p:nvSpPr>
          <p:cNvPr id="37" name="Freeform 36"/>
          <p:cNvSpPr>
            <a:spLocks/>
          </p:cNvSpPr>
          <p:nvPr/>
        </p:nvSpPr>
        <p:spPr bwMode="auto">
          <a:xfrm rot="16200000">
            <a:off x="1071154" y="6764966"/>
            <a:ext cx="675678" cy="675678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 dirty="0"/>
          </a:p>
        </p:txBody>
      </p:sp>
      <p:sp>
        <p:nvSpPr>
          <p:cNvPr id="38" name="Freeform 37"/>
          <p:cNvSpPr>
            <a:spLocks/>
          </p:cNvSpPr>
          <p:nvPr/>
        </p:nvSpPr>
        <p:spPr bwMode="auto">
          <a:xfrm rot="16200000">
            <a:off x="1845898" y="6250187"/>
            <a:ext cx="807156" cy="807156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 dirty="0"/>
          </a:p>
        </p:txBody>
      </p:sp>
      <p:sp>
        <p:nvSpPr>
          <p:cNvPr id="39" name="Freeform 38"/>
          <p:cNvSpPr>
            <a:spLocks/>
          </p:cNvSpPr>
          <p:nvPr/>
        </p:nvSpPr>
        <p:spPr bwMode="auto">
          <a:xfrm rot="16200000">
            <a:off x="2807199" y="6118855"/>
            <a:ext cx="1299029" cy="1299029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 dirty="0"/>
          </a:p>
        </p:txBody>
      </p:sp>
      <p:sp>
        <p:nvSpPr>
          <p:cNvPr id="40" name="Freeform 39"/>
          <p:cNvSpPr>
            <a:spLocks/>
          </p:cNvSpPr>
          <p:nvPr/>
        </p:nvSpPr>
        <p:spPr bwMode="auto">
          <a:xfrm rot="16200000">
            <a:off x="4373346" y="5796454"/>
            <a:ext cx="761498" cy="761498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 dirty="0"/>
          </a:p>
        </p:txBody>
      </p:sp>
      <p:sp>
        <p:nvSpPr>
          <p:cNvPr id="41" name="Freeform 40"/>
          <p:cNvSpPr>
            <a:spLocks/>
          </p:cNvSpPr>
          <p:nvPr/>
        </p:nvSpPr>
        <p:spPr bwMode="auto">
          <a:xfrm rot="16200000">
            <a:off x="6414576" y="6216895"/>
            <a:ext cx="761498" cy="761498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 dirty="0"/>
          </a:p>
        </p:txBody>
      </p:sp>
      <p:sp>
        <p:nvSpPr>
          <p:cNvPr id="42" name="Freeform 41"/>
          <p:cNvSpPr>
            <a:spLocks/>
          </p:cNvSpPr>
          <p:nvPr/>
        </p:nvSpPr>
        <p:spPr bwMode="auto">
          <a:xfrm rot="16200000">
            <a:off x="10386621" y="5878031"/>
            <a:ext cx="761498" cy="761498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 dirty="0"/>
          </a:p>
        </p:txBody>
      </p:sp>
      <p:sp>
        <p:nvSpPr>
          <p:cNvPr id="43" name="Freeform 42"/>
          <p:cNvSpPr>
            <a:spLocks/>
          </p:cNvSpPr>
          <p:nvPr/>
        </p:nvSpPr>
        <p:spPr bwMode="auto">
          <a:xfrm rot="16200000">
            <a:off x="5323919" y="6060010"/>
            <a:ext cx="439594" cy="439594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 dirty="0"/>
          </a:p>
        </p:txBody>
      </p:sp>
      <p:sp>
        <p:nvSpPr>
          <p:cNvPr id="44" name="Freeform 43"/>
          <p:cNvSpPr>
            <a:spLocks/>
          </p:cNvSpPr>
          <p:nvPr/>
        </p:nvSpPr>
        <p:spPr bwMode="auto">
          <a:xfrm rot="16200000">
            <a:off x="5960269" y="6043981"/>
            <a:ext cx="353017" cy="353017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 dirty="0"/>
          </a:p>
        </p:txBody>
      </p:sp>
      <p:sp>
        <p:nvSpPr>
          <p:cNvPr id="45" name="Freeform 44"/>
          <p:cNvSpPr>
            <a:spLocks/>
          </p:cNvSpPr>
          <p:nvPr/>
        </p:nvSpPr>
        <p:spPr bwMode="auto">
          <a:xfrm rot="16200000">
            <a:off x="7332882" y="6579790"/>
            <a:ext cx="1102856" cy="1102856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 dirty="0"/>
          </a:p>
        </p:txBody>
      </p:sp>
      <p:sp>
        <p:nvSpPr>
          <p:cNvPr id="46" name="Freeform 45"/>
          <p:cNvSpPr>
            <a:spLocks/>
          </p:cNvSpPr>
          <p:nvPr/>
        </p:nvSpPr>
        <p:spPr bwMode="auto">
          <a:xfrm rot="16200000">
            <a:off x="8514565" y="5467710"/>
            <a:ext cx="1498367" cy="1498367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 dirty="0"/>
          </a:p>
        </p:txBody>
      </p:sp>
      <p:sp>
        <p:nvSpPr>
          <p:cNvPr id="47" name="Freeform 46"/>
          <p:cNvSpPr>
            <a:spLocks/>
          </p:cNvSpPr>
          <p:nvPr/>
        </p:nvSpPr>
        <p:spPr bwMode="auto">
          <a:xfrm rot="16200000">
            <a:off x="11417391" y="5236651"/>
            <a:ext cx="1270874" cy="1270874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 dirty="0"/>
          </a:p>
        </p:txBody>
      </p:sp>
      <p:sp>
        <p:nvSpPr>
          <p:cNvPr id="62" name="Freeform 61"/>
          <p:cNvSpPr>
            <a:spLocks/>
          </p:cNvSpPr>
          <p:nvPr/>
        </p:nvSpPr>
        <p:spPr bwMode="auto">
          <a:xfrm rot="16200000">
            <a:off x="1570323" y="5810926"/>
            <a:ext cx="353017" cy="353017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 dirty="0"/>
          </a:p>
        </p:txBody>
      </p:sp>
      <p:sp>
        <p:nvSpPr>
          <p:cNvPr id="63" name="Freeform 62"/>
          <p:cNvSpPr>
            <a:spLocks/>
          </p:cNvSpPr>
          <p:nvPr/>
        </p:nvSpPr>
        <p:spPr bwMode="auto">
          <a:xfrm rot="16200000">
            <a:off x="11616591" y="4615523"/>
            <a:ext cx="353017" cy="353017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 dirty="0"/>
          </a:p>
        </p:txBody>
      </p:sp>
      <p:sp>
        <p:nvSpPr>
          <p:cNvPr id="64" name="Freeform 63"/>
          <p:cNvSpPr>
            <a:spLocks/>
          </p:cNvSpPr>
          <p:nvPr/>
        </p:nvSpPr>
        <p:spPr bwMode="auto">
          <a:xfrm rot="16200000">
            <a:off x="10565177" y="4792032"/>
            <a:ext cx="675678" cy="675678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 dirty="0"/>
          </a:p>
        </p:txBody>
      </p:sp>
      <p:sp>
        <p:nvSpPr>
          <p:cNvPr id="66" name="Freeform 65"/>
          <p:cNvSpPr>
            <a:spLocks/>
          </p:cNvSpPr>
          <p:nvPr/>
        </p:nvSpPr>
        <p:spPr bwMode="auto">
          <a:xfrm rot="16200000">
            <a:off x="5323919" y="5291201"/>
            <a:ext cx="353017" cy="353017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 dirty="0"/>
          </a:p>
        </p:txBody>
      </p:sp>
      <p:sp>
        <p:nvSpPr>
          <p:cNvPr id="22" name="Freeform 21"/>
          <p:cNvSpPr>
            <a:spLocks/>
          </p:cNvSpPr>
          <p:nvPr/>
        </p:nvSpPr>
        <p:spPr bwMode="auto">
          <a:xfrm rot="16200000">
            <a:off x="-205848" y="5539190"/>
            <a:ext cx="320484" cy="320484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 dirty="0"/>
          </a:p>
        </p:txBody>
      </p:sp>
      <p:sp>
        <p:nvSpPr>
          <p:cNvPr id="23" name="Freeform 22"/>
          <p:cNvSpPr>
            <a:spLocks/>
          </p:cNvSpPr>
          <p:nvPr/>
        </p:nvSpPr>
        <p:spPr bwMode="auto">
          <a:xfrm rot="16200000">
            <a:off x="122573" y="5826808"/>
            <a:ext cx="450521" cy="450521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  <a:alpha val="8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 dirty="0"/>
          </a:p>
        </p:txBody>
      </p:sp>
      <p:sp>
        <p:nvSpPr>
          <p:cNvPr id="24" name="Freeform 23"/>
          <p:cNvSpPr>
            <a:spLocks/>
          </p:cNvSpPr>
          <p:nvPr/>
        </p:nvSpPr>
        <p:spPr bwMode="auto">
          <a:xfrm rot="16200000">
            <a:off x="639903" y="5994130"/>
            <a:ext cx="675678" cy="675678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  <a:alpha val="8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 dirty="0"/>
          </a:p>
        </p:txBody>
      </p:sp>
      <p:sp>
        <p:nvSpPr>
          <p:cNvPr id="25" name="Freeform 24"/>
          <p:cNvSpPr>
            <a:spLocks/>
          </p:cNvSpPr>
          <p:nvPr/>
        </p:nvSpPr>
        <p:spPr bwMode="auto">
          <a:xfrm rot="16200000">
            <a:off x="1414647" y="5479351"/>
            <a:ext cx="807156" cy="807156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accent1">
              <a:lumMod val="75000"/>
              <a:alpha val="8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 dirty="0"/>
          </a:p>
        </p:txBody>
      </p:sp>
      <p:sp>
        <p:nvSpPr>
          <p:cNvPr id="26" name="Freeform 25"/>
          <p:cNvSpPr>
            <a:spLocks/>
          </p:cNvSpPr>
          <p:nvPr/>
        </p:nvSpPr>
        <p:spPr bwMode="auto">
          <a:xfrm rot="16200000">
            <a:off x="2375948" y="5348019"/>
            <a:ext cx="1299029" cy="1299029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  <a:alpha val="8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 dirty="0"/>
          </a:p>
        </p:txBody>
      </p:sp>
      <p:sp>
        <p:nvSpPr>
          <p:cNvPr id="27" name="Freeform 26"/>
          <p:cNvSpPr>
            <a:spLocks/>
          </p:cNvSpPr>
          <p:nvPr/>
        </p:nvSpPr>
        <p:spPr bwMode="auto">
          <a:xfrm rot="16200000">
            <a:off x="3942095" y="5025618"/>
            <a:ext cx="761498" cy="761498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  <a:alpha val="8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 dirty="0"/>
          </a:p>
        </p:txBody>
      </p:sp>
      <p:sp>
        <p:nvSpPr>
          <p:cNvPr id="28" name="Freeform 27"/>
          <p:cNvSpPr>
            <a:spLocks/>
          </p:cNvSpPr>
          <p:nvPr/>
        </p:nvSpPr>
        <p:spPr bwMode="auto">
          <a:xfrm rot="16200000">
            <a:off x="5983325" y="5446059"/>
            <a:ext cx="761498" cy="761498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  <a:alpha val="8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 dirty="0"/>
          </a:p>
        </p:txBody>
      </p:sp>
      <p:sp>
        <p:nvSpPr>
          <p:cNvPr id="29" name="Freeform 28"/>
          <p:cNvSpPr>
            <a:spLocks/>
          </p:cNvSpPr>
          <p:nvPr/>
        </p:nvSpPr>
        <p:spPr bwMode="auto">
          <a:xfrm rot="16200000">
            <a:off x="9955370" y="5107195"/>
            <a:ext cx="761498" cy="761498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accent1">
              <a:lumMod val="75000"/>
              <a:alpha val="8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 dirty="0"/>
          </a:p>
        </p:txBody>
      </p:sp>
      <p:sp>
        <p:nvSpPr>
          <p:cNvPr id="30" name="Freeform 29"/>
          <p:cNvSpPr>
            <a:spLocks/>
          </p:cNvSpPr>
          <p:nvPr/>
        </p:nvSpPr>
        <p:spPr bwMode="auto">
          <a:xfrm rot="16200000">
            <a:off x="4892668" y="5289174"/>
            <a:ext cx="439594" cy="439594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  <a:alpha val="8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 dirty="0"/>
          </a:p>
        </p:txBody>
      </p:sp>
      <p:sp>
        <p:nvSpPr>
          <p:cNvPr id="31" name="Freeform 30"/>
          <p:cNvSpPr>
            <a:spLocks/>
          </p:cNvSpPr>
          <p:nvPr/>
        </p:nvSpPr>
        <p:spPr bwMode="auto">
          <a:xfrm rot="16200000">
            <a:off x="5529018" y="5273145"/>
            <a:ext cx="353017" cy="353017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 dirty="0"/>
          </a:p>
        </p:txBody>
      </p:sp>
      <p:sp>
        <p:nvSpPr>
          <p:cNvPr id="32" name="Freeform 31"/>
          <p:cNvSpPr>
            <a:spLocks/>
          </p:cNvSpPr>
          <p:nvPr/>
        </p:nvSpPr>
        <p:spPr bwMode="auto">
          <a:xfrm rot="16200000">
            <a:off x="6901631" y="5808954"/>
            <a:ext cx="1102856" cy="1102856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  <a:alpha val="8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 dirty="0"/>
          </a:p>
        </p:txBody>
      </p:sp>
      <p:sp>
        <p:nvSpPr>
          <p:cNvPr id="33" name="Freeform 32"/>
          <p:cNvSpPr>
            <a:spLocks/>
          </p:cNvSpPr>
          <p:nvPr/>
        </p:nvSpPr>
        <p:spPr bwMode="auto">
          <a:xfrm rot="16200000">
            <a:off x="8083314" y="4696874"/>
            <a:ext cx="1498367" cy="1498367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 dirty="0"/>
          </a:p>
        </p:txBody>
      </p:sp>
      <p:sp>
        <p:nvSpPr>
          <p:cNvPr id="34" name="Freeform 33"/>
          <p:cNvSpPr>
            <a:spLocks/>
          </p:cNvSpPr>
          <p:nvPr/>
        </p:nvSpPr>
        <p:spPr bwMode="auto">
          <a:xfrm rot="16200000">
            <a:off x="10986140" y="4465815"/>
            <a:ext cx="1270874" cy="1270874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  <a:alpha val="8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 dirty="0"/>
          </a:p>
        </p:txBody>
      </p:sp>
      <p:sp>
        <p:nvSpPr>
          <p:cNvPr id="35" name="Freeform 34"/>
          <p:cNvSpPr>
            <a:spLocks/>
          </p:cNvSpPr>
          <p:nvPr/>
        </p:nvSpPr>
        <p:spPr bwMode="auto">
          <a:xfrm rot="16200000">
            <a:off x="1139072" y="5040090"/>
            <a:ext cx="353017" cy="353017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 dirty="0"/>
          </a:p>
        </p:txBody>
      </p:sp>
      <p:sp>
        <p:nvSpPr>
          <p:cNvPr id="48" name="Freeform 47"/>
          <p:cNvSpPr>
            <a:spLocks/>
          </p:cNvSpPr>
          <p:nvPr/>
        </p:nvSpPr>
        <p:spPr bwMode="auto">
          <a:xfrm rot="16200000">
            <a:off x="11185340" y="3844687"/>
            <a:ext cx="353017" cy="353017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 dirty="0"/>
          </a:p>
        </p:txBody>
      </p:sp>
      <p:sp>
        <p:nvSpPr>
          <p:cNvPr id="49" name="Freeform 48"/>
          <p:cNvSpPr>
            <a:spLocks/>
          </p:cNvSpPr>
          <p:nvPr/>
        </p:nvSpPr>
        <p:spPr bwMode="auto">
          <a:xfrm rot="16200000">
            <a:off x="10133926" y="4021196"/>
            <a:ext cx="675678" cy="675678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  <a:alpha val="8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 dirty="0"/>
          </a:p>
        </p:txBody>
      </p:sp>
      <p:sp>
        <p:nvSpPr>
          <p:cNvPr id="50" name="Freeform 49"/>
          <p:cNvSpPr>
            <a:spLocks/>
          </p:cNvSpPr>
          <p:nvPr/>
        </p:nvSpPr>
        <p:spPr bwMode="auto">
          <a:xfrm rot="16200000">
            <a:off x="4892668" y="4520365"/>
            <a:ext cx="353017" cy="353017"/>
          </a:xfrm>
          <a:custGeom>
            <a:avLst/>
            <a:gdLst>
              <a:gd name="T0" fmla="*/ 731 w 1169"/>
              <a:gd name="T1" fmla="*/ 0 h 1169"/>
              <a:gd name="T2" fmla="*/ 0 w 1169"/>
              <a:gd name="T3" fmla="*/ 0 h 1169"/>
              <a:gd name="T4" fmla="*/ 0 w 1169"/>
              <a:gd name="T5" fmla="*/ 731 h 1169"/>
              <a:gd name="T6" fmla="*/ 439 w 1169"/>
              <a:gd name="T7" fmla="*/ 1169 h 1169"/>
              <a:gd name="T8" fmla="*/ 1169 w 1169"/>
              <a:gd name="T9" fmla="*/ 1169 h 1169"/>
              <a:gd name="T10" fmla="*/ 1169 w 1169"/>
              <a:gd name="T11" fmla="*/ 439 h 1169"/>
              <a:gd name="T12" fmla="*/ 731 w 1169"/>
              <a:gd name="T13" fmla="*/ 0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169">
                <a:moveTo>
                  <a:pt x="73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1"/>
                  <a:pt x="0" y="731"/>
                  <a:pt x="0" y="731"/>
                </a:cubicBezTo>
                <a:cubicBezTo>
                  <a:pt x="0" y="973"/>
                  <a:pt x="196" y="1169"/>
                  <a:pt x="439" y="1169"/>
                </a:cubicBezTo>
                <a:cubicBezTo>
                  <a:pt x="1169" y="1169"/>
                  <a:pt x="1169" y="1169"/>
                  <a:pt x="1169" y="1169"/>
                </a:cubicBezTo>
                <a:cubicBezTo>
                  <a:pt x="1169" y="439"/>
                  <a:pt x="1169" y="439"/>
                  <a:pt x="1169" y="439"/>
                </a:cubicBezTo>
                <a:cubicBezTo>
                  <a:pt x="1169" y="196"/>
                  <a:pt x="973" y="0"/>
                  <a:pt x="731" y="0"/>
                </a:cubicBezTo>
                <a:close/>
              </a:path>
            </a:pathLst>
          </a:custGeom>
          <a:solidFill>
            <a:schemeClr val="accent1">
              <a:lumMod val="75000"/>
              <a:alpha val="8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 dirty="0"/>
          </a:p>
        </p:txBody>
      </p:sp>
      <p:sp>
        <p:nvSpPr>
          <p:cNvPr id="53" name="TextBox 52"/>
          <p:cNvSpPr txBox="1"/>
          <p:nvPr/>
        </p:nvSpPr>
        <p:spPr>
          <a:xfrm>
            <a:off x="11148119" y="0"/>
            <a:ext cx="1026718" cy="92333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endParaRPr lang="id-ID" sz="5400" dirty="0" smtClean="0">
              <a:solidFill>
                <a:schemeClr val="bg1"/>
              </a:solidFill>
              <a:latin typeface="Raleway" panose="020B00030301010600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5372082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1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"/>
                            </p:stCondLst>
                            <p:childTnLst>
                              <p:par>
                                <p:cTn id="9" presetID="3" presetClass="emph" presetSubtype="2" fill="hold" grpId="1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animClr clrSpc="rgb" dir="cw">
                                      <p:cBhvr override="childStyle">
                                        <p:cTn id="10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10"/>
                            </p:stCondLst>
                            <p:childTnLst>
                              <p:par>
                                <p:cTn id="12" presetID="14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510"/>
                            </p:stCondLst>
                            <p:childTnLst>
                              <p:par>
                                <p:cTn id="1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760"/>
                            </p:stCondLst>
                            <p:childTnLst>
                              <p:par>
                                <p:cTn id="2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2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2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10"/>
                            </p:stCondLst>
                            <p:childTnLst>
                              <p:par>
                                <p:cTn id="2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2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2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260"/>
                            </p:stCondLst>
                            <p:childTnLst>
                              <p:par>
                                <p:cTn id="3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2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2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10"/>
                            </p:stCondLst>
                            <p:childTnLst>
                              <p:par>
                                <p:cTn id="3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2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2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760"/>
                            </p:stCondLst>
                            <p:childTnLst>
                              <p:par>
                                <p:cTn id="4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2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2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010"/>
                            </p:stCondLst>
                            <p:childTnLst>
                              <p:par>
                                <p:cTn id="4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2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2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260"/>
                            </p:stCondLst>
                            <p:childTnLst>
                              <p:par>
                                <p:cTn id="5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2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2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4510"/>
                            </p:stCondLst>
                            <p:childTnLst>
                              <p:par>
                                <p:cTn id="5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2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2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4760"/>
                            </p:stCondLst>
                            <p:childTnLst>
                              <p:par>
                                <p:cTn id="6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2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2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10"/>
                            </p:stCondLst>
                            <p:childTnLst>
                              <p:par>
                                <p:cTn id="6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2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2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260"/>
                            </p:stCondLst>
                            <p:childTnLst>
                              <p:par>
                                <p:cTn id="7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2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2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510"/>
                            </p:stCondLst>
                            <p:childTnLst>
                              <p:par>
                                <p:cTn id="7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2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2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760"/>
                            </p:stCondLst>
                            <p:childTnLst>
                              <p:par>
                                <p:cTn id="8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25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25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6010"/>
                            </p:stCondLst>
                            <p:childTnLst>
                              <p:par>
                                <p:cTn id="8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25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25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6260"/>
                            </p:stCondLst>
                            <p:childTnLst>
                              <p:par>
                                <p:cTn id="9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25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25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6510"/>
                            </p:stCondLst>
                            <p:childTnLst>
                              <p:par>
                                <p:cTn id="9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2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2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6760"/>
                            </p:stCondLst>
                            <p:childTnLst>
                              <p:par>
                                <p:cTn id="10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7010"/>
                            </p:stCondLst>
                            <p:childTnLst>
                              <p:par>
                                <p:cTn id="10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7260"/>
                            </p:stCondLst>
                            <p:childTnLst>
                              <p:par>
                                <p:cTn id="11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7510"/>
                            </p:stCondLst>
                            <p:childTnLst>
                              <p:par>
                                <p:cTn id="11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7760"/>
                            </p:stCondLst>
                            <p:childTnLst>
                              <p:par>
                                <p:cTn id="12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8010"/>
                            </p:stCondLst>
                            <p:childTnLst>
                              <p:par>
                                <p:cTn id="12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8260"/>
                            </p:stCondLst>
                            <p:childTnLst>
                              <p:par>
                                <p:cTn id="13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8510"/>
                            </p:stCondLst>
                            <p:childTnLst>
                              <p:par>
                                <p:cTn id="13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2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2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8760"/>
                            </p:stCondLst>
                            <p:childTnLst>
                              <p:par>
                                <p:cTn id="14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9010"/>
                            </p:stCondLst>
                            <p:childTnLst>
                              <p:par>
                                <p:cTn id="14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" dur="2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" dur="2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9260"/>
                            </p:stCondLst>
                            <p:childTnLst>
                              <p:par>
                                <p:cTn id="15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2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2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9510"/>
                            </p:stCondLst>
                            <p:childTnLst>
                              <p:par>
                                <p:cTn id="15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8" dur="2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9" dur="2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9760"/>
                            </p:stCondLst>
                            <p:childTnLst>
                              <p:par>
                                <p:cTn id="16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2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2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10010"/>
                            </p:stCondLst>
                            <p:childTnLst>
                              <p:par>
                                <p:cTn id="16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8" dur="2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9" dur="2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10260"/>
                            </p:stCondLst>
                            <p:childTnLst>
                              <p:par>
                                <p:cTn id="17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3" dur="2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4" dur="2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>
                            <p:stCondLst>
                              <p:cond delay="10510"/>
                            </p:stCondLst>
                            <p:childTnLst>
                              <p:par>
                                <p:cTn id="17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8" dur="2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9" dur="2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>
                            <p:stCondLst>
                              <p:cond delay="10760"/>
                            </p:stCondLst>
                            <p:childTnLst>
                              <p:par>
                                <p:cTn id="18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3" dur="2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4" dur="2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5" fill="hold">
                            <p:stCondLst>
                              <p:cond delay="11010"/>
                            </p:stCondLst>
                            <p:childTnLst>
                              <p:par>
                                <p:cTn id="18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8" dur="25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9" dur="25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11260"/>
                            </p:stCondLst>
                            <p:childTnLst>
                              <p:par>
                                <p:cTn id="19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3" dur="25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4" dur="25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5" fill="hold">
                            <p:stCondLst>
                              <p:cond delay="11510"/>
                            </p:stCondLst>
                            <p:childTnLst>
                              <p:par>
                                <p:cTn id="19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8" dur="25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9" dur="25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0" fill="hold">
                            <p:stCondLst>
                              <p:cond delay="11760"/>
                            </p:stCondLst>
                            <p:childTnLst>
                              <p:par>
                                <p:cTn id="20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3" dur="25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4" dur="25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5" fill="hold">
                            <p:stCondLst>
                              <p:cond delay="12010"/>
                            </p:stCondLst>
                            <p:childTnLst>
                              <p:par>
                                <p:cTn id="20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8" dur="25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9" dur="25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0" fill="hold">
                            <p:stCondLst>
                              <p:cond delay="12260"/>
                            </p:stCondLst>
                            <p:childTnLst>
                              <p:par>
                                <p:cTn id="21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3" dur="25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4" dur="25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5" fill="hold">
                            <p:stCondLst>
                              <p:cond delay="12510"/>
                            </p:stCondLst>
                            <p:childTnLst>
                              <p:par>
                                <p:cTn id="21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8" dur="25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9" dur="25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0" fill="hold">
                            <p:stCondLst>
                              <p:cond delay="12760"/>
                            </p:stCondLst>
                            <p:childTnLst>
                              <p:par>
                                <p:cTn id="22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3" dur="25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4" dur="25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5" fill="hold">
                            <p:stCondLst>
                              <p:cond delay="13010"/>
                            </p:stCondLst>
                            <p:childTnLst>
                              <p:par>
                                <p:cTn id="22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8" dur="25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9" dur="25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0" fill="hold">
                            <p:stCondLst>
                              <p:cond delay="13260"/>
                            </p:stCondLst>
                            <p:childTnLst>
                              <p:par>
                                <p:cTn id="23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3" dur="25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4" dur="25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5" fill="hold">
                            <p:stCondLst>
                              <p:cond delay="13510"/>
                            </p:stCondLst>
                            <p:childTnLst>
                              <p:par>
                                <p:cTn id="23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8" dur="25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9" dur="25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0" fill="hold">
                            <p:stCondLst>
                              <p:cond delay="13760"/>
                            </p:stCondLst>
                            <p:childTnLst>
                              <p:par>
                                <p:cTn id="24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3" dur="25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4" dur="25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5" fill="hold">
                            <p:stCondLst>
                              <p:cond delay="14010"/>
                            </p:stCondLst>
                            <p:childTnLst>
                              <p:par>
                                <p:cTn id="24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8" dur="25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9" dur="25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0" fill="hold">
                            <p:stCondLst>
                              <p:cond delay="14260"/>
                            </p:stCondLst>
                            <p:childTnLst>
                              <p:par>
                                <p:cTn id="25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3" dur="25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4" dur="25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5" fill="hold">
                            <p:stCondLst>
                              <p:cond delay="14510"/>
                            </p:stCondLst>
                            <p:childTnLst>
                              <p:par>
                                <p:cTn id="25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8" dur="25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9" dur="25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0" fill="hold">
                            <p:stCondLst>
                              <p:cond delay="14760"/>
                            </p:stCondLst>
                            <p:childTnLst>
                              <p:par>
                                <p:cTn id="26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3" dur="25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4" dur="25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5" fill="hold">
                            <p:stCondLst>
                              <p:cond delay="15010"/>
                            </p:stCondLst>
                            <p:childTnLst>
                              <p:par>
                                <p:cTn id="266" presetID="53" presetClass="exit" presetSubtype="3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67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8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6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1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72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3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7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6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77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8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7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1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82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3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8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6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87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8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8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1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92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3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9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6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97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8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9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1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02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3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0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6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07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8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0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1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12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3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1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6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1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8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1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1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22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3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2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6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27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8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2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1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32" dur="5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3" dur="5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3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6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37" dur="500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8" dur="500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3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1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42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3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4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6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47" dur="500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8" dur="500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4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1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52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3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5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6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57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5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1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62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3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6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6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67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8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6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1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72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3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7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6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77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8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7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1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82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3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8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6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87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8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8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1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9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3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9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6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97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8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9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1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02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3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0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6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07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8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0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1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12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3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1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6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17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8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1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1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22" dur="5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3" dur="5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2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6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27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8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2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1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32" dur="5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3" dur="5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3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6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37" dur="500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8" dur="500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39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1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42" dur="500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3" dur="500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44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6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47" dur="500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8" dur="500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49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1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52" dur="500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3" dur="500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54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6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57" dur="500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8" dur="500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59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1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62" dur="500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3" dur="500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64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6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67" dur="500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8" dur="500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69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1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72" dur="500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3" dur="500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74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6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77" dur="500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8" dur="500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79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1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82" dur="500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3" dur="500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84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6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87" dur="500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8" dur="500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89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1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92" dur="500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3" dur="500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94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6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97" dur="500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8" dur="500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99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1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02" dur="500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3" dur="500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04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6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07" dur="500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8" dur="500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09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1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12" dur="500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3" dur="500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14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6" fill="hold">
                            <p:stCondLst>
                              <p:cond delay="15510"/>
                            </p:stCondLst>
                            <p:childTnLst>
                              <p:par>
                                <p:cTn id="517" presetID="3" presetClass="emph" presetSubtype="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18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" grpId="0" animBg="1"/>
      <p:bldP spid="89" grpId="1" animBg="1"/>
      <p:bldP spid="90" grpId="0" animBg="1"/>
      <p:bldP spid="90" grpId="1" animBg="1"/>
      <p:bldP spid="91" grpId="0" animBg="1"/>
      <p:bldP spid="91" grpId="1" animBg="1"/>
      <p:bldP spid="92" grpId="0" animBg="1"/>
      <p:bldP spid="92" grpId="1" animBg="1"/>
      <p:bldP spid="93" grpId="0" animBg="1"/>
      <p:bldP spid="93" grpId="1" animBg="1"/>
      <p:bldP spid="94" grpId="0" animBg="1"/>
      <p:bldP spid="94" grpId="1" animBg="1"/>
      <p:bldP spid="95" grpId="0" animBg="1"/>
      <p:bldP spid="95" grpId="1" animBg="1"/>
      <p:bldP spid="96" grpId="0" animBg="1"/>
      <p:bldP spid="96" grpId="1" animBg="1"/>
      <p:bldP spid="97" grpId="0" animBg="1"/>
      <p:bldP spid="97" grpId="1" animBg="1"/>
      <p:bldP spid="98" grpId="0" animBg="1"/>
      <p:bldP spid="98" grpId="1" animBg="1"/>
      <p:bldP spid="99" grpId="0" animBg="1"/>
      <p:bldP spid="99" grpId="1" animBg="1"/>
      <p:bldP spid="100" grpId="0" animBg="1"/>
      <p:bldP spid="100" grpId="1" animBg="1"/>
      <p:bldP spid="101" grpId="0" animBg="1"/>
      <p:bldP spid="101" grpId="1" animBg="1"/>
      <p:bldP spid="102" grpId="0" animBg="1"/>
      <p:bldP spid="102" grpId="1" animBg="1"/>
      <p:bldP spid="103" grpId="0" animBg="1"/>
      <p:bldP spid="103" grpId="1" animBg="1"/>
      <p:bldP spid="105" grpId="0" animBg="1"/>
      <p:bldP spid="105" grpId="1" animBg="1"/>
      <p:bldP spid="13" grpId="0"/>
      <p:bldP spid="13" grpId="1"/>
      <p:bldP spid="21" grpId="0" animBg="1"/>
      <p:bldP spid="21" grpId="1" animBg="1"/>
      <p:bldP spid="36" grpId="0" animBg="1"/>
      <p:bldP spid="36" grpId="1" animBg="1"/>
      <p:bldP spid="37" grpId="0" animBg="1"/>
      <p:bldP spid="37" grpId="1" animBg="1"/>
      <p:bldP spid="38" grpId="0" animBg="1"/>
      <p:bldP spid="38" grpId="1" animBg="1"/>
      <p:bldP spid="39" grpId="0" animBg="1"/>
      <p:bldP spid="39" grpId="1" animBg="1"/>
      <p:bldP spid="40" grpId="0" animBg="1"/>
      <p:bldP spid="40" grpId="1" animBg="1"/>
      <p:bldP spid="41" grpId="0" animBg="1"/>
      <p:bldP spid="41" grpId="1" animBg="1"/>
      <p:bldP spid="42" grpId="0" animBg="1"/>
      <p:bldP spid="42" grpId="1" animBg="1"/>
      <p:bldP spid="43" grpId="0" animBg="1"/>
      <p:bldP spid="43" grpId="1" animBg="1"/>
      <p:bldP spid="44" grpId="0" animBg="1"/>
      <p:bldP spid="44" grpId="1" animBg="1"/>
      <p:bldP spid="45" grpId="0" animBg="1"/>
      <p:bldP spid="45" grpId="1" animBg="1"/>
      <p:bldP spid="46" grpId="0" animBg="1"/>
      <p:bldP spid="46" grpId="1" animBg="1"/>
      <p:bldP spid="47" grpId="0" animBg="1"/>
      <p:bldP spid="47" grpId="1" animBg="1"/>
      <p:bldP spid="62" grpId="0" animBg="1"/>
      <p:bldP spid="62" grpId="1" animBg="1"/>
      <p:bldP spid="63" grpId="0" animBg="1"/>
      <p:bldP spid="63" grpId="1" animBg="1"/>
      <p:bldP spid="64" grpId="0" animBg="1"/>
      <p:bldP spid="64" grpId="1" animBg="1"/>
      <p:bldP spid="66" grpId="0" animBg="1"/>
      <p:bldP spid="66" grpId="1" animBg="1"/>
      <p:bldP spid="22" grpId="0" animBg="1"/>
      <p:bldP spid="22" grpId="1" animBg="1"/>
      <p:bldP spid="23" grpId="0" animBg="1"/>
      <p:bldP spid="23" grpId="1" animBg="1"/>
      <p:bldP spid="24" grpId="0" animBg="1"/>
      <p:bldP spid="24" grpId="1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  <p:bldP spid="28" grpId="0" animBg="1"/>
      <p:bldP spid="28" grpId="1" animBg="1"/>
      <p:bldP spid="29" grpId="0" animBg="1"/>
      <p:bldP spid="29" grpId="1" animBg="1"/>
      <p:bldP spid="30" grpId="0" animBg="1"/>
      <p:bldP spid="30" grpId="1" animBg="1"/>
      <p:bldP spid="31" grpId="0" animBg="1"/>
      <p:bldP spid="31" grpId="1" animBg="1"/>
      <p:bldP spid="32" grpId="0" animBg="1"/>
      <p:bldP spid="32" grpId="1" animBg="1"/>
      <p:bldP spid="33" grpId="0" animBg="1"/>
      <p:bldP spid="33" grpId="1" animBg="1"/>
      <p:bldP spid="34" grpId="0" animBg="1"/>
      <p:bldP spid="34" grpId="1" animBg="1"/>
      <p:bldP spid="35" grpId="0" animBg="1"/>
      <p:bldP spid="35" grpId="1" animBg="1"/>
      <p:bldP spid="48" grpId="0" animBg="1"/>
      <p:bldP spid="48" grpId="1" animBg="1"/>
      <p:bldP spid="49" grpId="0" animBg="1"/>
      <p:bldP spid="49" grpId="1" animBg="1"/>
      <p:bldP spid="50" grpId="0" animBg="1"/>
      <p:bldP spid="50" grpId="1" animBg="1"/>
      <p:bldP spid="53" grpId="0" animBg="1"/>
      <p:bldP spid="53" grpId="1" animBg="1"/>
    </p:bldLst>
  </p:timing>
</p:sld>
</file>

<file path=ppt/theme/theme1.xml><?xml version="1.0" encoding="utf-8"?>
<a:theme xmlns:a="http://schemas.openxmlformats.org/drawingml/2006/main" name="Office Theme">
  <a:themeElements>
    <a:clrScheme name="Custom 2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30B695"/>
      </a:accent1>
      <a:accent2>
        <a:srgbClr val="974E97"/>
      </a:accent2>
      <a:accent3>
        <a:srgbClr val="B9D533"/>
      </a:accent3>
      <a:accent4>
        <a:srgbClr val="525068"/>
      </a:accent4>
      <a:accent5>
        <a:srgbClr val="FFC000"/>
      </a:accent5>
      <a:accent6>
        <a:srgbClr val="1CADE4"/>
      </a:accent6>
      <a:hlink>
        <a:srgbClr val="6EAC1C"/>
      </a:hlink>
      <a:folHlink>
        <a:srgbClr val="C00000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36870</TotalTime>
  <Words>412</Words>
  <Application>Microsoft Macintosh PowerPoint</Application>
  <PresentationFormat>Widescreen</PresentationFormat>
  <Paragraphs>113</Paragraphs>
  <Slides>36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6" baseType="lpstr">
      <vt:lpstr>Calibri Light</vt:lpstr>
      <vt:lpstr>Open Sans</vt:lpstr>
      <vt:lpstr>Raleway</vt:lpstr>
      <vt:lpstr>Verdana</vt:lpstr>
      <vt:lpstr>Arial</vt:lpstr>
      <vt:lpstr>Calibri</vt:lpstr>
      <vt:lpstr>ＭＳ Ｐゴシック</vt:lpstr>
      <vt:lpstr>Times New Roman</vt:lpstr>
      <vt:lpstr>Wingdings</vt:lpstr>
      <vt:lpstr>Office Theme</vt:lpstr>
      <vt:lpstr>PowerPoint Presentation</vt:lpstr>
      <vt:lpstr>What is IoT</vt:lpstr>
      <vt:lpstr>What is IoT</vt:lpstr>
      <vt:lpstr>Idea: Move from Internet of People    Internet of Things</vt:lpstr>
      <vt:lpstr>Internet of Things - Evolution</vt:lpstr>
      <vt:lpstr>Difference between M2M and IoT</vt:lpstr>
      <vt:lpstr>IoT Applications : Intelligent Home</vt:lpstr>
      <vt:lpstr>IOT: People connecting with Things</vt:lpstr>
      <vt:lpstr>IoT: Things connecting with Things</vt:lpstr>
      <vt:lpstr>Unlocking the Massive potential of IoT</vt:lpstr>
      <vt:lpstr>Looming Opportunity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IoT Applications : Transportation</vt:lpstr>
      <vt:lpstr>IoT Applications : (BMTC)Transportation</vt:lpstr>
      <vt:lpstr>Supply Chain Management</vt:lpstr>
      <vt:lpstr>IoT Architecture</vt:lpstr>
      <vt:lpstr>PowerPoint Presentation</vt:lpstr>
      <vt:lpstr>IoT Technologies</vt:lpstr>
      <vt:lpstr>Implementing Smart Objects</vt:lpstr>
      <vt:lpstr>Board Connection</vt:lpstr>
      <vt:lpstr>Sensors and Actuators</vt:lpstr>
      <vt:lpstr>Sensors available in Market</vt:lpstr>
      <vt:lpstr>IoT Technologies : Communication Technology</vt:lpstr>
      <vt:lpstr>IoT Technologies : Protocols</vt:lpstr>
      <vt:lpstr>IoT Technologies : Cloud (Sensing as-a-service Model)</vt:lpstr>
      <vt:lpstr>Challenges of IoT</vt:lpstr>
      <vt:lpstr>PowerPoint Presentation</vt:lpstr>
    </vt:vector>
  </TitlesOfParts>
  <Company>SignAddict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InspiraSign</dc:creator>
  <cp:lastModifiedBy>Microsoft Office User</cp:lastModifiedBy>
  <cp:revision>724</cp:revision>
  <dcterms:created xsi:type="dcterms:W3CDTF">2014-09-01T06:03:07Z</dcterms:created>
  <dcterms:modified xsi:type="dcterms:W3CDTF">2018-06-07T12:48:10Z</dcterms:modified>
</cp:coreProperties>
</file>