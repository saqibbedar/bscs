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2"/>
  </p:sldMasterIdLst>
  <p:notesMasterIdLst>
    <p:notesMasterId r:id="rId30"/>
  </p:notesMasterIdLst>
  <p:handoutMasterIdLst>
    <p:handoutMasterId r:id="rId31"/>
  </p:handoutMasterIdLst>
  <p:sldIdLst>
    <p:sldId id="386" r:id="rId3"/>
    <p:sldId id="414" r:id="rId4"/>
    <p:sldId id="436" r:id="rId5"/>
    <p:sldId id="458" r:id="rId6"/>
    <p:sldId id="457" r:id="rId7"/>
    <p:sldId id="456" r:id="rId8"/>
    <p:sldId id="455" r:id="rId9"/>
    <p:sldId id="454" r:id="rId10"/>
    <p:sldId id="453" r:id="rId11"/>
    <p:sldId id="473" r:id="rId12"/>
    <p:sldId id="451" r:id="rId13"/>
    <p:sldId id="463" r:id="rId14"/>
    <p:sldId id="462" r:id="rId15"/>
    <p:sldId id="461" r:id="rId16"/>
    <p:sldId id="460" r:id="rId17"/>
    <p:sldId id="459" r:id="rId18"/>
    <p:sldId id="452" r:id="rId19"/>
    <p:sldId id="471" r:id="rId20"/>
    <p:sldId id="470" r:id="rId21"/>
    <p:sldId id="469" r:id="rId22"/>
    <p:sldId id="468" r:id="rId23"/>
    <p:sldId id="466" r:id="rId24"/>
    <p:sldId id="465" r:id="rId25"/>
    <p:sldId id="464" r:id="rId26"/>
    <p:sldId id="472" r:id="rId27"/>
    <p:sldId id="450" r:id="rId28"/>
    <p:sldId id="413" r:id="rId29"/>
  </p:sldIdLst>
  <p:sldSz cx="9144000" cy="6858000" type="screen4x3"/>
  <p:notesSz cx="6854825" cy="90836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6">
          <p15:clr>
            <a:srgbClr val="A4A3A4"/>
          </p15:clr>
        </p15:guide>
        <p15:guide id="2" orient="horz" pos="864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1">
          <p15:clr>
            <a:srgbClr val="A4A3A4"/>
          </p15:clr>
        </p15:guide>
        <p15:guide id="2" pos="215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02" autoAdjust="0"/>
    <p:restoredTop sz="94231" autoAdjust="0"/>
  </p:normalViewPr>
  <p:slideViewPr>
    <p:cSldViewPr snapToGrid="0">
      <p:cViewPr varScale="1">
        <p:scale>
          <a:sx n="117" d="100"/>
          <a:sy n="117" d="100"/>
        </p:scale>
        <p:origin x="1476" y="84"/>
      </p:cViewPr>
      <p:guideLst>
        <p:guide orient="horz" pos="2736"/>
        <p:guide orient="horz" pos="864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-2909" y="-86"/>
      </p:cViewPr>
      <p:guideLst>
        <p:guide orient="horz" pos="2861"/>
        <p:guide pos="215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82B0BF1-736D-6F43-BDFC-6845289E1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8764588"/>
            <a:ext cx="6710362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4849" tIns="49756" rIns="94849" bIns="49756">
            <a:spAutoFit/>
          </a:bodyPr>
          <a:lstStyle>
            <a:lvl1pPr algn="l" defTabSz="606425"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657225" indent="-184150" algn="l" defTabSz="606425"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366838" algn="l" defTabSz="606425"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485900" algn="l" defTabSz="606425"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4pPr>
            <a:lvl5pPr marL="1892300" algn="l" defTabSz="606425"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5pPr>
            <a:lvl6pPr marL="2349500" defTabSz="606425" eaLnBrk="0" fontAlgn="base" hangingPunct="0">
              <a:spcBef>
                <a:spcPct val="0"/>
              </a:spcBef>
              <a:spcAft>
                <a:spcPct val="0"/>
              </a:spcAft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6pPr>
            <a:lvl7pPr marL="2806700" defTabSz="606425" eaLnBrk="0" fontAlgn="base" hangingPunct="0">
              <a:spcBef>
                <a:spcPct val="0"/>
              </a:spcBef>
              <a:spcAft>
                <a:spcPct val="0"/>
              </a:spcAft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7pPr>
            <a:lvl8pPr marL="3263900" defTabSz="606425" eaLnBrk="0" fontAlgn="base" hangingPunct="0">
              <a:spcBef>
                <a:spcPct val="0"/>
              </a:spcBef>
              <a:spcAft>
                <a:spcPct val="0"/>
              </a:spcAft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8pPr>
            <a:lvl9pPr marL="3721100" defTabSz="606425" eaLnBrk="0" fontAlgn="base" hangingPunct="0">
              <a:spcBef>
                <a:spcPct val="0"/>
              </a:spcBef>
              <a:spcAft>
                <a:spcPct val="0"/>
              </a:spcAft>
              <a:tabLst>
                <a:tab pos="2366963" algn="l"/>
                <a:tab pos="4789488" algn="l"/>
              </a:tabLs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sz="800" b="1"/>
              <a:t>Copyright © 2001, Cisco Systems, Inc. All rights reserved. Printed in USA.</a:t>
            </a:r>
            <a:br>
              <a:rPr lang="en-US" altLang="en-US" sz="800" b="1"/>
            </a:br>
            <a:r>
              <a:rPr lang="en-US" altLang="en-US" sz="800" b="1"/>
              <a:t>Presentation_ID.scr</a:t>
            </a:r>
          </a:p>
        </p:txBody>
      </p:sp>
      <p:sp>
        <p:nvSpPr>
          <p:cNvPr id="3077" name="Line 5">
            <a:extLst>
              <a:ext uri="{FF2B5EF4-FFF2-40B4-BE49-F238E27FC236}">
                <a16:creationId xmlns:a16="http://schemas.microsoft.com/office/drawing/2014/main" id="{DA0CFA57-0125-E346-ACCD-927D468FE0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813" y="8778875"/>
            <a:ext cx="65516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defRPr/>
            </a:pPr>
            <a:endParaRPr lang="en-US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04" name="Rectangle 8">
            <a:extLst>
              <a:ext uri="{FF2B5EF4-FFF2-40B4-BE49-F238E27FC236}">
                <a16:creationId xmlns:a16="http://schemas.microsoft.com/office/drawing/2014/main" id="{56FE25CE-AB33-5348-8AC3-A6C65B59A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75" y="8410575"/>
            <a:ext cx="439738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defRPr/>
            </a:pPr>
            <a:endParaRPr lang="en-US">
              <a:latin typeface="Arial" charset="0"/>
            </a:endParaRPr>
          </a:p>
        </p:txBody>
      </p:sp>
      <p:sp>
        <p:nvSpPr>
          <p:cNvPr id="183305" name="Rectangle 9">
            <a:extLst>
              <a:ext uri="{FF2B5EF4-FFF2-40B4-BE49-F238E27FC236}">
                <a16:creationId xmlns:a16="http://schemas.microsoft.com/office/drawing/2014/main" id="{FD725294-AFCA-234D-BB78-2C241CEC4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8585200"/>
            <a:ext cx="2562225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3435" tIns="49014" rIns="93435" bIns="49014">
            <a:spAutoFit/>
          </a:bodyPr>
          <a:lstStyle>
            <a:lvl1pPr algn="l" defTabSz="596900"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1pPr>
            <a:lvl2pPr marL="649288" indent="-184150" algn="l" defTabSz="596900"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346200" algn="l" defTabSz="596900"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3pPr>
            <a:lvl4pPr marL="1463675" algn="l" defTabSz="596900"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4pPr>
            <a:lvl5pPr marL="1865313" algn="l" defTabSz="596900"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5pPr>
            <a:lvl6pPr marL="2322513" defTabSz="596900" eaLnBrk="0" fontAlgn="base" hangingPunct="0">
              <a:spcBef>
                <a:spcPct val="0"/>
              </a:spcBef>
              <a:spcAft>
                <a:spcPct val="0"/>
              </a:spcAft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79713" defTabSz="596900" eaLnBrk="0" fontAlgn="base" hangingPunct="0">
              <a:spcBef>
                <a:spcPct val="0"/>
              </a:spcBef>
              <a:spcAft>
                <a:spcPct val="0"/>
              </a:spcAft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7pPr>
            <a:lvl8pPr marL="3236913" defTabSz="596900" eaLnBrk="0" fontAlgn="base" hangingPunct="0">
              <a:spcBef>
                <a:spcPct val="0"/>
              </a:spcBef>
              <a:spcAft>
                <a:spcPct val="0"/>
              </a:spcAft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94113" defTabSz="596900" eaLnBrk="0" fontAlgn="base" hangingPunct="0">
              <a:spcBef>
                <a:spcPct val="0"/>
              </a:spcBef>
              <a:spcAft>
                <a:spcPct val="0"/>
              </a:spcAft>
              <a:tabLst>
                <a:tab pos="2332038" algn="l"/>
                <a:tab pos="471805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sz="800" b="1"/>
              <a:t>© 2001, Cisco Systems, Inc. All rights reserved.</a:t>
            </a:r>
          </a:p>
          <a:p>
            <a:pPr>
              <a:defRPr/>
            </a:pPr>
            <a:r>
              <a:rPr lang="en-US" altLang="en-US" sz="800" b="1"/>
              <a:t>&lt;Title of Course (ACRO) vX.X&gt;</a:t>
            </a:r>
          </a:p>
        </p:txBody>
      </p:sp>
      <p:sp>
        <p:nvSpPr>
          <p:cNvPr id="183306" name="Line 10">
            <a:extLst>
              <a:ext uri="{FF2B5EF4-FFF2-40B4-BE49-F238E27FC236}">
                <a16:creationId xmlns:a16="http://schemas.microsoft.com/office/drawing/2014/main" id="{4026CFF8-F053-5948-9548-F33772620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225" y="8599488"/>
            <a:ext cx="6503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90000"/>
              </a:lnSpc>
              <a:defRPr/>
            </a:pPr>
            <a:endParaRPr lang="en-US">
              <a:latin typeface="Arial" charset="0"/>
            </a:endParaRPr>
          </a:p>
        </p:txBody>
      </p:sp>
      <p:sp>
        <p:nvSpPr>
          <p:cNvPr id="183307" name="Rectangle 11">
            <a:extLst>
              <a:ext uri="{FF2B5EF4-FFF2-40B4-BE49-F238E27FC236}">
                <a16:creationId xmlns:a16="http://schemas.microsoft.com/office/drawing/2014/main" id="{FB1A7590-F832-4447-A4EF-8839D30575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8480425"/>
            <a:ext cx="795338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18380" tIns="0" rIns="18380" bIns="0" numCol="1" anchor="b" anchorCtr="0" compatLnSpc="1">
            <a:prstTxWarp prst="textNoShape">
              <a:avLst/>
            </a:prstTxWarp>
          </a:bodyPr>
          <a:lstStyle>
            <a:lvl1pPr algn="r" defTabSz="881063">
              <a:defRPr sz="800"/>
            </a:lvl1pPr>
          </a:lstStyle>
          <a:p>
            <a:fld id="{A9FD55FC-581D-4637-A6B5-798BAF5C55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83308" name="AutoShape 12">
            <a:extLst>
              <a:ext uri="{FF2B5EF4-FFF2-40B4-BE49-F238E27FC236}">
                <a16:creationId xmlns:a16="http://schemas.microsoft.com/office/drawing/2014/main" id="{44512ACF-D4F1-104B-A897-67886EAC487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239713"/>
            <a:ext cx="5200650" cy="3900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3309" name="Rectangle 13">
            <a:extLst>
              <a:ext uri="{FF2B5EF4-FFF2-40B4-BE49-F238E27FC236}">
                <a16:creationId xmlns:a16="http://schemas.microsoft.com/office/drawing/2014/main" id="{F1E342DC-A075-1247-BEE0-8A7CEA92856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95288" y="4278313"/>
            <a:ext cx="5986462" cy="415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3435" tIns="49014" rIns="93435" bIns="490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Body Text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10633314-1C81-A640-92BD-F2C184F3A1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6F6898-FA97-4B5B-B552-8CAC9FB37A50}" type="slidenum">
              <a:rPr lang="en-US" altLang="en-US" sz="800"/>
              <a:pPr/>
              <a:t>1</a:t>
            </a:fld>
            <a:endParaRPr lang="en-US" altLang="en-US" sz="800"/>
          </a:p>
        </p:txBody>
      </p:sp>
      <p:sp>
        <p:nvSpPr>
          <p:cNvPr id="897026" name="AutoShape 2">
            <a:extLst>
              <a:ext uri="{FF2B5EF4-FFF2-40B4-BE49-F238E27FC236}">
                <a16:creationId xmlns:a16="http://schemas.microsoft.com/office/drawing/2014/main" id="{98331F0E-B0CA-A74C-848C-5CF9674166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8838" y="239713"/>
            <a:ext cx="5199062" cy="3898900"/>
          </a:xfrm>
          <a:ln/>
        </p:spPr>
      </p:sp>
      <p:sp>
        <p:nvSpPr>
          <p:cNvPr id="897027" name="Rectangle 3">
            <a:extLst>
              <a:ext uri="{FF2B5EF4-FFF2-40B4-BE49-F238E27FC236}">
                <a16:creationId xmlns:a16="http://schemas.microsoft.com/office/drawing/2014/main" id="{2B506131-9FAF-8040-91DE-D80DEEE998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875" y="4278313"/>
            <a:ext cx="5984875" cy="4156075"/>
          </a:xfrm>
        </p:spPr>
        <p:txBody>
          <a:bodyPr/>
          <a:lstStyle/>
          <a:p>
            <a:pPr>
              <a:defRPr/>
            </a:pPr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A4AE2F24-829D-684F-8818-7727D2CD9F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2FFA00-8898-4860-A97A-4D07563E4C2F}" type="slidenum">
              <a:rPr lang="en-US" altLang="en-US" sz="800"/>
              <a:pPr/>
              <a:t>2</a:t>
            </a:fld>
            <a:endParaRPr lang="en-US" altLang="en-US" sz="800"/>
          </a:p>
        </p:txBody>
      </p:sp>
      <p:sp>
        <p:nvSpPr>
          <p:cNvPr id="984066" name="AutoShape 2">
            <a:extLst>
              <a:ext uri="{FF2B5EF4-FFF2-40B4-BE49-F238E27FC236}">
                <a16:creationId xmlns:a16="http://schemas.microsoft.com/office/drawing/2014/main" id="{DDDAB595-C503-864F-8CAB-FA7FB2A09A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4067" name="Rectangle 3">
            <a:extLst>
              <a:ext uri="{FF2B5EF4-FFF2-40B4-BE49-F238E27FC236}">
                <a16:creationId xmlns:a16="http://schemas.microsoft.com/office/drawing/2014/main" id="{EA5A0A46-97E8-284E-B2B0-DA311C2FDF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BA99AF28-9BA8-5642-8AF3-D66103AF5B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DA047F3-1E83-4B90-BFEB-9EB891211A02}" type="slidenum">
              <a:rPr lang="en-US" altLang="en-US" sz="800"/>
              <a:pPr/>
              <a:t>3</a:t>
            </a:fld>
            <a:endParaRPr lang="en-US" altLang="en-US" sz="800"/>
          </a:p>
        </p:txBody>
      </p:sp>
      <p:sp>
        <p:nvSpPr>
          <p:cNvPr id="1014786" name="AutoShape 2">
            <a:extLst>
              <a:ext uri="{FF2B5EF4-FFF2-40B4-BE49-F238E27FC236}">
                <a16:creationId xmlns:a16="http://schemas.microsoft.com/office/drawing/2014/main" id="{7284ABB7-2D1E-C347-8AE7-BA95DA59D6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4787" name="Rectangle 3">
            <a:extLst>
              <a:ext uri="{FF2B5EF4-FFF2-40B4-BE49-F238E27FC236}">
                <a16:creationId xmlns:a16="http://schemas.microsoft.com/office/drawing/2014/main" id="{93E5C7EC-CFF7-AA4C-9A86-0706BF8522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62453BE7-5A25-C644-B9F4-051F8DE829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A854F2-B0D6-4189-AD6A-8329A3D8F78C}" type="slidenum">
              <a:rPr lang="en-US" altLang="en-US" sz="800"/>
              <a:pPr/>
              <a:t>4</a:t>
            </a:fld>
            <a:endParaRPr lang="en-US" altLang="en-US" sz="800"/>
          </a:p>
        </p:txBody>
      </p:sp>
      <p:sp>
        <p:nvSpPr>
          <p:cNvPr id="1292290" name="AutoShape 2">
            <a:extLst>
              <a:ext uri="{FF2B5EF4-FFF2-40B4-BE49-F238E27FC236}">
                <a16:creationId xmlns:a16="http://schemas.microsoft.com/office/drawing/2014/main" id="{301C2B1D-2D35-8C49-982F-25B45308F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2291" name="Rectangle 3">
            <a:extLst>
              <a:ext uri="{FF2B5EF4-FFF2-40B4-BE49-F238E27FC236}">
                <a16:creationId xmlns:a16="http://schemas.microsoft.com/office/drawing/2014/main" id="{ADFC889A-DF34-4046-BDF7-7BFAB74571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67DA0EFE-4189-284F-88A3-36C6917683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F52E8B-A966-41EF-8955-1B95D9C3A6E3}" type="slidenum">
              <a:rPr lang="en-US" altLang="en-US" sz="800"/>
              <a:pPr/>
              <a:t>5</a:t>
            </a:fld>
            <a:endParaRPr lang="en-US" altLang="en-US" sz="800"/>
          </a:p>
        </p:txBody>
      </p:sp>
      <p:sp>
        <p:nvSpPr>
          <p:cNvPr id="1290242" name="AutoShape 2">
            <a:extLst>
              <a:ext uri="{FF2B5EF4-FFF2-40B4-BE49-F238E27FC236}">
                <a16:creationId xmlns:a16="http://schemas.microsoft.com/office/drawing/2014/main" id="{8410AD25-DC63-294D-B17E-6CEF773D02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43" name="Rectangle 3">
            <a:extLst>
              <a:ext uri="{FF2B5EF4-FFF2-40B4-BE49-F238E27FC236}">
                <a16:creationId xmlns:a16="http://schemas.microsoft.com/office/drawing/2014/main" id="{6F2D42F9-7928-6240-BEDA-05562D1B02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48BC2B05-DA5E-6746-AEE9-9295B8A896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8F8B67-1DD8-427C-BF9C-B0993CAFF2E5}" type="slidenum">
              <a:rPr lang="en-US" altLang="en-US" sz="800"/>
              <a:pPr/>
              <a:t>6</a:t>
            </a:fld>
            <a:endParaRPr lang="en-US" altLang="en-US" sz="800"/>
          </a:p>
        </p:txBody>
      </p:sp>
      <p:sp>
        <p:nvSpPr>
          <p:cNvPr id="1288194" name="AutoShape 2">
            <a:extLst>
              <a:ext uri="{FF2B5EF4-FFF2-40B4-BE49-F238E27FC236}">
                <a16:creationId xmlns:a16="http://schemas.microsoft.com/office/drawing/2014/main" id="{32D45B3C-2CE7-3B49-AA21-410885D671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8195" name="Rectangle 3">
            <a:extLst>
              <a:ext uri="{FF2B5EF4-FFF2-40B4-BE49-F238E27FC236}">
                <a16:creationId xmlns:a16="http://schemas.microsoft.com/office/drawing/2014/main" id="{74A41FF2-9DE0-2C4E-8BBB-628A399A66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BFF722D9-6CE0-FF4C-9DD9-B67F2B6ECC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1D4136-2A47-4AB2-B162-56CFDBC2F547}" type="slidenum">
              <a:rPr lang="en-US" altLang="en-US" sz="800"/>
              <a:pPr/>
              <a:t>7</a:t>
            </a:fld>
            <a:endParaRPr lang="en-US" altLang="en-US" sz="800"/>
          </a:p>
        </p:txBody>
      </p:sp>
      <p:sp>
        <p:nvSpPr>
          <p:cNvPr id="1286146" name="AutoShape 2">
            <a:extLst>
              <a:ext uri="{FF2B5EF4-FFF2-40B4-BE49-F238E27FC236}">
                <a16:creationId xmlns:a16="http://schemas.microsoft.com/office/drawing/2014/main" id="{FC33B24A-2EE8-7147-9FA6-4508449852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6147" name="Rectangle 3">
            <a:extLst>
              <a:ext uri="{FF2B5EF4-FFF2-40B4-BE49-F238E27FC236}">
                <a16:creationId xmlns:a16="http://schemas.microsoft.com/office/drawing/2014/main" id="{E6666D18-D577-8A45-B321-B6B5ECCE45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AF5664FE-0D2E-4547-A460-9F93235031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BD968B-1F82-4361-8F7B-F7153B6E00DF}" type="slidenum">
              <a:rPr lang="en-US" altLang="en-US" sz="800"/>
              <a:pPr/>
              <a:t>8</a:t>
            </a:fld>
            <a:endParaRPr lang="en-US" altLang="en-US" sz="800"/>
          </a:p>
        </p:txBody>
      </p:sp>
      <p:sp>
        <p:nvSpPr>
          <p:cNvPr id="1284098" name="AutoShape 2">
            <a:extLst>
              <a:ext uri="{FF2B5EF4-FFF2-40B4-BE49-F238E27FC236}">
                <a16:creationId xmlns:a16="http://schemas.microsoft.com/office/drawing/2014/main" id="{0645C663-9C4F-544F-BE92-50AD72264A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4099" name="Rectangle 3">
            <a:extLst>
              <a:ext uri="{FF2B5EF4-FFF2-40B4-BE49-F238E27FC236}">
                <a16:creationId xmlns:a16="http://schemas.microsoft.com/office/drawing/2014/main" id="{2E77A094-A80A-4044-B9C5-95593316E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F6E6CED5-2E64-A642-8394-25A7C5B4E1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026275-CFF7-48ED-A93A-C3837A83CCC0}" type="slidenum">
              <a:rPr lang="en-US" altLang="en-US" sz="800"/>
              <a:pPr/>
              <a:t>9</a:t>
            </a:fld>
            <a:endParaRPr lang="en-US" altLang="en-US" sz="800"/>
          </a:p>
        </p:txBody>
      </p:sp>
      <p:sp>
        <p:nvSpPr>
          <p:cNvPr id="1282050" name="AutoShape 2">
            <a:extLst>
              <a:ext uri="{FF2B5EF4-FFF2-40B4-BE49-F238E27FC236}">
                <a16:creationId xmlns:a16="http://schemas.microsoft.com/office/drawing/2014/main" id="{C6313EE1-7989-294A-B30F-47EFBF901C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2051" name="Rectangle 3">
            <a:extLst>
              <a:ext uri="{FF2B5EF4-FFF2-40B4-BE49-F238E27FC236}">
                <a16:creationId xmlns:a16="http://schemas.microsoft.com/office/drawing/2014/main" id="{A71B0CF5-88F1-FC41-9F81-4078A139C3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1353C2F-43F3-5349-946F-6DAD6BF6AA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A5638C-DE59-403D-B20B-6C6DECDAB5DD}" type="slidenum">
              <a:rPr lang="en-US" altLang="en-US" sz="800"/>
              <a:pPr/>
              <a:t>11</a:t>
            </a:fld>
            <a:endParaRPr lang="en-US" altLang="en-US" sz="800"/>
          </a:p>
        </p:txBody>
      </p:sp>
      <p:sp>
        <p:nvSpPr>
          <p:cNvPr id="1277954" name="AutoShape 2">
            <a:extLst>
              <a:ext uri="{FF2B5EF4-FFF2-40B4-BE49-F238E27FC236}">
                <a16:creationId xmlns:a16="http://schemas.microsoft.com/office/drawing/2014/main" id="{E9EECBF3-D6B9-C24D-B363-F82CDA5F4C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7955" name="Rectangle 3">
            <a:extLst>
              <a:ext uri="{FF2B5EF4-FFF2-40B4-BE49-F238E27FC236}">
                <a16:creationId xmlns:a16="http://schemas.microsoft.com/office/drawing/2014/main" id="{61C00EAD-9D06-8E41-84E8-5941B2118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496A3851-1805-EC43-9EA1-770A05427F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66D6E3-3BD9-43FA-8BF5-68793409C3B3}" type="slidenum">
              <a:rPr lang="en-US" altLang="en-US" sz="800"/>
              <a:pPr/>
              <a:t>12</a:t>
            </a:fld>
            <a:endParaRPr lang="en-US" altLang="en-US" sz="800"/>
          </a:p>
        </p:txBody>
      </p:sp>
      <p:sp>
        <p:nvSpPr>
          <p:cNvPr id="1302530" name="AutoShape 2">
            <a:extLst>
              <a:ext uri="{FF2B5EF4-FFF2-40B4-BE49-F238E27FC236}">
                <a16:creationId xmlns:a16="http://schemas.microsoft.com/office/drawing/2014/main" id="{33F59E3C-5109-C14B-AFCC-FC83967D6A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2531" name="Rectangle 3">
            <a:extLst>
              <a:ext uri="{FF2B5EF4-FFF2-40B4-BE49-F238E27FC236}">
                <a16:creationId xmlns:a16="http://schemas.microsoft.com/office/drawing/2014/main" id="{7A61B62B-0353-BF4A-8971-0DBB7E2B1D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B0DFFFBF-A9E3-314F-8E88-D1868DF4B1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C23363-FC65-4536-8680-2386EA61A6F9}" type="slidenum">
              <a:rPr lang="en-US" altLang="en-US" sz="800"/>
              <a:pPr/>
              <a:t>13</a:t>
            </a:fld>
            <a:endParaRPr lang="en-US" altLang="en-US" sz="800"/>
          </a:p>
        </p:txBody>
      </p:sp>
      <p:sp>
        <p:nvSpPr>
          <p:cNvPr id="1300482" name="AutoShape 2">
            <a:extLst>
              <a:ext uri="{FF2B5EF4-FFF2-40B4-BE49-F238E27FC236}">
                <a16:creationId xmlns:a16="http://schemas.microsoft.com/office/drawing/2014/main" id="{042C431D-A231-A54D-A7A6-618E941CB7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483" name="Rectangle 3">
            <a:extLst>
              <a:ext uri="{FF2B5EF4-FFF2-40B4-BE49-F238E27FC236}">
                <a16:creationId xmlns:a16="http://schemas.microsoft.com/office/drawing/2014/main" id="{F804FC5A-41FB-AF4E-89F9-7EEC1BEED1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A56E52BE-8BB6-A249-B138-DE82A064B0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D9AEB0-100E-420E-89D0-D07FFAFF0DAA}" type="slidenum">
              <a:rPr lang="en-US" altLang="en-US" sz="800"/>
              <a:pPr/>
              <a:t>14</a:t>
            </a:fld>
            <a:endParaRPr lang="en-US" altLang="en-US" sz="800"/>
          </a:p>
        </p:txBody>
      </p:sp>
      <p:sp>
        <p:nvSpPr>
          <p:cNvPr id="1298434" name="AutoShape 2">
            <a:extLst>
              <a:ext uri="{FF2B5EF4-FFF2-40B4-BE49-F238E27FC236}">
                <a16:creationId xmlns:a16="http://schemas.microsoft.com/office/drawing/2014/main" id="{33E5EE92-12D3-4943-9EFC-B17017487E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8435" name="Rectangle 3">
            <a:extLst>
              <a:ext uri="{FF2B5EF4-FFF2-40B4-BE49-F238E27FC236}">
                <a16:creationId xmlns:a16="http://schemas.microsoft.com/office/drawing/2014/main" id="{9E353A47-24FD-5140-B3EF-22DD6BD0BD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129A4A0-8CF1-B44F-8AAA-687502EDBC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70CBFC-EB26-4CB6-AC89-AB5D075FA5AD}" type="slidenum">
              <a:rPr lang="en-US" altLang="en-US" sz="800"/>
              <a:pPr/>
              <a:t>15</a:t>
            </a:fld>
            <a:endParaRPr lang="en-US" altLang="en-US" sz="800"/>
          </a:p>
        </p:txBody>
      </p:sp>
      <p:sp>
        <p:nvSpPr>
          <p:cNvPr id="1296386" name="AutoShape 2">
            <a:extLst>
              <a:ext uri="{FF2B5EF4-FFF2-40B4-BE49-F238E27FC236}">
                <a16:creationId xmlns:a16="http://schemas.microsoft.com/office/drawing/2014/main" id="{6C3DDB97-0BA2-FB48-9B3A-C847DE0B35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6387" name="Rectangle 3">
            <a:extLst>
              <a:ext uri="{FF2B5EF4-FFF2-40B4-BE49-F238E27FC236}">
                <a16:creationId xmlns:a16="http://schemas.microsoft.com/office/drawing/2014/main" id="{6A8B7527-2D88-8D44-828A-F7533544D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B4802903-D173-554A-9960-C327CD2DB5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11D196-25CA-403E-9323-FA3EDBD4FC53}" type="slidenum">
              <a:rPr lang="en-US" altLang="en-US" sz="800"/>
              <a:pPr/>
              <a:t>16</a:t>
            </a:fld>
            <a:endParaRPr lang="en-US" altLang="en-US" sz="800"/>
          </a:p>
        </p:txBody>
      </p:sp>
      <p:sp>
        <p:nvSpPr>
          <p:cNvPr id="1294338" name="AutoShape 2">
            <a:extLst>
              <a:ext uri="{FF2B5EF4-FFF2-40B4-BE49-F238E27FC236}">
                <a16:creationId xmlns:a16="http://schemas.microsoft.com/office/drawing/2014/main" id="{138B7385-3EF7-9641-82AE-3BE88AFCF5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4339" name="Rectangle 3">
            <a:extLst>
              <a:ext uri="{FF2B5EF4-FFF2-40B4-BE49-F238E27FC236}">
                <a16:creationId xmlns:a16="http://schemas.microsoft.com/office/drawing/2014/main" id="{B838D661-C6FF-1147-9425-3CBC612723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BC46CF13-4562-424B-90F9-81E94E34A3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8DB91C-D7BD-4D6F-9682-4590733995BF}" type="slidenum">
              <a:rPr lang="en-US" altLang="en-US" sz="800"/>
              <a:pPr/>
              <a:t>17</a:t>
            </a:fld>
            <a:endParaRPr lang="en-US" altLang="en-US" sz="800"/>
          </a:p>
        </p:txBody>
      </p:sp>
      <p:sp>
        <p:nvSpPr>
          <p:cNvPr id="1280002" name="AutoShape 2">
            <a:extLst>
              <a:ext uri="{FF2B5EF4-FFF2-40B4-BE49-F238E27FC236}">
                <a16:creationId xmlns:a16="http://schemas.microsoft.com/office/drawing/2014/main" id="{6C781C92-E323-D642-8803-7B880CEFF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03" name="Rectangle 3">
            <a:extLst>
              <a:ext uri="{FF2B5EF4-FFF2-40B4-BE49-F238E27FC236}">
                <a16:creationId xmlns:a16="http://schemas.microsoft.com/office/drawing/2014/main" id="{CF4FA8FD-39A6-CA41-AAE9-30A33177AF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81760DE9-2310-2E4B-B7E5-A93B02EFDE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7EF9F8-DD15-4CE2-A299-CC8292B93695}" type="slidenum">
              <a:rPr lang="en-US" altLang="en-US" sz="800"/>
              <a:pPr/>
              <a:t>18</a:t>
            </a:fld>
            <a:endParaRPr lang="en-US" altLang="en-US" sz="800"/>
          </a:p>
        </p:txBody>
      </p:sp>
      <p:sp>
        <p:nvSpPr>
          <p:cNvPr id="1318914" name="AutoShape 2">
            <a:extLst>
              <a:ext uri="{FF2B5EF4-FFF2-40B4-BE49-F238E27FC236}">
                <a16:creationId xmlns:a16="http://schemas.microsoft.com/office/drawing/2014/main" id="{FF69C224-A5DC-6D4A-99AD-5EC050E7D0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8915" name="Rectangle 3">
            <a:extLst>
              <a:ext uri="{FF2B5EF4-FFF2-40B4-BE49-F238E27FC236}">
                <a16:creationId xmlns:a16="http://schemas.microsoft.com/office/drawing/2014/main" id="{668E3974-9549-5446-A2AA-465306F2B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DBE0560B-BC9E-0E4E-B694-3BF55E058A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2C96EED-715F-4637-9752-4BA06C7C0C6E}" type="slidenum">
              <a:rPr lang="en-US" altLang="en-US" sz="800"/>
              <a:pPr/>
              <a:t>19</a:t>
            </a:fld>
            <a:endParaRPr lang="en-US" altLang="en-US" sz="800"/>
          </a:p>
        </p:txBody>
      </p:sp>
      <p:sp>
        <p:nvSpPr>
          <p:cNvPr id="1316866" name="AutoShape 2">
            <a:extLst>
              <a:ext uri="{FF2B5EF4-FFF2-40B4-BE49-F238E27FC236}">
                <a16:creationId xmlns:a16="http://schemas.microsoft.com/office/drawing/2014/main" id="{39FB85E7-CEA8-C84F-98B6-7100C0E25F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6867" name="Rectangle 3">
            <a:extLst>
              <a:ext uri="{FF2B5EF4-FFF2-40B4-BE49-F238E27FC236}">
                <a16:creationId xmlns:a16="http://schemas.microsoft.com/office/drawing/2014/main" id="{561A0D59-986B-9147-A0C4-B4B44810D6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D9596E2E-E8DB-374B-BDD7-B9E783FD1C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02953E-5505-42BA-9970-35C335B9E472}" type="slidenum">
              <a:rPr lang="en-US" altLang="en-US" sz="800"/>
              <a:pPr/>
              <a:t>20</a:t>
            </a:fld>
            <a:endParaRPr lang="en-US" altLang="en-US" sz="800"/>
          </a:p>
        </p:txBody>
      </p:sp>
      <p:sp>
        <p:nvSpPr>
          <p:cNvPr id="1314818" name="AutoShape 2">
            <a:extLst>
              <a:ext uri="{FF2B5EF4-FFF2-40B4-BE49-F238E27FC236}">
                <a16:creationId xmlns:a16="http://schemas.microsoft.com/office/drawing/2014/main" id="{5A1C83DF-9445-1742-B41C-578A209F64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4819" name="Rectangle 3">
            <a:extLst>
              <a:ext uri="{FF2B5EF4-FFF2-40B4-BE49-F238E27FC236}">
                <a16:creationId xmlns:a16="http://schemas.microsoft.com/office/drawing/2014/main" id="{57C92C7A-83F6-DE4E-88DA-A00B150C58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85FFC09A-52BD-674F-BB53-AB958D2E0F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7062AC-DEC5-4861-930C-96EF61A1DA33}" type="slidenum">
              <a:rPr lang="en-US" altLang="en-US" sz="800"/>
              <a:pPr/>
              <a:t>21</a:t>
            </a:fld>
            <a:endParaRPr lang="en-US" altLang="en-US" sz="800"/>
          </a:p>
        </p:txBody>
      </p:sp>
      <p:sp>
        <p:nvSpPr>
          <p:cNvPr id="1312770" name="AutoShape 2">
            <a:extLst>
              <a:ext uri="{FF2B5EF4-FFF2-40B4-BE49-F238E27FC236}">
                <a16:creationId xmlns:a16="http://schemas.microsoft.com/office/drawing/2014/main" id="{CFCB26E5-CA5E-1A4E-A1C6-47728B086D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2771" name="Rectangle 3">
            <a:extLst>
              <a:ext uri="{FF2B5EF4-FFF2-40B4-BE49-F238E27FC236}">
                <a16:creationId xmlns:a16="http://schemas.microsoft.com/office/drawing/2014/main" id="{016CA15E-0B30-A543-B72C-4A19475AB4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24C583D5-5B1A-D446-B901-657BBB4D0A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B3E751-85E8-402A-9BDE-188134511B85}" type="slidenum">
              <a:rPr lang="en-US" altLang="en-US" sz="800"/>
              <a:pPr/>
              <a:t>22</a:t>
            </a:fld>
            <a:endParaRPr lang="en-US" altLang="en-US" sz="800"/>
          </a:p>
        </p:txBody>
      </p:sp>
      <p:sp>
        <p:nvSpPr>
          <p:cNvPr id="1308674" name="AutoShape 2">
            <a:extLst>
              <a:ext uri="{FF2B5EF4-FFF2-40B4-BE49-F238E27FC236}">
                <a16:creationId xmlns:a16="http://schemas.microsoft.com/office/drawing/2014/main" id="{C017924A-1718-1F41-BDB7-0FA7D0A31D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8675" name="Rectangle 3">
            <a:extLst>
              <a:ext uri="{FF2B5EF4-FFF2-40B4-BE49-F238E27FC236}">
                <a16:creationId xmlns:a16="http://schemas.microsoft.com/office/drawing/2014/main" id="{533AB5CC-A371-8340-8F4E-51D686EE7B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6DEE2ABF-13D5-F342-81A2-C28D7F7576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6AE49F-31F1-4CF7-8727-D0CBFF24C0DD}" type="slidenum">
              <a:rPr lang="en-US" altLang="en-US" sz="800"/>
              <a:pPr/>
              <a:t>23</a:t>
            </a:fld>
            <a:endParaRPr lang="en-US" altLang="en-US" sz="800"/>
          </a:p>
        </p:txBody>
      </p:sp>
      <p:sp>
        <p:nvSpPr>
          <p:cNvPr id="1306626" name="AutoShape 2">
            <a:extLst>
              <a:ext uri="{FF2B5EF4-FFF2-40B4-BE49-F238E27FC236}">
                <a16:creationId xmlns:a16="http://schemas.microsoft.com/office/drawing/2014/main" id="{4040B79E-5778-5C4D-BACA-DAFBFD9F7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6627" name="Rectangle 3">
            <a:extLst>
              <a:ext uri="{FF2B5EF4-FFF2-40B4-BE49-F238E27FC236}">
                <a16:creationId xmlns:a16="http://schemas.microsoft.com/office/drawing/2014/main" id="{602889E2-E4FD-5148-95E0-E4887F4EB4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763DF73D-6D15-BE45-BCD0-8E6BEAE436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570B306-AA86-435A-B5F2-DFEE5D17F591}" type="slidenum">
              <a:rPr lang="en-US" altLang="en-US" sz="800"/>
              <a:pPr/>
              <a:t>24</a:t>
            </a:fld>
            <a:endParaRPr lang="en-US" altLang="en-US" sz="800"/>
          </a:p>
        </p:txBody>
      </p:sp>
      <p:sp>
        <p:nvSpPr>
          <p:cNvPr id="1304578" name="AutoShape 2">
            <a:extLst>
              <a:ext uri="{FF2B5EF4-FFF2-40B4-BE49-F238E27FC236}">
                <a16:creationId xmlns:a16="http://schemas.microsoft.com/office/drawing/2014/main" id="{9FB74B15-58F5-D442-B967-464F0A62CE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4579" name="Rectangle 3">
            <a:extLst>
              <a:ext uri="{FF2B5EF4-FFF2-40B4-BE49-F238E27FC236}">
                <a16:creationId xmlns:a16="http://schemas.microsoft.com/office/drawing/2014/main" id="{C089C94B-ABA1-E148-9389-4FA294C54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0A94A5F-EAD2-A04B-AD53-A4CB3B298A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F29428-85CC-4D85-842C-F08DD2DAFB98}" type="slidenum">
              <a:rPr lang="en-US" altLang="en-US" sz="800"/>
              <a:pPr/>
              <a:t>25</a:t>
            </a:fld>
            <a:endParaRPr lang="en-US" altLang="en-US" sz="800"/>
          </a:p>
        </p:txBody>
      </p:sp>
      <p:sp>
        <p:nvSpPr>
          <p:cNvPr id="1320962" name="AutoShape 2">
            <a:extLst>
              <a:ext uri="{FF2B5EF4-FFF2-40B4-BE49-F238E27FC236}">
                <a16:creationId xmlns:a16="http://schemas.microsoft.com/office/drawing/2014/main" id="{31F62DDB-DA1B-4A47-AD80-52822FA16E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63" name="Rectangle 3">
            <a:extLst>
              <a:ext uri="{FF2B5EF4-FFF2-40B4-BE49-F238E27FC236}">
                <a16:creationId xmlns:a16="http://schemas.microsoft.com/office/drawing/2014/main" id="{842FC228-5D18-A145-976B-A5883745B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9FB46BFD-6DCE-8F4D-A56F-2EA1B58255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5DEA77-4E9D-4A14-8F8C-E0819C9D3D84}" type="slidenum">
              <a:rPr lang="en-US" altLang="en-US" sz="800"/>
              <a:pPr/>
              <a:t>26</a:t>
            </a:fld>
            <a:endParaRPr lang="en-US" altLang="en-US" sz="800"/>
          </a:p>
        </p:txBody>
      </p:sp>
      <p:sp>
        <p:nvSpPr>
          <p:cNvPr id="1047554" name="AutoShape 2">
            <a:extLst>
              <a:ext uri="{FF2B5EF4-FFF2-40B4-BE49-F238E27FC236}">
                <a16:creationId xmlns:a16="http://schemas.microsoft.com/office/drawing/2014/main" id="{7C321264-62B3-2A44-888D-931ACA3775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7555" name="Rectangle 3">
            <a:extLst>
              <a:ext uri="{FF2B5EF4-FFF2-40B4-BE49-F238E27FC236}">
                <a16:creationId xmlns:a16="http://schemas.microsoft.com/office/drawing/2014/main" id="{53F44CAA-567F-2542-8021-40210E23E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8BF4FF71-54D7-0F46-98FC-465A9DD366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810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0D3CD7-FCD8-420D-B494-0E1B5B9900F9}" type="slidenum">
              <a:rPr lang="en-US" altLang="en-US" sz="800"/>
              <a:pPr/>
              <a:t>27</a:t>
            </a:fld>
            <a:endParaRPr lang="en-US" altLang="en-US" sz="800"/>
          </a:p>
        </p:txBody>
      </p:sp>
      <p:sp>
        <p:nvSpPr>
          <p:cNvPr id="967682" name="AutoShape 2">
            <a:extLst>
              <a:ext uri="{FF2B5EF4-FFF2-40B4-BE49-F238E27FC236}">
                <a16:creationId xmlns:a16="http://schemas.microsoft.com/office/drawing/2014/main" id="{19C5A0DF-55DE-A44D-8709-F151ACB2AF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7683" name="Rectangle 3">
            <a:extLst>
              <a:ext uri="{FF2B5EF4-FFF2-40B4-BE49-F238E27FC236}">
                <a16:creationId xmlns:a16="http://schemas.microsoft.com/office/drawing/2014/main" id="{2988E46E-49CB-9A48-B43A-2ECDB143D0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Pt_CoverArt1">
            <a:extLst>
              <a:ext uri="{FF2B5EF4-FFF2-40B4-BE49-F238E27FC236}">
                <a16:creationId xmlns:a16="http://schemas.microsoft.com/office/drawing/2014/main" id="{A3C3C195-5B84-9856-B102-5232B7507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18E10AF8-9329-615C-38CF-1A21AAA10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l" defTabSz="8143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406400" algn="l" defTabSz="8143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814388" algn="l" defTabSz="8143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222375" algn="l" defTabSz="8143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1630363" algn="l" defTabSz="8143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sz="700">
                <a:solidFill>
                  <a:srgbClr val="D3D3D3"/>
                </a:solidFill>
              </a:rPr>
              <a:t>© 2007 Cisco Systems, Inc. All rights reserved.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15A76A-FA6E-32F0-3096-32EC02856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406400" algn="l" defTabSz="8143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814388" algn="l" defTabSz="8143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222375" algn="l" defTabSz="8143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1630363" algn="l" defTabSz="8143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en-US" altLang="en-US" sz="70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7CEF8D-5965-A8AA-D029-0652E9A3E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59BBBD83-AAFC-401B-B525-9DBB515D848E}" type="slidenum">
              <a:rPr lang="en-US" altLang="en-US" sz="1000">
                <a:solidFill>
                  <a:srgbClr val="D3D3D3"/>
                </a:solidFill>
              </a:rPr>
              <a:pPr algn="r"/>
              <a:t>‹#›</a:t>
            </a:fld>
            <a:endParaRPr lang="en-US" altLang="en-US" sz="1000">
              <a:solidFill>
                <a:srgbClr val="D3D3D3"/>
              </a:solidFill>
            </a:endParaRPr>
          </a:p>
        </p:txBody>
      </p:sp>
      <p:pic>
        <p:nvPicPr>
          <p:cNvPr id="6" name="Picture 9" descr="Cisco_NewLogo">
            <a:extLst>
              <a:ext uri="{FF2B5EF4-FFF2-40B4-BE49-F238E27FC236}">
                <a16:creationId xmlns:a16="http://schemas.microsoft.com/office/drawing/2014/main" id="{9F0F608D-A53F-7EF1-5839-72434595B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 descr="Cisco">
            <a:extLst>
              <a:ext uri="{FF2B5EF4-FFF2-40B4-BE49-F238E27FC236}">
                <a16:creationId xmlns:a16="http://schemas.microsoft.com/office/drawing/2014/main" id="{C3060EF5-872A-53B4-B4B0-60A982670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D640481B-AE5D-BBEF-7D73-B9DAAC58A58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623050"/>
            <a:ext cx="8032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l" defTabSz="8143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406400" algn="l" defTabSz="8143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814388" algn="l" defTabSz="8143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222375" algn="l" defTabSz="8143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1630363" algn="l" defTabSz="8143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sz="1000"/>
              <a:t>Version 4.0</a:t>
            </a:r>
          </a:p>
        </p:txBody>
      </p:sp>
      <p:sp>
        <p:nvSpPr>
          <p:cNvPr id="1323015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32301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marL="0" indent="0">
              <a:lnSpc>
                <a:spcPct val="90000"/>
              </a:lnSpc>
              <a:buFont typeface="Wingdings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54655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8297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3818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1900238"/>
            <a:ext cx="3894137" cy="3571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1900238"/>
            <a:ext cx="3894138" cy="3571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6348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99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0998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6671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1496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648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5376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627063"/>
            <a:ext cx="2035175" cy="4845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627063"/>
            <a:ext cx="5957887" cy="4845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9587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986" name="Rectangle 2">
            <a:extLst>
              <a:ext uri="{FF2B5EF4-FFF2-40B4-BE49-F238E27FC236}">
                <a16:creationId xmlns:a16="http://schemas.microsoft.com/office/drawing/2014/main" id="{38EC81E8-BEAD-7B40-A0B7-1C67B9952A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627063"/>
            <a:ext cx="8145462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321988" name="Rectangle 4">
            <a:extLst>
              <a:ext uri="{FF2B5EF4-FFF2-40B4-BE49-F238E27FC236}">
                <a16:creationId xmlns:a16="http://schemas.microsoft.com/office/drawing/2014/main" id="{D7DCEF49-C100-5644-A9F2-D9DAAEACE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14388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B2AAAC69-A633-4D24-8007-5829FA592E1E}" type="slidenum">
              <a:rPr lang="en-US" altLang="en-US" sz="1000">
                <a:solidFill>
                  <a:srgbClr val="D3D3D3"/>
                </a:solidFill>
              </a:rPr>
              <a:pPr algn="r"/>
              <a:t>‹#›</a:t>
            </a:fld>
            <a:endParaRPr lang="en-US" altLang="en-US" sz="1000">
              <a:solidFill>
                <a:srgbClr val="D3D3D3"/>
              </a:solidFill>
            </a:endParaRPr>
          </a:p>
        </p:txBody>
      </p:sp>
      <p:sp>
        <p:nvSpPr>
          <p:cNvPr id="1321989" name="Rectangle 5">
            <a:extLst>
              <a:ext uri="{FF2B5EF4-FFF2-40B4-BE49-F238E27FC236}">
                <a16:creationId xmlns:a16="http://schemas.microsoft.com/office/drawing/2014/main" id="{4AFD9368-3C2E-1D46-9CE0-2C37E07F3D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1900238"/>
            <a:ext cx="7940675" cy="357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0677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Body Text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9" name="Picture 6" descr="PPt_TopBand_Artwork">
            <a:extLst>
              <a:ext uri="{FF2B5EF4-FFF2-40B4-BE49-F238E27FC236}">
                <a16:creationId xmlns:a16="http://schemas.microsoft.com/office/drawing/2014/main" id="{FD4A373D-B6AB-4838-5A7B-935CDA381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1991" name="Rectangle 7">
            <a:extLst>
              <a:ext uri="{FF2B5EF4-FFF2-40B4-BE49-F238E27FC236}">
                <a16:creationId xmlns:a16="http://schemas.microsoft.com/office/drawing/2014/main" id="{810D73CF-A3F1-BE48-8577-0E8BF871A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124" tIns="41061" rIns="82124" bIns="41061" anchor="b" anchorCtr="1">
            <a:spAutoFit/>
          </a:bodyPr>
          <a:lstStyle>
            <a:lvl1pPr algn="l" defTabSz="8143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406400" algn="l" defTabSz="8143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814388" algn="l" defTabSz="8143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222375" algn="l" defTabSz="8143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1630363" algn="l" defTabSz="8143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altLang="en-US" sz="700">
                <a:solidFill>
                  <a:srgbClr val="D3D3D3"/>
                </a:solidFill>
              </a:rPr>
              <a:t>© 2007 Cisco Systems, Inc. All rights reserved.</a:t>
            </a:r>
          </a:p>
        </p:txBody>
      </p:sp>
      <p:sp>
        <p:nvSpPr>
          <p:cNvPr id="1321992" name="Rectangle 8">
            <a:extLst>
              <a:ext uri="{FF2B5EF4-FFF2-40B4-BE49-F238E27FC236}">
                <a16:creationId xmlns:a16="http://schemas.microsoft.com/office/drawing/2014/main" id="{C5C4EB82-9D97-6F41-88F3-1B2749D08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124" tIns="41061" rIns="82124" bIns="41061" anchor="b">
            <a:spAutoFit/>
          </a:bodyPr>
          <a:lstStyle>
            <a:lvl1pPr algn="l" defTabSz="814388">
              <a:defRPr sz="2400">
                <a:solidFill>
                  <a:schemeClr val="tx1"/>
                </a:solidFill>
                <a:latin typeface="Arial" charset="0"/>
              </a:defRPr>
            </a:lvl1pPr>
            <a:lvl2pPr marL="406400" algn="l" defTabSz="814388">
              <a:defRPr sz="2400">
                <a:solidFill>
                  <a:schemeClr val="tx1"/>
                </a:solidFill>
                <a:latin typeface="Arial" charset="0"/>
              </a:defRPr>
            </a:lvl2pPr>
            <a:lvl3pPr marL="814388" algn="l" defTabSz="814388">
              <a:defRPr sz="2400">
                <a:solidFill>
                  <a:schemeClr val="tx1"/>
                </a:solidFill>
                <a:latin typeface="Arial" charset="0"/>
              </a:defRPr>
            </a:lvl3pPr>
            <a:lvl4pPr marL="1222375" algn="l" defTabSz="814388">
              <a:defRPr sz="2400">
                <a:solidFill>
                  <a:schemeClr val="tx1"/>
                </a:solidFill>
                <a:latin typeface="Arial" charset="0"/>
              </a:defRPr>
            </a:lvl4pPr>
            <a:lvl5pPr marL="1630363" algn="l" defTabSz="814388">
              <a:defRPr sz="2400">
                <a:solidFill>
                  <a:schemeClr val="tx1"/>
                </a:solidFill>
                <a:latin typeface="Arial" charset="0"/>
              </a:defRPr>
            </a:lvl5pPr>
            <a:lvl6pPr marL="20875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5447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0019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459163" defTabSz="8143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>
              <a:defRPr/>
            </a:pPr>
            <a:r>
              <a:rPr lang="en-US" altLang="en-US" sz="70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46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5412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2" name="Rectangle 2">
            <a:extLst>
              <a:ext uri="{FF2B5EF4-FFF2-40B4-BE49-F238E27FC236}">
                <a16:creationId xmlns:a16="http://schemas.microsoft.com/office/drawing/2014/main" id="{F0C90BF8-BD7B-4247-801C-B755A9F59F39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OSI Network Layer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B8FFB76-C945-EF45-8730-2A0573997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5988" y="4981575"/>
            <a:ext cx="2938462" cy="6588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Dr. Muazzam A. Khan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Rectangle 2">
            <a:extLst>
              <a:ext uri="{FF2B5EF4-FFF2-40B4-BE49-F238E27FC236}">
                <a16:creationId xmlns:a16="http://schemas.microsoft.com/office/drawing/2014/main" id="{E257D9B6-C3C2-0749-93DC-3B16FD056E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Objectives</a:t>
            </a:r>
          </a:p>
        </p:txBody>
      </p:sp>
      <p:sp>
        <p:nvSpPr>
          <p:cNvPr id="968707" name="Rectangle 3">
            <a:extLst>
              <a:ext uri="{FF2B5EF4-FFF2-40B4-BE49-F238E27FC236}">
                <a16:creationId xmlns:a16="http://schemas.microsoft.com/office/drawing/2014/main" id="{6B40D110-B698-5940-B19F-726AACBF19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638" y="1392238"/>
            <a:ext cx="7940675" cy="5076825"/>
          </a:xfrm>
        </p:spPr>
        <p:txBody>
          <a:bodyPr/>
          <a:lstStyle/>
          <a:p>
            <a:pPr marL="457200" indent="-457200" eaLnBrk="1" hangingPunct="1">
              <a:buFont typeface="Wingdings" charset="2"/>
              <a:buChar char="§"/>
              <a:defRPr/>
            </a:pPr>
            <a:r>
              <a:rPr lang="en-US" altLang="en-US" sz="2000"/>
              <a:t>Identify the role of the Network Layer, as it describes communication from one end device to another end device.</a:t>
            </a:r>
          </a:p>
          <a:p>
            <a:pPr marL="457200" indent="-457200" eaLnBrk="1" hangingPunct="1">
              <a:buFont typeface="Wingdings" charset="2"/>
              <a:buChar char="§"/>
              <a:defRPr/>
            </a:pPr>
            <a:r>
              <a:rPr lang="en-US" altLang="en-US" sz="2000"/>
              <a:t>Examine the most common Network Layer protocol, Internet Protocol (IP), and its features for providing connectionless and best-effort service.</a:t>
            </a:r>
          </a:p>
          <a:p>
            <a:pPr marL="457200" indent="-457200" eaLnBrk="1" hangingPunct="1">
              <a:buFont typeface="Wingdings" charset="2"/>
              <a:buChar char="§"/>
              <a:defRPr/>
            </a:pPr>
            <a:r>
              <a:rPr lang="en-US" altLang="en-US" sz="2000"/>
              <a:t>Understand the principles used to guide the division or grouping of devices into networks.</a:t>
            </a:r>
          </a:p>
          <a:p>
            <a:pPr marL="457200" indent="-457200" eaLnBrk="1" hangingPunct="1">
              <a:buFont typeface="Wingdings" charset="2"/>
              <a:buChar char="§"/>
              <a:defRPr/>
            </a:pPr>
            <a:r>
              <a:rPr lang="en-US" altLang="en-US" sz="2000"/>
              <a:t>Understand the hierarchical addressing of devices and how this allows communication between networks.</a:t>
            </a:r>
          </a:p>
          <a:p>
            <a:pPr marL="457200" indent="-457200" eaLnBrk="1" hangingPunct="1">
              <a:buFont typeface="Wingdings" charset="2"/>
              <a:buChar char="§"/>
              <a:defRPr/>
            </a:pPr>
            <a:r>
              <a:rPr lang="en-US" altLang="en-US" sz="2000"/>
              <a:t>Understand the fundamentals of routes, next hop addresses and packet forwarding to a destination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62" name="Rectangle 2">
            <a:extLst>
              <a:ext uri="{FF2B5EF4-FFF2-40B4-BE49-F238E27FC236}">
                <a16:creationId xmlns:a16="http://schemas.microsoft.com/office/drawing/2014/main" id="{9F4A3984-DD0B-0940-AC81-636FD168A2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473075"/>
            <a:ext cx="8143875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600"/>
              <a:t>Network Layer Protocols and Internet Protocol (IP)</a:t>
            </a:r>
          </a:p>
        </p:txBody>
      </p:sp>
      <p:sp>
        <p:nvSpPr>
          <p:cNvPr id="1013763" name="Rectangle 3">
            <a:extLst>
              <a:ext uri="{FF2B5EF4-FFF2-40B4-BE49-F238E27FC236}">
                <a16:creationId xmlns:a16="http://schemas.microsoft.com/office/drawing/2014/main" id="{FC75F94E-F496-1F4C-B3B4-EF36A5F2C1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1425575"/>
            <a:ext cx="8675688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Define the basic role of the Network Layer in data networks</a:t>
            </a:r>
          </a:p>
          <a:p>
            <a:pPr eaLnBrk="1" hangingPunct="1">
              <a:buFont typeface="Wingdings" charset="2"/>
              <a:buChar char="§"/>
              <a:defRPr/>
            </a:pPr>
            <a:endParaRPr lang="en-US" altLang="en-US" dirty="0"/>
          </a:p>
        </p:txBody>
      </p:sp>
      <p:pic>
        <p:nvPicPr>
          <p:cNvPr id="1013771" name="Picture 11">
            <a:extLst>
              <a:ext uri="{FF2B5EF4-FFF2-40B4-BE49-F238E27FC236}">
                <a16:creationId xmlns:a16="http://schemas.microsoft.com/office/drawing/2014/main" id="{F8447D64-3197-5141-F430-7E380BC4B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2381250"/>
            <a:ext cx="6021388" cy="444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266" name="Rectangle 2">
            <a:extLst>
              <a:ext uri="{FF2B5EF4-FFF2-40B4-BE49-F238E27FC236}">
                <a16:creationId xmlns:a16="http://schemas.microsoft.com/office/drawing/2014/main" id="{3C8BFAAF-57C9-E244-BBAD-6F1F37404E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2125" y="379413"/>
            <a:ext cx="8145463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600"/>
              <a:t>Network Layer Protocols and Internet Protocol (IP)</a:t>
            </a:r>
          </a:p>
        </p:txBody>
      </p:sp>
      <p:sp>
        <p:nvSpPr>
          <p:cNvPr id="1291267" name="Rectangle 3">
            <a:extLst>
              <a:ext uri="{FF2B5EF4-FFF2-40B4-BE49-F238E27FC236}">
                <a16:creationId xmlns:a16="http://schemas.microsoft.com/office/drawing/2014/main" id="{EB911470-5314-2840-BEB6-43B6A3FE2E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725" y="1565275"/>
            <a:ext cx="8972550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Identify the basic characteristics and the role of the IPv4 protocol</a:t>
            </a:r>
          </a:p>
          <a:p>
            <a:pPr eaLnBrk="1" hangingPunct="1">
              <a:buFont typeface="Wingdings" charset="2"/>
              <a:buChar char="§"/>
              <a:defRPr/>
            </a:pPr>
            <a:endParaRPr lang="en-US" altLang="en-US" dirty="0"/>
          </a:p>
        </p:txBody>
      </p:sp>
      <p:pic>
        <p:nvPicPr>
          <p:cNvPr id="1291268" name="Picture 4">
            <a:extLst>
              <a:ext uri="{FF2B5EF4-FFF2-40B4-BE49-F238E27FC236}">
                <a16:creationId xmlns:a16="http://schemas.microsoft.com/office/drawing/2014/main" id="{A42C5E8C-58F4-2D5E-E58C-5119F6ED8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213" y="2414588"/>
            <a:ext cx="6743700" cy="434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218" name="Rectangle 2">
            <a:extLst>
              <a:ext uri="{FF2B5EF4-FFF2-40B4-BE49-F238E27FC236}">
                <a16:creationId xmlns:a16="http://schemas.microsoft.com/office/drawing/2014/main" id="{F95C1C24-71D8-204E-A1C5-97EFF3463D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4188" y="404813"/>
            <a:ext cx="8143875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600"/>
              <a:t>Network Layer Protocols and Internet Protocol (IP)</a:t>
            </a:r>
          </a:p>
        </p:txBody>
      </p:sp>
      <p:sp>
        <p:nvSpPr>
          <p:cNvPr id="1289219" name="Rectangle 3">
            <a:extLst>
              <a:ext uri="{FF2B5EF4-FFF2-40B4-BE49-F238E27FC236}">
                <a16:creationId xmlns:a16="http://schemas.microsoft.com/office/drawing/2014/main" id="{4C026A71-02C4-B149-830B-456869F89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6863" y="1392238"/>
            <a:ext cx="8575675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 dirty="0"/>
              <a:t>Describe the implications for the use of the IP protocol as it is connectionless</a:t>
            </a:r>
          </a:p>
          <a:p>
            <a:pPr eaLnBrk="1" hangingPunct="1">
              <a:buFont typeface="Wingdings" charset="2"/>
              <a:buChar char="§"/>
              <a:defRPr/>
            </a:pPr>
            <a:endParaRPr lang="en-US" altLang="en-US" dirty="0"/>
          </a:p>
        </p:txBody>
      </p:sp>
      <p:pic>
        <p:nvPicPr>
          <p:cNvPr id="1289220" name="Picture 4">
            <a:extLst>
              <a:ext uri="{FF2B5EF4-FFF2-40B4-BE49-F238E27FC236}">
                <a16:creationId xmlns:a16="http://schemas.microsoft.com/office/drawing/2014/main" id="{E9D521F7-B4EF-A01E-6E41-2F164DD8F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2516188"/>
            <a:ext cx="8039100" cy="408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170" name="Rectangle 2">
            <a:extLst>
              <a:ext uri="{FF2B5EF4-FFF2-40B4-BE49-F238E27FC236}">
                <a16:creationId xmlns:a16="http://schemas.microsoft.com/office/drawing/2014/main" id="{68D8FE20-FFC1-5549-B942-52CEE3441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485775"/>
            <a:ext cx="8143875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600"/>
              <a:t>Network Layer Protocols and Internet Protocol (IP)</a:t>
            </a:r>
          </a:p>
        </p:txBody>
      </p:sp>
      <p:sp>
        <p:nvSpPr>
          <p:cNvPr id="1287171" name="Rectangle 3">
            <a:extLst>
              <a:ext uri="{FF2B5EF4-FFF2-40B4-BE49-F238E27FC236}">
                <a16:creationId xmlns:a16="http://schemas.microsoft.com/office/drawing/2014/main" id="{DEACEEB9-1E9A-A645-8E30-E40F7D71BF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8775" y="1392238"/>
            <a:ext cx="8537575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 dirty="0"/>
              <a:t>Describe the implications for the use of the IP protocol as it is considered an unreliable protocol</a:t>
            </a:r>
          </a:p>
          <a:p>
            <a:pPr eaLnBrk="1" hangingPunct="1">
              <a:buFont typeface="Wingdings" charset="2"/>
              <a:buChar char="§"/>
              <a:defRPr/>
            </a:pPr>
            <a:endParaRPr lang="en-US" altLang="en-US" dirty="0"/>
          </a:p>
        </p:txBody>
      </p:sp>
      <p:pic>
        <p:nvPicPr>
          <p:cNvPr id="1287172" name="Picture 4">
            <a:extLst>
              <a:ext uri="{FF2B5EF4-FFF2-40B4-BE49-F238E27FC236}">
                <a16:creationId xmlns:a16="http://schemas.microsoft.com/office/drawing/2014/main" id="{601669EE-E879-673E-57DC-24A1A589F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2366963"/>
            <a:ext cx="7089775" cy="441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122" name="Rectangle 2">
            <a:extLst>
              <a:ext uri="{FF2B5EF4-FFF2-40B4-BE49-F238E27FC236}">
                <a16:creationId xmlns:a16="http://schemas.microsoft.com/office/drawing/2014/main" id="{83F6ED54-FAE2-3E4F-A981-E9222DCEBC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414338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600"/>
              <a:t>Network Layer Protocols and Internet Protocol (IP)</a:t>
            </a:r>
          </a:p>
        </p:txBody>
      </p:sp>
      <p:sp>
        <p:nvSpPr>
          <p:cNvPr id="1285123" name="Rectangle 3">
            <a:extLst>
              <a:ext uri="{FF2B5EF4-FFF2-40B4-BE49-F238E27FC236}">
                <a16:creationId xmlns:a16="http://schemas.microsoft.com/office/drawing/2014/main" id="{FB144B11-2A8B-0D4B-8747-7FE4B52A2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950" y="1522413"/>
            <a:ext cx="8432800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Describe the implications for the use of the IP as it is media independent</a:t>
            </a:r>
          </a:p>
        </p:txBody>
      </p:sp>
      <p:pic>
        <p:nvPicPr>
          <p:cNvPr id="1285124" name="Picture 4">
            <a:extLst>
              <a:ext uri="{FF2B5EF4-FFF2-40B4-BE49-F238E27FC236}">
                <a16:creationId xmlns:a16="http://schemas.microsoft.com/office/drawing/2014/main" id="{962FA4E2-8304-7B4E-574A-678558AFB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474913"/>
            <a:ext cx="7905750" cy="435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074" name="Rectangle 2">
            <a:extLst>
              <a:ext uri="{FF2B5EF4-FFF2-40B4-BE49-F238E27FC236}">
                <a16:creationId xmlns:a16="http://schemas.microsoft.com/office/drawing/2014/main" id="{24E1EC84-DE8A-234A-AE1B-6A107B6B2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3250" y="658813"/>
            <a:ext cx="8145463" cy="57308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600"/>
              <a:t>Network Layer Protocols and Internet Protocol (IP)</a:t>
            </a:r>
          </a:p>
        </p:txBody>
      </p:sp>
      <p:sp>
        <p:nvSpPr>
          <p:cNvPr id="1283075" name="Rectangle 3">
            <a:extLst>
              <a:ext uri="{FF2B5EF4-FFF2-40B4-BE49-F238E27FC236}">
                <a16:creationId xmlns:a16="http://schemas.microsoft.com/office/drawing/2014/main" id="{2604118C-7ACD-EE4E-889F-B97EC426A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9863" y="1392238"/>
            <a:ext cx="8847137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Describe the role of framing in the Transport Layer and explain that segments are encapsulated as packets</a:t>
            </a:r>
          </a:p>
          <a:p>
            <a:pPr eaLnBrk="1" hangingPunct="1">
              <a:buFont typeface="Wingdings" charset="2"/>
              <a:buChar char="§"/>
              <a:defRPr/>
            </a:pPr>
            <a:endParaRPr lang="en-US" altLang="en-US" dirty="0"/>
          </a:p>
        </p:txBody>
      </p:sp>
      <p:pic>
        <p:nvPicPr>
          <p:cNvPr id="1283076" name="Picture 4">
            <a:extLst>
              <a:ext uri="{FF2B5EF4-FFF2-40B4-BE49-F238E27FC236}">
                <a16:creationId xmlns:a16="http://schemas.microsoft.com/office/drawing/2014/main" id="{30731362-31C2-696D-24B4-AD15DE8EB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2365375"/>
            <a:ext cx="7278688" cy="433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026" name="Rectangle 2">
            <a:extLst>
              <a:ext uri="{FF2B5EF4-FFF2-40B4-BE49-F238E27FC236}">
                <a16:creationId xmlns:a16="http://schemas.microsoft.com/office/drawing/2014/main" id="{9B606147-07CD-D64B-A051-B5FD55E41E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5638" y="520700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600"/>
              <a:t>Network Layer Protocols and Internet Protocol (IP)</a:t>
            </a:r>
          </a:p>
        </p:txBody>
      </p:sp>
      <p:sp>
        <p:nvSpPr>
          <p:cNvPr id="1281027" name="Rectangle 3">
            <a:extLst>
              <a:ext uri="{FF2B5EF4-FFF2-40B4-BE49-F238E27FC236}">
                <a16:creationId xmlns:a16="http://schemas.microsoft.com/office/drawing/2014/main" id="{406288DA-A567-4B4C-B0E4-E18CF5ED15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30200" y="1538288"/>
            <a:ext cx="8686800" cy="46577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 dirty="0"/>
              <a:t>Identify the major header fields in the IPv4 protocol and describe each field's role in transporting packets</a:t>
            </a:r>
          </a:p>
        </p:txBody>
      </p:sp>
      <p:pic>
        <p:nvPicPr>
          <p:cNvPr id="1281028" name="Picture 4">
            <a:extLst>
              <a:ext uri="{FF2B5EF4-FFF2-40B4-BE49-F238E27FC236}">
                <a16:creationId xmlns:a16="http://schemas.microsoft.com/office/drawing/2014/main" id="{E1435730-D284-562A-F3A5-41410B7EC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2678113"/>
            <a:ext cx="6580187" cy="391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FBAE-C735-5941-9637-487AC549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Major Header Fields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8FB714-0BA9-AB6C-81A8-37F4A72963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9150" y="2232025"/>
            <a:ext cx="7750175" cy="3286125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930" name="Rectangle 2">
            <a:extLst>
              <a:ext uri="{FF2B5EF4-FFF2-40B4-BE49-F238E27FC236}">
                <a16:creationId xmlns:a16="http://schemas.microsoft.com/office/drawing/2014/main" id="{401A4247-C08F-684C-93D7-2990BA8FC3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03225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/>
              <a:t>Grouping Devices into Networks and Hierarchical Addressing</a:t>
            </a:r>
          </a:p>
        </p:txBody>
      </p:sp>
      <p:sp>
        <p:nvSpPr>
          <p:cNvPr id="1276931" name="Rectangle 3">
            <a:extLst>
              <a:ext uri="{FF2B5EF4-FFF2-40B4-BE49-F238E27FC236}">
                <a16:creationId xmlns:a16="http://schemas.microsoft.com/office/drawing/2014/main" id="{F80DBFFE-EA15-3D46-9C95-8AB667423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838" y="1392238"/>
            <a:ext cx="8802687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 dirty="0"/>
              <a:t>List several different reasons for grouping devices into sub-networks and define several terms used to identify the sub-networks</a:t>
            </a:r>
          </a:p>
          <a:p>
            <a:pPr eaLnBrk="1" hangingPunct="1">
              <a:buFont typeface="Wingdings" charset="2"/>
              <a:buChar char="§"/>
              <a:defRPr/>
            </a:pPr>
            <a:endParaRPr lang="en-US" altLang="en-US" dirty="0"/>
          </a:p>
        </p:txBody>
      </p:sp>
      <p:pic>
        <p:nvPicPr>
          <p:cNvPr id="1276932" name="Picture 4">
            <a:extLst>
              <a:ext uri="{FF2B5EF4-FFF2-40B4-BE49-F238E27FC236}">
                <a16:creationId xmlns:a16="http://schemas.microsoft.com/office/drawing/2014/main" id="{A7ED8A46-9581-DA71-3BA8-CE28805D6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238" y="2697163"/>
            <a:ext cx="6327775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506" name="Rectangle 2">
            <a:extLst>
              <a:ext uri="{FF2B5EF4-FFF2-40B4-BE49-F238E27FC236}">
                <a16:creationId xmlns:a16="http://schemas.microsoft.com/office/drawing/2014/main" id="{C5A23641-C65F-E14E-B6FC-1498727CAD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14325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/>
              <a:t>Grouping Devices into Networks and Hierarchical Addressing</a:t>
            </a:r>
          </a:p>
        </p:txBody>
      </p:sp>
      <p:sp>
        <p:nvSpPr>
          <p:cNvPr id="1301507" name="Rectangle 3">
            <a:extLst>
              <a:ext uri="{FF2B5EF4-FFF2-40B4-BE49-F238E27FC236}">
                <a16:creationId xmlns:a16="http://schemas.microsoft.com/office/drawing/2014/main" id="{25A9E2F1-0A0B-0345-B618-98408A9616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392238"/>
            <a:ext cx="9039225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List several ways in which dividing a large network can increase network performance</a:t>
            </a:r>
          </a:p>
        </p:txBody>
      </p:sp>
      <p:pic>
        <p:nvPicPr>
          <p:cNvPr id="1301509" name="Picture 5">
            <a:extLst>
              <a:ext uri="{FF2B5EF4-FFF2-40B4-BE49-F238E27FC236}">
                <a16:creationId xmlns:a16="http://schemas.microsoft.com/office/drawing/2014/main" id="{BFD61137-34C5-18C6-DE4B-29EC730C5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2486025"/>
            <a:ext cx="7777163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458" name="Rectangle 2">
            <a:extLst>
              <a:ext uri="{FF2B5EF4-FFF2-40B4-BE49-F238E27FC236}">
                <a16:creationId xmlns:a16="http://schemas.microsoft.com/office/drawing/2014/main" id="{3AA626D2-3FD7-BE45-AF20-3777482E1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95288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/>
              <a:t>Grouping Devices into Networks and Hierarchical Addressing</a:t>
            </a:r>
          </a:p>
        </p:txBody>
      </p:sp>
      <p:sp>
        <p:nvSpPr>
          <p:cNvPr id="1299459" name="Rectangle 3">
            <a:extLst>
              <a:ext uri="{FF2B5EF4-FFF2-40B4-BE49-F238E27FC236}">
                <a16:creationId xmlns:a16="http://schemas.microsoft.com/office/drawing/2014/main" id="{C699BEFF-5D63-FF49-9272-DB2E3F5D46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4000" y="1392238"/>
            <a:ext cx="8728075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List several ways in which dividing a large network can increase network security</a:t>
            </a:r>
          </a:p>
        </p:txBody>
      </p:sp>
      <p:pic>
        <p:nvPicPr>
          <p:cNvPr id="1299461" name="Picture 5">
            <a:extLst>
              <a:ext uri="{FF2B5EF4-FFF2-40B4-BE49-F238E27FC236}">
                <a16:creationId xmlns:a16="http://schemas.microsoft.com/office/drawing/2014/main" id="{F6319EE3-80FE-B36C-9F13-4E67B4843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88" y="2657475"/>
            <a:ext cx="7285037" cy="415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7412" name="Picture 4">
            <a:extLst>
              <a:ext uri="{FF2B5EF4-FFF2-40B4-BE49-F238E27FC236}">
                <a16:creationId xmlns:a16="http://schemas.microsoft.com/office/drawing/2014/main" id="{B67C45C8-3264-634D-077E-E6BAAFB0B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452688"/>
            <a:ext cx="5907088" cy="4014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sp>
        <p:nvSpPr>
          <p:cNvPr id="1297410" name="Rectangle 2">
            <a:extLst>
              <a:ext uri="{FF2B5EF4-FFF2-40B4-BE49-F238E27FC236}">
                <a16:creationId xmlns:a16="http://schemas.microsoft.com/office/drawing/2014/main" id="{943CDB61-5807-DB4A-ABE7-7B6CF16AFF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73063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/>
              <a:t>Grouping Devices into Networks and Hierarchical Addressing</a:t>
            </a:r>
          </a:p>
        </p:txBody>
      </p:sp>
      <p:sp>
        <p:nvSpPr>
          <p:cNvPr id="1297411" name="Rectangle 3">
            <a:extLst>
              <a:ext uri="{FF2B5EF4-FFF2-40B4-BE49-F238E27FC236}">
                <a16:creationId xmlns:a16="http://schemas.microsoft.com/office/drawing/2014/main" id="{C7DBD85F-436A-0A48-A345-277311A201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5888" y="1392238"/>
            <a:ext cx="9028112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Explain the communication problems that emerge when very large numbers of devices are included in one large network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362" name="Rectangle 2">
            <a:extLst>
              <a:ext uri="{FF2B5EF4-FFF2-40B4-BE49-F238E27FC236}">
                <a16:creationId xmlns:a16="http://schemas.microsoft.com/office/drawing/2014/main" id="{A92780EA-6327-104E-B188-E098909C8C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41325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/>
              <a:t>Grouping Devices into Networks and Hierarchical Addressing</a:t>
            </a:r>
          </a:p>
        </p:txBody>
      </p:sp>
      <p:sp>
        <p:nvSpPr>
          <p:cNvPr id="1295363" name="Rectangle 3">
            <a:extLst>
              <a:ext uri="{FF2B5EF4-FFF2-40B4-BE49-F238E27FC236}">
                <a16:creationId xmlns:a16="http://schemas.microsoft.com/office/drawing/2014/main" id="{73FFAC97-148B-0E41-8703-8BB86E8B51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1925" y="1392238"/>
            <a:ext cx="8890000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Describe how hierarchical addressing solves the problem of devices communicating across networks of networks</a:t>
            </a:r>
          </a:p>
          <a:p>
            <a:pPr eaLnBrk="1" hangingPunct="1">
              <a:buFont typeface="Wingdings" charset="2"/>
              <a:buChar char="§"/>
              <a:defRPr/>
            </a:pPr>
            <a:endParaRPr lang="en-US" altLang="en-US" dirty="0"/>
          </a:p>
        </p:txBody>
      </p:sp>
      <p:pic>
        <p:nvPicPr>
          <p:cNvPr id="1295364" name="Picture 4">
            <a:extLst>
              <a:ext uri="{FF2B5EF4-FFF2-40B4-BE49-F238E27FC236}">
                <a16:creationId xmlns:a16="http://schemas.microsoft.com/office/drawing/2014/main" id="{4FB6AA70-DE12-535A-82D7-20C747197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138" y="2703513"/>
            <a:ext cx="5861050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314" name="Rectangle 2">
            <a:extLst>
              <a:ext uri="{FF2B5EF4-FFF2-40B4-BE49-F238E27FC236}">
                <a16:creationId xmlns:a16="http://schemas.microsoft.com/office/drawing/2014/main" id="{6EDC55B2-E4D8-294C-9DFF-29CEB1985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4025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/>
              <a:t>Grouping Devices into Networks and Hierarchical Addressing</a:t>
            </a:r>
          </a:p>
        </p:txBody>
      </p:sp>
      <p:sp>
        <p:nvSpPr>
          <p:cNvPr id="1293315" name="Rectangle 3">
            <a:extLst>
              <a:ext uri="{FF2B5EF4-FFF2-40B4-BE49-F238E27FC236}">
                <a16:creationId xmlns:a16="http://schemas.microsoft.com/office/drawing/2014/main" id="{E1742AAF-41B8-3D42-B43E-7E747964DD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1775" y="1392238"/>
            <a:ext cx="8774113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Describe the purpose of further subdividing networks into smaller networks</a:t>
            </a:r>
          </a:p>
        </p:txBody>
      </p:sp>
      <p:pic>
        <p:nvPicPr>
          <p:cNvPr id="1293316" name="Picture 4">
            <a:extLst>
              <a:ext uri="{FF2B5EF4-FFF2-40B4-BE49-F238E27FC236}">
                <a16:creationId xmlns:a16="http://schemas.microsoft.com/office/drawing/2014/main" id="{A6C1B4B2-6570-B940-2039-40EE4F39B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488" y="2314575"/>
            <a:ext cx="6403975" cy="449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978" name="Rectangle 2">
            <a:extLst>
              <a:ext uri="{FF2B5EF4-FFF2-40B4-BE49-F238E27FC236}">
                <a16:creationId xmlns:a16="http://schemas.microsoft.com/office/drawing/2014/main" id="{66EFBFA9-F9D4-374F-B538-F0D9282B4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7063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/>
              <a:t>Fundamentals of Routes, Next Hop Addresses and Packet Forwarding</a:t>
            </a:r>
          </a:p>
        </p:txBody>
      </p:sp>
      <p:sp>
        <p:nvSpPr>
          <p:cNvPr id="1278979" name="Rectangle 3">
            <a:extLst>
              <a:ext uri="{FF2B5EF4-FFF2-40B4-BE49-F238E27FC236}">
                <a16:creationId xmlns:a16="http://schemas.microsoft.com/office/drawing/2014/main" id="{F3C39A7B-58BF-EF4A-A585-84D93C4F7A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" y="1554163"/>
            <a:ext cx="9074150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 dirty="0"/>
              <a:t>Describe the role of an intermediary gateway device in allowing devices to communicate across sub-divided networks</a:t>
            </a:r>
          </a:p>
          <a:p>
            <a:pPr eaLnBrk="1" hangingPunct="1">
              <a:buFont typeface="Wingdings" charset="2"/>
              <a:buChar char="§"/>
              <a:defRPr/>
            </a:pPr>
            <a:endParaRPr lang="en-US" altLang="en-US" dirty="0"/>
          </a:p>
        </p:txBody>
      </p:sp>
      <p:pic>
        <p:nvPicPr>
          <p:cNvPr id="1278980" name="Picture 4">
            <a:extLst>
              <a:ext uri="{FF2B5EF4-FFF2-40B4-BE49-F238E27FC236}">
                <a16:creationId xmlns:a16="http://schemas.microsoft.com/office/drawing/2014/main" id="{9147CEC5-2C9D-FAA6-18EB-3EC9924EF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25" y="2649538"/>
            <a:ext cx="6232525" cy="418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890" name="Rectangle 2">
            <a:extLst>
              <a:ext uri="{FF2B5EF4-FFF2-40B4-BE49-F238E27FC236}">
                <a16:creationId xmlns:a16="http://schemas.microsoft.com/office/drawing/2014/main" id="{8180CE49-2AE7-7440-9F55-05DA3BB994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7063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/>
              <a:t>Fundamentals of Routes, Next Hop Addresses and Packet Forwarding</a:t>
            </a:r>
          </a:p>
        </p:txBody>
      </p:sp>
      <p:sp>
        <p:nvSpPr>
          <p:cNvPr id="1317891" name="Rectangle 3">
            <a:extLst>
              <a:ext uri="{FF2B5EF4-FFF2-40B4-BE49-F238E27FC236}">
                <a16:creationId xmlns:a16="http://schemas.microsoft.com/office/drawing/2014/main" id="{10AE9C09-7DA1-D947-87B7-886295DE6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663" y="1612900"/>
            <a:ext cx="8796337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Trace the steps of an IP packet as it traverses unchanged via routers from sub network to sub-network</a:t>
            </a:r>
          </a:p>
          <a:p>
            <a:pPr eaLnBrk="1" hangingPunct="1">
              <a:buFont typeface="Wingdings" charset="2"/>
              <a:buChar char="§"/>
              <a:defRPr/>
            </a:pPr>
            <a:endParaRPr lang="en-US" altLang="en-US" dirty="0"/>
          </a:p>
        </p:txBody>
      </p:sp>
      <p:pic>
        <p:nvPicPr>
          <p:cNvPr id="1317893" name="Picture 5">
            <a:extLst>
              <a:ext uri="{FF2B5EF4-FFF2-40B4-BE49-F238E27FC236}">
                <a16:creationId xmlns:a16="http://schemas.microsoft.com/office/drawing/2014/main" id="{BD109260-6C44-9EB6-4050-C55778534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900" y="2555875"/>
            <a:ext cx="6643688" cy="428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5845" name="Picture 5">
            <a:extLst>
              <a:ext uri="{FF2B5EF4-FFF2-40B4-BE49-F238E27FC236}">
                <a16:creationId xmlns:a16="http://schemas.microsoft.com/office/drawing/2014/main" id="{8407216A-5D84-43E0-9085-47EEE977E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75" y="2663825"/>
            <a:ext cx="5827713" cy="419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sp>
        <p:nvSpPr>
          <p:cNvPr id="1315842" name="Rectangle 2">
            <a:extLst>
              <a:ext uri="{FF2B5EF4-FFF2-40B4-BE49-F238E27FC236}">
                <a16:creationId xmlns:a16="http://schemas.microsoft.com/office/drawing/2014/main" id="{49C30611-0DFF-6940-AE40-B54F05CFE1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7063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/>
              <a:t>Fundamentals of Routes, Next Hop Addresses and Packet Forwarding</a:t>
            </a:r>
          </a:p>
        </p:txBody>
      </p:sp>
      <p:sp>
        <p:nvSpPr>
          <p:cNvPr id="1315843" name="Rectangle 3">
            <a:extLst>
              <a:ext uri="{FF2B5EF4-FFF2-40B4-BE49-F238E27FC236}">
                <a16:creationId xmlns:a16="http://schemas.microsoft.com/office/drawing/2014/main" id="{1666132C-67CE-A542-A790-8D676B2E60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1724025"/>
            <a:ext cx="8653463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Describe the role of a gateway and the use of a simple route table in directing packets toward their ultimate destinations</a:t>
            </a:r>
          </a:p>
          <a:p>
            <a:pPr eaLnBrk="1" hangingPunct="1">
              <a:buFont typeface="Wingdings" charset="2"/>
              <a:buChar char="§"/>
              <a:defRPr/>
            </a:pP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794" name="Rectangle 2">
            <a:extLst>
              <a:ext uri="{FF2B5EF4-FFF2-40B4-BE49-F238E27FC236}">
                <a16:creationId xmlns:a16="http://schemas.microsoft.com/office/drawing/2014/main" id="{80A1626E-4482-8B4C-A409-767E2EC8E0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7063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/>
              <a:t>Fundamentals of Routes, Next Hop Addresses and Packet Forwarding</a:t>
            </a:r>
          </a:p>
        </p:txBody>
      </p:sp>
      <p:sp>
        <p:nvSpPr>
          <p:cNvPr id="1313795" name="Rectangle 3">
            <a:extLst>
              <a:ext uri="{FF2B5EF4-FFF2-40B4-BE49-F238E27FC236}">
                <a16:creationId xmlns:a16="http://schemas.microsoft.com/office/drawing/2014/main" id="{8755730A-AF77-3048-B0D7-9D6D80BD8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9288" y="1706563"/>
            <a:ext cx="7940675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Define a route and its three key parts</a:t>
            </a:r>
          </a:p>
          <a:p>
            <a:pPr eaLnBrk="1" hangingPunct="1">
              <a:buFont typeface="Wingdings" charset="2"/>
              <a:buChar char="§"/>
              <a:defRPr/>
            </a:pPr>
            <a:endParaRPr lang="en-US" altLang="en-US" dirty="0"/>
          </a:p>
        </p:txBody>
      </p:sp>
      <p:pic>
        <p:nvPicPr>
          <p:cNvPr id="1313796" name="Picture 4">
            <a:extLst>
              <a:ext uri="{FF2B5EF4-FFF2-40B4-BE49-F238E27FC236}">
                <a16:creationId xmlns:a16="http://schemas.microsoft.com/office/drawing/2014/main" id="{6AF7E2B7-76A6-2BEB-E364-800A29679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8" y="2330450"/>
            <a:ext cx="7812087" cy="451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746" name="Rectangle 2">
            <a:extLst>
              <a:ext uri="{FF2B5EF4-FFF2-40B4-BE49-F238E27FC236}">
                <a16:creationId xmlns:a16="http://schemas.microsoft.com/office/drawing/2014/main" id="{CA8C6B68-E636-4647-B302-259C791A51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7063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/>
              <a:t>Fundamentals of Routes, Next Hop Addresses and Packet Forwarding</a:t>
            </a:r>
          </a:p>
        </p:txBody>
      </p:sp>
      <p:sp>
        <p:nvSpPr>
          <p:cNvPr id="1311747" name="Rectangle 3">
            <a:extLst>
              <a:ext uri="{FF2B5EF4-FFF2-40B4-BE49-F238E27FC236}">
                <a16:creationId xmlns:a16="http://schemas.microsoft.com/office/drawing/2014/main" id="{EDB8ED1A-31E5-9544-B325-1061350DAE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075" y="1716088"/>
            <a:ext cx="9017000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Describe the purpose and use of the destination network in a route</a:t>
            </a:r>
          </a:p>
          <a:p>
            <a:pPr eaLnBrk="1" hangingPunct="1">
              <a:buFont typeface="Wingdings" charset="2"/>
              <a:buChar char="§"/>
              <a:defRPr/>
            </a:pPr>
            <a:endParaRPr lang="en-US" altLang="en-US" dirty="0"/>
          </a:p>
        </p:txBody>
      </p:sp>
      <p:pic>
        <p:nvPicPr>
          <p:cNvPr id="45059" name="Picture 5">
            <a:extLst>
              <a:ext uri="{FF2B5EF4-FFF2-40B4-BE49-F238E27FC236}">
                <a16:creationId xmlns:a16="http://schemas.microsoft.com/office/drawing/2014/main" id="{1F9AEB8F-EAEC-6866-EBCC-F61931202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400300"/>
            <a:ext cx="60960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650" name="Rectangle 2">
            <a:extLst>
              <a:ext uri="{FF2B5EF4-FFF2-40B4-BE49-F238E27FC236}">
                <a16:creationId xmlns:a16="http://schemas.microsoft.com/office/drawing/2014/main" id="{D074BECA-378E-384E-9BC1-8CD8238B4D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6913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/>
              <a:t>Fundamentals of Routes, Next Hop Addresses and Packet Forwarding</a:t>
            </a:r>
          </a:p>
        </p:txBody>
      </p:sp>
      <p:sp>
        <p:nvSpPr>
          <p:cNvPr id="1307651" name="Rectangle 3">
            <a:extLst>
              <a:ext uri="{FF2B5EF4-FFF2-40B4-BE49-F238E27FC236}">
                <a16:creationId xmlns:a16="http://schemas.microsoft.com/office/drawing/2014/main" id="{8FC9083E-6EB1-944B-8D2E-95D372EF33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35113"/>
            <a:ext cx="9051925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Trace the steps of several IP packets as they are routed through several gateways from devices on one sub network to devices on other sub networks</a:t>
            </a:r>
          </a:p>
        </p:txBody>
      </p:sp>
      <p:pic>
        <p:nvPicPr>
          <p:cNvPr id="1307652" name="Picture 4">
            <a:extLst>
              <a:ext uri="{FF2B5EF4-FFF2-40B4-BE49-F238E27FC236}">
                <a16:creationId xmlns:a16="http://schemas.microsoft.com/office/drawing/2014/main" id="{F81F855A-0473-AC8C-EE14-FB5371D3C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2825750"/>
            <a:ext cx="5964238" cy="399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602" name="Rectangle 2">
            <a:extLst>
              <a:ext uri="{FF2B5EF4-FFF2-40B4-BE49-F238E27FC236}">
                <a16:creationId xmlns:a16="http://schemas.microsoft.com/office/drawing/2014/main" id="{BDCF43EB-ABA2-E642-9C9F-16719DF8A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7063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/>
              <a:t>Fundamentals of Routes, Next Hop Addresses and Packet Forwarding</a:t>
            </a:r>
          </a:p>
        </p:txBody>
      </p:sp>
      <p:sp>
        <p:nvSpPr>
          <p:cNvPr id="1305603" name="Rectangle 3">
            <a:extLst>
              <a:ext uri="{FF2B5EF4-FFF2-40B4-BE49-F238E27FC236}">
                <a16:creationId xmlns:a16="http://schemas.microsoft.com/office/drawing/2014/main" id="{5C976A60-E7CE-034F-B581-2654932C54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3375"/>
            <a:ext cx="9144000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Describe the purpose of routing protocols and the need for both static and dynamic routes</a:t>
            </a:r>
          </a:p>
          <a:p>
            <a:pPr eaLnBrk="1" hangingPunct="1">
              <a:buFont typeface="Wingdings" charset="2"/>
              <a:buChar char="§"/>
              <a:defRPr/>
            </a:pPr>
            <a:endParaRPr lang="en-US" altLang="en-US" dirty="0"/>
          </a:p>
        </p:txBody>
      </p:sp>
      <p:pic>
        <p:nvPicPr>
          <p:cNvPr id="1305605" name="Picture 5">
            <a:extLst>
              <a:ext uri="{FF2B5EF4-FFF2-40B4-BE49-F238E27FC236}">
                <a16:creationId xmlns:a16="http://schemas.microsoft.com/office/drawing/2014/main" id="{155CDE88-1742-FFDC-4A63-8C5CC35CD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2590800"/>
            <a:ext cx="66294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554" name="Rectangle 2">
            <a:extLst>
              <a:ext uri="{FF2B5EF4-FFF2-40B4-BE49-F238E27FC236}">
                <a16:creationId xmlns:a16="http://schemas.microsoft.com/office/drawing/2014/main" id="{B405A4B8-C5AD-C347-ABBF-6528E315B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7063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/>
              <a:t>Fundamentals of Routes, Next Hop Addresses and Packet Forwarding</a:t>
            </a:r>
          </a:p>
        </p:txBody>
      </p:sp>
      <p:sp>
        <p:nvSpPr>
          <p:cNvPr id="1303555" name="Rectangle 3">
            <a:extLst>
              <a:ext uri="{FF2B5EF4-FFF2-40B4-BE49-F238E27FC236}">
                <a16:creationId xmlns:a16="http://schemas.microsoft.com/office/drawing/2014/main" id="{2EB50C4D-72EB-494E-9FC2-C6C65EA471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963" y="1624013"/>
            <a:ext cx="8890000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Explain how routes are manually configured to build routing table</a:t>
            </a:r>
          </a:p>
          <a:p>
            <a:pPr eaLnBrk="1" hangingPunct="1">
              <a:buFont typeface="Wingdings" charset="2"/>
              <a:buChar char="§"/>
              <a:defRPr/>
            </a:pPr>
            <a:endParaRPr lang="en-US" altLang="en-US" dirty="0"/>
          </a:p>
        </p:txBody>
      </p:sp>
      <p:pic>
        <p:nvPicPr>
          <p:cNvPr id="1303556" name="Picture 4">
            <a:extLst>
              <a:ext uri="{FF2B5EF4-FFF2-40B4-BE49-F238E27FC236}">
                <a16:creationId xmlns:a16="http://schemas.microsoft.com/office/drawing/2014/main" id="{272D41DF-6139-6D1C-AF72-943ABCD82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2260600"/>
            <a:ext cx="6586537" cy="458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938" name="Rectangle 2">
            <a:extLst>
              <a:ext uri="{FF2B5EF4-FFF2-40B4-BE49-F238E27FC236}">
                <a16:creationId xmlns:a16="http://schemas.microsoft.com/office/drawing/2014/main" id="{7702187C-7B35-D644-B54A-A8BDCE046C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61988"/>
            <a:ext cx="9144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/>
              <a:t>Fundamentals of Routes, Next Hop Addresses and Packet Forwarding</a:t>
            </a:r>
          </a:p>
        </p:txBody>
      </p:sp>
      <p:sp>
        <p:nvSpPr>
          <p:cNvPr id="1319939" name="Rectangle 3">
            <a:extLst>
              <a:ext uri="{FF2B5EF4-FFF2-40B4-BE49-F238E27FC236}">
                <a16:creationId xmlns:a16="http://schemas.microsoft.com/office/drawing/2014/main" id="{2D741BCD-9DB7-F142-ABDC-DA6CAB93CE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0813" y="1704975"/>
            <a:ext cx="8958262" cy="5076825"/>
          </a:xfrm>
        </p:spPr>
        <p:txBody>
          <a:bodyPr/>
          <a:lstStyle/>
          <a:p>
            <a:pPr eaLnBrk="1" hangingPunct="1">
              <a:buFont typeface="Wingdings" charset="2"/>
              <a:buChar char="§"/>
              <a:defRPr/>
            </a:pPr>
            <a:r>
              <a:rPr lang="en-US" altLang="en-US"/>
              <a:t>Explain the role of routing protocols in building the routing table</a:t>
            </a:r>
          </a:p>
        </p:txBody>
      </p:sp>
      <p:pic>
        <p:nvPicPr>
          <p:cNvPr id="1319940" name="Picture 4">
            <a:extLst>
              <a:ext uri="{FF2B5EF4-FFF2-40B4-BE49-F238E27FC236}">
                <a16:creationId xmlns:a16="http://schemas.microsoft.com/office/drawing/2014/main" id="{9A82F30B-9666-DD1E-553B-DD6763793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2527300"/>
            <a:ext cx="6283325" cy="433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1796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530" name="Rectangle 2">
            <a:extLst>
              <a:ext uri="{FF2B5EF4-FFF2-40B4-BE49-F238E27FC236}">
                <a16:creationId xmlns:a16="http://schemas.microsoft.com/office/drawing/2014/main" id="{54F07F7D-ED7C-6145-B799-3F5054833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Summary</a:t>
            </a:r>
          </a:p>
        </p:txBody>
      </p:sp>
      <p:pic>
        <p:nvPicPr>
          <p:cNvPr id="1046532" name="Picture 4">
            <a:extLst>
              <a:ext uri="{FF2B5EF4-FFF2-40B4-BE49-F238E27FC236}">
                <a16:creationId xmlns:a16="http://schemas.microsoft.com/office/drawing/2014/main" id="{76B6889E-F044-5344-7DCF-CCA384B41A0F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2138" y="1900238"/>
            <a:ext cx="7940675" cy="3571875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5" name="Group 2">
            <a:extLst>
              <a:ext uri="{FF2B5EF4-FFF2-40B4-BE49-F238E27FC236}">
                <a16:creationId xmlns:a16="http://schemas.microsoft.com/office/drawing/2014/main" id="{79B6E511-FCBD-6CE5-DA3D-BB1B505F7AA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4383088"/>
            <a:chOff x="0" y="0"/>
            <a:chExt cx="5760" cy="2761"/>
          </a:xfrm>
        </p:grpSpPr>
        <p:grpSp>
          <p:nvGrpSpPr>
            <p:cNvPr id="57346" name="Group 3">
              <a:extLst>
                <a:ext uri="{FF2B5EF4-FFF2-40B4-BE49-F238E27FC236}">
                  <a16:creationId xmlns:a16="http://schemas.microsoft.com/office/drawing/2014/main" id="{57A3EC71-1B5C-4536-0803-B42E1CE64B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7" y="1485"/>
              <a:ext cx="2400" cy="1276"/>
              <a:chOff x="3272" y="1316"/>
              <a:chExt cx="1889" cy="1002"/>
            </a:xfrm>
          </p:grpSpPr>
          <p:sp>
            <p:nvSpPr>
              <p:cNvPr id="57348" name="AutoShape 4">
                <a:extLst>
                  <a:ext uri="{FF2B5EF4-FFF2-40B4-BE49-F238E27FC236}">
                    <a16:creationId xmlns:a16="http://schemas.microsoft.com/office/drawing/2014/main" id="{CC9C1732-D161-31DE-A1FD-75E6F0C116DE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3272" y="1316"/>
                <a:ext cx="1889" cy="10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49" name="Rectangle 5">
                <a:extLst>
                  <a:ext uri="{FF2B5EF4-FFF2-40B4-BE49-F238E27FC236}">
                    <a16:creationId xmlns:a16="http://schemas.microsoft.com/office/drawing/2014/main" id="{6A18540D-3F17-E085-D37D-35AF384F6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3" y="1980"/>
                <a:ext cx="86" cy="325"/>
              </a:xfrm>
              <a:prstGeom prst="rect">
                <a:avLst/>
              </a:pr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90000"/>
                  </a:lnSpc>
                </a:pPr>
                <a:endParaRPr lang="en-US" altLang="en-US"/>
              </a:p>
            </p:txBody>
          </p:sp>
          <p:sp>
            <p:nvSpPr>
              <p:cNvPr id="57350" name="Freeform 6">
                <a:extLst>
                  <a:ext uri="{FF2B5EF4-FFF2-40B4-BE49-F238E27FC236}">
                    <a16:creationId xmlns:a16="http://schemas.microsoft.com/office/drawing/2014/main" id="{69C07F9A-73EA-6DC4-7AA1-D04AF97AC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4" y="1971"/>
                <a:ext cx="249" cy="343"/>
              </a:xfrm>
              <a:custGeom>
                <a:avLst/>
                <a:gdLst>
                  <a:gd name="T0" fmla="*/ 1069 w 58"/>
                  <a:gd name="T1" fmla="*/ 442 h 80"/>
                  <a:gd name="T2" fmla="*/ 773 w 58"/>
                  <a:gd name="T3" fmla="*/ 369 h 80"/>
                  <a:gd name="T4" fmla="*/ 386 w 58"/>
                  <a:gd name="T5" fmla="*/ 737 h 80"/>
                  <a:gd name="T6" fmla="*/ 773 w 58"/>
                  <a:gd name="T7" fmla="*/ 1102 h 80"/>
                  <a:gd name="T8" fmla="*/ 1069 w 58"/>
                  <a:gd name="T9" fmla="*/ 1029 h 80"/>
                  <a:gd name="T10" fmla="*/ 1069 w 58"/>
                  <a:gd name="T11" fmla="*/ 1415 h 80"/>
                  <a:gd name="T12" fmla="*/ 756 w 58"/>
                  <a:gd name="T13" fmla="*/ 1471 h 80"/>
                  <a:gd name="T14" fmla="*/ 0 w 58"/>
                  <a:gd name="T15" fmla="*/ 737 h 80"/>
                  <a:gd name="T16" fmla="*/ 756 w 58"/>
                  <a:gd name="T17" fmla="*/ 0 h 80"/>
                  <a:gd name="T18" fmla="*/ 1069 w 58"/>
                  <a:gd name="T19" fmla="*/ 56 h 80"/>
                  <a:gd name="T20" fmla="*/ 1069 w 58"/>
                  <a:gd name="T21" fmla="*/ 442 h 8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8" h="80">
                    <a:moveTo>
                      <a:pt x="58" y="24"/>
                    </a:moveTo>
                    <a:cubicBezTo>
                      <a:pt x="58" y="23"/>
                      <a:pt x="51" y="20"/>
                      <a:pt x="42" y="20"/>
                    </a:cubicBezTo>
                    <a:cubicBezTo>
                      <a:pt x="30" y="20"/>
                      <a:pt x="21" y="28"/>
                      <a:pt x="21" y="40"/>
                    </a:cubicBezTo>
                    <a:cubicBezTo>
                      <a:pt x="21" y="51"/>
                      <a:pt x="29" y="60"/>
                      <a:pt x="42" y="60"/>
                    </a:cubicBezTo>
                    <a:cubicBezTo>
                      <a:pt x="51" y="60"/>
                      <a:pt x="57" y="57"/>
                      <a:pt x="58" y="56"/>
                    </a:cubicBezTo>
                    <a:cubicBezTo>
                      <a:pt x="58" y="77"/>
                      <a:pt x="58" y="77"/>
                      <a:pt x="58" y="77"/>
                    </a:cubicBezTo>
                    <a:cubicBezTo>
                      <a:pt x="56" y="78"/>
                      <a:pt x="49" y="80"/>
                      <a:pt x="41" y="80"/>
                    </a:cubicBezTo>
                    <a:cubicBezTo>
                      <a:pt x="19" y="80"/>
                      <a:pt x="0" y="65"/>
                      <a:pt x="0" y="40"/>
                    </a:cubicBezTo>
                    <a:cubicBezTo>
                      <a:pt x="0" y="17"/>
                      <a:pt x="17" y="0"/>
                      <a:pt x="41" y="0"/>
                    </a:cubicBezTo>
                    <a:cubicBezTo>
                      <a:pt x="50" y="0"/>
                      <a:pt x="56" y="3"/>
                      <a:pt x="58" y="3"/>
                    </a:cubicBezTo>
                    <a:lnTo>
                      <a:pt x="58" y="24"/>
                    </a:lnTo>
                    <a:close/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1" name="Freeform 7">
                <a:extLst>
                  <a:ext uri="{FF2B5EF4-FFF2-40B4-BE49-F238E27FC236}">
                    <a16:creationId xmlns:a16="http://schemas.microsoft.com/office/drawing/2014/main" id="{26F09574-0035-4C64-0427-EE5F3BDFC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3" y="1971"/>
                <a:ext cx="249" cy="343"/>
              </a:xfrm>
              <a:custGeom>
                <a:avLst/>
                <a:gdLst>
                  <a:gd name="T0" fmla="*/ 1069 w 58"/>
                  <a:gd name="T1" fmla="*/ 442 h 80"/>
                  <a:gd name="T2" fmla="*/ 773 w 58"/>
                  <a:gd name="T3" fmla="*/ 369 h 80"/>
                  <a:gd name="T4" fmla="*/ 386 w 58"/>
                  <a:gd name="T5" fmla="*/ 737 h 80"/>
                  <a:gd name="T6" fmla="*/ 773 w 58"/>
                  <a:gd name="T7" fmla="*/ 1102 h 80"/>
                  <a:gd name="T8" fmla="*/ 1069 w 58"/>
                  <a:gd name="T9" fmla="*/ 1029 h 80"/>
                  <a:gd name="T10" fmla="*/ 1069 w 58"/>
                  <a:gd name="T11" fmla="*/ 1415 h 80"/>
                  <a:gd name="T12" fmla="*/ 738 w 58"/>
                  <a:gd name="T13" fmla="*/ 1471 h 80"/>
                  <a:gd name="T14" fmla="*/ 0 w 58"/>
                  <a:gd name="T15" fmla="*/ 737 h 80"/>
                  <a:gd name="T16" fmla="*/ 738 w 58"/>
                  <a:gd name="T17" fmla="*/ 0 h 80"/>
                  <a:gd name="T18" fmla="*/ 1069 w 58"/>
                  <a:gd name="T19" fmla="*/ 56 h 80"/>
                  <a:gd name="T20" fmla="*/ 1069 w 58"/>
                  <a:gd name="T21" fmla="*/ 442 h 8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8" h="80">
                    <a:moveTo>
                      <a:pt x="58" y="24"/>
                    </a:moveTo>
                    <a:cubicBezTo>
                      <a:pt x="57" y="23"/>
                      <a:pt x="51" y="20"/>
                      <a:pt x="42" y="20"/>
                    </a:cubicBezTo>
                    <a:cubicBezTo>
                      <a:pt x="29" y="20"/>
                      <a:pt x="21" y="28"/>
                      <a:pt x="21" y="40"/>
                    </a:cubicBezTo>
                    <a:cubicBezTo>
                      <a:pt x="21" y="51"/>
                      <a:pt x="29" y="60"/>
                      <a:pt x="42" y="60"/>
                    </a:cubicBezTo>
                    <a:cubicBezTo>
                      <a:pt x="51" y="60"/>
                      <a:pt x="57" y="57"/>
                      <a:pt x="58" y="56"/>
                    </a:cubicBezTo>
                    <a:cubicBezTo>
                      <a:pt x="58" y="77"/>
                      <a:pt x="58" y="77"/>
                      <a:pt x="58" y="77"/>
                    </a:cubicBezTo>
                    <a:cubicBezTo>
                      <a:pt x="56" y="78"/>
                      <a:pt x="49" y="80"/>
                      <a:pt x="40" y="80"/>
                    </a:cubicBezTo>
                    <a:cubicBezTo>
                      <a:pt x="19" y="80"/>
                      <a:pt x="0" y="65"/>
                      <a:pt x="0" y="40"/>
                    </a:cubicBezTo>
                    <a:cubicBezTo>
                      <a:pt x="0" y="17"/>
                      <a:pt x="17" y="0"/>
                      <a:pt x="40" y="0"/>
                    </a:cubicBezTo>
                    <a:cubicBezTo>
                      <a:pt x="49" y="0"/>
                      <a:pt x="56" y="3"/>
                      <a:pt x="58" y="3"/>
                    </a:cubicBezTo>
                    <a:lnTo>
                      <a:pt x="58" y="24"/>
                    </a:lnTo>
                    <a:close/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2" name="Freeform 8">
                <a:extLst>
                  <a:ext uri="{FF2B5EF4-FFF2-40B4-BE49-F238E27FC236}">
                    <a16:creationId xmlns:a16="http://schemas.microsoft.com/office/drawing/2014/main" id="{3E087A23-D34F-9EE9-307C-67FE2A98C02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43" y="1971"/>
                <a:ext cx="342" cy="343"/>
              </a:xfrm>
              <a:custGeom>
                <a:avLst/>
                <a:gdLst>
                  <a:gd name="T0" fmla="*/ 1462 w 80"/>
                  <a:gd name="T1" fmla="*/ 737 h 80"/>
                  <a:gd name="T2" fmla="*/ 731 w 80"/>
                  <a:gd name="T3" fmla="*/ 1471 h 80"/>
                  <a:gd name="T4" fmla="*/ 0 w 80"/>
                  <a:gd name="T5" fmla="*/ 737 h 80"/>
                  <a:gd name="T6" fmla="*/ 731 w 80"/>
                  <a:gd name="T7" fmla="*/ 0 h 80"/>
                  <a:gd name="T8" fmla="*/ 1462 w 80"/>
                  <a:gd name="T9" fmla="*/ 737 h 80"/>
                  <a:gd name="T10" fmla="*/ 731 w 80"/>
                  <a:gd name="T11" fmla="*/ 369 h 80"/>
                  <a:gd name="T12" fmla="*/ 368 w 80"/>
                  <a:gd name="T13" fmla="*/ 737 h 80"/>
                  <a:gd name="T14" fmla="*/ 731 w 80"/>
                  <a:gd name="T15" fmla="*/ 1102 h 80"/>
                  <a:gd name="T16" fmla="*/ 1099 w 80"/>
                  <a:gd name="T17" fmla="*/ 737 h 80"/>
                  <a:gd name="T18" fmla="*/ 731 w 80"/>
                  <a:gd name="T19" fmla="*/ 369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0" h="80">
                    <a:moveTo>
                      <a:pt x="80" y="40"/>
                    </a:moveTo>
                    <a:cubicBezTo>
                      <a:pt x="80" y="62"/>
                      <a:pt x="64" y="80"/>
                      <a:pt x="40" y="80"/>
                    </a:cubicBezTo>
                    <a:cubicBezTo>
                      <a:pt x="16" y="80"/>
                      <a:pt x="0" y="62"/>
                      <a:pt x="0" y="40"/>
                    </a:cubicBezTo>
                    <a:cubicBezTo>
                      <a:pt x="0" y="18"/>
                      <a:pt x="16" y="0"/>
                      <a:pt x="40" y="0"/>
                    </a:cubicBezTo>
                    <a:cubicBezTo>
                      <a:pt x="64" y="0"/>
                      <a:pt x="80" y="18"/>
                      <a:pt x="80" y="40"/>
                    </a:cubicBezTo>
                    <a:moveTo>
                      <a:pt x="40" y="20"/>
                    </a:moveTo>
                    <a:cubicBezTo>
                      <a:pt x="29" y="20"/>
                      <a:pt x="20" y="29"/>
                      <a:pt x="20" y="40"/>
                    </a:cubicBezTo>
                    <a:cubicBezTo>
                      <a:pt x="20" y="51"/>
                      <a:pt x="29" y="60"/>
                      <a:pt x="40" y="60"/>
                    </a:cubicBezTo>
                    <a:cubicBezTo>
                      <a:pt x="51" y="60"/>
                      <a:pt x="60" y="51"/>
                      <a:pt x="60" y="40"/>
                    </a:cubicBezTo>
                    <a:cubicBezTo>
                      <a:pt x="60" y="29"/>
                      <a:pt x="51" y="20"/>
                      <a:pt x="40" y="20"/>
                    </a:cubicBezTo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3" name="Freeform 9">
                <a:extLst>
                  <a:ext uri="{FF2B5EF4-FFF2-40B4-BE49-F238E27FC236}">
                    <a16:creationId xmlns:a16="http://schemas.microsoft.com/office/drawing/2014/main" id="{88D9324F-8C14-C267-EB1C-81330A233D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0" y="1971"/>
                <a:ext cx="223" cy="343"/>
              </a:xfrm>
              <a:custGeom>
                <a:avLst/>
                <a:gdLst>
                  <a:gd name="T0" fmla="*/ 866 w 52"/>
                  <a:gd name="T1" fmla="*/ 347 h 80"/>
                  <a:gd name="T2" fmla="*/ 588 w 52"/>
                  <a:gd name="T3" fmla="*/ 313 h 80"/>
                  <a:gd name="T4" fmla="*/ 369 w 52"/>
                  <a:gd name="T5" fmla="*/ 424 h 80"/>
                  <a:gd name="T6" fmla="*/ 532 w 52"/>
                  <a:gd name="T7" fmla="*/ 553 h 80"/>
                  <a:gd name="T8" fmla="*/ 626 w 52"/>
                  <a:gd name="T9" fmla="*/ 587 h 80"/>
                  <a:gd name="T10" fmla="*/ 956 w 52"/>
                  <a:gd name="T11" fmla="*/ 995 h 80"/>
                  <a:gd name="T12" fmla="*/ 386 w 52"/>
                  <a:gd name="T13" fmla="*/ 1471 h 80"/>
                  <a:gd name="T14" fmla="*/ 0 w 52"/>
                  <a:gd name="T15" fmla="*/ 1415 h 80"/>
                  <a:gd name="T16" fmla="*/ 0 w 52"/>
                  <a:gd name="T17" fmla="*/ 1102 h 80"/>
                  <a:gd name="T18" fmla="*/ 330 w 52"/>
                  <a:gd name="T19" fmla="*/ 1158 h 80"/>
                  <a:gd name="T20" fmla="*/ 588 w 52"/>
                  <a:gd name="T21" fmla="*/ 1029 h 80"/>
                  <a:gd name="T22" fmla="*/ 425 w 52"/>
                  <a:gd name="T23" fmla="*/ 883 h 80"/>
                  <a:gd name="T24" fmla="*/ 347 w 52"/>
                  <a:gd name="T25" fmla="*/ 866 h 80"/>
                  <a:gd name="T26" fmla="*/ 0 w 52"/>
                  <a:gd name="T27" fmla="*/ 442 h 80"/>
                  <a:gd name="T28" fmla="*/ 515 w 52"/>
                  <a:gd name="T29" fmla="*/ 0 h 80"/>
                  <a:gd name="T30" fmla="*/ 866 w 52"/>
                  <a:gd name="T31" fmla="*/ 56 h 80"/>
                  <a:gd name="T32" fmla="*/ 866 w 52"/>
                  <a:gd name="T33" fmla="*/ 347 h 8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52" h="80">
                    <a:moveTo>
                      <a:pt x="47" y="19"/>
                    </a:moveTo>
                    <a:cubicBezTo>
                      <a:pt x="47" y="19"/>
                      <a:pt x="38" y="17"/>
                      <a:pt x="32" y="17"/>
                    </a:cubicBezTo>
                    <a:cubicBezTo>
                      <a:pt x="24" y="17"/>
                      <a:pt x="20" y="19"/>
                      <a:pt x="20" y="23"/>
                    </a:cubicBezTo>
                    <a:cubicBezTo>
                      <a:pt x="20" y="28"/>
                      <a:pt x="26" y="29"/>
                      <a:pt x="29" y="30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47" y="36"/>
                      <a:pt x="52" y="45"/>
                      <a:pt x="52" y="54"/>
                    </a:cubicBezTo>
                    <a:cubicBezTo>
                      <a:pt x="52" y="73"/>
                      <a:pt x="35" y="80"/>
                      <a:pt x="21" y="80"/>
                    </a:cubicBezTo>
                    <a:cubicBezTo>
                      <a:pt x="10" y="80"/>
                      <a:pt x="1" y="78"/>
                      <a:pt x="0" y="77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2" y="60"/>
                      <a:pt x="10" y="63"/>
                      <a:pt x="18" y="63"/>
                    </a:cubicBezTo>
                    <a:cubicBezTo>
                      <a:pt x="28" y="63"/>
                      <a:pt x="32" y="60"/>
                      <a:pt x="32" y="56"/>
                    </a:cubicBezTo>
                    <a:cubicBezTo>
                      <a:pt x="32" y="52"/>
                      <a:pt x="28" y="49"/>
                      <a:pt x="23" y="48"/>
                    </a:cubicBezTo>
                    <a:cubicBezTo>
                      <a:pt x="22" y="48"/>
                      <a:pt x="21" y="47"/>
                      <a:pt x="19" y="47"/>
                    </a:cubicBezTo>
                    <a:cubicBezTo>
                      <a:pt x="9" y="43"/>
                      <a:pt x="0" y="37"/>
                      <a:pt x="0" y="24"/>
                    </a:cubicBezTo>
                    <a:cubicBezTo>
                      <a:pt x="0" y="10"/>
                      <a:pt x="10" y="0"/>
                      <a:pt x="28" y="0"/>
                    </a:cubicBezTo>
                    <a:cubicBezTo>
                      <a:pt x="37" y="0"/>
                      <a:pt x="46" y="3"/>
                      <a:pt x="47" y="3"/>
                    </a:cubicBezTo>
                    <a:lnTo>
                      <a:pt x="47" y="19"/>
                    </a:lnTo>
                    <a:close/>
                  </a:path>
                </a:pathLst>
              </a:custGeom>
              <a:solidFill>
                <a:srgbClr val="B21A1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4" name="Freeform 10">
                <a:extLst>
                  <a:ext uri="{FF2B5EF4-FFF2-40B4-BE49-F238E27FC236}">
                    <a16:creationId xmlns:a16="http://schemas.microsoft.com/office/drawing/2014/main" id="{AA87CC66-EB26-E22B-C0E7-07B9AD68DD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2" y="1586"/>
                <a:ext cx="81" cy="167"/>
              </a:xfrm>
              <a:custGeom>
                <a:avLst/>
                <a:gdLst>
                  <a:gd name="T0" fmla="*/ 345 w 19"/>
                  <a:gd name="T1" fmla="*/ 184 h 39"/>
                  <a:gd name="T2" fmla="*/ 183 w 19"/>
                  <a:gd name="T3" fmla="*/ 0 h 39"/>
                  <a:gd name="T4" fmla="*/ 0 w 19"/>
                  <a:gd name="T5" fmla="*/ 184 h 39"/>
                  <a:gd name="T6" fmla="*/ 0 w 19"/>
                  <a:gd name="T7" fmla="*/ 548 h 39"/>
                  <a:gd name="T8" fmla="*/ 183 w 19"/>
                  <a:gd name="T9" fmla="*/ 715 h 39"/>
                  <a:gd name="T10" fmla="*/ 345 w 19"/>
                  <a:gd name="T11" fmla="*/ 548 h 39"/>
                  <a:gd name="T12" fmla="*/ 345 w 19"/>
                  <a:gd name="T13" fmla="*/ 184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39">
                    <a:moveTo>
                      <a:pt x="19" y="10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5"/>
                      <a:pt x="4" y="39"/>
                      <a:pt x="10" y="39"/>
                    </a:cubicBezTo>
                    <a:cubicBezTo>
                      <a:pt x="15" y="39"/>
                      <a:pt x="19" y="35"/>
                      <a:pt x="19" y="30"/>
                    </a:cubicBezTo>
                    <a:lnTo>
                      <a:pt x="19" y="10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5" name="Freeform 11">
                <a:extLst>
                  <a:ext uri="{FF2B5EF4-FFF2-40B4-BE49-F238E27FC236}">
                    <a16:creationId xmlns:a16="http://schemas.microsoft.com/office/drawing/2014/main" id="{B8E0D9B8-12CE-62D7-A995-3659DCCE9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9" y="1474"/>
                <a:ext cx="81" cy="279"/>
              </a:xfrm>
              <a:custGeom>
                <a:avLst/>
                <a:gdLst>
                  <a:gd name="T0" fmla="*/ 345 w 19"/>
                  <a:gd name="T1" fmla="*/ 167 h 65"/>
                  <a:gd name="T2" fmla="*/ 162 w 19"/>
                  <a:gd name="T3" fmla="*/ 0 h 65"/>
                  <a:gd name="T4" fmla="*/ 0 w 19"/>
                  <a:gd name="T5" fmla="*/ 167 h 65"/>
                  <a:gd name="T6" fmla="*/ 0 w 19"/>
                  <a:gd name="T7" fmla="*/ 1030 h 65"/>
                  <a:gd name="T8" fmla="*/ 162 w 19"/>
                  <a:gd name="T9" fmla="*/ 1198 h 65"/>
                  <a:gd name="T10" fmla="*/ 345 w 19"/>
                  <a:gd name="T11" fmla="*/ 1030 h 65"/>
                  <a:gd name="T12" fmla="*/ 345 w 19"/>
                  <a:gd name="T13" fmla="*/ 167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4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4" y="65"/>
                      <a:pt x="9" y="65"/>
                    </a:cubicBezTo>
                    <a:cubicBezTo>
                      <a:pt x="14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6" name="Freeform 12">
                <a:extLst>
                  <a:ext uri="{FF2B5EF4-FFF2-40B4-BE49-F238E27FC236}">
                    <a16:creationId xmlns:a16="http://schemas.microsoft.com/office/drawing/2014/main" id="{FF3CBEF4-55E1-13A3-4132-6C82CC6FF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2" y="1320"/>
                <a:ext cx="81" cy="514"/>
              </a:xfrm>
              <a:custGeom>
                <a:avLst/>
                <a:gdLst>
                  <a:gd name="T0" fmla="*/ 345 w 19"/>
                  <a:gd name="T1" fmla="*/ 167 h 120"/>
                  <a:gd name="T2" fmla="*/ 183 w 19"/>
                  <a:gd name="T3" fmla="*/ 0 h 120"/>
                  <a:gd name="T4" fmla="*/ 0 w 19"/>
                  <a:gd name="T5" fmla="*/ 167 h 120"/>
                  <a:gd name="T6" fmla="*/ 0 w 19"/>
                  <a:gd name="T7" fmla="*/ 2035 h 120"/>
                  <a:gd name="T8" fmla="*/ 183 w 19"/>
                  <a:gd name="T9" fmla="*/ 2202 h 120"/>
                  <a:gd name="T10" fmla="*/ 345 w 19"/>
                  <a:gd name="T11" fmla="*/ 2035 h 120"/>
                  <a:gd name="T12" fmla="*/ 345 w 19"/>
                  <a:gd name="T13" fmla="*/ 167 h 1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120">
                    <a:moveTo>
                      <a:pt x="19" y="9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9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0" y="116"/>
                      <a:pt x="5" y="120"/>
                      <a:pt x="10" y="120"/>
                    </a:cubicBezTo>
                    <a:cubicBezTo>
                      <a:pt x="15" y="120"/>
                      <a:pt x="19" y="116"/>
                      <a:pt x="19" y="111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7" name="Freeform 13">
                <a:extLst>
                  <a:ext uri="{FF2B5EF4-FFF2-40B4-BE49-F238E27FC236}">
                    <a16:creationId xmlns:a16="http://schemas.microsoft.com/office/drawing/2014/main" id="{8812AC1F-37F8-B729-995B-40352A3AF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9" y="1474"/>
                <a:ext cx="81" cy="279"/>
              </a:xfrm>
              <a:custGeom>
                <a:avLst/>
                <a:gdLst>
                  <a:gd name="T0" fmla="*/ 345 w 19"/>
                  <a:gd name="T1" fmla="*/ 167 h 65"/>
                  <a:gd name="T2" fmla="*/ 162 w 19"/>
                  <a:gd name="T3" fmla="*/ 0 h 65"/>
                  <a:gd name="T4" fmla="*/ 0 w 19"/>
                  <a:gd name="T5" fmla="*/ 167 h 65"/>
                  <a:gd name="T6" fmla="*/ 0 w 19"/>
                  <a:gd name="T7" fmla="*/ 1030 h 65"/>
                  <a:gd name="T8" fmla="*/ 162 w 19"/>
                  <a:gd name="T9" fmla="*/ 1198 h 65"/>
                  <a:gd name="T10" fmla="*/ 345 w 19"/>
                  <a:gd name="T11" fmla="*/ 1030 h 65"/>
                  <a:gd name="T12" fmla="*/ 345 w 19"/>
                  <a:gd name="T13" fmla="*/ 167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4" y="65"/>
                      <a:pt x="9" y="65"/>
                    </a:cubicBezTo>
                    <a:cubicBezTo>
                      <a:pt x="15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8" name="Freeform 14">
                <a:extLst>
                  <a:ext uri="{FF2B5EF4-FFF2-40B4-BE49-F238E27FC236}">
                    <a16:creationId xmlns:a16="http://schemas.microsoft.com/office/drawing/2014/main" id="{63467F88-F6BA-510C-7857-B13638164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1586"/>
                <a:ext cx="86" cy="167"/>
              </a:xfrm>
              <a:custGeom>
                <a:avLst/>
                <a:gdLst>
                  <a:gd name="T0" fmla="*/ 370 w 20"/>
                  <a:gd name="T1" fmla="*/ 184 h 39"/>
                  <a:gd name="T2" fmla="*/ 185 w 20"/>
                  <a:gd name="T3" fmla="*/ 0 h 39"/>
                  <a:gd name="T4" fmla="*/ 0 w 20"/>
                  <a:gd name="T5" fmla="*/ 184 h 39"/>
                  <a:gd name="T6" fmla="*/ 0 w 20"/>
                  <a:gd name="T7" fmla="*/ 548 h 39"/>
                  <a:gd name="T8" fmla="*/ 185 w 20"/>
                  <a:gd name="T9" fmla="*/ 715 h 39"/>
                  <a:gd name="T10" fmla="*/ 370 w 20"/>
                  <a:gd name="T11" fmla="*/ 548 h 39"/>
                  <a:gd name="T12" fmla="*/ 370 w 20"/>
                  <a:gd name="T13" fmla="*/ 184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39">
                    <a:moveTo>
                      <a:pt x="20" y="10"/>
                    </a:moveTo>
                    <a:cubicBezTo>
                      <a:pt x="20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1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5"/>
                      <a:pt x="5" y="39"/>
                      <a:pt x="10" y="39"/>
                    </a:cubicBezTo>
                    <a:cubicBezTo>
                      <a:pt x="15" y="39"/>
                      <a:pt x="20" y="35"/>
                      <a:pt x="20" y="30"/>
                    </a:cubicBezTo>
                    <a:lnTo>
                      <a:pt x="20" y="10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59" name="Freeform 15">
                <a:extLst>
                  <a:ext uri="{FF2B5EF4-FFF2-40B4-BE49-F238E27FC236}">
                    <a16:creationId xmlns:a16="http://schemas.microsoft.com/office/drawing/2014/main" id="{4BA3E9D6-684A-E0E4-4850-63F90B89A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1474"/>
                <a:ext cx="82" cy="279"/>
              </a:xfrm>
              <a:custGeom>
                <a:avLst/>
                <a:gdLst>
                  <a:gd name="T0" fmla="*/ 354 w 19"/>
                  <a:gd name="T1" fmla="*/ 167 h 65"/>
                  <a:gd name="T2" fmla="*/ 186 w 19"/>
                  <a:gd name="T3" fmla="*/ 0 h 65"/>
                  <a:gd name="T4" fmla="*/ 0 w 19"/>
                  <a:gd name="T5" fmla="*/ 167 h 65"/>
                  <a:gd name="T6" fmla="*/ 0 w 19"/>
                  <a:gd name="T7" fmla="*/ 1030 h 65"/>
                  <a:gd name="T8" fmla="*/ 186 w 19"/>
                  <a:gd name="T9" fmla="*/ 1198 h 65"/>
                  <a:gd name="T10" fmla="*/ 354 w 19"/>
                  <a:gd name="T11" fmla="*/ 1030 h 65"/>
                  <a:gd name="T12" fmla="*/ 354 w 19"/>
                  <a:gd name="T13" fmla="*/ 167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4" y="65"/>
                      <a:pt x="10" y="65"/>
                    </a:cubicBezTo>
                    <a:cubicBezTo>
                      <a:pt x="15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60" name="Freeform 16">
                <a:extLst>
                  <a:ext uri="{FF2B5EF4-FFF2-40B4-BE49-F238E27FC236}">
                    <a16:creationId xmlns:a16="http://schemas.microsoft.com/office/drawing/2014/main" id="{07A4EF3A-5B4C-296C-2955-421D1871C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5" y="1320"/>
                <a:ext cx="82" cy="514"/>
              </a:xfrm>
              <a:custGeom>
                <a:avLst/>
                <a:gdLst>
                  <a:gd name="T0" fmla="*/ 354 w 19"/>
                  <a:gd name="T1" fmla="*/ 167 h 120"/>
                  <a:gd name="T2" fmla="*/ 168 w 19"/>
                  <a:gd name="T3" fmla="*/ 0 h 120"/>
                  <a:gd name="T4" fmla="*/ 0 w 19"/>
                  <a:gd name="T5" fmla="*/ 167 h 120"/>
                  <a:gd name="T6" fmla="*/ 0 w 19"/>
                  <a:gd name="T7" fmla="*/ 2035 h 120"/>
                  <a:gd name="T8" fmla="*/ 168 w 19"/>
                  <a:gd name="T9" fmla="*/ 2202 h 120"/>
                  <a:gd name="T10" fmla="*/ 354 w 19"/>
                  <a:gd name="T11" fmla="*/ 2035 h 120"/>
                  <a:gd name="T12" fmla="*/ 354 w 19"/>
                  <a:gd name="T13" fmla="*/ 167 h 1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120">
                    <a:moveTo>
                      <a:pt x="19" y="9"/>
                    </a:move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0" y="116"/>
                      <a:pt x="4" y="120"/>
                      <a:pt x="9" y="120"/>
                    </a:cubicBezTo>
                    <a:cubicBezTo>
                      <a:pt x="15" y="120"/>
                      <a:pt x="19" y="116"/>
                      <a:pt x="19" y="111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61" name="Freeform 17">
                <a:extLst>
                  <a:ext uri="{FF2B5EF4-FFF2-40B4-BE49-F238E27FC236}">
                    <a16:creationId xmlns:a16="http://schemas.microsoft.com/office/drawing/2014/main" id="{CBFB4AB5-8D82-3076-7A7D-B54A94F69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8" y="1474"/>
                <a:ext cx="82" cy="279"/>
              </a:xfrm>
              <a:custGeom>
                <a:avLst/>
                <a:gdLst>
                  <a:gd name="T0" fmla="*/ 354 w 19"/>
                  <a:gd name="T1" fmla="*/ 167 h 65"/>
                  <a:gd name="T2" fmla="*/ 186 w 19"/>
                  <a:gd name="T3" fmla="*/ 0 h 65"/>
                  <a:gd name="T4" fmla="*/ 0 w 19"/>
                  <a:gd name="T5" fmla="*/ 167 h 65"/>
                  <a:gd name="T6" fmla="*/ 0 w 19"/>
                  <a:gd name="T7" fmla="*/ 1030 h 65"/>
                  <a:gd name="T8" fmla="*/ 186 w 19"/>
                  <a:gd name="T9" fmla="*/ 1198 h 65"/>
                  <a:gd name="T10" fmla="*/ 354 w 19"/>
                  <a:gd name="T11" fmla="*/ 1030 h 65"/>
                  <a:gd name="T12" fmla="*/ 354 w 19"/>
                  <a:gd name="T13" fmla="*/ 167 h 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65">
                    <a:moveTo>
                      <a:pt x="19" y="9"/>
                    </a:moveTo>
                    <a:cubicBezTo>
                      <a:pt x="19" y="4"/>
                      <a:pt x="15" y="0"/>
                      <a:pt x="10" y="0"/>
                    </a:cubicBezTo>
                    <a:cubicBezTo>
                      <a:pt x="5" y="0"/>
                      <a:pt x="0" y="4"/>
                      <a:pt x="0" y="9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61"/>
                      <a:pt x="5" y="65"/>
                      <a:pt x="10" y="65"/>
                    </a:cubicBezTo>
                    <a:cubicBezTo>
                      <a:pt x="15" y="65"/>
                      <a:pt x="19" y="61"/>
                      <a:pt x="19" y="56"/>
                    </a:cubicBezTo>
                    <a:lnTo>
                      <a:pt x="19" y="9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62" name="Freeform 18">
                <a:extLst>
                  <a:ext uri="{FF2B5EF4-FFF2-40B4-BE49-F238E27FC236}">
                    <a16:creationId xmlns:a16="http://schemas.microsoft.com/office/drawing/2014/main" id="{529E5084-2789-34DB-D06E-FFB3090B26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5" y="1586"/>
                <a:ext cx="82" cy="167"/>
              </a:xfrm>
              <a:custGeom>
                <a:avLst/>
                <a:gdLst>
                  <a:gd name="T0" fmla="*/ 354 w 19"/>
                  <a:gd name="T1" fmla="*/ 184 h 39"/>
                  <a:gd name="T2" fmla="*/ 168 w 19"/>
                  <a:gd name="T3" fmla="*/ 0 h 39"/>
                  <a:gd name="T4" fmla="*/ 0 w 19"/>
                  <a:gd name="T5" fmla="*/ 184 h 39"/>
                  <a:gd name="T6" fmla="*/ 0 w 19"/>
                  <a:gd name="T7" fmla="*/ 548 h 39"/>
                  <a:gd name="T8" fmla="*/ 168 w 19"/>
                  <a:gd name="T9" fmla="*/ 715 h 39"/>
                  <a:gd name="T10" fmla="*/ 354 w 19"/>
                  <a:gd name="T11" fmla="*/ 548 h 39"/>
                  <a:gd name="T12" fmla="*/ 354 w 19"/>
                  <a:gd name="T13" fmla="*/ 184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39">
                    <a:moveTo>
                      <a:pt x="19" y="10"/>
                    </a:moveTo>
                    <a:cubicBezTo>
                      <a:pt x="19" y="4"/>
                      <a:pt x="15" y="0"/>
                      <a:pt x="9" y="0"/>
                    </a:cubicBezTo>
                    <a:cubicBezTo>
                      <a:pt x="4" y="0"/>
                      <a:pt x="0" y="4"/>
                      <a:pt x="0" y="10"/>
                    </a:cubicBezTo>
                    <a:cubicBezTo>
                      <a:pt x="0" y="30"/>
                      <a:pt x="0" y="30"/>
                      <a:pt x="0" y="30"/>
                    </a:cubicBezTo>
                    <a:cubicBezTo>
                      <a:pt x="0" y="35"/>
                      <a:pt x="4" y="39"/>
                      <a:pt x="9" y="39"/>
                    </a:cubicBezTo>
                    <a:cubicBezTo>
                      <a:pt x="15" y="39"/>
                      <a:pt x="19" y="35"/>
                      <a:pt x="19" y="30"/>
                    </a:cubicBezTo>
                    <a:lnTo>
                      <a:pt x="19" y="10"/>
                    </a:lnTo>
                    <a:close/>
                  </a:path>
                </a:pathLst>
              </a:custGeom>
              <a:solidFill>
                <a:srgbClr val="015F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65651" name="Rectangle 19">
              <a:extLst>
                <a:ext uri="{FF2B5EF4-FFF2-40B4-BE49-F238E27FC236}">
                  <a16:creationId xmlns:a16="http://schemas.microsoft.com/office/drawing/2014/main" id="{71AA10F0-0CD0-474B-A2CC-2EC9F984D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60" cy="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4798AB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1796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124" tIns="41061" rIns="82124" bIns="41061" anchor="ctr"/>
            <a:lstStyle/>
            <a:p>
              <a:pPr algn="ctr">
                <a:lnSpc>
                  <a:spcPct val="90000"/>
                </a:lnSpc>
                <a:defRPr/>
              </a:pPr>
              <a:endParaRPr lang="en-US">
                <a:latin typeface="Arial" charset="0"/>
              </a:endParaRPr>
            </a:p>
          </p:txBody>
        </p:sp>
      </p:grp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1796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2841289AD35FB449AACA9680271A4542" ma:contentTypeVersion="0" ma:contentTypeDescription="צור מסמך חדש." ma:contentTypeScope="" ma:versionID="e8dffde0f361c9b0a5fcf2094e945d3e">
  <xsd:schema xmlns:xsd="http://www.w3.org/2001/XMLSchema" xmlns:p="http://schemas.microsoft.com/office/2006/metadata/properties" targetNamespace="http://schemas.microsoft.com/office/2006/metadata/properties" ma:root="true" ma:fieldsID="a789c29d6512f3178acaa8edc98cd05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 ma:readOnly="true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DEED3AC9-F87F-4078-9724-02D49FD08C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Ciscopresentationwhite.10.3.06</Template>
  <TotalTime>14672</TotalTime>
  <Pages>28</Pages>
  <Words>649</Words>
  <Application>Microsoft Office PowerPoint</Application>
  <PresentationFormat>On-screen Show (4:3)</PresentationFormat>
  <Paragraphs>80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Wingdings</vt:lpstr>
      <vt:lpstr>PPT-TMPLT-WHT_C</vt:lpstr>
      <vt:lpstr>OSI Network Layer</vt:lpstr>
      <vt:lpstr>Objectives</vt:lpstr>
      <vt:lpstr>Network Layer Protocols and Internet Protocol (IP)</vt:lpstr>
      <vt:lpstr>Network Layer Protocols and Internet Protocol (IP)</vt:lpstr>
      <vt:lpstr>Network Layer Protocols and Internet Protocol (IP)</vt:lpstr>
      <vt:lpstr>Network Layer Protocols and Internet Protocol (IP)</vt:lpstr>
      <vt:lpstr>Network Layer Protocols and Internet Protocol (IP)</vt:lpstr>
      <vt:lpstr>Network Layer Protocols and Internet Protocol (IP)</vt:lpstr>
      <vt:lpstr>Network Layer Protocols and Internet Protocol (IP)</vt:lpstr>
      <vt:lpstr>Major Header Fields</vt:lpstr>
      <vt:lpstr>Grouping Devices into Networks and Hierarchical Addressing</vt:lpstr>
      <vt:lpstr>Grouping Devices into Networks and Hierarchical Addressing</vt:lpstr>
      <vt:lpstr>Grouping Devices into Networks and Hierarchical Addressing</vt:lpstr>
      <vt:lpstr>Grouping Devices into Networks and Hierarchical Addressing</vt:lpstr>
      <vt:lpstr>Grouping Devices into Networks and Hierarchical Addressing</vt:lpstr>
      <vt:lpstr>Grouping Devices into Networks and Hierarchical Addressing</vt:lpstr>
      <vt:lpstr>Fundamentals of Routes, Next Hop Addresses and Packet Forwarding</vt:lpstr>
      <vt:lpstr>Fundamentals of Routes, Next Hop Addresses and Packet Forwarding</vt:lpstr>
      <vt:lpstr>Fundamentals of Routes, Next Hop Addresses and Packet Forwarding</vt:lpstr>
      <vt:lpstr>Fundamentals of Routes, Next Hop Addresses and Packet Forwarding</vt:lpstr>
      <vt:lpstr>Fundamentals of Routes, Next Hop Addresses and Packet Forwarding</vt:lpstr>
      <vt:lpstr>Fundamentals of Routes, Next Hop Addresses and Packet Forwarding</vt:lpstr>
      <vt:lpstr>Fundamentals of Routes, Next Hop Addresses and Packet Forwarding</vt:lpstr>
      <vt:lpstr>Fundamentals of Routes, Next Hop Addresses and Packet Forwarding</vt:lpstr>
      <vt:lpstr>Fundamentals of Routes, Next Hop Addresses and Packet Forwarding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OSI Network Layer</dc:title>
  <dc:subject/>
  <dc:creator>Microsoft Office User</dc:creator>
  <cp:keywords/>
  <dc:description/>
  <cp:lastModifiedBy>Saqib Bedar</cp:lastModifiedBy>
  <cp:revision>19</cp:revision>
  <cp:lastPrinted>1999-01-27T00:54:54Z</cp:lastPrinted>
  <dcterms:created xsi:type="dcterms:W3CDTF">2018-03-11T14:54:41Z</dcterms:created>
  <dcterms:modified xsi:type="dcterms:W3CDTF">2026-04-28T06:06:39Z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Jenita Bangloy">
    <vt:lpwstr>12.21.01 - Copyright date changed to 2002</vt:lpwstr>
  </property>
  <property fmtid="{D5CDD505-2E9C-101B-9397-08002B2CF9AE}" pid="3" name="Jenita ">
    <vt:lpwstr>12.21.01 - Line tool now defaults to 3 points size and black color. Previous version created white line which is not visible</vt:lpwstr>
  </property>
  <property fmtid="{D5CDD505-2E9C-101B-9397-08002B2CF9AE}" pid="4" name="JBangloy">
    <vt:lpwstr>12.21.01 - All remaining Helvetica changed to Arial</vt:lpwstr>
  </property>
</Properties>
</file>