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2" r:id="rId1"/>
  </p:sldMasterIdLst>
  <p:notesMasterIdLst>
    <p:notesMasterId r:id="rId60"/>
  </p:notesMasterIdLst>
  <p:handoutMasterIdLst>
    <p:handoutMasterId r:id="rId61"/>
  </p:handoutMasterIdLst>
  <p:sldIdLst>
    <p:sldId id="386" r:id="rId2"/>
    <p:sldId id="414" r:id="rId3"/>
    <p:sldId id="436" r:id="rId4"/>
    <p:sldId id="456" r:id="rId5"/>
    <p:sldId id="459" r:id="rId6"/>
    <p:sldId id="451" r:id="rId7"/>
    <p:sldId id="483" r:id="rId8"/>
    <p:sldId id="460" r:id="rId9"/>
    <p:sldId id="464" r:id="rId10"/>
    <p:sldId id="461" r:id="rId11"/>
    <p:sldId id="488" r:id="rId12"/>
    <p:sldId id="465" r:id="rId13"/>
    <p:sldId id="487" r:id="rId14"/>
    <p:sldId id="485" r:id="rId15"/>
    <p:sldId id="486" r:id="rId16"/>
    <p:sldId id="462" r:id="rId17"/>
    <p:sldId id="489" r:id="rId18"/>
    <p:sldId id="490" r:id="rId19"/>
    <p:sldId id="491" r:id="rId20"/>
    <p:sldId id="492" r:id="rId21"/>
    <p:sldId id="452" r:id="rId22"/>
    <p:sldId id="493" r:id="rId23"/>
    <p:sldId id="469" r:id="rId24"/>
    <p:sldId id="468" r:id="rId25"/>
    <p:sldId id="467" r:id="rId26"/>
    <p:sldId id="466" r:id="rId27"/>
    <p:sldId id="494" r:id="rId28"/>
    <p:sldId id="512" r:id="rId29"/>
    <p:sldId id="470" r:id="rId30"/>
    <p:sldId id="495" r:id="rId31"/>
    <p:sldId id="453" r:id="rId32"/>
    <p:sldId id="471" r:id="rId33"/>
    <p:sldId id="472" r:id="rId34"/>
    <p:sldId id="499" r:id="rId35"/>
    <p:sldId id="500" r:id="rId36"/>
    <p:sldId id="501" r:id="rId37"/>
    <p:sldId id="502" r:id="rId38"/>
    <p:sldId id="503" r:id="rId39"/>
    <p:sldId id="504" r:id="rId40"/>
    <p:sldId id="506" r:id="rId41"/>
    <p:sldId id="507" r:id="rId42"/>
    <p:sldId id="508" r:id="rId43"/>
    <p:sldId id="509" r:id="rId44"/>
    <p:sldId id="514" r:id="rId45"/>
    <p:sldId id="515" r:id="rId46"/>
    <p:sldId id="516" r:id="rId47"/>
    <p:sldId id="510" r:id="rId48"/>
    <p:sldId id="476" r:id="rId49"/>
    <p:sldId id="475" r:id="rId50"/>
    <p:sldId id="474" r:id="rId51"/>
    <p:sldId id="511" r:id="rId52"/>
    <p:sldId id="455" r:id="rId53"/>
    <p:sldId id="482" r:id="rId54"/>
    <p:sldId id="481" r:id="rId55"/>
    <p:sldId id="480" r:id="rId56"/>
    <p:sldId id="479" r:id="rId57"/>
    <p:sldId id="513" r:id="rId58"/>
    <p:sldId id="413" r:id="rId59"/>
  </p:sldIdLst>
  <p:sldSz cx="9144000" cy="6858000" type="screen4x3"/>
  <p:notesSz cx="6854825" cy="9083675"/>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736">
          <p15:clr>
            <a:srgbClr val="A4A3A4"/>
          </p15:clr>
        </p15:guide>
        <p15:guide id="2" orient="horz" pos="864">
          <p15:clr>
            <a:srgbClr val="A4A3A4"/>
          </p15:clr>
        </p15:guide>
        <p15:guide id="3" pos="2880">
          <p15:clr>
            <a:srgbClr val="A4A3A4"/>
          </p15:clr>
        </p15:guide>
      </p15:sldGuideLst>
    </p:ext>
    <p:ext uri="{2D200454-40CA-4A62-9FC3-DE9A4176ACB9}">
      <p15:notesGuideLst xmlns:p15="http://schemas.microsoft.com/office/powerpoint/2012/main">
        <p15:guide id="1" orient="horz" pos="2861">
          <p15:clr>
            <a:srgbClr val="A4A3A4"/>
          </p15:clr>
        </p15:guide>
        <p15:guide id="2" pos="215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autoAdjust="0"/>
    <p:restoredTop sz="94231" autoAdjust="0"/>
  </p:normalViewPr>
  <p:slideViewPr>
    <p:cSldViewPr snapToGrid="0">
      <p:cViewPr varScale="1">
        <p:scale>
          <a:sx n="117" d="100"/>
          <a:sy n="117" d="100"/>
        </p:scale>
        <p:origin x="1434" y="84"/>
      </p:cViewPr>
      <p:guideLst>
        <p:guide orient="horz" pos="2736"/>
        <p:guide orient="horz" pos="864"/>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75" d="100"/>
        <a:sy n="75" d="100"/>
      </p:scale>
      <p:origin x="0" y="0"/>
    </p:cViewPr>
  </p:sorterViewPr>
  <p:notesViewPr>
    <p:cSldViewPr snapToGrid="0">
      <p:cViewPr varScale="1">
        <p:scale>
          <a:sx n="75" d="100"/>
          <a:sy n="75" d="100"/>
        </p:scale>
        <p:origin x="-2909" y="-86"/>
      </p:cViewPr>
      <p:guideLst>
        <p:guide orient="horz" pos="2861"/>
        <p:guide pos="2159"/>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4">
            <a:extLst>
              <a:ext uri="{FF2B5EF4-FFF2-40B4-BE49-F238E27FC236}">
                <a16:creationId xmlns:a16="http://schemas.microsoft.com/office/drawing/2014/main" id="{20BD86B6-2824-9746-B1BF-3B21F05FDCE9}"/>
              </a:ext>
            </a:extLst>
          </p:cNvPr>
          <p:cNvSpPr>
            <a:spLocks noChangeArrowheads="1"/>
          </p:cNvSpPr>
          <p:nvPr/>
        </p:nvSpPr>
        <p:spPr bwMode="auto">
          <a:xfrm>
            <a:off x="55563" y="8764588"/>
            <a:ext cx="67103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849" tIns="49756" rIns="94849" bIns="49756">
            <a:spAutoFit/>
          </a:bodyPr>
          <a:lstStyle>
            <a:lvl1pPr defTabSz="606425">
              <a:tabLst>
                <a:tab pos="2366963" algn="l"/>
                <a:tab pos="4789488" algn="l"/>
              </a:tabLst>
              <a:defRPr sz="2400">
                <a:solidFill>
                  <a:schemeClr val="tx1"/>
                </a:solidFill>
                <a:latin typeface="Arial" charset="0"/>
              </a:defRPr>
            </a:lvl1pPr>
            <a:lvl2pPr marL="742950" indent="-285750" defTabSz="606425">
              <a:tabLst>
                <a:tab pos="2366963" algn="l"/>
                <a:tab pos="4789488" algn="l"/>
              </a:tabLst>
              <a:defRPr sz="2400">
                <a:solidFill>
                  <a:schemeClr val="tx1"/>
                </a:solidFill>
                <a:latin typeface="Arial" charset="0"/>
              </a:defRPr>
            </a:lvl2pPr>
            <a:lvl3pPr marL="1143000" indent="-228600" defTabSz="606425">
              <a:tabLst>
                <a:tab pos="2366963" algn="l"/>
                <a:tab pos="4789488" algn="l"/>
              </a:tabLst>
              <a:defRPr sz="2400">
                <a:solidFill>
                  <a:schemeClr val="tx1"/>
                </a:solidFill>
                <a:latin typeface="Arial" charset="0"/>
              </a:defRPr>
            </a:lvl3pPr>
            <a:lvl4pPr marL="1600200" indent="-228600" defTabSz="606425">
              <a:tabLst>
                <a:tab pos="2366963" algn="l"/>
                <a:tab pos="4789488" algn="l"/>
              </a:tabLst>
              <a:defRPr sz="2400">
                <a:solidFill>
                  <a:schemeClr val="tx1"/>
                </a:solidFill>
                <a:latin typeface="Arial" charset="0"/>
              </a:defRPr>
            </a:lvl4pPr>
            <a:lvl5pPr marL="2057400" indent="-228600" defTabSz="606425">
              <a:tabLst>
                <a:tab pos="2366963" algn="l"/>
                <a:tab pos="4789488" algn="l"/>
              </a:tabLst>
              <a:defRPr sz="2400">
                <a:solidFill>
                  <a:schemeClr val="tx1"/>
                </a:solidFill>
                <a:latin typeface="Arial" charset="0"/>
              </a:defRPr>
            </a:lvl5pPr>
            <a:lvl6pPr marL="2514600" indent="-228600" algn="ctr" defTabSz="606425" eaLnBrk="0" fontAlgn="base" hangingPunct="0">
              <a:lnSpc>
                <a:spcPct val="90000"/>
              </a:lnSpc>
              <a:spcBef>
                <a:spcPct val="0"/>
              </a:spcBef>
              <a:spcAft>
                <a:spcPct val="0"/>
              </a:spcAft>
              <a:tabLst>
                <a:tab pos="2366963" algn="l"/>
                <a:tab pos="4789488" algn="l"/>
              </a:tabLst>
              <a:defRPr sz="2400">
                <a:solidFill>
                  <a:schemeClr val="tx1"/>
                </a:solidFill>
                <a:latin typeface="Arial" charset="0"/>
              </a:defRPr>
            </a:lvl6pPr>
            <a:lvl7pPr marL="2971800" indent="-228600" algn="ctr" defTabSz="606425" eaLnBrk="0" fontAlgn="base" hangingPunct="0">
              <a:lnSpc>
                <a:spcPct val="90000"/>
              </a:lnSpc>
              <a:spcBef>
                <a:spcPct val="0"/>
              </a:spcBef>
              <a:spcAft>
                <a:spcPct val="0"/>
              </a:spcAft>
              <a:tabLst>
                <a:tab pos="2366963" algn="l"/>
                <a:tab pos="4789488" algn="l"/>
              </a:tabLst>
              <a:defRPr sz="2400">
                <a:solidFill>
                  <a:schemeClr val="tx1"/>
                </a:solidFill>
                <a:latin typeface="Arial" charset="0"/>
              </a:defRPr>
            </a:lvl7pPr>
            <a:lvl8pPr marL="3429000" indent="-228600" algn="ctr" defTabSz="606425" eaLnBrk="0" fontAlgn="base" hangingPunct="0">
              <a:lnSpc>
                <a:spcPct val="90000"/>
              </a:lnSpc>
              <a:spcBef>
                <a:spcPct val="0"/>
              </a:spcBef>
              <a:spcAft>
                <a:spcPct val="0"/>
              </a:spcAft>
              <a:tabLst>
                <a:tab pos="2366963" algn="l"/>
                <a:tab pos="4789488" algn="l"/>
              </a:tabLst>
              <a:defRPr sz="2400">
                <a:solidFill>
                  <a:schemeClr val="tx1"/>
                </a:solidFill>
                <a:latin typeface="Arial" charset="0"/>
              </a:defRPr>
            </a:lvl8pPr>
            <a:lvl9pPr marL="3886200" indent="-228600" algn="ctr" defTabSz="606425" eaLnBrk="0" fontAlgn="base" hangingPunct="0">
              <a:lnSpc>
                <a:spcPct val="90000"/>
              </a:lnSpc>
              <a:spcBef>
                <a:spcPct val="0"/>
              </a:spcBef>
              <a:spcAft>
                <a:spcPct val="0"/>
              </a:spcAft>
              <a:tabLst>
                <a:tab pos="2366963" algn="l"/>
                <a:tab pos="4789488" algn="l"/>
              </a:tabLst>
              <a:defRPr sz="2400">
                <a:solidFill>
                  <a:schemeClr val="tx1"/>
                </a:solidFill>
                <a:latin typeface="Arial" charset="0"/>
              </a:defRPr>
            </a:lvl9pPr>
          </a:lstStyle>
          <a:p>
            <a:pPr>
              <a:defRPr/>
            </a:pPr>
            <a:r>
              <a:rPr lang="en-US" altLang="en-US" sz="800" b="1"/>
              <a:t>Copyright © 2001, Cisco Systems, Inc. All rights reserved. Printed in USA.</a:t>
            </a:r>
            <a:br>
              <a:rPr lang="en-US" altLang="en-US" sz="800" b="1"/>
            </a:br>
            <a:r>
              <a:rPr lang="en-US" altLang="en-US" sz="800" b="1"/>
              <a:t>Presentation_ID.scr</a:t>
            </a:r>
          </a:p>
        </p:txBody>
      </p:sp>
      <p:sp>
        <p:nvSpPr>
          <p:cNvPr id="4099" name="Line 5">
            <a:extLst>
              <a:ext uri="{FF2B5EF4-FFF2-40B4-BE49-F238E27FC236}">
                <a16:creationId xmlns:a16="http://schemas.microsoft.com/office/drawing/2014/main" id="{535E2B29-2FDC-22F2-02FB-B7C71C932F90}"/>
              </a:ext>
            </a:extLst>
          </p:cNvPr>
          <p:cNvSpPr>
            <a:spLocks noChangeShapeType="1"/>
          </p:cNvSpPr>
          <p:nvPr/>
        </p:nvSpPr>
        <p:spPr bwMode="auto">
          <a:xfrm>
            <a:off x="150813" y="8778875"/>
            <a:ext cx="65516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8">
            <a:extLst>
              <a:ext uri="{FF2B5EF4-FFF2-40B4-BE49-F238E27FC236}">
                <a16:creationId xmlns:a16="http://schemas.microsoft.com/office/drawing/2014/main" id="{A26845CA-4480-164C-8784-099AF18208DB}"/>
              </a:ext>
            </a:extLst>
          </p:cNvPr>
          <p:cNvSpPr>
            <a:spLocks noChangeArrowheads="1"/>
          </p:cNvSpPr>
          <p:nvPr/>
        </p:nvSpPr>
        <p:spPr bwMode="auto">
          <a:xfrm>
            <a:off x="6111875" y="8410575"/>
            <a:ext cx="439738" cy="20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algn="ctr" eaLnBrk="0" fontAlgn="base" hangingPunct="0">
              <a:lnSpc>
                <a:spcPct val="90000"/>
              </a:lnSpc>
              <a:spcBef>
                <a:spcPct val="0"/>
              </a:spcBef>
              <a:spcAft>
                <a:spcPct val="0"/>
              </a:spcAft>
              <a:defRPr sz="2400">
                <a:solidFill>
                  <a:schemeClr val="tx1"/>
                </a:solidFill>
                <a:latin typeface="Arial" charset="0"/>
              </a:defRPr>
            </a:lvl6pPr>
            <a:lvl7pPr marL="2971800" indent="-228600" algn="ctr" eaLnBrk="0" fontAlgn="base" hangingPunct="0">
              <a:lnSpc>
                <a:spcPct val="90000"/>
              </a:lnSpc>
              <a:spcBef>
                <a:spcPct val="0"/>
              </a:spcBef>
              <a:spcAft>
                <a:spcPct val="0"/>
              </a:spcAft>
              <a:defRPr sz="2400">
                <a:solidFill>
                  <a:schemeClr val="tx1"/>
                </a:solidFill>
                <a:latin typeface="Arial" charset="0"/>
              </a:defRPr>
            </a:lvl7pPr>
            <a:lvl8pPr marL="3429000" indent="-228600" algn="ctr" eaLnBrk="0" fontAlgn="base" hangingPunct="0">
              <a:lnSpc>
                <a:spcPct val="90000"/>
              </a:lnSpc>
              <a:spcBef>
                <a:spcPct val="0"/>
              </a:spcBef>
              <a:spcAft>
                <a:spcPct val="0"/>
              </a:spcAft>
              <a:defRPr sz="2400">
                <a:solidFill>
                  <a:schemeClr val="tx1"/>
                </a:solidFill>
                <a:latin typeface="Arial" charset="0"/>
              </a:defRPr>
            </a:lvl8pPr>
            <a:lvl9pPr marL="3886200" indent="-228600" algn="ctr" eaLnBrk="0" fontAlgn="base" hangingPunct="0">
              <a:lnSpc>
                <a:spcPct val="90000"/>
              </a:lnSpc>
              <a:spcBef>
                <a:spcPct val="0"/>
              </a:spcBef>
              <a:spcAft>
                <a:spcPct val="0"/>
              </a:spcAft>
              <a:defRPr sz="2400">
                <a:solidFill>
                  <a:schemeClr val="tx1"/>
                </a:solidFill>
                <a:latin typeface="Arial" charset="0"/>
              </a:defRPr>
            </a:lvl9pPr>
          </a:lstStyle>
          <a:p>
            <a:pPr algn="ctr">
              <a:lnSpc>
                <a:spcPct val="90000"/>
              </a:lnSpc>
              <a:defRPr/>
            </a:pPr>
            <a:endParaRPr lang="en-US" altLang="en-US"/>
          </a:p>
        </p:txBody>
      </p:sp>
      <p:sp>
        <p:nvSpPr>
          <p:cNvPr id="68611" name="Rectangle 9">
            <a:extLst>
              <a:ext uri="{FF2B5EF4-FFF2-40B4-BE49-F238E27FC236}">
                <a16:creationId xmlns:a16="http://schemas.microsoft.com/office/drawing/2014/main" id="{D42A06E8-6F57-A842-A996-14820E74456C}"/>
              </a:ext>
            </a:extLst>
          </p:cNvPr>
          <p:cNvSpPr>
            <a:spLocks noChangeArrowheads="1"/>
          </p:cNvSpPr>
          <p:nvPr/>
        </p:nvSpPr>
        <p:spPr bwMode="auto">
          <a:xfrm>
            <a:off x="55563" y="8585200"/>
            <a:ext cx="256222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435" tIns="49014" rIns="93435" bIns="49014">
            <a:spAutoFit/>
          </a:bodyPr>
          <a:lstStyle>
            <a:lvl1pPr defTabSz="596900">
              <a:tabLst>
                <a:tab pos="2332038" algn="l"/>
                <a:tab pos="4718050" algn="l"/>
              </a:tabLst>
              <a:defRPr sz="2400">
                <a:solidFill>
                  <a:schemeClr val="tx1"/>
                </a:solidFill>
                <a:latin typeface="Arial" charset="0"/>
              </a:defRPr>
            </a:lvl1pPr>
            <a:lvl2pPr marL="742950" indent="-285750" defTabSz="596900">
              <a:tabLst>
                <a:tab pos="2332038" algn="l"/>
                <a:tab pos="4718050" algn="l"/>
              </a:tabLst>
              <a:defRPr sz="2400">
                <a:solidFill>
                  <a:schemeClr val="tx1"/>
                </a:solidFill>
                <a:latin typeface="Arial" charset="0"/>
              </a:defRPr>
            </a:lvl2pPr>
            <a:lvl3pPr marL="1143000" indent="-228600" defTabSz="596900">
              <a:tabLst>
                <a:tab pos="2332038" algn="l"/>
                <a:tab pos="4718050" algn="l"/>
              </a:tabLst>
              <a:defRPr sz="2400">
                <a:solidFill>
                  <a:schemeClr val="tx1"/>
                </a:solidFill>
                <a:latin typeface="Arial" charset="0"/>
              </a:defRPr>
            </a:lvl3pPr>
            <a:lvl4pPr marL="1600200" indent="-228600" defTabSz="596900">
              <a:tabLst>
                <a:tab pos="2332038" algn="l"/>
                <a:tab pos="4718050" algn="l"/>
              </a:tabLst>
              <a:defRPr sz="2400">
                <a:solidFill>
                  <a:schemeClr val="tx1"/>
                </a:solidFill>
                <a:latin typeface="Arial" charset="0"/>
              </a:defRPr>
            </a:lvl4pPr>
            <a:lvl5pPr marL="2057400" indent="-228600" defTabSz="596900">
              <a:tabLst>
                <a:tab pos="2332038" algn="l"/>
                <a:tab pos="4718050" algn="l"/>
              </a:tabLst>
              <a:defRPr sz="2400">
                <a:solidFill>
                  <a:schemeClr val="tx1"/>
                </a:solidFill>
                <a:latin typeface="Arial" charset="0"/>
              </a:defRPr>
            </a:lvl5pPr>
            <a:lvl6pPr marL="2514600" indent="-228600" algn="ctr" defTabSz="596900" eaLnBrk="0" fontAlgn="base" hangingPunct="0">
              <a:lnSpc>
                <a:spcPct val="90000"/>
              </a:lnSpc>
              <a:spcBef>
                <a:spcPct val="0"/>
              </a:spcBef>
              <a:spcAft>
                <a:spcPct val="0"/>
              </a:spcAft>
              <a:tabLst>
                <a:tab pos="2332038" algn="l"/>
                <a:tab pos="4718050" algn="l"/>
              </a:tabLst>
              <a:defRPr sz="2400">
                <a:solidFill>
                  <a:schemeClr val="tx1"/>
                </a:solidFill>
                <a:latin typeface="Arial" charset="0"/>
              </a:defRPr>
            </a:lvl6pPr>
            <a:lvl7pPr marL="2971800" indent="-228600" algn="ctr" defTabSz="596900" eaLnBrk="0" fontAlgn="base" hangingPunct="0">
              <a:lnSpc>
                <a:spcPct val="90000"/>
              </a:lnSpc>
              <a:spcBef>
                <a:spcPct val="0"/>
              </a:spcBef>
              <a:spcAft>
                <a:spcPct val="0"/>
              </a:spcAft>
              <a:tabLst>
                <a:tab pos="2332038" algn="l"/>
                <a:tab pos="4718050" algn="l"/>
              </a:tabLst>
              <a:defRPr sz="2400">
                <a:solidFill>
                  <a:schemeClr val="tx1"/>
                </a:solidFill>
                <a:latin typeface="Arial" charset="0"/>
              </a:defRPr>
            </a:lvl7pPr>
            <a:lvl8pPr marL="3429000" indent="-228600" algn="ctr" defTabSz="596900" eaLnBrk="0" fontAlgn="base" hangingPunct="0">
              <a:lnSpc>
                <a:spcPct val="90000"/>
              </a:lnSpc>
              <a:spcBef>
                <a:spcPct val="0"/>
              </a:spcBef>
              <a:spcAft>
                <a:spcPct val="0"/>
              </a:spcAft>
              <a:tabLst>
                <a:tab pos="2332038" algn="l"/>
                <a:tab pos="4718050" algn="l"/>
              </a:tabLst>
              <a:defRPr sz="2400">
                <a:solidFill>
                  <a:schemeClr val="tx1"/>
                </a:solidFill>
                <a:latin typeface="Arial" charset="0"/>
              </a:defRPr>
            </a:lvl8pPr>
            <a:lvl9pPr marL="3886200" indent="-228600" algn="ctr" defTabSz="596900" eaLnBrk="0" fontAlgn="base" hangingPunct="0">
              <a:lnSpc>
                <a:spcPct val="90000"/>
              </a:lnSpc>
              <a:spcBef>
                <a:spcPct val="0"/>
              </a:spcBef>
              <a:spcAft>
                <a:spcPct val="0"/>
              </a:spcAft>
              <a:tabLst>
                <a:tab pos="2332038" algn="l"/>
                <a:tab pos="4718050" algn="l"/>
              </a:tabLst>
              <a:defRPr sz="2400">
                <a:solidFill>
                  <a:schemeClr val="tx1"/>
                </a:solidFill>
                <a:latin typeface="Arial" charset="0"/>
              </a:defRPr>
            </a:lvl9pPr>
          </a:lstStyle>
          <a:p>
            <a:pPr>
              <a:defRPr/>
            </a:pPr>
            <a:r>
              <a:rPr lang="en-US" altLang="en-US" sz="800" b="1"/>
              <a:t>© 2001, Cisco Systems, Inc. All rights reserved.</a:t>
            </a:r>
          </a:p>
          <a:p>
            <a:pPr>
              <a:defRPr/>
            </a:pPr>
            <a:r>
              <a:rPr lang="en-US" altLang="en-US" sz="800" b="1"/>
              <a:t>&lt;Title of Course (ACRO) vX.X&gt;</a:t>
            </a:r>
          </a:p>
        </p:txBody>
      </p:sp>
      <p:sp>
        <p:nvSpPr>
          <p:cNvPr id="3076" name="Line 10">
            <a:extLst>
              <a:ext uri="{FF2B5EF4-FFF2-40B4-BE49-F238E27FC236}">
                <a16:creationId xmlns:a16="http://schemas.microsoft.com/office/drawing/2014/main" id="{FD329EE5-CFDD-20E5-F2C4-CA7D234A5530}"/>
              </a:ext>
            </a:extLst>
          </p:cNvPr>
          <p:cNvSpPr>
            <a:spLocks noChangeShapeType="1"/>
          </p:cNvSpPr>
          <p:nvPr/>
        </p:nvSpPr>
        <p:spPr bwMode="auto">
          <a:xfrm>
            <a:off x="149225" y="8599488"/>
            <a:ext cx="65039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83307" name="Rectangle 11">
            <a:extLst>
              <a:ext uri="{FF2B5EF4-FFF2-40B4-BE49-F238E27FC236}">
                <a16:creationId xmlns:a16="http://schemas.microsoft.com/office/drawing/2014/main" id="{FC8D7500-708A-6545-874C-C112BF3B5D0E}"/>
              </a:ext>
            </a:extLst>
          </p:cNvPr>
          <p:cNvSpPr>
            <a:spLocks noGrp="1" noChangeArrowheads="1"/>
          </p:cNvSpPr>
          <p:nvPr>
            <p:ph type="sldNum" sz="quarter" idx="5"/>
          </p:nvPr>
        </p:nvSpPr>
        <p:spPr bwMode="auto">
          <a:xfrm>
            <a:off x="5797550" y="8480425"/>
            <a:ext cx="795338" cy="282575"/>
          </a:xfrm>
          <a:prstGeom prst="rect">
            <a:avLst/>
          </a:prstGeom>
          <a:noFill/>
          <a:ln w="9525">
            <a:noFill/>
            <a:miter lim="800000"/>
            <a:headEnd/>
            <a:tailEnd/>
          </a:ln>
          <a:effectLst/>
        </p:spPr>
        <p:txBody>
          <a:bodyPr vert="horz" wrap="square" lIns="18380" tIns="0" rIns="18380" bIns="0" numCol="1" anchor="b" anchorCtr="0" compatLnSpc="1">
            <a:prstTxWarp prst="textNoShape">
              <a:avLst/>
            </a:prstTxWarp>
          </a:bodyPr>
          <a:lstStyle>
            <a:lvl1pPr algn="r" defTabSz="881063">
              <a:defRPr sz="800"/>
            </a:lvl1pPr>
          </a:lstStyle>
          <a:p>
            <a:fld id="{D6808ADD-A8F8-4286-B965-D66A1FEF3F96}" type="slidenum">
              <a:rPr lang="en-US" altLang="en-US"/>
              <a:pPr/>
              <a:t>‹#›</a:t>
            </a:fld>
            <a:endParaRPr lang="en-US" altLang="en-US"/>
          </a:p>
        </p:txBody>
      </p:sp>
      <p:sp>
        <p:nvSpPr>
          <p:cNvPr id="3078" name="Rectangle 12">
            <a:extLst>
              <a:ext uri="{FF2B5EF4-FFF2-40B4-BE49-F238E27FC236}">
                <a16:creationId xmlns:a16="http://schemas.microsoft.com/office/drawing/2014/main" id="{B31D4051-5AD1-0105-61EE-D56EDDC0977D}"/>
              </a:ext>
            </a:extLst>
          </p:cNvPr>
          <p:cNvSpPr>
            <a:spLocks noChangeAspect="1" noChangeArrowheads="1" noTextEdit="1"/>
          </p:cNvSpPr>
          <p:nvPr>
            <p:ph type="sldImg" idx="2"/>
          </p:nvPr>
        </p:nvSpPr>
        <p:spPr bwMode="auto">
          <a:xfrm>
            <a:off x="855663" y="239713"/>
            <a:ext cx="5200650" cy="3900487"/>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183309" name="Rectangle 13">
            <a:extLst>
              <a:ext uri="{FF2B5EF4-FFF2-40B4-BE49-F238E27FC236}">
                <a16:creationId xmlns:a16="http://schemas.microsoft.com/office/drawing/2014/main" id="{3FF79B6B-9C18-1849-B31B-F40F148F8C6E}"/>
              </a:ext>
            </a:extLst>
          </p:cNvPr>
          <p:cNvSpPr>
            <a:spLocks noGrp="1" noChangeArrowheads="1"/>
          </p:cNvSpPr>
          <p:nvPr>
            <p:ph type="body" sz="quarter" idx="3"/>
          </p:nvPr>
        </p:nvSpPr>
        <p:spPr bwMode="auto">
          <a:xfrm>
            <a:off x="395288" y="4278313"/>
            <a:ext cx="5986462" cy="4154487"/>
          </a:xfrm>
          <a:prstGeom prst="rect">
            <a:avLst/>
          </a:prstGeom>
          <a:noFill/>
          <a:ln w="9525">
            <a:noFill/>
            <a:miter lim="800000"/>
            <a:headEnd/>
            <a:tailEnd/>
          </a:ln>
          <a:effectLst/>
        </p:spPr>
        <p:txBody>
          <a:bodyPr vert="horz" wrap="square" lIns="93435" tIns="49014" rIns="93435" bIns="49014"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 bg1="lt1" tx1="dk1" bg2="lt2" tx2="dk2" accent1="accent1" accent2="accent2" accent3="accent3" accent4="accent4" accent5="accent5" accent6="accent6" hlink="hlink" folHlink="folHlink"/>
  <p:notesStyle>
    <a:lvl1pPr marL="112713" indent="-112713"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1pPr>
    <a:lvl2pPr marL="482600" indent="-120650"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2pPr>
    <a:lvl3pPr marL="966788"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3pPr>
    <a:lvl4pPr marL="1449388"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4pPr>
    <a:lvl5pPr marL="1931988" algn="l" defTabSz="1020763" rtl="0" eaLnBrk="0" fontAlgn="base" hangingPunct="0">
      <a:lnSpc>
        <a:spcPct val="90000"/>
      </a:lnSpc>
      <a:spcBef>
        <a:spcPct val="40000"/>
      </a:spcBef>
      <a:spcAft>
        <a:spcPct val="0"/>
      </a:spcAft>
      <a:buSzPct val="100000"/>
      <a:buChar char="•"/>
      <a:defRPr sz="14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1">
            <a:extLst>
              <a:ext uri="{FF2B5EF4-FFF2-40B4-BE49-F238E27FC236}">
                <a16:creationId xmlns:a16="http://schemas.microsoft.com/office/drawing/2014/main" id="{FA2D797E-50F9-7394-D8B9-897B4DBD2A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25BC4CCA-A328-455F-A5E1-F12AA25220B9}" type="slidenum">
              <a:rPr lang="en-US" altLang="en-US" sz="800"/>
              <a:pPr>
                <a:lnSpc>
                  <a:spcPct val="100000"/>
                </a:lnSpc>
                <a:spcBef>
                  <a:spcPct val="0"/>
                </a:spcBef>
                <a:buSzTx/>
                <a:buFontTx/>
                <a:buNone/>
              </a:pPr>
              <a:t>1</a:t>
            </a:fld>
            <a:endParaRPr lang="en-US" altLang="en-US" sz="800"/>
          </a:p>
        </p:txBody>
      </p:sp>
      <p:sp>
        <p:nvSpPr>
          <p:cNvPr id="6146" name="Rectangle 2">
            <a:extLst>
              <a:ext uri="{FF2B5EF4-FFF2-40B4-BE49-F238E27FC236}">
                <a16:creationId xmlns:a16="http://schemas.microsoft.com/office/drawing/2014/main" id="{6AD669C7-C9DF-3F88-4943-A76059BEA858}"/>
              </a:ext>
            </a:extLst>
          </p:cNvPr>
          <p:cNvSpPr>
            <a:spLocks noChangeAspect="1" noChangeArrowheads="1" noTextEdit="1"/>
          </p:cNvSpPr>
          <p:nvPr>
            <p:ph type="sldImg"/>
          </p:nvPr>
        </p:nvSpPr>
        <p:spPr>
          <a:xfrm>
            <a:off x="858838" y="239713"/>
            <a:ext cx="5199062" cy="3898900"/>
          </a:xfrm>
          <a:ln/>
        </p:spPr>
      </p:sp>
      <p:sp>
        <p:nvSpPr>
          <p:cNvPr id="6147" name="Rectangle 3">
            <a:extLst>
              <a:ext uri="{FF2B5EF4-FFF2-40B4-BE49-F238E27FC236}">
                <a16:creationId xmlns:a16="http://schemas.microsoft.com/office/drawing/2014/main" id="{14AA60B1-4A44-4820-5046-737093936002}"/>
              </a:ext>
            </a:extLst>
          </p:cNvPr>
          <p:cNvSpPr>
            <a:spLocks noGrp="1" noChangeArrowheads="1"/>
          </p:cNvSpPr>
          <p:nvPr>
            <p:ph type="body" idx="1"/>
          </p:nvPr>
        </p:nvSpPr>
        <p:spPr>
          <a:xfrm>
            <a:off x="396875" y="4278313"/>
            <a:ext cx="598487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1">
            <a:extLst>
              <a:ext uri="{FF2B5EF4-FFF2-40B4-BE49-F238E27FC236}">
                <a16:creationId xmlns:a16="http://schemas.microsoft.com/office/drawing/2014/main" id="{518A4CA8-94ED-464E-6F00-78CDE55AF4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A5FAE1F1-0F2D-4C26-A730-10C21F00B2F1}" type="slidenum">
              <a:rPr lang="en-US" altLang="en-US" sz="800"/>
              <a:pPr>
                <a:lnSpc>
                  <a:spcPct val="100000"/>
                </a:lnSpc>
                <a:spcBef>
                  <a:spcPct val="0"/>
                </a:spcBef>
                <a:buSzTx/>
                <a:buFontTx/>
                <a:buNone/>
              </a:pPr>
              <a:t>2</a:t>
            </a:fld>
            <a:endParaRPr lang="en-US" altLang="en-US" sz="800"/>
          </a:p>
        </p:txBody>
      </p:sp>
      <p:sp>
        <p:nvSpPr>
          <p:cNvPr id="8194" name="Rectangle 2">
            <a:extLst>
              <a:ext uri="{FF2B5EF4-FFF2-40B4-BE49-F238E27FC236}">
                <a16:creationId xmlns:a16="http://schemas.microsoft.com/office/drawing/2014/main" id="{60C6E961-22B3-6D2A-0381-25D0C580A54D}"/>
              </a:ext>
            </a:extLst>
          </p:cNvPr>
          <p:cNvSpPr>
            <a:spLocks noChangeAspect="1" noChangeArrowheads="1" noTextEdit="1"/>
          </p:cNvSpPr>
          <p:nvPr>
            <p:ph type="sldImg"/>
          </p:nvPr>
        </p:nvSpPr>
        <p:spPr>
          <a:ln/>
        </p:spPr>
      </p:sp>
      <p:sp>
        <p:nvSpPr>
          <p:cNvPr id="8195" name="Rectangle 3">
            <a:extLst>
              <a:ext uri="{FF2B5EF4-FFF2-40B4-BE49-F238E27FC236}">
                <a16:creationId xmlns:a16="http://schemas.microsoft.com/office/drawing/2014/main" id="{CFC991BD-494A-746C-48E1-FF39BEE2C0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1">
            <a:extLst>
              <a:ext uri="{FF2B5EF4-FFF2-40B4-BE49-F238E27FC236}">
                <a16:creationId xmlns:a16="http://schemas.microsoft.com/office/drawing/2014/main" id="{F9D9BA76-042C-942E-8870-4CB95E15B9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BC4238AE-14D2-437A-A74B-73B542B2F7DC}" type="slidenum">
              <a:rPr lang="en-US" altLang="en-US" sz="800"/>
              <a:pPr>
                <a:lnSpc>
                  <a:spcPct val="100000"/>
                </a:lnSpc>
                <a:spcBef>
                  <a:spcPct val="0"/>
                </a:spcBef>
                <a:buSzTx/>
                <a:buFontTx/>
                <a:buNone/>
              </a:pPr>
              <a:t>3</a:t>
            </a:fld>
            <a:endParaRPr lang="en-US" altLang="en-US" sz="800"/>
          </a:p>
        </p:txBody>
      </p:sp>
      <p:sp>
        <p:nvSpPr>
          <p:cNvPr id="10242" name="Rectangle 2">
            <a:extLst>
              <a:ext uri="{FF2B5EF4-FFF2-40B4-BE49-F238E27FC236}">
                <a16:creationId xmlns:a16="http://schemas.microsoft.com/office/drawing/2014/main" id="{D3A1A4A5-8375-176A-19FA-C055647A55E0}"/>
              </a:ext>
            </a:extLst>
          </p:cNvPr>
          <p:cNvSpPr>
            <a:spLocks noChangeAspect="1" noChangeArrowheads="1" noTextEdit="1"/>
          </p:cNvSpPr>
          <p:nvPr>
            <p:ph type="sldImg"/>
          </p:nvPr>
        </p:nvSpPr>
        <p:spPr>
          <a:ln/>
        </p:spPr>
      </p:sp>
      <p:sp>
        <p:nvSpPr>
          <p:cNvPr id="10243" name="Rectangle 3">
            <a:extLst>
              <a:ext uri="{FF2B5EF4-FFF2-40B4-BE49-F238E27FC236}">
                <a16:creationId xmlns:a16="http://schemas.microsoft.com/office/drawing/2014/main" id="{714ECE99-CFE6-A389-1A92-22406C925F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1">
            <a:extLst>
              <a:ext uri="{FF2B5EF4-FFF2-40B4-BE49-F238E27FC236}">
                <a16:creationId xmlns:a16="http://schemas.microsoft.com/office/drawing/2014/main" id="{0479D2DB-D327-C839-F9BF-56A177D1BF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58B397DE-27F0-4152-9637-1441026FE0BD}" type="slidenum">
              <a:rPr lang="en-US" altLang="en-US" sz="800"/>
              <a:pPr>
                <a:lnSpc>
                  <a:spcPct val="100000"/>
                </a:lnSpc>
                <a:spcBef>
                  <a:spcPct val="0"/>
                </a:spcBef>
                <a:buSzTx/>
                <a:buFontTx/>
                <a:buNone/>
              </a:pPr>
              <a:t>4</a:t>
            </a:fld>
            <a:endParaRPr lang="en-US" altLang="en-US" sz="800"/>
          </a:p>
        </p:txBody>
      </p:sp>
      <p:sp>
        <p:nvSpPr>
          <p:cNvPr id="12290" name="Rectangle 2">
            <a:extLst>
              <a:ext uri="{FF2B5EF4-FFF2-40B4-BE49-F238E27FC236}">
                <a16:creationId xmlns:a16="http://schemas.microsoft.com/office/drawing/2014/main" id="{35D15B71-970A-CC29-4D16-6496763F491C}"/>
              </a:ext>
            </a:extLst>
          </p:cNvPr>
          <p:cNvSpPr>
            <a:spLocks noChangeAspect="1" noChangeArrowheads="1" noTextEdit="1"/>
          </p:cNvSpPr>
          <p:nvPr>
            <p:ph type="sldImg"/>
          </p:nvPr>
        </p:nvSpPr>
        <p:spPr>
          <a:ln/>
        </p:spPr>
      </p:sp>
      <p:sp>
        <p:nvSpPr>
          <p:cNvPr id="12291" name="Rectangle 3">
            <a:extLst>
              <a:ext uri="{FF2B5EF4-FFF2-40B4-BE49-F238E27FC236}">
                <a16:creationId xmlns:a16="http://schemas.microsoft.com/office/drawing/2014/main" id="{3716FE10-5007-DA1A-2F72-86CF43A9E4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1">
            <a:extLst>
              <a:ext uri="{FF2B5EF4-FFF2-40B4-BE49-F238E27FC236}">
                <a16:creationId xmlns:a16="http://schemas.microsoft.com/office/drawing/2014/main" id="{16C013B5-E706-5A5C-C765-406D01A943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64293AB8-AC7B-40AE-BC38-A9E149BDE275}" type="slidenum">
              <a:rPr lang="en-US" altLang="en-US" sz="800"/>
              <a:pPr>
                <a:lnSpc>
                  <a:spcPct val="100000"/>
                </a:lnSpc>
                <a:spcBef>
                  <a:spcPct val="0"/>
                </a:spcBef>
                <a:buSzTx/>
                <a:buFontTx/>
                <a:buNone/>
              </a:pPr>
              <a:t>5</a:t>
            </a:fld>
            <a:endParaRPr lang="en-US" altLang="en-US" sz="800"/>
          </a:p>
        </p:txBody>
      </p:sp>
      <p:sp>
        <p:nvSpPr>
          <p:cNvPr id="14338" name="Rectangle 2">
            <a:extLst>
              <a:ext uri="{FF2B5EF4-FFF2-40B4-BE49-F238E27FC236}">
                <a16:creationId xmlns:a16="http://schemas.microsoft.com/office/drawing/2014/main" id="{AC117A63-1659-49BE-A046-03158771CB99}"/>
              </a:ext>
            </a:extLst>
          </p:cNvPr>
          <p:cNvSpPr>
            <a:spLocks noChangeAspect="1" noChangeArrowheads="1" noTextEdit="1"/>
          </p:cNvSpPr>
          <p:nvPr>
            <p:ph type="sldImg"/>
          </p:nvPr>
        </p:nvSpPr>
        <p:spPr>
          <a:ln/>
        </p:spPr>
      </p:sp>
      <p:sp>
        <p:nvSpPr>
          <p:cNvPr id="14339" name="Rectangle 3">
            <a:extLst>
              <a:ext uri="{FF2B5EF4-FFF2-40B4-BE49-F238E27FC236}">
                <a16:creationId xmlns:a16="http://schemas.microsoft.com/office/drawing/2014/main" id="{4FBDFC7D-4078-F146-733E-3AD70ECB0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1">
            <a:extLst>
              <a:ext uri="{FF2B5EF4-FFF2-40B4-BE49-F238E27FC236}">
                <a16:creationId xmlns:a16="http://schemas.microsoft.com/office/drawing/2014/main" id="{B141126B-D265-8974-86DF-2AE199A955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9834F7CC-3D5F-44B5-B48E-AF7689C06FD7}" type="slidenum">
              <a:rPr lang="en-US" altLang="en-US" sz="800"/>
              <a:pPr>
                <a:lnSpc>
                  <a:spcPct val="100000"/>
                </a:lnSpc>
                <a:spcBef>
                  <a:spcPct val="0"/>
                </a:spcBef>
                <a:buSzTx/>
                <a:buFontTx/>
                <a:buNone/>
              </a:pPr>
              <a:t>6</a:t>
            </a:fld>
            <a:endParaRPr lang="en-US" altLang="en-US" sz="800"/>
          </a:p>
        </p:txBody>
      </p:sp>
      <p:sp>
        <p:nvSpPr>
          <p:cNvPr id="16386" name="Rectangle 2">
            <a:extLst>
              <a:ext uri="{FF2B5EF4-FFF2-40B4-BE49-F238E27FC236}">
                <a16:creationId xmlns:a16="http://schemas.microsoft.com/office/drawing/2014/main" id="{6EE390A3-9BCA-CEE0-4FB8-07980887F86F}"/>
              </a:ext>
            </a:extLst>
          </p:cNvPr>
          <p:cNvSpPr>
            <a:spLocks noChangeAspect="1" noChangeArrowheads="1" noTextEdit="1"/>
          </p:cNvSpPr>
          <p:nvPr>
            <p:ph type="sldImg"/>
          </p:nvPr>
        </p:nvSpPr>
        <p:spPr>
          <a:ln/>
        </p:spPr>
      </p:sp>
      <p:sp>
        <p:nvSpPr>
          <p:cNvPr id="16387" name="Rectangle 3">
            <a:extLst>
              <a:ext uri="{FF2B5EF4-FFF2-40B4-BE49-F238E27FC236}">
                <a16:creationId xmlns:a16="http://schemas.microsoft.com/office/drawing/2014/main" id="{0964625C-66D9-7E49-D734-6EDADE6BF3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A28D3477-0FDB-BDEE-FB57-0AF1A2725150}"/>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3A1FAC86-162E-78D6-0716-24DC3D2FC30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8435" name="Slide Number Placeholder 3">
            <a:extLst>
              <a:ext uri="{FF2B5EF4-FFF2-40B4-BE49-F238E27FC236}">
                <a16:creationId xmlns:a16="http://schemas.microsoft.com/office/drawing/2014/main" id="{072F0437-1EFC-C638-EC63-650FD7792B3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151BA166-1370-4A90-9394-612691D2D952}" type="slidenum">
              <a:rPr lang="en-US" altLang="en-US" sz="800"/>
              <a:pPr>
                <a:lnSpc>
                  <a:spcPct val="100000"/>
                </a:lnSpc>
                <a:spcBef>
                  <a:spcPct val="0"/>
                </a:spcBef>
                <a:buSzTx/>
                <a:buFontTx/>
                <a:buNone/>
              </a:pPr>
              <a:t>7</a:t>
            </a:fld>
            <a:endParaRPr lang="en-US" altLang="en-US" sz="8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1">
            <a:extLst>
              <a:ext uri="{FF2B5EF4-FFF2-40B4-BE49-F238E27FC236}">
                <a16:creationId xmlns:a16="http://schemas.microsoft.com/office/drawing/2014/main" id="{0F244B66-8328-7515-6162-1B95C0CA27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67705A92-8309-4E11-810F-1B66F7BB7A1C}" type="slidenum">
              <a:rPr lang="en-US" altLang="en-US" sz="800"/>
              <a:pPr>
                <a:lnSpc>
                  <a:spcPct val="100000"/>
                </a:lnSpc>
                <a:spcBef>
                  <a:spcPct val="0"/>
                </a:spcBef>
                <a:buSzTx/>
                <a:buFontTx/>
                <a:buNone/>
              </a:pPr>
              <a:t>8</a:t>
            </a:fld>
            <a:endParaRPr lang="en-US" altLang="en-US" sz="800"/>
          </a:p>
        </p:txBody>
      </p:sp>
      <p:sp>
        <p:nvSpPr>
          <p:cNvPr id="20482" name="Rectangle 2">
            <a:extLst>
              <a:ext uri="{FF2B5EF4-FFF2-40B4-BE49-F238E27FC236}">
                <a16:creationId xmlns:a16="http://schemas.microsoft.com/office/drawing/2014/main" id="{EDAC0028-F246-88DC-1944-6933599997B7}"/>
              </a:ext>
            </a:extLst>
          </p:cNvPr>
          <p:cNvSpPr>
            <a:spLocks noChangeAspect="1" noChangeArrowheads="1" noTextEdit="1"/>
          </p:cNvSpPr>
          <p:nvPr>
            <p:ph type="sldImg"/>
          </p:nvPr>
        </p:nvSpPr>
        <p:spPr>
          <a:ln/>
        </p:spPr>
      </p:sp>
      <p:sp>
        <p:nvSpPr>
          <p:cNvPr id="20483" name="Rectangle 3">
            <a:extLst>
              <a:ext uri="{FF2B5EF4-FFF2-40B4-BE49-F238E27FC236}">
                <a16:creationId xmlns:a16="http://schemas.microsoft.com/office/drawing/2014/main" id="{A71675B8-8D6C-BB24-F707-5446053238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a:extLst>
              <a:ext uri="{FF2B5EF4-FFF2-40B4-BE49-F238E27FC236}">
                <a16:creationId xmlns:a16="http://schemas.microsoft.com/office/drawing/2014/main" id="{2AE2447A-9FE1-EE54-692F-9C26C7D6B0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02DEE789-9A70-4862-8CCF-E1C686D3C4D8}" type="slidenum">
              <a:rPr lang="en-US" altLang="en-US" sz="800"/>
              <a:pPr>
                <a:lnSpc>
                  <a:spcPct val="100000"/>
                </a:lnSpc>
                <a:spcBef>
                  <a:spcPct val="0"/>
                </a:spcBef>
                <a:buSzTx/>
                <a:buFontTx/>
                <a:buNone/>
              </a:pPr>
              <a:t>9</a:t>
            </a:fld>
            <a:endParaRPr lang="en-US" altLang="en-US" sz="800"/>
          </a:p>
        </p:txBody>
      </p:sp>
      <p:sp>
        <p:nvSpPr>
          <p:cNvPr id="22530" name="Rectangle 2">
            <a:extLst>
              <a:ext uri="{FF2B5EF4-FFF2-40B4-BE49-F238E27FC236}">
                <a16:creationId xmlns:a16="http://schemas.microsoft.com/office/drawing/2014/main" id="{B3B5B757-A7A0-D16D-67B5-9AFA70155349}"/>
              </a:ext>
            </a:extLst>
          </p:cNvPr>
          <p:cNvSpPr>
            <a:spLocks noChangeAspect="1" noChangeArrowheads="1" noTextEdit="1"/>
          </p:cNvSpPr>
          <p:nvPr>
            <p:ph type="sldImg"/>
          </p:nvPr>
        </p:nvSpPr>
        <p:spPr>
          <a:ln/>
        </p:spPr>
      </p:sp>
      <p:sp>
        <p:nvSpPr>
          <p:cNvPr id="22531" name="Rectangle 3">
            <a:extLst>
              <a:ext uri="{FF2B5EF4-FFF2-40B4-BE49-F238E27FC236}">
                <a16:creationId xmlns:a16="http://schemas.microsoft.com/office/drawing/2014/main" id="{8F5EADED-F727-F099-1758-0D145C21A5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1">
            <a:extLst>
              <a:ext uri="{FF2B5EF4-FFF2-40B4-BE49-F238E27FC236}">
                <a16:creationId xmlns:a16="http://schemas.microsoft.com/office/drawing/2014/main" id="{8F8F73D0-52F9-398E-ED7C-15174386D2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9832F69A-69AB-456A-ABE7-85056B3748C2}" type="slidenum">
              <a:rPr lang="en-US" altLang="en-US" sz="800"/>
              <a:pPr>
                <a:lnSpc>
                  <a:spcPct val="100000"/>
                </a:lnSpc>
                <a:spcBef>
                  <a:spcPct val="0"/>
                </a:spcBef>
                <a:buSzTx/>
                <a:buFontTx/>
                <a:buNone/>
              </a:pPr>
              <a:t>10</a:t>
            </a:fld>
            <a:endParaRPr lang="en-US" altLang="en-US" sz="800"/>
          </a:p>
        </p:txBody>
      </p:sp>
      <p:sp>
        <p:nvSpPr>
          <p:cNvPr id="24578" name="Rectangle 2">
            <a:extLst>
              <a:ext uri="{FF2B5EF4-FFF2-40B4-BE49-F238E27FC236}">
                <a16:creationId xmlns:a16="http://schemas.microsoft.com/office/drawing/2014/main" id="{24CCEE4D-1A0E-3C85-E8F9-30A2CAC4B498}"/>
              </a:ext>
            </a:extLst>
          </p:cNvPr>
          <p:cNvSpPr>
            <a:spLocks noChangeAspect="1" noChangeArrowheads="1" noTextEdit="1"/>
          </p:cNvSpPr>
          <p:nvPr>
            <p:ph type="sldImg"/>
          </p:nvPr>
        </p:nvSpPr>
        <p:spPr>
          <a:ln/>
        </p:spPr>
      </p:sp>
      <p:sp>
        <p:nvSpPr>
          <p:cNvPr id="24579" name="Rectangle 3">
            <a:extLst>
              <a:ext uri="{FF2B5EF4-FFF2-40B4-BE49-F238E27FC236}">
                <a16:creationId xmlns:a16="http://schemas.microsoft.com/office/drawing/2014/main" id="{B8877CC0-CD19-A5A6-8E05-F2DBD61DE0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75DDE3C6-8DA4-E56C-A9D1-74B9A9907BC0}"/>
              </a:ext>
            </a:extLst>
          </p:cNvPr>
          <p:cNvSpPr>
            <a:spLocks noGrp="1" noRot="1" noChangeAspect="1" noChangeArrowheads="1" noTextEdit="1"/>
          </p:cNvSpPr>
          <p:nvPr>
            <p:ph type="sldImg"/>
          </p:nvPr>
        </p:nvSpPr>
        <p:spPr>
          <a:ln/>
        </p:spPr>
      </p:sp>
      <p:sp>
        <p:nvSpPr>
          <p:cNvPr id="26626" name="Notes Placeholder 2">
            <a:extLst>
              <a:ext uri="{FF2B5EF4-FFF2-40B4-BE49-F238E27FC236}">
                <a16:creationId xmlns:a16="http://schemas.microsoft.com/office/drawing/2014/main" id="{C3EEA317-2430-60AD-07D3-6DDDFEE1D0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6627" name="Slide Number Placeholder 3">
            <a:extLst>
              <a:ext uri="{FF2B5EF4-FFF2-40B4-BE49-F238E27FC236}">
                <a16:creationId xmlns:a16="http://schemas.microsoft.com/office/drawing/2014/main" id="{A4517CA0-1418-7EA7-144F-F16A2AA8238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4049D11D-8B7D-4DF5-9D3E-6B339563F437}" type="slidenum">
              <a:rPr lang="en-US" altLang="en-US" sz="800"/>
              <a:pPr>
                <a:lnSpc>
                  <a:spcPct val="100000"/>
                </a:lnSpc>
                <a:spcBef>
                  <a:spcPct val="0"/>
                </a:spcBef>
                <a:buSzTx/>
                <a:buFontTx/>
                <a:buNone/>
              </a:pPr>
              <a:t>11</a:t>
            </a:fld>
            <a:endParaRPr lang="en-US" altLang="en-US" sz="8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1">
            <a:extLst>
              <a:ext uri="{FF2B5EF4-FFF2-40B4-BE49-F238E27FC236}">
                <a16:creationId xmlns:a16="http://schemas.microsoft.com/office/drawing/2014/main" id="{9087A814-ED20-A885-525F-F094DB674C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E2ED72B7-4EC8-471B-8841-19A314A37FEC}" type="slidenum">
              <a:rPr lang="en-US" altLang="en-US" sz="800"/>
              <a:pPr>
                <a:lnSpc>
                  <a:spcPct val="100000"/>
                </a:lnSpc>
                <a:spcBef>
                  <a:spcPct val="0"/>
                </a:spcBef>
                <a:buSzTx/>
                <a:buFontTx/>
                <a:buNone/>
              </a:pPr>
              <a:t>12</a:t>
            </a:fld>
            <a:endParaRPr lang="en-US" altLang="en-US" sz="800"/>
          </a:p>
        </p:txBody>
      </p:sp>
      <p:sp>
        <p:nvSpPr>
          <p:cNvPr id="28674" name="Rectangle 2">
            <a:extLst>
              <a:ext uri="{FF2B5EF4-FFF2-40B4-BE49-F238E27FC236}">
                <a16:creationId xmlns:a16="http://schemas.microsoft.com/office/drawing/2014/main" id="{845403F7-0758-A43B-BFA3-21F9144CA7DE}"/>
              </a:ext>
            </a:extLst>
          </p:cNvPr>
          <p:cNvSpPr>
            <a:spLocks noChangeAspect="1" noChangeArrowheads="1" noTextEdit="1"/>
          </p:cNvSpPr>
          <p:nvPr>
            <p:ph type="sldImg"/>
          </p:nvPr>
        </p:nvSpPr>
        <p:spPr>
          <a:ln/>
        </p:spPr>
      </p:sp>
      <p:sp>
        <p:nvSpPr>
          <p:cNvPr id="28675" name="Rectangle 3">
            <a:extLst>
              <a:ext uri="{FF2B5EF4-FFF2-40B4-BE49-F238E27FC236}">
                <a16:creationId xmlns:a16="http://schemas.microsoft.com/office/drawing/2014/main" id="{CD47F3F0-B378-099C-92D5-804061BE85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114DA9FC-B7BD-403E-BCAF-0D11C85E3880}"/>
              </a:ext>
            </a:extLst>
          </p:cNvPr>
          <p:cNvSpPr>
            <a:spLocks noGrp="1" noRot="1" noChangeAspect="1" noChangeArrowheads="1" noTextEdit="1"/>
          </p:cNvSpPr>
          <p:nvPr>
            <p:ph type="sldImg"/>
          </p:nvPr>
        </p:nvSpPr>
        <p:spPr>
          <a:ln/>
        </p:spPr>
      </p:sp>
      <p:sp>
        <p:nvSpPr>
          <p:cNvPr id="30722" name="Notes Placeholder 2">
            <a:extLst>
              <a:ext uri="{FF2B5EF4-FFF2-40B4-BE49-F238E27FC236}">
                <a16:creationId xmlns:a16="http://schemas.microsoft.com/office/drawing/2014/main" id="{09386357-9DEA-342E-24AB-7B0F17F95AF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0723" name="Slide Number Placeholder 3">
            <a:extLst>
              <a:ext uri="{FF2B5EF4-FFF2-40B4-BE49-F238E27FC236}">
                <a16:creationId xmlns:a16="http://schemas.microsoft.com/office/drawing/2014/main" id="{7D785A3A-8A5B-3F97-1FC4-25FA20DFB25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DE53EA15-A94C-4367-841A-2EFD6207EC38}" type="slidenum">
              <a:rPr lang="en-US" altLang="en-US" sz="800"/>
              <a:pPr>
                <a:lnSpc>
                  <a:spcPct val="100000"/>
                </a:lnSpc>
                <a:spcBef>
                  <a:spcPct val="0"/>
                </a:spcBef>
                <a:buSzTx/>
                <a:buFontTx/>
                <a:buNone/>
              </a:pPr>
              <a:t>13</a:t>
            </a:fld>
            <a:endParaRPr lang="en-US" altLang="en-US" sz="8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378AE2FC-46EC-59B9-0049-103C44FDDFEE}"/>
              </a:ext>
            </a:extLst>
          </p:cNvPr>
          <p:cNvSpPr>
            <a:spLocks noGrp="1" noRot="1" noChangeAspect="1" noChangeArrowheads="1" noTextEdit="1"/>
          </p:cNvSpPr>
          <p:nvPr>
            <p:ph type="sldImg"/>
          </p:nvPr>
        </p:nvSpPr>
        <p:spPr>
          <a:ln/>
        </p:spPr>
      </p:sp>
      <p:sp>
        <p:nvSpPr>
          <p:cNvPr id="32770" name="Notes Placeholder 2">
            <a:extLst>
              <a:ext uri="{FF2B5EF4-FFF2-40B4-BE49-F238E27FC236}">
                <a16:creationId xmlns:a16="http://schemas.microsoft.com/office/drawing/2014/main" id="{131969ED-9FD8-C3F9-C467-515D2E0B73F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2771" name="Slide Number Placeholder 3">
            <a:extLst>
              <a:ext uri="{FF2B5EF4-FFF2-40B4-BE49-F238E27FC236}">
                <a16:creationId xmlns:a16="http://schemas.microsoft.com/office/drawing/2014/main" id="{036A3D55-9F99-29A6-AB68-D3D3627E86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6D79FCC9-5EB8-481F-9406-1BB20A4AF203}" type="slidenum">
              <a:rPr lang="en-US" altLang="en-US" sz="800"/>
              <a:pPr>
                <a:lnSpc>
                  <a:spcPct val="100000"/>
                </a:lnSpc>
                <a:spcBef>
                  <a:spcPct val="0"/>
                </a:spcBef>
                <a:buSzTx/>
                <a:buFontTx/>
                <a:buNone/>
              </a:pPr>
              <a:t>14</a:t>
            </a:fld>
            <a:endParaRPr lang="en-US" altLang="en-US" sz="8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254CE321-E349-E385-3315-7687F9709A6E}"/>
              </a:ext>
            </a:extLst>
          </p:cNvPr>
          <p:cNvSpPr>
            <a:spLocks noGrp="1" noRot="1" noChangeAspect="1" noChangeArrowheads="1" noTextEdit="1"/>
          </p:cNvSpPr>
          <p:nvPr>
            <p:ph type="sldImg"/>
          </p:nvPr>
        </p:nvSpPr>
        <p:spPr>
          <a:ln/>
        </p:spPr>
      </p:sp>
      <p:sp>
        <p:nvSpPr>
          <p:cNvPr id="34818" name="Notes Placeholder 2">
            <a:extLst>
              <a:ext uri="{FF2B5EF4-FFF2-40B4-BE49-F238E27FC236}">
                <a16:creationId xmlns:a16="http://schemas.microsoft.com/office/drawing/2014/main" id="{7CD051C9-878B-14AF-DBCC-DD1AA53070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4819" name="Slide Number Placeholder 3">
            <a:extLst>
              <a:ext uri="{FF2B5EF4-FFF2-40B4-BE49-F238E27FC236}">
                <a16:creationId xmlns:a16="http://schemas.microsoft.com/office/drawing/2014/main" id="{EADA7DA4-D59E-76E7-4218-F9E2B3FA1EB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9D3A226E-29A0-471B-92D4-F6069B14E9AD}" type="slidenum">
              <a:rPr lang="en-US" altLang="en-US" sz="800"/>
              <a:pPr>
                <a:lnSpc>
                  <a:spcPct val="100000"/>
                </a:lnSpc>
                <a:spcBef>
                  <a:spcPct val="0"/>
                </a:spcBef>
                <a:buSzTx/>
                <a:buFontTx/>
                <a:buNone/>
              </a:pPr>
              <a:t>15</a:t>
            </a:fld>
            <a:endParaRPr lang="en-US" altLang="en-US" sz="8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1">
            <a:extLst>
              <a:ext uri="{FF2B5EF4-FFF2-40B4-BE49-F238E27FC236}">
                <a16:creationId xmlns:a16="http://schemas.microsoft.com/office/drawing/2014/main" id="{E591E1E9-BD92-0ED9-DB10-E52F4AA362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8DE569F6-2BF7-4649-B241-B3546AF2C81D}" type="slidenum">
              <a:rPr lang="en-US" altLang="en-US" sz="800"/>
              <a:pPr>
                <a:lnSpc>
                  <a:spcPct val="100000"/>
                </a:lnSpc>
                <a:spcBef>
                  <a:spcPct val="0"/>
                </a:spcBef>
                <a:buSzTx/>
                <a:buFontTx/>
                <a:buNone/>
              </a:pPr>
              <a:t>16</a:t>
            </a:fld>
            <a:endParaRPr lang="en-US" altLang="en-US" sz="800"/>
          </a:p>
        </p:txBody>
      </p:sp>
      <p:sp>
        <p:nvSpPr>
          <p:cNvPr id="36866" name="Rectangle 2">
            <a:extLst>
              <a:ext uri="{FF2B5EF4-FFF2-40B4-BE49-F238E27FC236}">
                <a16:creationId xmlns:a16="http://schemas.microsoft.com/office/drawing/2014/main" id="{10560D4A-A025-537C-F5A8-F3C982579076}"/>
              </a:ext>
            </a:extLst>
          </p:cNvPr>
          <p:cNvSpPr>
            <a:spLocks noChangeAspect="1" noChangeArrowheads="1" noTextEdit="1"/>
          </p:cNvSpPr>
          <p:nvPr>
            <p:ph type="sldImg"/>
          </p:nvPr>
        </p:nvSpPr>
        <p:spPr>
          <a:ln/>
        </p:spPr>
      </p:sp>
      <p:sp>
        <p:nvSpPr>
          <p:cNvPr id="36867" name="Rectangle 3">
            <a:extLst>
              <a:ext uri="{FF2B5EF4-FFF2-40B4-BE49-F238E27FC236}">
                <a16:creationId xmlns:a16="http://schemas.microsoft.com/office/drawing/2014/main" id="{730FE682-BC31-865F-3C5E-7DF87C9F60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E8109FFB-383A-9927-E352-92A46AFE09DE}"/>
              </a:ext>
            </a:extLst>
          </p:cNvPr>
          <p:cNvSpPr>
            <a:spLocks noGrp="1" noRot="1" noChangeAspect="1" noChangeArrowheads="1" noTextEdit="1"/>
          </p:cNvSpPr>
          <p:nvPr>
            <p:ph type="sldImg"/>
          </p:nvPr>
        </p:nvSpPr>
        <p:spPr>
          <a:ln/>
        </p:spPr>
      </p:sp>
      <p:sp>
        <p:nvSpPr>
          <p:cNvPr id="38914" name="Notes Placeholder 2">
            <a:extLst>
              <a:ext uri="{FF2B5EF4-FFF2-40B4-BE49-F238E27FC236}">
                <a16:creationId xmlns:a16="http://schemas.microsoft.com/office/drawing/2014/main" id="{A8E9A3AC-E0D7-3B9C-432B-C7E476DC553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8915" name="Slide Number Placeholder 3">
            <a:extLst>
              <a:ext uri="{FF2B5EF4-FFF2-40B4-BE49-F238E27FC236}">
                <a16:creationId xmlns:a16="http://schemas.microsoft.com/office/drawing/2014/main" id="{603E0924-51C6-DD9C-2984-8974B707646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4B335B83-0A57-4FF0-899F-913EAD33A4BF}" type="slidenum">
              <a:rPr lang="en-US" altLang="en-US" sz="800"/>
              <a:pPr>
                <a:lnSpc>
                  <a:spcPct val="100000"/>
                </a:lnSpc>
                <a:spcBef>
                  <a:spcPct val="0"/>
                </a:spcBef>
                <a:buSzTx/>
                <a:buFontTx/>
                <a:buNone/>
              </a:pPr>
              <a:t>17</a:t>
            </a:fld>
            <a:endParaRPr lang="en-US" altLang="en-US" sz="8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BA28B99E-162B-74A0-4449-68D8742079BB}"/>
              </a:ext>
            </a:extLst>
          </p:cNvPr>
          <p:cNvSpPr>
            <a:spLocks noGrp="1" noRot="1" noChangeAspect="1" noChangeArrowheads="1" noTextEdit="1"/>
          </p:cNvSpPr>
          <p:nvPr>
            <p:ph type="sldImg"/>
          </p:nvPr>
        </p:nvSpPr>
        <p:spPr>
          <a:ln/>
        </p:spPr>
      </p:sp>
      <p:sp>
        <p:nvSpPr>
          <p:cNvPr id="40962" name="Notes Placeholder 2">
            <a:extLst>
              <a:ext uri="{FF2B5EF4-FFF2-40B4-BE49-F238E27FC236}">
                <a16:creationId xmlns:a16="http://schemas.microsoft.com/office/drawing/2014/main" id="{E1AA466F-F097-1FCE-FC75-ABB7FBF8B70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0963" name="Slide Number Placeholder 3">
            <a:extLst>
              <a:ext uri="{FF2B5EF4-FFF2-40B4-BE49-F238E27FC236}">
                <a16:creationId xmlns:a16="http://schemas.microsoft.com/office/drawing/2014/main" id="{F510BF1F-A337-E9A6-DF25-FB72EE4564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573DEBE5-0736-4509-8536-30B958721EDB}" type="slidenum">
              <a:rPr lang="en-US" altLang="en-US" sz="800"/>
              <a:pPr>
                <a:lnSpc>
                  <a:spcPct val="100000"/>
                </a:lnSpc>
                <a:spcBef>
                  <a:spcPct val="0"/>
                </a:spcBef>
                <a:buSzTx/>
                <a:buFontTx/>
                <a:buNone/>
              </a:pPr>
              <a:t>18</a:t>
            </a:fld>
            <a:endParaRPr lang="en-US" altLang="en-US" sz="8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172CB766-907B-1673-96E5-251283ECAA09}"/>
              </a:ext>
            </a:extLst>
          </p:cNvPr>
          <p:cNvSpPr>
            <a:spLocks noGrp="1" noRot="1" noChangeAspect="1" noChangeArrowheads="1" noTextEdit="1"/>
          </p:cNvSpPr>
          <p:nvPr>
            <p:ph type="sldImg"/>
          </p:nvPr>
        </p:nvSpPr>
        <p:spPr>
          <a:ln/>
        </p:spPr>
      </p:sp>
      <p:sp>
        <p:nvSpPr>
          <p:cNvPr id="43010" name="Notes Placeholder 2">
            <a:extLst>
              <a:ext uri="{FF2B5EF4-FFF2-40B4-BE49-F238E27FC236}">
                <a16:creationId xmlns:a16="http://schemas.microsoft.com/office/drawing/2014/main" id="{3AC1927A-A956-A705-FF13-225746641C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3011" name="Slide Number Placeholder 3">
            <a:extLst>
              <a:ext uri="{FF2B5EF4-FFF2-40B4-BE49-F238E27FC236}">
                <a16:creationId xmlns:a16="http://schemas.microsoft.com/office/drawing/2014/main" id="{AC5B1798-C489-70A4-4B16-5103AED0B3C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1A87A4BA-A65F-404A-AC24-07D705B01B08}" type="slidenum">
              <a:rPr lang="en-US" altLang="en-US" sz="800"/>
              <a:pPr>
                <a:lnSpc>
                  <a:spcPct val="100000"/>
                </a:lnSpc>
                <a:spcBef>
                  <a:spcPct val="0"/>
                </a:spcBef>
                <a:buSzTx/>
                <a:buFontTx/>
                <a:buNone/>
              </a:pPr>
              <a:t>19</a:t>
            </a:fld>
            <a:endParaRPr lang="en-US" altLang="en-US" sz="8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39112D20-2A7F-C88D-E1D5-E819CFD0EEC0}"/>
              </a:ext>
            </a:extLst>
          </p:cNvPr>
          <p:cNvSpPr>
            <a:spLocks noGrp="1" noRot="1" noChangeAspect="1" noChangeArrowheads="1" noTextEdit="1"/>
          </p:cNvSpPr>
          <p:nvPr>
            <p:ph type="sldImg"/>
          </p:nvPr>
        </p:nvSpPr>
        <p:spPr>
          <a:ln/>
        </p:spPr>
      </p:sp>
      <p:sp>
        <p:nvSpPr>
          <p:cNvPr id="45058" name="Notes Placeholder 2">
            <a:extLst>
              <a:ext uri="{FF2B5EF4-FFF2-40B4-BE49-F238E27FC236}">
                <a16:creationId xmlns:a16="http://schemas.microsoft.com/office/drawing/2014/main" id="{41E5EB60-B59F-C30D-C4A3-86AF61C6488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5059" name="Slide Number Placeholder 3">
            <a:extLst>
              <a:ext uri="{FF2B5EF4-FFF2-40B4-BE49-F238E27FC236}">
                <a16:creationId xmlns:a16="http://schemas.microsoft.com/office/drawing/2014/main" id="{FBE7ABA0-05AC-E68D-0BCD-6BB46EEA519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6D3111B8-D389-412C-86E2-A0E81D6564F9}" type="slidenum">
              <a:rPr lang="en-US" altLang="en-US" sz="800"/>
              <a:pPr>
                <a:lnSpc>
                  <a:spcPct val="100000"/>
                </a:lnSpc>
                <a:spcBef>
                  <a:spcPct val="0"/>
                </a:spcBef>
                <a:buSzTx/>
                <a:buFontTx/>
                <a:buNone/>
              </a:pPr>
              <a:t>20</a:t>
            </a:fld>
            <a:endParaRPr lang="en-US" altLang="en-US" sz="8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11">
            <a:extLst>
              <a:ext uri="{FF2B5EF4-FFF2-40B4-BE49-F238E27FC236}">
                <a16:creationId xmlns:a16="http://schemas.microsoft.com/office/drawing/2014/main" id="{FDBE75D0-969D-91CB-A499-6A97D28DC6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F752864A-4726-42D2-A803-0067652FAC2A}" type="slidenum">
              <a:rPr lang="en-US" altLang="en-US" sz="800"/>
              <a:pPr>
                <a:lnSpc>
                  <a:spcPct val="100000"/>
                </a:lnSpc>
                <a:spcBef>
                  <a:spcPct val="0"/>
                </a:spcBef>
                <a:buSzTx/>
                <a:buFontTx/>
                <a:buNone/>
              </a:pPr>
              <a:t>21</a:t>
            </a:fld>
            <a:endParaRPr lang="en-US" altLang="en-US" sz="800"/>
          </a:p>
        </p:txBody>
      </p:sp>
      <p:sp>
        <p:nvSpPr>
          <p:cNvPr id="47106" name="Rectangle 2">
            <a:extLst>
              <a:ext uri="{FF2B5EF4-FFF2-40B4-BE49-F238E27FC236}">
                <a16:creationId xmlns:a16="http://schemas.microsoft.com/office/drawing/2014/main" id="{BC5CD736-D5CD-1B62-160B-D2768D8A9BEE}"/>
              </a:ext>
            </a:extLst>
          </p:cNvPr>
          <p:cNvSpPr>
            <a:spLocks noChangeAspect="1" noChangeArrowheads="1" noTextEdit="1"/>
          </p:cNvSpPr>
          <p:nvPr>
            <p:ph type="sldImg"/>
          </p:nvPr>
        </p:nvSpPr>
        <p:spPr>
          <a:ln/>
        </p:spPr>
      </p:sp>
      <p:sp>
        <p:nvSpPr>
          <p:cNvPr id="47107" name="Rectangle 3">
            <a:extLst>
              <a:ext uri="{FF2B5EF4-FFF2-40B4-BE49-F238E27FC236}">
                <a16:creationId xmlns:a16="http://schemas.microsoft.com/office/drawing/2014/main" id="{5DAB4998-6931-AD0B-9BE5-1D6D142F69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a:extLst>
              <a:ext uri="{FF2B5EF4-FFF2-40B4-BE49-F238E27FC236}">
                <a16:creationId xmlns:a16="http://schemas.microsoft.com/office/drawing/2014/main" id="{821BB302-CDF4-6987-7FAE-6AFEB5B87852}"/>
              </a:ext>
            </a:extLst>
          </p:cNvPr>
          <p:cNvSpPr>
            <a:spLocks noGrp="1" noRot="1" noChangeAspect="1" noChangeArrowheads="1" noTextEdit="1"/>
          </p:cNvSpPr>
          <p:nvPr>
            <p:ph type="sldImg"/>
          </p:nvPr>
        </p:nvSpPr>
        <p:spPr>
          <a:ln/>
        </p:spPr>
      </p:sp>
      <p:sp>
        <p:nvSpPr>
          <p:cNvPr id="49154" name="Notes Placeholder 2">
            <a:extLst>
              <a:ext uri="{FF2B5EF4-FFF2-40B4-BE49-F238E27FC236}">
                <a16:creationId xmlns:a16="http://schemas.microsoft.com/office/drawing/2014/main" id="{53827D1D-7E07-14EB-FADB-0C1CC5957F2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9155" name="Slide Number Placeholder 3">
            <a:extLst>
              <a:ext uri="{FF2B5EF4-FFF2-40B4-BE49-F238E27FC236}">
                <a16:creationId xmlns:a16="http://schemas.microsoft.com/office/drawing/2014/main" id="{9F0A85F9-0A68-DBEB-DDE8-AADDCACB6A5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C6AE0570-4E4B-4F16-A70E-1FFBCB3C9736}" type="slidenum">
              <a:rPr lang="en-US" altLang="en-US" sz="800"/>
              <a:pPr>
                <a:lnSpc>
                  <a:spcPct val="100000"/>
                </a:lnSpc>
                <a:spcBef>
                  <a:spcPct val="0"/>
                </a:spcBef>
                <a:buSzTx/>
                <a:buFontTx/>
                <a:buNone/>
              </a:pPr>
              <a:t>22</a:t>
            </a:fld>
            <a:endParaRPr lang="en-US" altLang="en-US" sz="8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1">
            <a:extLst>
              <a:ext uri="{FF2B5EF4-FFF2-40B4-BE49-F238E27FC236}">
                <a16:creationId xmlns:a16="http://schemas.microsoft.com/office/drawing/2014/main" id="{66F85A05-2BF2-328D-C319-C52B7241A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54DF622F-AD35-4027-8198-D9706032E0AB}" type="slidenum">
              <a:rPr lang="en-US" altLang="en-US" sz="800"/>
              <a:pPr>
                <a:lnSpc>
                  <a:spcPct val="100000"/>
                </a:lnSpc>
                <a:spcBef>
                  <a:spcPct val="0"/>
                </a:spcBef>
                <a:buSzTx/>
                <a:buFontTx/>
                <a:buNone/>
              </a:pPr>
              <a:t>23</a:t>
            </a:fld>
            <a:endParaRPr lang="en-US" altLang="en-US" sz="800"/>
          </a:p>
        </p:txBody>
      </p:sp>
      <p:sp>
        <p:nvSpPr>
          <p:cNvPr id="51202" name="Rectangle 2">
            <a:extLst>
              <a:ext uri="{FF2B5EF4-FFF2-40B4-BE49-F238E27FC236}">
                <a16:creationId xmlns:a16="http://schemas.microsoft.com/office/drawing/2014/main" id="{31500196-FB3D-CE73-C3E0-AC0C4BD4EE31}"/>
              </a:ext>
            </a:extLst>
          </p:cNvPr>
          <p:cNvSpPr>
            <a:spLocks noChangeAspect="1" noChangeArrowheads="1" noTextEdit="1"/>
          </p:cNvSpPr>
          <p:nvPr>
            <p:ph type="sldImg"/>
          </p:nvPr>
        </p:nvSpPr>
        <p:spPr>
          <a:ln/>
        </p:spPr>
      </p:sp>
      <p:sp>
        <p:nvSpPr>
          <p:cNvPr id="51203" name="Rectangle 3">
            <a:extLst>
              <a:ext uri="{FF2B5EF4-FFF2-40B4-BE49-F238E27FC236}">
                <a16:creationId xmlns:a16="http://schemas.microsoft.com/office/drawing/2014/main" id="{97FD89FC-6CCF-CFBA-9BE5-F47BB2095B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11">
            <a:extLst>
              <a:ext uri="{FF2B5EF4-FFF2-40B4-BE49-F238E27FC236}">
                <a16:creationId xmlns:a16="http://schemas.microsoft.com/office/drawing/2014/main" id="{BFBA93F6-F206-00AE-E9DF-23C83C63FC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CB68C172-41C9-44BF-9B52-4E93CA984BFE}" type="slidenum">
              <a:rPr lang="en-US" altLang="en-US" sz="800"/>
              <a:pPr>
                <a:lnSpc>
                  <a:spcPct val="100000"/>
                </a:lnSpc>
                <a:spcBef>
                  <a:spcPct val="0"/>
                </a:spcBef>
                <a:buSzTx/>
                <a:buFontTx/>
                <a:buNone/>
              </a:pPr>
              <a:t>24</a:t>
            </a:fld>
            <a:endParaRPr lang="en-US" altLang="en-US" sz="800"/>
          </a:p>
        </p:txBody>
      </p:sp>
      <p:sp>
        <p:nvSpPr>
          <p:cNvPr id="53250" name="Rectangle 2">
            <a:extLst>
              <a:ext uri="{FF2B5EF4-FFF2-40B4-BE49-F238E27FC236}">
                <a16:creationId xmlns:a16="http://schemas.microsoft.com/office/drawing/2014/main" id="{A7358E22-0C34-E0CB-56BA-C1E0BF3C6BF3}"/>
              </a:ext>
            </a:extLst>
          </p:cNvPr>
          <p:cNvSpPr>
            <a:spLocks noChangeAspect="1" noChangeArrowheads="1" noTextEdit="1"/>
          </p:cNvSpPr>
          <p:nvPr>
            <p:ph type="sldImg"/>
          </p:nvPr>
        </p:nvSpPr>
        <p:spPr>
          <a:ln/>
        </p:spPr>
      </p:sp>
      <p:sp>
        <p:nvSpPr>
          <p:cNvPr id="53251" name="Rectangle 3">
            <a:extLst>
              <a:ext uri="{FF2B5EF4-FFF2-40B4-BE49-F238E27FC236}">
                <a16:creationId xmlns:a16="http://schemas.microsoft.com/office/drawing/2014/main" id="{36284EE9-1122-81B7-35D8-FF294921F6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11">
            <a:extLst>
              <a:ext uri="{FF2B5EF4-FFF2-40B4-BE49-F238E27FC236}">
                <a16:creationId xmlns:a16="http://schemas.microsoft.com/office/drawing/2014/main" id="{51C53F9F-C9A1-3D3F-0994-27A42F8F0E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D5309CB8-962B-4D01-B5F0-DA68D13D21C0}" type="slidenum">
              <a:rPr lang="en-US" altLang="en-US" sz="800"/>
              <a:pPr>
                <a:lnSpc>
                  <a:spcPct val="100000"/>
                </a:lnSpc>
                <a:spcBef>
                  <a:spcPct val="0"/>
                </a:spcBef>
                <a:buSzTx/>
                <a:buFontTx/>
                <a:buNone/>
              </a:pPr>
              <a:t>25</a:t>
            </a:fld>
            <a:endParaRPr lang="en-US" altLang="en-US" sz="800"/>
          </a:p>
        </p:txBody>
      </p:sp>
      <p:sp>
        <p:nvSpPr>
          <p:cNvPr id="55298" name="Rectangle 2">
            <a:extLst>
              <a:ext uri="{FF2B5EF4-FFF2-40B4-BE49-F238E27FC236}">
                <a16:creationId xmlns:a16="http://schemas.microsoft.com/office/drawing/2014/main" id="{5BC1DAA9-C4B5-C222-C717-C39CD3475A18}"/>
              </a:ext>
            </a:extLst>
          </p:cNvPr>
          <p:cNvSpPr>
            <a:spLocks noChangeAspect="1" noChangeArrowheads="1" noTextEdit="1"/>
          </p:cNvSpPr>
          <p:nvPr>
            <p:ph type="sldImg"/>
          </p:nvPr>
        </p:nvSpPr>
        <p:spPr>
          <a:ln/>
        </p:spPr>
      </p:sp>
      <p:sp>
        <p:nvSpPr>
          <p:cNvPr id="55299" name="Rectangle 3">
            <a:extLst>
              <a:ext uri="{FF2B5EF4-FFF2-40B4-BE49-F238E27FC236}">
                <a16:creationId xmlns:a16="http://schemas.microsoft.com/office/drawing/2014/main" id="{F8A48995-59A4-ABDB-1BDF-38EC4B0136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a:extLst>
              <a:ext uri="{FF2B5EF4-FFF2-40B4-BE49-F238E27FC236}">
                <a16:creationId xmlns:a16="http://schemas.microsoft.com/office/drawing/2014/main" id="{0274B91C-65BF-5CF5-5602-E4CAC924A8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5F8283C1-A0E1-4841-AD01-37CBD4EA8BC0}" type="slidenum">
              <a:rPr lang="en-US" altLang="en-US" sz="800"/>
              <a:pPr>
                <a:lnSpc>
                  <a:spcPct val="100000"/>
                </a:lnSpc>
                <a:spcBef>
                  <a:spcPct val="0"/>
                </a:spcBef>
                <a:buSzTx/>
                <a:buFontTx/>
                <a:buNone/>
              </a:pPr>
              <a:t>26</a:t>
            </a:fld>
            <a:endParaRPr lang="en-US" altLang="en-US" sz="800"/>
          </a:p>
        </p:txBody>
      </p:sp>
      <p:sp>
        <p:nvSpPr>
          <p:cNvPr id="57346" name="Rectangle 2">
            <a:extLst>
              <a:ext uri="{FF2B5EF4-FFF2-40B4-BE49-F238E27FC236}">
                <a16:creationId xmlns:a16="http://schemas.microsoft.com/office/drawing/2014/main" id="{2A1A6286-B239-58C0-D0ED-0C057DCB5911}"/>
              </a:ext>
            </a:extLst>
          </p:cNvPr>
          <p:cNvSpPr>
            <a:spLocks noChangeAspect="1" noChangeArrowheads="1" noTextEdit="1"/>
          </p:cNvSpPr>
          <p:nvPr>
            <p:ph type="sldImg"/>
          </p:nvPr>
        </p:nvSpPr>
        <p:spPr>
          <a:ln/>
        </p:spPr>
      </p:sp>
      <p:sp>
        <p:nvSpPr>
          <p:cNvPr id="57347" name="Rectangle 3">
            <a:extLst>
              <a:ext uri="{FF2B5EF4-FFF2-40B4-BE49-F238E27FC236}">
                <a16:creationId xmlns:a16="http://schemas.microsoft.com/office/drawing/2014/main" id="{57393675-8DDE-277B-4D00-859DEA4A80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a:extLst>
              <a:ext uri="{FF2B5EF4-FFF2-40B4-BE49-F238E27FC236}">
                <a16:creationId xmlns:a16="http://schemas.microsoft.com/office/drawing/2014/main" id="{20294F6B-3659-6904-C624-028996208CF7}"/>
              </a:ext>
            </a:extLst>
          </p:cNvPr>
          <p:cNvSpPr>
            <a:spLocks noGrp="1" noRot="1" noChangeAspect="1" noChangeArrowheads="1" noTextEdit="1"/>
          </p:cNvSpPr>
          <p:nvPr>
            <p:ph type="sldImg"/>
          </p:nvPr>
        </p:nvSpPr>
        <p:spPr>
          <a:ln/>
        </p:spPr>
      </p:sp>
      <p:sp>
        <p:nvSpPr>
          <p:cNvPr id="59394" name="Notes Placeholder 2">
            <a:extLst>
              <a:ext uri="{FF2B5EF4-FFF2-40B4-BE49-F238E27FC236}">
                <a16:creationId xmlns:a16="http://schemas.microsoft.com/office/drawing/2014/main" id="{B882DF2F-163C-0C9F-4EFD-7C32042919A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9395" name="Slide Number Placeholder 3">
            <a:extLst>
              <a:ext uri="{FF2B5EF4-FFF2-40B4-BE49-F238E27FC236}">
                <a16:creationId xmlns:a16="http://schemas.microsoft.com/office/drawing/2014/main" id="{136C151F-383D-7BF9-55FD-DF3981BD490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386C49A0-535C-498F-BDA0-20E1913984CF}" type="slidenum">
              <a:rPr lang="en-US" altLang="en-US" sz="800"/>
              <a:pPr>
                <a:lnSpc>
                  <a:spcPct val="100000"/>
                </a:lnSpc>
                <a:spcBef>
                  <a:spcPct val="0"/>
                </a:spcBef>
                <a:buSzTx/>
                <a:buFontTx/>
                <a:buNone/>
              </a:pPr>
              <a:t>27</a:t>
            </a:fld>
            <a:endParaRPr lang="en-US" altLang="en-US" sz="8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a:extLst>
              <a:ext uri="{FF2B5EF4-FFF2-40B4-BE49-F238E27FC236}">
                <a16:creationId xmlns:a16="http://schemas.microsoft.com/office/drawing/2014/main" id="{59B72589-BE17-D4C6-8442-B536917986B9}"/>
              </a:ext>
            </a:extLst>
          </p:cNvPr>
          <p:cNvSpPr>
            <a:spLocks noGrp="1" noRot="1" noChangeAspect="1" noChangeArrowheads="1" noTextEdit="1"/>
          </p:cNvSpPr>
          <p:nvPr>
            <p:ph type="sldImg"/>
          </p:nvPr>
        </p:nvSpPr>
        <p:spPr>
          <a:ln/>
        </p:spPr>
      </p:sp>
      <p:sp>
        <p:nvSpPr>
          <p:cNvPr id="61442" name="Notes Placeholder 2">
            <a:extLst>
              <a:ext uri="{FF2B5EF4-FFF2-40B4-BE49-F238E27FC236}">
                <a16:creationId xmlns:a16="http://schemas.microsoft.com/office/drawing/2014/main" id="{1A12C367-6166-D9BF-E4D2-719F816193B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1443" name="Slide Number Placeholder 3">
            <a:extLst>
              <a:ext uri="{FF2B5EF4-FFF2-40B4-BE49-F238E27FC236}">
                <a16:creationId xmlns:a16="http://schemas.microsoft.com/office/drawing/2014/main" id="{6EA345AA-CC7B-EE21-BB9F-ACEA5FB0427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A40F9E2D-62FC-464E-A148-20FF503B0A4E}" type="slidenum">
              <a:rPr lang="en-US" altLang="en-US" sz="800"/>
              <a:pPr>
                <a:lnSpc>
                  <a:spcPct val="100000"/>
                </a:lnSpc>
                <a:spcBef>
                  <a:spcPct val="0"/>
                </a:spcBef>
                <a:buSzTx/>
                <a:buFontTx/>
                <a:buNone/>
              </a:pPr>
              <a:t>28</a:t>
            </a:fld>
            <a:endParaRPr lang="en-US" altLang="en-US" sz="8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11">
            <a:extLst>
              <a:ext uri="{FF2B5EF4-FFF2-40B4-BE49-F238E27FC236}">
                <a16:creationId xmlns:a16="http://schemas.microsoft.com/office/drawing/2014/main" id="{19DF74AE-ECC8-2FA9-B928-88791D6464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E5E117C9-CCB4-41C5-842C-2BD9B5FA3EC1}" type="slidenum">
              <a:rPr lang="en-US" altLang="en-US" sz="800"/>
              <a:pPr>
                <a:lnSpc>
                  <a:spcPct val="100000"/>
                </a:lnSpc>
                <a:spcBef>
                  <a:spcPct val="0"/>
                </a:spcBef>
                <a:buSzTx/>
                <a:buFontTx/>
                <a:buNone/>
              </a:pPr>
              <a:t>29</a:t>
            </a:fld>
            <a:endParaRPr lang="en-US" altLang="en-US" sz="800"/>
          </a:p>
        </p:txBody>
      </p:sp>
      <p:sp>
        <p:nvSpPr>
          <p:cNvPr id="63490" name="Rectangle 2">
            <a:extLst>
              <a:ext uri="{FF2B5EF4-FFF2-40B4-BE49-F238E27FC236}">
                <a16:creationId xmlns:a16="http://schemas.microsoft.com/office/drawing/2014/main" id="{3EF451EE-9344-9E2E-4872-C453FF31255D}"/>
              </a:ext>
            </a:extLst>
          </p:cNvPr>
          <p:cNvSpPr>
            <a:spLocks noChangeAspect="1" noChangeArrowheads="1" noTextEdit="1"/>
          </p:cNvSpPr>
          <p:nvPr>
            <p:ph type="sldImg"/>
          </p:nvPr>
        </p:nvSpPr>
        <p:spPr>
          <a:ln/>
        </p:spPr>
      </p:sp>
      <p:sp>
        <p:nvSpPr>
          <p:cNvPr id="63491" name="Rectangle 3">
            <a:extLst>
              <a:ext uri="{FF2B5EF4-FFF2-40B4-BE49-F238E27FC236}">
                <a16:creationId xmlns:a16="http://schemas.microsoft.com/office/drawing/2014/main" id="{EB032482-89F3-8A21-AE7E-EBA81623AE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a:extLst>
              <a:ext uri="{FF2B5EF4-FFF2-40B4-BE49-F238E27FC236}">
                <a16:creationId xmlns:a16="http://schemas.microsoft.com/office/drawing/2014/main" id="{62AE0DB0-E79F-84F7-6007-7FF8A1764211}"/>
              </a:ext>
            </a:extLst>
          </p:cNvPr>
          <p:cNvSpPr>
            <a:spLocks noGrp="1" noRot="1" noChangeAspect="1" noChangeArrowheads="1" noTextEdit="1"/>
          </p:cNvSpPr>
          <p:nvPr>
            <p:ph type="sldImg"/>
          </p:nvPr>
        </p:nvSpPr>
        <p:spPr>
          <a:ln/>
        </p:spPr>
      </p:sp>
      <p:sp>
        <p:nvSpPr>
          <p:cNvPr id="65538" name="Notes Placeholder 2">
            <a:extLst>
              <a:ext uri="{FF2B5EF4-FFF2-40B4-BE49-F238E27FC236}">
                <a16:creationId xmlns:a16="http://schemas.microsoft.com/office/drawing/2014/main" id="{68F067CF-5E5B-785D-C128-719170242BC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5539" name="Slide Number Placeholder 3">
            <a:extLst>
              <a:ext uri="{FF2B5EF4-FFF2-40B4-BE49-F238E27FC236}">
                <a16:creationId xmlns:a16="http://schemas.microsoft.com/office/drawing/2014/main" id="{FEB88D5D-8C42-BCB4-642C-AE4F79C51D9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75D493B3-55DB-4A31-A772-B1A523AB1EE8}" type="slidenum">
              <a:rPr lang="en-US" altLang="en-US" sz="800"/>
              <a:pPr>
                <a:lnSpc>
                  <a:spcPct val="100000"/>
                </a:lnSpc>
                <a:spcBef>
                  <a:spcPct val="0"/>
                </a:spcBef>
                <a:buSzTx/>
                <a:buFontTx/>
                <a:buNone/>
              </a:pPr>
              <a:t>30</a:t>
            </a:fld>
            <a:endParaRPr lang="en-US" altLang="en-US" sz="8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11">
            <a:extLst>
              <a:ext uri="{FF2B5EF4-FFF2-40B4-BE49-F238E27FC236}">
                <a16:creationId xmlns:a16="http://schemas.microsoft.com/office/drawing/2014/main" id="{D72362C9-DFEC-9D20-A5FE-3A7CB7E755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3AB4308A-3B59-4D74-9A45-AB021EECCF28}" type="slidenum">
              <a:rPr lang="en-US" altLang="en-US" sz="800"/>
              <a:pPr>
                <a:lnSpc>
                  <a:spcPct val="100000"/>
                </a:lnSpc>
                <a:spcBef>
                  <a:spcPct val="0"/>
                </a:spcBef>
                <a:buSzTx/>
                <a:buFontTx/>
                <a:buNone/>
              </a:pPr>
              <a:t>31</a:t>
            </a:fld>
            <a:endParaRPr lang="en-US" altLang="en-US" sz="800"/>
          </a:p>
        </p:txBody>
      </p:sp>
      <p:sp>
        <p:nvSpPr>
          <p:cNvPr id="67586" name="Rectangle 2">
            <a:extLst>
              <a:ext uri="{FF2B5EF4-FFF2-40B4-BE49-F238E27FC236}">
                <a16:creationId xmlns:a16="http://schemas.microsoft.com/office/drawing/2014/main" id="{295AA531-2DC3-F191-4043-4F1FFF5C9F9B}"/>
              </a:ext>
            </a:extLst>
          </p:cNvPr>
          <p:cNvSpPr>
            <a:spLocks noChangeAspect="1" noChangeArrowheads="1" noTextEdit="1"/>
          </p:cNvSpPr>
          <p:nvPr>
            <p:ph type="sldImg"/>
          </p:nvPr>
        </p:nvSpPr>
        <p:spPr>
          <a:ln/>
        </p:spPr>
      </p:sp>
      <p:sp>
        <p:nvSpPr>
          <p:cNvPr id="67587" name="Rectangle 3">
            <a:extLst>
              <a:ext uri="{FF2B5EF4-FFF2-40B4-BE49-F238E27FC236}">
                <a16:creationId xmlns:a16="http://schemas.microsoft.com/office/drawing/2014/main" id="{89F567FD-4D1D-55B8-BC19-000C0D61F5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11">
            <a:extLst>
              <a:ext uri="{FF2B5EF4-FFF2-40B4-BE49-F238E27FC236}">
                <a16:creationId xmlns:a16="http://schemas.microsoft.com/office/drawing/2014/main" id="{0C1447E9-A434-1FF9-337D-DC8D0E021C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44C259B9-C21E-4EAA-9978-63A437BE0220}" type="slidenum">
              <a:rPr lang="en-US" altLang="en-US" sz="800"/>
              <a:pPr>
                <a:lnSpc>
                  <a:spcPct val="100000"/>
                </a:lnSpc>
                <a:spcBef>
                  <a:spcPct val="0"/>
                </a:spcBef>
                <a:buSzTx/>
                <a:buFontTx/>
                <a:buNone/>
              </a:pPr>
              <a:t>32</a:t>
            </a:fld>
            <a:endParaRPr lang="en-US" altLang="en-US" sz="800"/>
          </a:p>
        </p:txBody>
      </p:sp>
      <p:sp>
        <p:nvSpPr>
          <p:cNvPr id="69634" name="Rectangle 2">
            <a:extLst>
              <a:ext uri="{FF2B5EF4-FFF2-40B4-BE49-F238E27FC236}">
                <a16:creationId xmlns:a16="http://schemas.microsoft.com/office/drawing/2014/main" id="{818567BD-058E-D426-F1B9-3D906BFD22F5}"/>
              </a:ext>
            </a:extLst>
          </p:cNvPr>
          <p:cNvSpPr>
            <a:spLocks noChangeAspect="1" noChangeArrowheads="1" noTextEdit="1"/>
          </p:cNvSpPr>
          <p:nvPr>
            <p:ph type="sldImg"/>
          </p:nvPr>
        </p:nvSpPr>
        <p:spPr>
          <a:ln/>
        </p:spPr>
      </p:sp>
      <p:sp>
        <p:nvSpPr>
          <p:cNvPr id="69635" name="Rectangle 3">
            <a:extLst>
              <a:ext uri="{FF2B5EF4-FFF2-40B4-BE49-F238E27FC236}">
                <a16:creationId xmlns:a16="http://schemas.microsoft.com/office/drawing/2014/main" id="{7C01A46E-4EFD-F9BE-A98C-E3616D296B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11">
            <a:extLst>
              <a:ext uri="{FF2B5EF4-FFF2-40B4-BE49-F238E27FC236}">
                <a16:creationId xmlns:a16="http://schemas.microsoft.com/office/drawing/2014/main" id="{A3CA1E6D-504D-AB64-E03A-D3FEAE60ED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3C1AF593-651A-43FA-A9AD-61CB61403E41}" type="slidenum">
              <a:rPr lang="en-US" altLang="en-US" sz="800"/>
              <a:pPr>
                <a:lnSpc>
                  <a:spcPct val="100000"/>
                </a:lnSpc>
                <a:spcBef>
                  <a:spcPct val="0"/>
                </a:spcBef>
                <a:buSzTx/>
                <a:buFontTx/>
                <a:buNone/>
              </a:pPr>
              <a:t>33</a:t>
            </a:fld>
            <a:endParaRPr lang="en-US" altLang="en-US" sz="800"/>
          </a:p>
        </p:txBody>
      </p:sp>
      <p:sp>
        <p:nvSpPr>
          <p:cNvPr id="71682" name="Rectangle 2">
            <a:extLst>
              <a:ext uri="{FF2B5EF4-FFF2-40B4-BE49-F238E27FC236}">
                <a16:creationId xmlns:a16="http://schemas.microsoft.com/office/drawing/2014/main" id="{920F891B-DB33-0048-1410-F92A58C4E717}"/>
              </a:ext>
            </a:extLst>
          </p:cNvPr>
          <p:cNvSpPr>
            <a:spLocks noChangeAspect="1" noChangeArrowheads="1" noTextEdit="1"/>
          </p:cNvSpPr>
          <p:nvPr>
            <p:ph type="sldImg"/>
          </p:nvPr>
        </p:nvSpPr>
        <p:spPr>
          <a:ln/>
        </p:spPr>
      </p:sp>
      <p:sp>
        <p:nvSpPr>
          <p:cNvPr id="71683" name="Rectangle 3">
            <a:extLst>
              <a:ext uri="{FF2B5EF4-FFF2-40B4-BE49-F238E27FC236}">
                <a16:creationId xmlns:a16="http://schemas.microsoft.com/office/drawing/2014/main" id="{3A884EAC-4D76-513A-A605-F998EE9EF2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a:extLst>
              <a:ext uri="{FF2B5EF4-FFF2-40B4-BE49-F238E27FC236}">
                <a16:creationId xmlns:a16="http://schemas.microsoft.com/office/drawing/2014/main" id="{49ADE10B-4C5F-7733-1929-100964394BE1}"/>
              </a:ext>
            </a:extLst>
          </p:cNvPr>
          <p:cNvSpPr>
            <a:spLocks noGrp="1" noRot="1" noChangeAspect="1" noChangeArrowheads="1" noTextEdit="1"/>
          </p:cNvSpPr>
          <p:nvPr>
            <p:ph type="sldImg"/>
          </p:nvPr>
        </p:nvSpPr>
        <p:spPr>
          <a:ln/>
        </p:spPr>
      </p:sp>
      <p:sp>
        <p:nvSpPr>
          <p:cNvPr id="73730" name="Notes Placeholder 2">
            <a:extLst>
              <a:ext uri="{FF2B5EF4-FFF2-40B4-BE49-F238E27FC236}">
                <a16:creationId xmlns:a16="http://schemas.microsoft.com/office/drawing/2014/main" id="{B5549833-45A3-9B19-9A06-42B54867666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73731" name="Slide Number Placeholder 3">
            <a:extLst>
              <a:ext uri="{FF2B5EF4-FFF2-40B4-BE49-F238E27FC236}">
                <a16:creationId xmlns:a16="http://schemas.microsoft.com/office/drawing/2014/main" id="{DA5D478C-ACC1-947F-06EE-A63CD316468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1EF42C6A-3571-4BE2-888D-F5B4E16F1F25}" type="slidenum">
              <a:rPr lang="en-US" altLang="en-US" sz="800"/>
              <a:pPr>
                <a:lnSpc>
                  <a:spcPct val="100000"/>
                </a:lnSpc>
                <a:spcBef>
                  <a:spcPct val="0"/>
                </a:spcBef>
                <a:buSzTx/>
                <a:buFontTx/>
                <a:buNone/>
              </a:pPr>
              <a:t>34</a:t>
            </a:fld>
            <a:endParaRPr lang="en-US" altLang="en-US" sz="8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a:extLst>
              <a:ext uri="{FF2B5EF4-FFF2-40B4-BE49-F238E27FC236}">
                <a16:creationId xmlns:a16="http://schemas.microsoft.com/office/drawing/2014/main" id="{06B33FEF-7B80-F887-E1E0-12DE685AD08C}"/>
              </a:ext>
            </a:extLst>
          </p:cNvPr>
          <p:cNvSpPr>
            <a:spLocks noGrp="1" noRot="1" noChangeAspect="1" noChangeArrowheads="1" noTextEdit="1"/>
          </p:cNvSpPr>
          <p:nvPr>
            <p:ph type="sldImg"/>
          </p:nvPr>
        </p:nvSpPr>
        <p:spPr>
          <a:ln/>
        </p:spPr>
      </p:sp>
      <p:sp>
        <p:nvSpPr>
          <p:cNvPr id="75778" name="Notes Placeholder 2">
            <a:extLst>
              <a:ext uri="{FF2B5EF4-FFF2-40B4-BE49-F238E27FC236}">
                <a16:creationId xmlns:a16="http://schemas.microsoft.com/office/drawing/2014/main" id="{5480BD2B-E69F-77BD-6407-4C6F48E47EF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75779" name="Slide Number Placeholder 3">
            <a:extLst>
              <a:ext uri="{FF2B5EF4-FFF2-40B4-BE49-F238E27FC236}">
                <a16:creationId xmlns:a16="http://schemas.microsoft.com/office/drawing/2014/main" id="{8AE869E1-EB1C-F9DC-E6A9-196311D38D8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796FC970-2610-464F-8D9E-88D7AE8F3A3C}" type="slidenum">
              <a:rPr lang="en-US" altLang="en-US" sz="800"/>
              <a:pPr>
                <a:lnSpc>
                  <a:spcPct val="100000"/>
                </a:lnSpc>
                <a:spcBef>
                  <a:spcPct val="0"/>
                </a:spcBef>
                <a:buSzTx/>
                <a:buFontTx/>
                <a:buNone/>
              </a:pPr>
              <a:t>35</a:t>
            </a:fld>
            <a:endParaRPr lang="en-US" altLang="en-US" sz="8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a:extLst>
              <a:ext uri="{FF2B5EF4-FFF2-40B4-BE49-F238E27FC236}">
                <a16:creationId xmlns:a16="http://schemas.microsoft.com/office/drawing/2014/main" id="{0CA02562-2396-7E6C-167F-E399AC7E05B2}"/>
              </a:ext>
            </a:extLst>
          </p:cNvPr>
          <p:cNvSpPr>
            <a:spLocks noGrp="1" noRot="1" noChangeAspect="1" noChangeArrowheads="1" noTextEdit="1"/>
          </p:cNvSpPr>
          <p:nvPr>
            <p:ph type="sldImg"/>
          </p:nvPr>
        </p:nvSpPr>
        <p:spPr>
          <a:ln/>
        </p:spPr>
      </p:sp>
      <p:sp>
        <p:nvSpPr>
          <p:cNvPr id="77826" name="Notes Placeholder 2">
            <a:extLst>
              <a:ext uri="{FF2B5EF4-FFF2-40B4-BE49-F238E27FC236}">
                <a16:creationId xmlns:a16="http://schemas.microsoft.com/office/drawing/2014/main" id="{4DFCBCA2-5871-9A76-1D1C-736703C5A02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77827" name="Slide Number Placeholder 3">
            <a:extLst>
              <a:ext uri="{FF2B5EF4-FFF2-40B4-BE49-F238E27FC236}">
                <a16:creationId xmlns:a16="http://schemas.microsoft.com/office/drawing/2014/main" id="{5F02FAB5-4BDC-B057-201E-C9B62E25906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9F46E465-0C7A-43A9-BD9A-98A9170937B6}" type="slidenum">
              <a:rPr lang="en-US" altLang="en-US" sz="800"/>
              <a:pPr>
                <a:lnSpc>
                  <a:spcPct val="100000"/>
                </a:lnSpc>
                <a:spcBef>
                  <a:spcPct val="0"/>
                </a:spcBef>
                <a:buSzTx/>
                <a:buFontTx/>
                <a:buNone/>
              </a:pPr>
              <a:t>36</a:t>
            </a:fld>
            <a:endParaRPr lang="en-US" altLang="en-US" sz="8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a:extLst>
              <a:ext uri="{FF2B5EF4-FFF2-40B4-BE49-F238E27FC236}">
                <a16:creationId xmlns:a16="http://schemas.microsoft.com/office/drawing/2014/main" id="{B5D2175F-584F-4F1D-A20E-8467CF0A9E52}"/>
              </a:ext>
            </a:extLst>
          </p:cNvPr>
          <p:cNvSpPr>
            <a:spLocks noGrp="1" noRot="1" noChangeAspect="1" noChangeArrowheads="1" noTextEdit="1"/>
          </p:cNvSpPr>
          <p:nvPr>
            <p:ph type="sldImg"/>
          </p:nvPr>
        </p:nvSpPr>
        <p:spPr>
          <a:ln/>
        </p:spPr>
      </p:sp>
      <p:sp>
        <p:nvSpPr>
          <p:cNvPr id="79874" name="Notes Placeholder 2">
            <a:extLst>
              <a:ext uri="{FF2B5EF4-FFF2-40B4-BE49-F238E27FC236}">
                <a16:creationId xmlns:a16="http://schemas.microsoft.com/office/drawing/2014/main" id="{4CF3512D-4579-9985-9848-9C429711328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79875" name="Slide Number Placeholder 3">
            <a:extLst>
              <a:ext uri="{FF2B5EF4-FFF2-40B4-BE49-F238E27FC236}">
                <a16:creationId xmlns:a16="http://schemas.microsoft.com/office/drawing/2014/main" id="{1C846A9B-F04A-7E8C-2752-2C8E387F2F9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41F93C16-5967-4A02-9A60-0CC10EB3F8B4}" type="slidenum">
              <a:rPr lang="en-US" altLang="en-US" sz="800"/>
              <a:pPr>
                <a:lnSpc>
                  <a:spcPct val="100000"/>
                </a:lnSpc>
                <a:spcBef>
                  <a:spcPct val="0"/>
                </a:spcBef>
                <a:buSzTx/>
                <a:buFontTx/>
                <a:buNone/>
              </a:pPr>
              <a:t>37</a:t>
            </a:fld>
            <a:endParaRPr lang="en-US" altLang="en-US" sz="8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a:extLst>
              <a:ext uri="{FF2B5EF4-FFF2-40B4-BE49-F238E27FC236}">
                <a16:creationId xmlns:a16="http://schemas.microsoft.com/office/drawing/2014/main" id="{A97CD389-0D2F-7CF6-3194-E1B94339FAE1}"/>
              </a:ext>
            </a:extLst>
          </p:cNvPr>
          <p:cNvSpPr>
            <a:spLocks noGrp="1" noRot="1" noChangeAspect="1" noChangeArrowheads="1" noTextEdit="1"/>
          </p:cNvSpPr>
          <p:nvPr>
            <p:ph type="sldImg"/>
          </p:nvPr>
        </p:nvSpPr>
        <p:spPr>
          <a:ln/>
        </p:spPr>
      </p:sp>
      <p:sp>
        <p:nvSpPr>
          <p:cNvPr id="82946" name="Notes Placeholder 2">
            <a:extLst>
              <a:ext uri="{FF2B5EF4-FFF2-40B4-BE49-F238E27FC236}">
                <a16:creationId xmlns:a16="http://schemas.microsoft.com/office/drawing/2014/main" id="{3112414C-EA0E-CF67-E1E5-4B1E90F03D9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82947" name="Slide Number Placeholder 3">
            <a:extLst>
              <a:ext uri="{FF2B5EF4-FFF2-40B4-BE49-F238E27FC236}">
                <a16:creationId xmlns:a16="http://schemas.microsoft.com/office/drawing/2014/main" id="{50A6BDD3-3FE2-F671-304C-395EB271D51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20189F17-47E1-43F9-986E-045448809312}" type="slidenum">
              <a:rPr lang="en-US" altLang="en-US" sz="800"/>
              <a:pPr>
                <a:lnSpc>
                  <a:spcPct val="100000"/>
                </a:lnSpc>
                <a:spcBef>
                  <a:spcPct val="0"/>
                </a:spcBef>
                <a:buSzTx/>
                <a:buFontTx/>
                <a:buNone/>
              </a:pPr>
              <a:t>39</a:t>
            </a:fld>
            <a:endParaRPr lang="en-US" altLang="en-US" sz="8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a:extLst>
              <a:ext uri="{FF2B5EF4-FFF2-40B4-BE49-F238E27FC236}">
                <a16:creationId xmlns:a16="http://schemas.microsoft.com/office/drawing/2014/main" id="{3EB0D346-CE2A-F7A0-3800-10C69317DD4B}"/>
              </a:ext>
            </a:extLst>
          </p:cNvPr>
          <p:cNvSpPr>
            <a:spLocks noGrp="1" noRot="1" noChangeAspect="1" noChangeArrowheads="1" noTextEdit="1"/>
          </p:cNvSpPr>
          <p:nvPr>
            <p:ph type="sldImg"/>
          </p:nvPr>
        </p:nvSpPr>
        <p:spPr>
          <a:ln/>
        </p:spPr>
      </p:sp>
      <p:sp>
        <p:nvSpPr>
          <p:cNvPr id="86018" name="Notes Placeholder 2">
            <a:extLst>
              <a:ext uri="{FF2B5EF4-FFF2-40B4-BE49-F238E27FC236}">
                <a16:creationId xmlns:a16="http://schemas.microsoft.com/office/drawing/2014/main" id="{F1CD441A-E2CC-7678-2DAF-676F0BB53A7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86019" name="Slide Number Placeholder 3">
            <a:extLst>
              <a:ext uri="{FF2B5EF4-FFF2-40B4-BE49-F238E27FC236}">
                <a16:creationId xmlns:a16="http://schemas.microsoft.com/office/drawing/2014/main" id="{FEF55061-24C3-FE70-1DED-2198DDB012E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158F33C8-FDBA-48FA-8CF5-6766CA910C1E}" type="slidenum">
              <a:rPr lang="en-US" altLang="en-US" sz="800"/>
              <a:pPr>
                <a:lnSpc>
                  <a:spcPct val="100000"/>
                </a:lnSpc>
                <a:spcBef>
                  <a:spcPct val="0"/>
                </a:spcBef>
                <a:buSzTx/>
                <a:buFontTx/>
                <a:buNone/>
              </a:pPr>
              <a:t>41</a:t>
            </a:fld>
            <a:endParaRPr lang="en-US" altLang="en-US" sz="8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a:extLst>
              <a:ext uri="{FF2B5EF4-FFF2-40B4-BE49-F238E27FC236}">
                <a16:creationId xmlns:a16="http://schemas.microsoft.com/office/drawing/2014/main" id="{2CBBAAF0-6A1D-CC8E-8CA1-2D15E9EDEAC2}"/>
              </a:ext>
            </a:extLst>
          </p:cNvPr>
          <p:cNvSpPr>
            <a:spLocks noGrp="1" noRot="1" noChangeAspect="1" noChangeArrowheads="1" noTextEdit="1"/>
          </p:cNvSpPr>
          <p:nvPr>
            <p:ph type="sldImg"/>
          </p:nvPr>
        </p:nvSpPr>
        <p:spPr>
          <a:ln/>
        </p:spPr>
      </p:sp>
      <p:sp>
        <p:nvSpPr>
          <p:cNvPr id="88066" name="Notes Placeholder 2">
            <a:extLst>
              <a:ext uri="{FF2B5EF4-FFF2-40B4-BE49-F238E27FC236}">
                <a16:creationId xmlns:a16="http://schemas.microsoft.com/office/drawing/2014/main" id="{9CC6F94F-87AE-0A9C-CE3D-490712CFF1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88067" name="Slide Number Placeholder 3">
            <a:extLst>
              <a:ext uri="{FF2B5EF4-FFF2-40B4-BE49-F238E27FC236}">
                <a16:creationId xmlns:a16="http://schemas.microsoft.com/office/drawing/2014/main" id="{13FEBE09-90BB-045D-6880-DA5BDFB420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57EAD2ED-839A-4943-9A3C-C6D3EAD9BF00}" type="slidenum">
              <a:rPr lang="en-US" altLang="en-US" sz="800"/>
              <a:pPr>
                <a:lnSpc>
                  <a:spcPct val="100000"/>
                </a:lnSpc>
                <a:spcBef>
                  <a:spcPct val="0"/>
                </a:spcBef>
                <a:buSzTx/>
                <a:buFontTx/>
                <a:buNone/>
              </a:pPr>
              <a:t>42</a:t>
            </a:fld>
            <a:endParaRPr lang="en-US" altLang="en-US" sz="8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a:extLst>
              <a:ext uri="{FF2B5EF4-FFF2-40B4-BE49-F238E27FC236}">
                <a16:creationId xmlns:a16="http://schemas.microsoft.com/office/drawing/2014/main" id="{5475560E-AF1E-89BE-9B11-4B835BFA205B}"/>
              </a:ext>
            </a:extLst>
          </p:cNvPr>
          <p:cNvSpPr>
            <a:spLocks noGrp="1" noRot="1" noChangeAspect="1" noChangeArrowheads="1" noTextEdit="1"/>
          </p:cNvSpPr>
          <p:nvPr>
            <p:ph type="sldImg"/>
          </p:nvPr>
        </p:nvSpPr>
        <p:spPr>
          <a:ln/>
        </p:spPr>
      </p:sp>
      <p:sp>
        <p:nvSpPr>
          <p:cNvPr id="90114" name="Notes Placeholder 2">
            <a:extLst>
              <a:ext uri="{FF2B5EF4-FFF2-40B4-BE49-F238E27FC236}">
                <a16:creationId xmlns:a16="http://schemas.microsoft.com/office/drawing/2014/main" id="{023322EC-F7F3-E465-A589-B01B6AE291D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90115" name="Slide Number Placeholder 3">
            <a:extLst>
              <a:ext uri="{FF2B5EF4-FFF2-40B4-BE49-F238E27FC236}">
                <a16:creationId xmlns:a16="http://schemas.microsoft.com/office/drawing/2014/main" id="{E1FF48C6-C5A8-38CF-C004-2AFFA411CF0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2CDDD629-F38F-4321-9D64-48CF7502C974}" type="slidenum">
              <a:rPr lang="en-US" altLang="en-US" sz="800"/>
              <a:pPr>
                <a:lnSpc>
                  <a:spcPct val="100000"/>
                </a:lnSpc>
                <a:spcBef>
                  <a:spcPct val="0"/>
                </a:spcBef>
                <a:buSzTx/>
                <a:buFontTx/>
                <a:buNone/>
              </a:pPr>
              <a:t>43</a:t>
            </a:fld>
            <a:endParaRPr lang="en-US" altLang="en-US" sz="8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lide Image Placeholder 1">
            <a:extLst>
              <a:ext uri="{FF2B5EF4-FFF2-40B4-BE49-F238E27FC236}">
                <a16:creationId xmlns:a16="http://schemas.microsoft.com/office/drawing/2014/main" id="{BC8B41F7-7E77-53E0-FACE-D2C2AF87C6A2}"/>
              </a:ext>
            </a:extLst>
          </p:cNvPr>
          <p:cNvSpPr>
            <a:spLocks noGrp="1" noRot="1" noChangeAspect="1" noChangeArrowheads="1" noTextEdit="1"/>
          </p:cNvSpPr>
          <p:nvPr>
            <p:ph type="sldImg"/>
          </p:nvPr>
        </p:nvSpPr>
        <p:spPr>
          <a:ln/>
        </p:spPr>
      </p:sp>
      <p:sp>
        <p:nvSpPr>
          <p:cNvPr id="92162" name="Notes Placeholder 2">
            <a:extLst>
              <a:ext uri="{FF2B5EF4-FFF2-40B4-BE49-F238E27FC236}">
                <a16:creationId xmlns:a16="http://schemas.microsoft.com/office/drawing/2014/main" id="{C8653A74-D0F9-B8C2-BB8C-C3D2A5730D7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rial" panose="020B0604020202020204" pitchFamily="34" charset="0"/>
            </a:endParaRPr>
          </a:p>
        </p:txBody>
      </p:sp>
      <p:sp>
        <p:nvSpPr>
          <p:cNvPr id="92163" name="Slide Number Placeholder 3">
            <a:extLst>
              <a:ext uri="{FF2B5EF4-FFF2-40B4-BE49-F238E27FC236}">
                <a16:creationId xmlns:a16="http://schemas.microsoft.com/office/drawing/2014/main" id="{50FC911E-1C03-C9EF-3602-EA8A4D2D10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501DC32C-251C-461A-B165-56C2BCCC3B8A}" type="slidenum">
              <a:rPr lang="en-US" altLang="en-US" sz="800"/>
              <a:pPr>
                <a:lnSpc>
                  <a:spcPct val="100000"/>
                </a:lnSpc>
                <a:spcBef>
                  <a:spcPct val="0"/>
                </a:spcBef>
                <a:buSzTx/>
                <a:buFontTx/>
                <a:buNone/>
              </a:pPr>
              <a:t>47</a:t>
            </a:fld>
            <a:endParaRPr lang="en-US" altLang="en-US" sz="8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11">
            <a:extLst>
              <a:ext uri="{FF2B5EF4-FFF2-40B4-BE49-F238E27FC236}">
                <a16:creationId xmlns:a16="http://schemas.microsoft.com/office/drawing/2014/main" id="{362CB3E7-E715-ED0D-0B0D-69F94E6BC9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FF0E7ED7-1556-4DE2-A36B-0D04BDBC5EE3}" type="slidenum">
              <a:rPr lang="en-US" altLang="en-US" sz="800"/>
              <a:pPr>
                <a:lnSpc>
                  <a:spcPct val="100000"/>
                </a:lnSpc>
                <a:spcBef>
                  <a:spcPct val="0"/>
                </a:spcBef>
                <a:buSzTx/>
                <a:buFontTx/>
                <a:buNone/>
              </a:pPr>
              <a:t>48</a:t>
            </a:fld>
            <a:endParaRPr lang="en-US" altLang="en-US" sz="800"/>
          </a:p>
        </p:txBody>
      </p:sp>
      <p:sp>
        <p:nvSpPr>
          <p:cNvPr id="94210" name="Rectangle 2">
            <a:extLst>
              <a:ext uri="{FF2B5EF4-FFF2-40B4-BE49-F238E27FC236}">
                <a16:creationId xmlns:a16="http://schemas.microsoft.com/office/drawing/2014/main" id="{1E8E9280-618F-9951-5612-DA21931D96BE}"/>
              </a:ext>
            </a:extLst>
          </p:cNvPr>
          <p:cNvSpPr>
            <a:spLocks noChangeAspect="1" noChangeArrowheads="1" noTextEdit="1"/>
          </p:cNvSpPr>
          <p:nvPr>
            <p:ph type="sldImg"/>
          </p:nvPr>
        </p:nvSpPr>
        <p:spPr>
          <a:ln/>
        </p:spPr>
      </p:sp>
      <p:sp>
        <p:nvSpPr>
          <p:cNvPr id="94211" name="Rectangle 3">
            <a:extLst>
              <a:ext uri="{FF2B5EF4-FFF2-40B4-BE49-F238E27FC236}">
                <a16:creationId xmlns:a16="http://schemas.microsoft.com/office/drawing/2014/main" id="{76C7EEDE-4136-C3C9-A502-1DD420E526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11">
            <a:extLst>
              <a:ext uri="{FF2B5EF4-FFF2-40B4-BE49-F238E27FC236}">
                <a16:creationId xmlns:a16="http://schemas.microsoft.com/office/drawing/2014/main" id="{B3DD245A-23CE-4E9C-8D83-A97E0A2E85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8678D716-975D-4ECC-9672-409CCF9AF212}" type="slidenum">
              <a:rPr lang="en-US" altLang="en-US" sz="800"/>
              <a:pPr>
                <a:lnSpc>
                  <a:spcPct val="100000"/>
                </a:lnSpc>
                <a:spcBef>
                  <a:spcPct val="0"/>
                </a:spcBef>
                <a:buSzTx/>
                <a:buFontTx/>
                <a:buNone/>
              </a:pPr>
              <a:t>49</a:t>
            </a:fld>
            <a:endParaRPr lang="en-US" altLang="en-US" sz="800"/>
          </a:p>
        </p:txBody>
      </p:sp>
      <p:sp>
        <p:nvSpPr>
          <p:cNvPr id="96258" name="Rectangle 2">
            <a:extLst>
              <a:ext uri="{FF2B5EF4-FFF2-40B4-BE49-F238E27FC236}">
                <a16:creationId xmlns:a16="http://schemas.microsoft.com/office/drawing/2014/main" id="{11CC6282-CD14-B088-9D0C-58EEFDD9E63A}"/>
              </a:ext>
            </a:extLst>
          </p:cNvPr>
          <p:cNvSpPr>
            <a:spLocks noChangeAspect="1" noChangeArrowheads="1" noTextEdit="1"/>
          </p:cNvSpPr>
          <p:nvPr>
            <p:ph type="sldImg"/>
          </p:nvPr>
        </p:nvSpPr>
        <p:spPr>
          <a:ln/>
        </p:spPr>
      </p:sp>
      <p:sp>
        <p:nvSpPr>
          <p:cNvPr id="96259" name="Rectangle 3">
            <a:extLst>
              <a:ext uri="{FF2B5EF4-FFF2-40B4-BE49-F238E27FC236}">
                <a16:creationId xmlns:a16="http://schemas.microsoft.com/office/drawing/2014/main" id="{EAEDEB68-55B6-D9B4-4D93-B3AFFCDB33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11">
            <a:extLst>
              <a:ext uri="{FF2B5EF4-FFF2-40B4-BE49-F238E27FC236}">
                <a16:creationId xmlns:a16="http://schemas.microsoft.com/office/drawing/2014/main" id="{F46AE1B8-059B-CF3D-6391-939E3C055B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C3C168F1-33D1-4387-9C87-7153265CDDFD}" type="slidenum">
              <a:rPr lang="en-US" altLang="en-US" sz="800"/>
              <a:pPr>
                <a:lnSpc>
                  <a:spcPct val="100000"/>
                </a:lnSpc>
                <a:spcBef>
                  <a:spcPct val="0"/>
                </a:spcBef>
                <a:buSzTx/>
                <a:buFontTx/>
                <a:buNone/>
              </a:pPr>
              <a:t>50</a:t>
            </a:fld>
            <a:endParaRPr lang="en-US" altLang="en-US" sz="800"/>
          </a:p>
        </p:txBody>
      </p:sp>
      <p:sp>
        <p:nvSpPr>
          <p:cNvPr id="98306" name="Rectangle 2">
            <a:extLst>
              <a:ext uri="{FF2B5EF4-FFF2-40B4-BE49-F238E27FC236}">
                <a16:creationId xmlns:a16="http://schemas.microsoft.com/office/drawing/2014/main" id="{764D64FF-69BE-4B0A-32C5-D91F393F0FDC}"/>
              </a:ext>
            </a:extLst>
          </p:cNvPr>
          <p:cNvSpPr>
            <a:spLocks noChangeAspect="1" noChangeArrowheads="1" noTextEdit="1"/>
          </p:cNvSpPr>
          <p:nvPr>
            <p:ph type="sldImg"/>
          </p:nvPr>
        </p:nvSpPr>
        <p:spPr>
          <a:ln/>
        </p:spPr>
      </p:sp>
      <p:sp>
        <p:nvSpPr>
          <p:cNvPr id="98307" name="Rectangle 3">
            <a:extLst>
              <a:ext uri="{FF2B5EF4-FFF2-40B4-BE49-F238E27FC236}">
                <a16:creationId xmlns:a16="http://schemas.microsoft.com/office/drawing/2014/main" id="{1B9A1E6F-28AF-D17B-3131-2062A43AF5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lide Image Placeholder 1">
            <a:extLst>
              <a:ext uri="{FF2B5EF4-FFF2-40B4-BE49-F238E27FC236}">
                <a16:creationId xmlns:a16="http://schemas.microsoft.com/office/drawing/2014/main" id="{3BAB7FE4-1AF2-C821-10DE-78E04249F612}"/>
              </a:ext>
            </a:extLst>
          </p:cNvPr>
          <p:cNvSpPr>
            <a:spLocks noGrp="1" noRot="1" noChangeAspect="1" noChangeArrowheads="1" noTextEdit="1"/>
          </p:cNvSpPr>
          <p:nvPr>
            <p:ph type="sldImg"/>
          </p:nvPr>
        </p:nvSpPr>
        <p:spPr>
          <a:ln/>
        </p:spPr>
      </p:sp>
      <p:sp>
        <p:nvSpPr>
          <p:cNvPr id="100354" name="Notes Placeholder 2">
            <a:extLst>
              <a:ext uri="{FF2B5EF4-FFF2-40B4-BE49-F238E27FC236}">
                <a16:creationId xmlns:a16="http://schemas.microsoft.com/office/drawing/2014/main" id="{6444D8BA-E013-64A8-1148-2CD0157653C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00355" name="Slide Number Placeholder 3">
            <a:extLst>
              <a:ext uri="{FF2B5EF4-FFF2-40B4-BE49-F238E27FC236}">
                <a16:creationId xmlns:a16="http://schemas.microsoft.com/office/drawing/2014/main" id="{F01946B8-76D5-C900-8B45-C61A7E0F4C7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01D8555A-C43E-4DBF-A9BA-F90139BAFA3C}" type="slidenum">
              <a:rPr lang="en-US" altLang="en-US" sz="800"/>
              <a:pPr>
                <a:lnSpc>
                  <a:spcPct val="100000"/>
                </a:lnSpc>
                <a:spcBef>
                  <a:spcPct val="0"/>
                </a:spcBef>
                <a:buSzTx/>
                <a:buFontTx/>
                <a:buNone/>
              </a:pPr>
              <a:t>51</a:t>
            </a:fld>
            <a:endParaRPr lang="en-US" altLang="en-US" sz="8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11">
            <a:extLst>
              <a:ext uri="{FF2B5EF4-FFF2-40B4-BE49-F238E27FC236}">
                <a16:creationId xmlns:a16="http://schemas.microsoft.com/office/drawing/2014/main" id="{2536E814-6169-D204-19D6-3333C608DF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EABE9199-A2D0-4DFF-B648-DE9633D8D42F}" type="slidenum">
              <a:rPr lang="en-US" altLang="en-US" sz="800"/>
              <a:pPr>
                <a:lnSpc>
                  <a:spcPct val="100000"/>
                </a:lnSpc>
                <a:spcBef>
                  <a:spcPct val="0"/>
                </a:spcBef>
                <a:buSzTx/>
                <a:buFontTx/>
                <a:buNone/>
              </a:pPr>
              <a:t>52</a:t>
            </a:fld>
            <a:endParaRPr lang="en-US" altLang="en-US" sz="800"/>
          </a:p>
        </p:txBody>
      </p:sp>
      <p:sp>
        <p:nvSpPr>
          <p:cNvPr id="102402" name="Rectangle 2">
            <a:extLst>
              <a:ext uri="{FF2B5EF4-FFF2-40B4-BE49-F238E27FC236}">
                <a16:creationId xmlns:a16="http://schemas.microsoft.com/office/drawing/2014/main" id="{4B9A924F-8A70-F0C0-7C16-F82505523641}"/>
              </a:ext>
            </a:extLst>
          </p:cNvPr>
          <p:cNvSpPr>
            <a:spLocks noChangeAspect="1" noChangeArrowheads="1" noTextEdit="1"/>
          </p:cNvSpPr>
          <p:nvPr>
            <p:ph type="sldImg"/>
          </p:nvPr>
        </p:nvSpPr>
        <p:spPr>
          <a:ln/>
        </p:spPr>
      </p:sp>
      <p:sp>
        <p:nvSpPr>
          <p:cNvPr id="102403" name="Rectangle 3">
            <a:extLst>
              <a:ext uri="{FF2B5EF4-FFF2-40B4-BE49-F238E27FC236}">
                <a16:creationId xmlns:a16="http://schemas.microsoft.com/office/drawing/2014/main" id="{9841CE06-977B-621A-443D-6CB9D3C50D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11">
            <a:extLst>
              <a:ext uri="{FF2B5EF4-FFF2-40B4-BE49-F238E27FC236}">
                <a16:creationId xmlns:a16="http://schemas.microsoft.com/office/drawing/2014/main" id="{63B4AC22-FB93-7878-2D9E-8A880C97B9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8B457EA5-13DC-492B-BAED-3EE47B180871}" type="slidenum">
              <a:rPr lang="en-US" altLang="en-US" sz="800"/>
              <a:pPr>
                <a:lnSpc>
                  <a:spcPct val="100000"/>
                </a:lnSpc>
                <a:spcBef>
                  <a:spcPct val="0"/>
                </a:spcBef>
                <a:buSzTx/>
                <a:buFontTx/>
                <a:buNone/>
              </a:pPr>
              <a:t>53</a:t>
            </a:fld>
            <a:endParaRPr lang="en-US" altLang="en-US" sz="800"/>
          </a:p>
        </p:txBody>
      </p:sp>
      <p:sp>
        <p:nvSpPr>
          <p:cNvPr id="104450" name="Rectangle 2">
            <a:extLst>
              <a:ext uri="{FF2B5EF4-FFF2-40B4-BE49-F238E27FC236}">
                <a16:creationId xmlns:a16="http://schemas.microsoft.com/office/drawing/2014/main" id="{C1631694-938E-24D1-36ED-267EEE5B13E0}"/>
              </a:ext>
            </a:extLst>
          </p:cNvPr>
          <p:cNvSpPr>
            <a:spLocks noChangeAspect="1" noChangeArrowheads="1" noTextEdit="1"/>
          </p:cNvSpPr>
          <p:nvPr>
            <p:ph type="sldImg"/>
          </p:nvPr>
        </p:nvSpPr>
        <p:spPr>
          <a:ln/>
        </p:spPr>
      </p:sp>
      <p:sp>
        <p:nvSpPr>
          <p:cNvPr id="104451" name="Rectangle 3">
            <a:extLst>
              <a:ext uri="{FF2B5EF4-FFF2-40B4-BE49-F238E27FC236}">
                <a16:creationId xmlns:a16="http://schemas.microsoft.com/office/drawing/2014/main" id="{73FAA10B-FC20-D80C-FAC5-85ED0D0F7B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11">
            <a:extLst>
              <a:ext uri="{FF2B5EF4-FFF2-40B4-BE49-F238E27FC236}">
                <a16:creationId xmlns:a16="http://schemas.microsoft.com/office/drawing/2014/main" id="{CEA783FF-FE66-90B6-9D8E-9A5AFC8B19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89E6D1A0-EEB3-40C9-8A09-C1BBB4566C97}" type="slidenum">
              <a:rPr lang="en-US" altLang="en-US" sz="800"/>
              <a:pPr>
                <a:lnSpc>
                  <a:spcPct val="100000"/>
                </a:lnSpc>
                <a:spcBef>
                  <a:spcPct val="0"/>
                </a:spcBef>
                <a:buSzTx/>
                <a:buFontTx/>
                <a:buNone/>
              </a:pPr>
              <a:t>54</a:t>
            </a:fld>
            <a:endParaRPr lang="en-US" altLang="en-US" sz="800"/>
          </a:p>
        </p:txBody>
      </p:sp>
      <p:sp>
        <p:nvSpPr>
          <p:cNvPr id="106498" name="Rectangle 2">
            <a:extLst>
              <a:ext uri="{FF2B5EF4-FFF2-40B4-BE49-F238E27FC236}">
                <a16:creationId xmlns:a16="http://schemas.microsoft.com/office/drawing/2014/main" id="{413360FD-FD23-12E8-6363-E4FE85256AC1}"/>
              </a:ext>
            </a:extLst>
          </p:cNvPr>
          <p:cNvSpPr>
            <a:spLocks noChangeAspect="1" noChangeArrowheads="1" noTextEdit="1"/>
          </p:cNvSpPr>
          <p:nvPr>
            <p:ph type="sldImg"/>
          </p:nvPr>
        </p:nvSpPr>
        <p:spPr>
          <a:ln/>
        </p:spPr>
      </p:sp>
      <p:sp>
        <p:nvSpPr>
          <p:cNvPr id="106499" name="Rectangle 3">
            <a:extLst>
              <a:ext uri="{FF2B5EF4-FFF2-40B4-BE49-F238E27FC236}">
                <a16:creationId xmlns:a16="http://schemas.microsoft.com/office/drawing/2014/main" id="{109AD58B-C5C4-5E47-14B0-EA03002DE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11">
            <a:extLst>
              <a:ext uri="{FF2B5EF4-FFF2-40B4-BE49-F238E27FC236}">
                <a16:creationId xmlns:a16="http://schemas.microsoft.com/office/drawing/2014/main" id="{9A63DD1F-D4B2-3007-7E8A-A6A6E93432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D0A6A0E9-37EB-4A29-97E1-B90CB35FF013}" type="slidenum">
              <a:rPr lang="en-US" altLang="en-US" sz="800"/>
              <a:pPr>
                <a:lnSpc>
                  <a:spcPct val="100000"/>
                </a:lnSpc>
                <a:spcBef>
                  <a:spcPct val="0"/>
                </a:spcBef>
                <a:buSzTx/>
                <a:buFontTx/>
                <a:buNone/>
              </a:pPr>
              <a:t>55</a:t>
            </a:fld>
            <a:endParaRPr lang="en-US" altLang="en-US" sz="800"/>
          </a:p>
        </p:txBody>
      </p:sp>
      <p:sp>
        <p:nvSpPr>
          <p:cNvPr id="108546" name="Rectangle 2">
            <a:extLst>
              <a:ext uri="{FF2B5EF4-FFF2-40B4-BE49-F238E27FC236}">
                <a16:creationId xmlns:a16="http://schemas.microsoft.com/office/drawing/2014/main" id="{3049D5CF-60D0-FD7A-FF93-B00E1FB52D41}"/>
              </a:ext>
            </a:extLst>
          </p:cNvPr>
          <p:cNvSpPr>
            <a:spLocks noChangeAspect="1" noChangeArrowheads="1" noTextEdit="1"/>
          </p:cNvSpPr>
          <p:nvPr>
            <p:ph type="sldImg"/>
          </p:nvPr>
        </p:nvSpPr>
        <p:spPr>
          <a:ln/>
        </p:spPr>
      </p:sp>
      <p:sp>
        <p:nvSpPr>
          <p:cNvPr id="108547" name="Rectangle 3">
            <a:extLst>
              <a:ext uri="{FF2B5EF4-FFF2-40B4-BE49-F238E27FC236}">
                <a16:creationId xmlns:a16="http://schemas.microsoft.com/office/drawing/2014/main" id="{6AD666CB-E6FF-5B04-3691-311B3F1DEF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11">
            <a:extLst>
              <a:ext uri="{FF2B5EF4-FFF2-40B4-BE49-F238E27FC236}">
                <a16:creationId xmlns:a16="http://schemas.microsoft.com/office/drawing/2014/main" id="{910E9185-64FC-64C9-4C18-CF7C61C4D7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27CCC5B2-C486-43CE-BBD4-E335E92F4421}" type="slidenum">
              <a:rPr lang="en-US" altLang="en-US" sz="800"/>
              <a:pPr>
                <a:lnSpc>
                  <a:spcPct val="100000"/>
                </a:lnSpc>
                <a:spcBef>
                  <a:spcPct val="0"/>
                </a:spcBef>
                <a:buSzTx/>
                <a:buFontTx/>
                <a:buNone/>
              </a:pPr>
              <a:t>56</a:t>
            </a:fld>
            <a:endParaRPr lang="en-US" altLang="en-US" sz="800"/>
          </a:p>
        </p:txBody>
      </p:sp>
      <p:sp>
        <p:nvSpPr>
          <p:cNvPr id="110594" name="Rectangle 2">
            <a:extLst>
              <a:ext uri="{FF2B5EF4-FFF2-40B4-BE49-F238E27FC236}">
                <a16:creationId xmlns:a16="http://schemas.microsoft.com/office/drawing/2014/main" id="{5C8C0BBD-0F89-620C-4821-B0B587F007AB}"/>
              </a:ext>
            </a:extLst>
          </p:cNvPr>
          <p:cNvSpPr>
            <a:spLocks noChangeAspect="1" noChangeArrowheads="1" noTextEdit="1"/>
          </p:cNvSpPr>
          <p:nvPr>
            <p:ph type="sldImg"/>
          </p:nvPr>
        </p:nvSpPr>
        <p:spPr>
          <a:ln/>
        </p:spPr>
      </p:sp>
      <p:sp>
        <p:nvSpPr>
          <p:cNvPr id="110595" name="Rectangle 3">
            <a:extLst>
              <a:ext uri="{FF2B5EF4-FFF2-40B4-BE49-F238E27FC236}">
                <a16:creationId xmlns:a16="http://schemas.microsoft.com/office/drawing/2014/main" id="{6158BE44-D83A-BCF8-3A1F-5ECC0742E0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Slide Image Placeholder 1">
            <a:extLst>
              <a:ext uri="{FF2B5EF4-FFF2-40B4-BE49-F238E27FC236}">
                <a16:creationId xmlns:a16="http://schemas.microsoft.com/office/drawing/2014/main" id="{B971C926-99C3-AA2F-726E-B5065F04E6FC}"/>
              </a:ext>
            </a:extLst>
          </p:cNvPr>
          <p:cNvSpPr>
            <a:spLocks noGrp="1" noRot="1" noChangeAspect="1" noChangeArrowheads="1" noTextEdit="1"/>
          </p:cNvSpPr>
          <p:nvPr>
            <p:ph type="sldImg"/>
          </p:nvPr>
        </p:nvSpPr>
        <p:spPr>
          <a:ln/>
        </p:spPr>
      </p:sp>
      <p:sp>
        <p:nvSpPr>
          <p:cNvPr id="112642" name="Notes Placeholder 2">
            <a:extLst>
              <a:ext uri="{FF2B5EF4-FFF2-40B4-BE49-F238E27FC236}">
                <a16:creationId xmlns:a16="http://schemas.microsoft.com/office/drawing/2014/main" id="{DC38219F-EA3F-57FD-1F32-972BF48C457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12643" name="Slide Number Placeholder 3">
            <a:extLst>
              <a:ext uri="{FF2B5EF4-FFF2-40B4-BE49-F238E27FC236}">
                <a16:creationId xmlns:a16="http://schemas.microsoft.com/office/drawing/2014/main" id="{017ACAA4-1DAF-E474-DDA7-85887FCD15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DA665FAC-45DF-463B-A2C1-ED401CB32514}" type="slidenum">
              <a:rPr lang="en-US" altLang="en-US" sz="800"/>
              <a:pPr>
                <a:lnSpc>
                  <a:spcPct val="100000"/>
                </a:lnSpc>
                <a:spcBef>
                  <a:spcPct val="0"/>
                </a:spcBef>
                <a:buSzTx/>
                <a:buFontTx/>
                <a:buNone/>
              </a:pPr>
              <a:t>57</a:t>
            </a:fld>
            <a:endParaRPr lang="en-US" altLang="en-US" sz="80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11">
            <a:extLst>
              <a:ext uri="{FF2B5EF4-FFF2-40B4-BE49-F238E27FC236}">
                <a16:creationId xmlns:a16="http://schemas.microsoft.com/office/drawing/2014/main" id="{CD4AB598-DA95-DE21-7992-97A342C99F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1063">
              <a:lnSpc>
                <a:spcPct val="90000"/>
              </a:lnSpc>
              <a:spcBef>
                <a:spcPct val="40000"/>
              </a:spcBef>
              <a:buSzPct val="100000"/>
              <a:buChar char="•"/>
              <a:defRPr sz="1400">
                <a:solidFill>
                  <a:schemeClr val="tx1"/>
                </a:solidFill>
                <a:latin typeface="Arial" panose="020B0604020202020204" pitchFamily="34" charset="0"/>
              </a:defRPr>
            </a:lvl1pPr>
            <a:lvl2pPr marL="742950" indent="-285750" defTabSz="881063">
              <a:lnSpc>
                <a:spcPct val="90000"/>
              </a:lnSpc>
              <a:spcBef>
                <a:spcPct val="40000"/>
              </a:spcBef>
              <a:buSzPct val="100000"/>
              <a:buChar char="•"/>
              <a:defRPr sz="1400">
                <a:solidFill>
                  <a:schemeClr val="tx1"/>
                </a:solidFill>
                <a:latin typeface="Arial" panose="020B0604020202020204" pitchFamily="34" charset="0"/>
              </a:defRPr>
            </a:lvl2pPr>
            <a:lvl3pPr marL="1143000" indent="-228600" defTabSz="881063">
              <a:lnSpc>
                <a:spcPct val="90000"/>
              </a:lnSpc>
              <a:spcBef>
                <a:spcPct val="40000"/>
              </a:spcBef>
              <a:buSzPct val="100000"/>
              <a:buChar char="•"/>
              <a:defRPr sz="1400">
                <a:solidFill>
                  <a:schemeClr val="tx1"/>
                </a:solidFill>
                <a:latin typeface="Arial" panose="020B0604020202020204" pitchFamily="34" charset="0"/>
              </a:defRPr>
            </a:lvl3pPr>
            <a:lvl4pPr marL="1600200" indent="-228600" defTabSz="881063">
              <a:lnSpc>
                <a:spcPct val="90000"/>
              </a:lnSpc>
              <a:spcBef>
                <a:spcPct val="40000"/>
              </a:spcBef>
              <a:buSzPct val="100000"/>
              <a:buChar char="•"/>
              <a:defRPr sz="1400">
                <a:solidFill>
                  <a:schemeClr val="tx1"/>
                </a:solidFill>
                <a:latin typeface="Arial" panose="020B0604020202020204" pitchFamily="34" charset="0"/>
              </a:defRPr>
            </a:lvl4pPr>
            <a:lvl5pPr marL="2057400" indent="-228600" defTabSz="881063">
              <a:lnSpc>
                <a:spcPct val="90000"/>
              </a:lnSpc>
              <a:spcBef>
                <a:spcPct val="40000"/>
              </a:spcBef>
              <a:buSzPct val="100000"/>
              <a:buChar char="•"/>
              <a:defRPr sz="1400">
                <a:solidFill>
                  <a:schemeClr val="tx1"/>
                </a:solidFill>
                <a:latin typeface="Arial" panose="020B0604020202020204" pitchFamily="34" charset="0"/>
              </a:defRPr>
            </a:lvl5pPr>
            <a:lvl6pPr marL="25146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6pPr>
            <a:lvl7pPr marL="29718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7pPr>
            <a:lvl8pPr marL="34290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8pPr>
            <a:lvl9pPr marL="3886200" indent="-228600" defTabSz="881063" eaLnBrk="0" fontAlgn="base" hangingPunct="0">
              <a:lnSpc>
                <a:spcPct val="90000"/>
              </a:lnSpc>
              <a:spcBef>
                <a:spcPct val="40000"/>
              </a:spcBef>
              <a:spcAft>
                <a:spcPct val="0"/>
              </a:spcAft>
              <a:buSzPct val="100000"/>
              <a:buChar char="•"/>
              <a:defRPr sz="1400">
                <a:solidFill>
                  <a:schemeClr val="tx1"/>
                </a:solidFill>
                <a:latin typeface="Arial" panose="020B0604020202020204" pitchFamily="34" charset="0"/>
              </a:defRPr>
            </a:lvl9pPr>
          </a:lstStyle>
          <a:p>
            <a:pPr>
              <a:lnSpc>
                <a:spcPct val="100000"/>
              </a:lnSpc>
              <a:spcBef>
                <a:spcPct val="0"/>
              </a:spcBef>
              <a:buSzTx/>
              <a:buFontTx/>
              <a:buNone/>
            </a:pPr>
            <a:fld id="{E2A060BD-A4F1-460C-B0B5-1302A903C07E}" type="slidenum">
              <a:rPr lang="en-US" altLang="en-US" sz="800"/>
              <a:pPr>
                <a:lnSpc>
                  <a:spcPct val="100000"/>
                </a:lnSpc>
                <a:spcBef>
                  <a:spcPct val="0"/>
                </a:spcBef>
                <a:buSzTx/>
                <a:buFontTx/>
                <a:buNone/>
              </a:pPr>
              <a:t>58</a:t>
            </a:fld>
            <a:endParaRPr lang="en-US" altLang="en-US" sz="800"/>
          </a:p>
        </p:txBody>
      </p:sp>
      <p:sp>
        <p:nvSpPr>
          <p:cNvPr id="114690" name="Rectangle 2">
            <a:extLst>
              <a:ext uri="{FF2B5EF4-FFF2-40B4-BE49-F238E27FC236}">
                <a16:creationId xmlns:a16="http://schemas.microsoft.com/office/drawing/2014/main" id="{30B7C92A-36F1-7CCC-9A1D-2715D2A7AD22}"/>
              </a:ext>
            </a:extLst>
          </p:cNvPr>
          <p:cNvSpPr>
            <a:spLocks noChangeAspect="1" noChangeArrowheads="1" noTextEdit="1"/>
          </p:cNvSpPr>
          <p:nvPr>
            <p:ph type="sldImg"/>
          </p:nvPr>
        </p:nvSpPr>
        <p:spPr>
          <a:ln/>
        </p:spPr>
      </p:sp>
      <p:sp>
        <p:nvSpPr>
          <p:cNvPr id="114691" name="Rectangle 3">
            <a:extLst>
              <a:ext uri="{FF2B5EF4-FFF2-40B4-BE49-F238E27FC236}">
                <a16:creationId xmlns:a16="http://schemas.microsoft.com/office/drawing/2014/main" id="{E756B0D7-5359-6A84-5C12-F94387C5CA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2" descr="PPt_CoverArt1">
            <a:extLst>
              <a:ext uri="{FF2B5EF4-FFF2-40B4-BE49-F238E27FC236}">
                <a16:creationId xmlns:a16="http://schemas.microsoft.com/office/drawing/2014/main" id="{1A7506FD-9014-08AD-B626-E48FED69D9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93888"/>
            <a:ext cx="9140825" cy="244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a:extLst>
              <a:ext uri="{FF2B5EF4-FFF2-40B4-BE49-F238E27FC236}">
                <a16:creationId xmlns:a16="http://schemas.microsoft.com/office/drawing/2014/main" id="{3AD7BC3E-DBE9-4E8A-275B-ECCFFC3105E1}"/>
              </a:ext>
            </a:extLst>
          </p:cNvPr>
          <p:cNvSpPr>
            <a:spLocks noChangeArrowheads="1"/>
          </p:cNvSpPr>
          <p:nvPr/>
        </p:nvSpPr>
        <p:spPr bwMode="auto">
          <a:xfrm>
            <a:off x="4498975" y="6672263"/>
            <a:ext cx="20224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lvl1pPr defTabSz="814388">
              <a:defRPr sz="2400">
                <a:solidFill>
                  <a:schemeClr val="tx1"/>
                </a:solidFill>
                <a:latin typeface="Arial" charset="0"/>
              </a:defRPr>
            </a:lvl1pPr>
            <a:lvl2pPr marL="742950" indent="-285750" defTabSz="814388">
              <a:defRPr sz="2400">
                <a:solidFill>
                  <a:schemeClr val="tx1"/>
                </a:solidFill>
                <a:latin typeface="Arial" charset="0"/>
              </a:defRPr>
            </a:lvl2pPr>
            <a:lvl3pPr marL="1143000" indent="-228600" defTabSz="814388">
              <a:defRPr sz="2400">
                <a:solidFill>
                  <a:schemeClr val="tx1"/>
                </a:solidFill>
                <a:latin typeface="Arial" charset="0"/>
              </a:defRPr>
            </a:lvl3pPr>
            <a:lvl4pPr marL="1600200" indent="-228600" defTabSz="814388">
              <a:defRPr sz="2400">
                <a:solidFill>
                  <a:schemeClr val="tx1"/>
                </a:solidFill>
                <a:latin typeface="Arial" charset="0"/>
              </a:defRPr>
            </a:lvl4pPr>
            <a:lvl5pPr marL="2057400" indent="-228600" defTabSz="814388">
              <a:defRPr sz="2400">
                <a:solidFill>
                  <a:schemeClr val="tx1"/>
                </a:solidFill>
                <a:latin typeface="Arial" charset="0"/>
              </a:defRPr>
            </a:lvl5pPr>
            <a:lvl6pPr marL="2514600" indent="-228600" algn="ctr" defTabSz="8143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8143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8143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814388" eaLnBrk="0" fontAlgn="base" hangingPunct="0">
              <a:lnSpc>
                <a:spcPct val="90000"/>
              </a:lnSpc>
              <a:spcBef>
                <a:spcPct val="0"/>
              </a:spcBef>
              <a:spcAft>
                <a:spcPct val="0"/>
              </a:spcAft>
              <a:defRPr sz="2400">
                <a:solidFill>
                  <a:schemeClr val="tx1"/>
                </a:solidFill>
                <a:latin typeface="Arial" charset="0"/>
              </a:defRPr>
            </a:lvl9pPr>
          </a:lstStyle>
          <a:p>
            <a:pPr>
              <a:defRPr/>
            </a:pPr>
            <a:r>
              <a:rPr lang="en-US" altLang="en-US" sz="700">
                <a:solidFill>
                  <a:srgbClr val="D3D3D3"/>
                </a:solidFill>
              </a:rPr>
              <a:t>© 2007 Cisco Systems, Inc. All rights reserved.</a:t>
            </a:r>
          </a:p>
        </p:txBody>
      </p:sp>
      <p:sp>
        <p:nvSpPr>
          <p:cNvPr id="4" name="Rectangle 4">
            <a:extLst>
              <a:ext uri="{FF2B5EF4-FFF2-40B4-BE49-F238E27FC236}">
                <a16:creationId xmlns:a16="http://schemas.microsoft.com/office/drawing/2014/main" id="{8819360B-18F6-8390-4D1F-4A913B4138AF}"/>
              </a:ext>
            </a:extLst>
          </p:cNvPr>
          <p:cNvSpPr>
            <a:spLocks noChangeArrowheads="1"/>
          </p:cNvSpPr>
          <p:nvPr/>
        </p:nvSpPr>
        <p:spPr bwMode="auto">
          <a:xfrm>
            <a:off x="7123113" y="6672263"/>
            <a:ext cx="6508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lvl1pPr defTabSz="814388">
              <a:defRPr sz="2400">
                <a:solidFill>
                  <a:schemeClr val="tx1"/>
                </a:solidFill>
                <a:latin typeface="Arial" charset="0"/>
              </a:defRPr>
            </a:lvl1pPr>
            <a:lvl2pPr marL="742950" indent="-285750" defTabSz="814388">
              <a:defRPr sz="2400">
                <a:solidFill>
                  <a:schemeClr val="tx1"/>
                </a:solidFill>
                <a:latin typeface="Arial" charset="0"/>
              </a:defRPr>
            </a:lvl2pPr>
            <a:lvl3pPr marL="1143000" indent="-228600" defTabSz="814388">
              <a:defRPr sz="2400">
                <a:solidFill>
                  <a:schemeClr val="tx1"/>
                </a:solidFill>
                <a:latin typeface="Arial" charset="0"/>
              </a:defRPr>
            </a:lvl3pPr>
            <a:lvl4pPr marL="1600200" indent="-228600" defTabSz="814388">
              <a:defRPr sz="2400">
                <a:solidFill>
                  <a:schemeClr val="tx1"/>
                </a:solidFill>
                <a:latin typeface="Arial" charset="0"/>
              </a:defRPr>
            </a:lvl4pPr>
            <a:lvl5pPr marL="2057400" indent="-228600" defTabSz="814388">
              <a:defRPr sz="2400">
                <a:solidFill>
                  <a:schemeClr val="tx1"/>
                </a:solidFill>
                <a:latin typeface="Arial" charset="0"/>
              </a:defRPr>
            </a:lvl5pPr>
            <a:lvl6pPr marL="2514600" indent="-228600" algn="ctr" defTabSz="8143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8143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8143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814388" eaLnBrk="0" fontAlgn="base" hangingPunct="0">
              <a:lnSpc>
                <a:spcPct val="90000"/>
              </a:lnSpc>
              <a:spcBef>
                <a:spcPct val="0"/>
              </a:spcBef>
              <a:spcAft>
                <a:spcPct val="0"/>
              </a:spcAft>
              <a:defRPr sz="2400">
                <a:solidFill>
                  <a:schemeClr val="tx1"/>
                </a:solidFill>
                <a:latin typeface="Arial" charset="0"/>
              </a:defRPr>
            </a:lvl9pPr>
          </a:lstStyle>
          <a:p>
            <a:pPr algn="r">
              <a:defRPr/>
            </a:pPr>
            <a:r>
              <a:rPr lang="en-US" altLang="en-US" sz="700">
                <a:solidFill>
                  <a:srgbClr val="D3D3D3"/>
                </a:solidFill>
              </a:rPr>
              <a:t>Cisco Public</a:t>
            </a:r>
          </a:p>
        </p:txBody>
      </p:sp>
      <p:sp>
        <p:nvSpPr>
          <p:cNvPr id="5" name="Rectangle 4">
            <a:extLst>
              <a:ext uri="{FF2B5EF4-FFF2-40B4-BE49-F238E27FC236}">
                <a16:creationId xmlns:a16="http://schemas.microsoft.com/office/drawing/2014/main" id="{B1CD2FDC-1B9B-3DB4-2F2E-D3FCAA6E497D}"/>
              </a:ext>
            </a:extLst>
          </p:cNvPr>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lvl1pPr defTabSz="814388">
              <a:defRPr sz="2400">
                <a:solidFill>
                  <a:schemeClr val="tx1"/>
                </a:solidFill>
                <a:latin typeface="Arial" panose="020B0604020202020204" pitchFamily="34" charset="0"/>
              </a:defRPr>
            </a:lvl1pPr>
            <a:lvl2pPr marL="742950" indent="-285750" defTabSz="814388">
              <a:defRPr sz="2400">
                <a:solidFill>
                  <a:schemeClr val="tx1"/>
                </a:solidFill>
                <a:latin typeface="Arial" panose="020B0604020202020204" pitchFamily="34" charset="0"/>
              </a:defRPr>
            </a:lvl2pPr>
            <a:lvl3pPr marL="1143000" indent="-228600" defTabSz="814388">
              <a:defRPr sz="2400">
                <a:solidFill>
                  <a:schemeClr val="tx1"/>
                </a:solidFill>
                <a:latin typeface="Arial" panose="020B0604020202020204" pitchFamily="34" charset="0"/>
              </a:defRPr>
            </a:lvl3pPr>
            <a:lvl4pPr marL="1600200" indent="-228600" defTabSz="814388">
              <a:defRPr sz="2400">
                <a:solidFill>
                  <a:schemeClr val="tx1"/>
                </a:solidFill>
                <a:latin typeface="Arial" panose="020B0604020202020204" pitchFamily="34" charset="0"/>
              </a:defRPr>
            </a:lvl4pPr>
            <a:lvl5pPr marL="2057400" indent="-228600" defTabSz="814388">
              <a:defRPr sz="2400">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2400">
                <a:solidFill>
                  <a:schemeClr val="tx1"/>
                </a:solidFill>
                <a:latin typeface="Arial" panose="020B0604020202020204" pitchFamily="34" charset="0"/>
              </a:defRPr>
            </a:lvl9pPr>
          </a:lstStyle>
          <a:p>
            <a:pPr algn="r"/>
            <a:fld id="{3C48358C-8807-470D-932E-681E7449280F}" type="slidenum">
              <a:rPr lang="en-US" altLang="en-US" sz="1000">
                <a:solidFill>
                  <a:srgbClr val="D3D3D3"/>
                </a:solidFill>
              </a:rPr>
              <a:pPr algn="r"/>
              <a:t>‹#›</a:t>
            </a:fld>
            <a:endParaRPr lang="en-US" altLang="en-US" sz="1000">
              <a:solidFill>
                <a:srgbClr val="D3D3D3"/>
              </a:solidFill>
            </a:endParaRPr>
          </a:p>
        </p:txBody>
      </p:sp>
      <p:pic>
        <p:nvPicPr>
          <p:cNvPr id="6" name="Picture 9" descr="Cisco_NewLogo">
            <a:extLst>
              <a:ext uri="{FF2B5EF4-FFF2-40B4-BE49-F238E27FC236}">
                <a16:creationId xmlns:a16="http://schemas.microsoft.com/office/drawing/2014/main" id="{03B49767-6795-8CBA-173F-E379477519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3225" y="5940425"/>
            <a:ext cx="3354388"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0" descr="Cisco">
            <a:extLst>
              <a:ext uri="{FF2B5EF4-FFF2-40B4-BE49-F238E27FC236}">
                <a16:creationId xmlns:a16="http://schemas.microsoft.com/office/drawing/2014/main" id="{1B0968CB-C7C8-A69C-E5B8-F2FB73BB3A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63" y="119063"/>
            <a:ext cx="11715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1">
            <a:extLst>
              <a:ext uri="{FF2B5EF4-FFF2-40B4-BE49-F238E27FC236}">
                <a16:creationId xmlns:a16="http://schemas.microsoft.com/office/drawing/2014/main" id="{BC774BB4-BF62-ABA5-5425-73E161BD92C3}"/>
              </a:ext>
            </a:extLst>
          </p:cNvPr>
          <p:cNvSpPr>
            <a:spLocks noChangeArrowheads="1"/>
          </p:cNvSpPr>
          <p:nvPr userDrawn="1"/>
        </p:nvSpPr>
        <p:spPr bwMode="auto">
          <a:xfrm>
            <a:off x="0" y="6623050"/>
            <a:ext cx="8032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lvl1pPr defTabSz="814388">
              <a:defRPr sz="2400">
                <a:solidFill>
                  <a:schemeClr val="tx1"/>
                </a:solidFill>
                <a:latin typeface="Arial" charset="0"/>
              </a:defRPr>
            </a:lvl1pPr>
            <a:lvl2pPr marL="742950" indent="-285750" defTabSz="814388">
              <a:defRPr sz="2400">
                <a:solidFill>
                  <a:schemeClr val="tx1"/>
                </a:solidFill>
                <a:latin typeface="Arial" charset="0"/>
              </a:defRPr>
            </a:lvl2pPr>
            <a:lvl3pPr marL="1143000" indent="-228600" defTabSz="814388">
              <a:defRPr sz="2400">
                <a:solidFill>
                  <a:schemeClr val="tx1"/>
                </a:solidFill>
                <a:latin typeface="Arial" charset="0"/>
              </a:defRPr>
            </a:lvl3pPr>
            <a:lvl4pPr marL="1600200" indent="-228600" defTabSz="814388">
              <a:defRPr sz="2400">
                <a:solidFill>
                  <a:schemeClr val="tx1"/>
                </a:solidFill>
                <a:latin typeface="Arial" charset="0"/>
              </a:defRPr>
            </a:lvl4pPr>
            <a:lvl5pPr marL="2057400" indent="-228600" defTabSz="814388">
              <a:defRPr sz="2400">
                <a:solidFill>
                  <a:schemeClr val="tx1"/>
                </a:solidFill>
                <a:latin typeface="Arial" charset="0"/>
              </a:defRPr>
            </a:lvl5pPr>
            <a:lvl6pPr marL="2514600" indent="-228600" algn="ctr" defTabSz="8143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8143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8143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814388" eaLnBrk="0" fontAlgn="base" hangingPunct="0">
              <a:lnSpc>
                <a:spcPct val="90000"/>
              </a:lnSpc>
              <a:spcBef>
                <a:spcPct val="0"/>
              </a:spcBef>
              <a:spcAft>
                <a:spcPct val="0"/>
              </a:spcAft>
              <a:defRPr sz="2400">
                <a:solidFill>
                  <a:schemeClr val="tx1"/>
                </a:solidFill>
                <a:latin typeface="Arial" charset="0"/>
              </a:defRPr>
            </a:lvl9pPr>
          </a:lstStyle>
          <a:p>
            <a:pPr>
              <a:defRPr/>
            </a:pPr>
            <a:r>
              <a:rPr lang="en-US" altLang="en-US" sz="1000"/>
              <a:t>Version 4.0</a:t>
            </a:r>
          </a:p>
        </p:txBody>
      </p:sp>
      <p:sp>
        <p:nvSpPr>
          <p:cNvPr id="1347591" name="Rectangle 7"/>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a:t>Click To Edit Master Title Style</a:t>
            </a:r>
          </a:p>
        </p:txBody>
      </p:sp>
      <p:sp>
        <p:nvSpPr>
          <p:cNvPr id="1347592" name="Rectangle 8"/>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Tree>
    <p:extLst>
      <p:ext uri="{BB962C8B-B14F-4D97-AF65-F5344CB8AC3E}">
        <p14:creationId xmlns:p14="http://schemas.microsoft.com/office/powerpoint/2010/main" val="3732654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241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0729946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8" y="19002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19002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0959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1656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6286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14934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2854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36154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9176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627063"/>
            <a:ext cx="2035175" cy="48450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8" y="627063"/>
            <a:ext cx="5957887" cy="4845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6292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57E4399-8095-9B06-FAE1-95B9C698E11D}"/>
              </a:ext>
            </a:extLst>
          </p:cNvPr>
          <p:cNvSpPr>
            <a:spLocks noGrp="1" noChangeArrowheads="1"/>
          </p:cNvSpPr>
          <p:nvPr>
            <p:ph type="title"/>
          </p:nvPr>
        </p:nvSpPr>
        <p:spPr bwMode="auto">
          <a:xfrm>
            <a:off x="655638" y="627063"/>
            <a:ext cx="814546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124" tIns="41061" rIns="82124" bIns="41061" numCol="1" anchor="b" anchorCtr="0" compatLnSpc="1">
            <a:prstTxWarp prst="textNoShape">
              <a:avLst/>
            </a:prstTxWarp>
          </a:bodyPr>
          <a:lstStyle/>
          <a:p>
            <a:pPr lvl="0"/>
            <a:r>
              <a:rPr lang="en-US" altLang="en-US"/>
              <a:t>Slide Title</a:t>
            </a:r>
          </a:p>
        </p:txBody>
      </p:sp>
      <p:sp>
        <p:nvSpPr>
          <p:cNvPr id="1027" name="Rectangle 4">
            <a:extLst>
              <a:ext uri="{FF2B5EF4-FFF2-40B4-BE49-F238E27FC236}">
                <a16:creationId xmlns:a16="http://schemas.microsoft.com/office/drawing/2014/main" id="{F6EB99A5-5C41-BB41-A59A-A44130A3D3BB}"/>
              </a:ext>
            </a:extLst>
          </p:cNvPr>
          <p:cNvSpPr>
            <a:spLocks noChangeArrowheads="1"/>
          </p:cNvSpPr>
          <p:nvPr/>
        </p:nvSpPr>
        <p:spPr bwMode="auto">
          <a:xfrm>
            <a:off x="8596313" y="6626225"/>
            <a:ext cx="320675"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lvl1pPr defTabSz="814388">
              <a:defRPr sz="2400">
                <a:solidFill>
                  <a:schemeClr val="tx1"/>
                </a:solidFill>
                <a:latin typeface="Arial" panose="020B0604020202020204" pitchFamily="34" charset="0"/>
              </a:defRPr>
            </a:lvl1pPr>
            <a:lvl2pPr marL="742950" indent="-285750" defTabSz="814388">
              <a:defRPr sz="2400">
                <a:solidFill>
                  <a:schemeClr val="tx1"/>
                </a:solidFill>
                <a:latin typeface="Arial" panose="020B0604020202020204" pitchFamily="34" charset="0"/>
              </a:defRPr>
            </a:lvl2pPr>
            <a:lvl3pPr marL="1143000" indent="-228600" defTabSz="814388">
              <a:defRPr sz="2400">
                <a:solidFill>
                  <a:schemeClr val="tx1"/>
                </a:solidFill>
                <a:latin typeface="Arial" panose="020B0604020202020204" pitchFamily="34" charset="0"/>
              </a:defRPr>
            </a:lvl3pPr>
            <a:lvl4pPr marL="1600200" indent="-228600" defTabSz="814388">
              <a:defRPr sz="2400">
                <a:solidFill>
                  <a:schemeClr val="tx1"/>
                </a:solidFill>
                <a:latin typeface="Arial" panose="020B0604020202020204" pitchFamily="34" charset="0"/>
              </a:defRPr>
            </a:lvl4pPr>
            <a:lvl5pPr marL="2057400" indent="-228600" defTabSz="814388">
              <a:defRPr sz="2400">
                <a:solidFill>
                  <a:schemeClr val="tx1"/>
                </a:solidFill>
                <a:latin typeface="Arial" panose="020B0604020202020204" pitchFamily="34" charset="0"/>
              </a:defRPr>
            </a:lvl5pPr>
            <a:lvl6pPr marL="2514600" indent="-228600" defTabSz="814388"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814388"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814388"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814388" eaLnBrk="0" fontAlgn="base" hangingPunct="0">
              <a:spcBef>
                <a:spcPct val="0"/>
              </a:spcBef>
              <a:spcAft>
                <a:spcPct val="0"/>
              </a:spcAft>
              <a:defRPr sz="2400">
                <a:solidFill>
                  <a:schemeClr val="tx1"/>
                </a:solidFill>
                <a:latin typeface="Arial" panose="020B0604020202020204" pitchFamily="34" charset="0"/>
              </a:defRPr>
            </a:lvl9pPr>
          </a:lstStyle>
          <a:p>
            <a:pPr algn="r"/>
            <a:fld id="{409FB15B-55A9-4919-8450-5CDF185A4C86}" type="slidenum">
              <a:rPr lang="en-US" altLang="en-US" sz="1000">
                <a:solidFill>
                  <a:srgbClr val="D3D3D3"/>
                </a:solidFill>
              </a:rPr>
              <a:pPr algn="r"/>
              <a:t>‹#›</a:t>
            </a:fld>
            <a:endParaRPr lang="en-US" altLang="en-US" sz="1000">
              <a:solidFill>
                <a:srgbClr val="D3D3D3"/>
              </a:solidFill>
            </a:endParaRPr>
          </a:p>
        </p:txBody>
      </p:sp>
      <p:sp>
        <p:nvSpPr>
          <p:cNvPr id="1028" name="Rectangle 5">
            <a:extLst>
              <a:ext uri="{FF2B5EF4-FFF2-40B4-BE49-F238E27FC236}">
                <a16:creationId xmlns:a16="http://schemas.microsoft.com/office/drawing/2014/main" id="{8F86C0D7-0CA4-2EF2-4E55-1154F003285A}"/>
              </a:ext>
            </a:extLst>
          </p:cNvPr>
          <p:cNvSpPr>
            <a:spLocks noGrp="1" noChangeArrowheads="1"/>
          </p:cNvSpPr>
          <p:nvPr>
            <p:ph type="body" idx="1"/>
          </p:nvPr>
        </p:nvSpPr>
        <p:spPr bwMode="auto">
          <a:xfrm>
            <a:off x="655638" y="1900238"/>
            <a:ext cx="794067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124" tIns="41061" rIns="82124" bIns="41061" numCol="1" anchor="t" anchorCtr="0" compatLnSpc="1">
            <a:prstTxWarp prst="textNoShape">
              <a:avLst/>
            </a:prstTxWarp>
          </a:bodyPr>
          <a:lstStyle/>
          <a:p>
            <a:pPr lvl="0"/>
            <a:r>
              <a:rPr lang="en-US" altLang="en-US"/>
              <a:t>Body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9" name="Picture 6" descr="PPt_TopBand_Artwork">
            <a:extLst>
              <a:ext uri="{FF2B5EF4-FFF2-40B4-BE49-F238E27FC236}">
                <a16:creationId xmlns:a16="http://schemas.microsoft.com/office/drawing/2014/main" id="{FAB2C077-A5BD-86F0-8541-D3DA346564E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08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7">
            <a:extLst>
              <a:ext uri="{FF2B5EF4-FFF2-40B4-BE49-F238E27FC236}">
                <a16:creationId xmlns:a16="http://schemas.microsoft.com/office/drawing/2014/main" id="{85BA5FEB-5BCB-CF4E-813B-B6C4A3E1BC8B}"/>
              </a:ext>
            </a:extLst>
          </p:cNvPr>
          <p:cNvSpPr>
            <a:spLocks noChangeArrowheads="1"/>
          </p:cNvSpPr>
          <p:nvPr/>
        </p:nvSpPr>
        <p:spPr bwMode="auto">
          <a:xfrm>
            <a:off x="4498975" y="6672263"/>
            <a:ext cx="20224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nchorCtr="1">
            <a:spAutoFit/>
          </a:bodyPr>
          <a:lstStyle>
            <a:lvl1pPr defTabSz="814388">
              <a:defRPr sz="2400">
                <a:solidFill>
                  <a:schemeClr val="tx1"/>
                </a:solidFill>
                <a:latin typeface="Arial" charset="0"/>
              </a:defRPr>
            </a:lvl1pPr>
            <a:lvl2pPr marL="742950" indent="-285750" defTabSz="814388">
              <a:defRPr sz="2400">
                <a:solidFill>
                  <a:schemeClr val="tx1"/>
                </a:solidFill>
                <a:latin typeface="Arial" charset="0"/>
              </a:defRPr>
            </a:lvl2pPr>
            <a:lvl3pPr marL="1143000" indent="-228600" defTabSz="814388">
              <a:defRPr sz="2400">
                <a:solidFill>
                  <a:schemeClr val="tx1"/>
                </a:solidFill>
                <a:latin typeface="Arial" charset="0"/>
              </a:defRPr>
            </a:lvl3pPr>
            <a:lvl4pPr marL="1600200" indent="-228600" defTabSz="814388">
              <a:defRPr sz="2400">
                <a:solidFill>
                  <a:schemeClr val="tx1"/>
                </a:solidFill>
                <a:latin typeface="Arial" charset="0"/>
              </a:defRPr>
            </a:lvl4pPr>
            <a:lvl5pPr marL="2057400" indent="-228600" defTabSz="814388">
              <a:defRPr sz="2400">
                <a:solidFill>
                  <a:schemeClr val="tx1"/>
                </a:solidFill>
                <a:latin typeface="Arial" charset="0"/>
              </a:defRPr>
            </a:lvl5pPr>
            <a:lvl6pPr marL="2514600" indent="-228600" algn="ctr" defTabSz="8143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8143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8143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814388" eaLnBrk="0" fontAlgn="base" hangingPunct="0">
              <a:lnSpc>
                <a:spcPct val="90000"/>
              </a:lnSpc>
              <a:spcBef>
                <a:spcPct val="0"/>
              </a:spcBef>
              <a:spcAft>
                <a:spcPct val="0"/>
              </a:spcAft>
              <a:defRPr sz="2400">
                <a:solidFill>
                  <a:schemeClr val="tx1"/>
                </a:solidFill>
                <a:latin typeface="Arial" charset="0"/>
              </a:defRPr>
            </a:lvl9pPr>
          </a:lstStyle>
          <a:p>
            <a:pPr>
              <a:defRPr/>
            </a:pPr>
            <a:r>
              <a:rPr lang="en-US" altLang="en-US" sz="700">
                <a:solidFill>
                  <a:srgbClr val="D3D3D3"/>
                </a:solidFill>
              </a:rPr>
              <a:t>© 2007 Cisco Systems, Inc. All rights reserved.</a:t>
            </a:r>
          </a:p>
        </p:txBody>
      </p:sp>
      <p:sp>
        <p:nvSpPr>
          <p:cNvPr id="1031" name="Rectangle 8">
            <a:extLst>
              <a:ext uri="{FF2B5EF4-FFF2-40B4-BE49-F238E27FC236}">
                <a16:creationId xmlns:a16="http://schemas.microsoft.com/office/drawing/2014/main" id="{07001F28-8F8E-8941-90C7-FE84C5D2B72D}"/>
              </a:ext>
            </a:extLst>
          </p:cNvPr>
          <p:cNvSpPr>
            <a:spLocks noChangeArrowheads="1"/>
          </p:cNvSpPr>
          <p:nvPr/>
        </p:nvSpPr>
        <p:spPr bwMode="auto">
          <a:xfrm>
            <a:off x="7123113" y="6672263"/>
            <a:ext cx="6508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124" tIns="41061" rIns="82124" bIns="41061" anchor="b">
            <a:spAutoFit/>
          </a:bodyPr>
          <a:lstStyle>
            <a:lvl1pPr defTabSz="814388">
              <a:defRPr sz="2400">
                <a:solidFill>
                  <a:schemeClr val="tx1"/>
                </a:solidFill>
                <a:latin typeface="Arial" charset="0"/>
              </a:defRPr>
            </a:lvl1pPr>
            <a:lvl2pPr marL="742950" indent="-285750" defTabSz="814388">
              <a:defRPr sz="2400">
                <a:solidFill>
                  <a:schemeClr val="tx1"/>
                </a:solidFill>
                <a:latin typeface="Arial" charset="0"/>
              </a:defRPr>
            </a:lvl2pPr>
            <a:lvl3pPr marL="1143000" indent="-228600" defTabSz="814388">
              <a:defRPr sz="2400">
                <a:solidFill>
                  <a:schemeClr val="tx1"/>
                </a:solidFill>
                <a:latin typeface="Arial" charset="0"/>
              </a:defRPr>
            </a:lvl3pPr>
            <a:lvl4pPr marL="1600200" indent="-228600" defTabSz="814388">
              <a:defRPr sz="2400">
                <a:solidFill>
                  <a:schemeClr val="tx1"/>
                </a:solidFill>
                <a:latin typeface="Arial" charset="0"/>
              </a:defRPr>
            </a:lvl4pPr>
            <a:lvl5pPr marL="2057400" indent="-228600" defTabSz="814388">
              <a:defRPr sz="2400">
                <a:solidFill>
                  <a:schemeClr val="tx1"/>
                </a:solidFill>
                <a:latin typeface="Arial" charset="0"/>
              </a:defRPr>
            </a:lvl5pPr>
            <a:lvl6pPr marL="2514600" indent="-228600" algn="ctr" defTabSz="814388" eaLnBrk="0" fontAlgn="base" hangingPunct="0">
              <a:lnSpc>
                <a:spcPct val="90000"/>
              </a:lnSpc>
              <a:spcBef>
                <a:spcPct val="0"/>
              </a:spcBef>
              <a:spcAft>
                <a:spcPct val="0"/>
              </a:spcAft>
              <a:defRPr sz="2400">
                <a:solidFill>
                  <a:schemeClr val="tx1"/>
                </a:solidFill>
                <a:latin typeface="Arial" charset="0"/>
              </a:defRPr>
            </a:lvl6pPr>
            <a:lvl7pPr marL="2971800" indent="-228600" algn="ctr" defTabSz="814388" eaLnBrk="0" fontAlgn="base" hangingPunct="0">
              <a:lnSpc>
                <a:spcPct val="90000"/>
              </a:lnSpc>
              <a:spcBef>
                <a:spcPct val="0"/>
              </a:spcBef>
              <a:spcAft>
                <a:spcPct val="0"/>
              </a:spcAft>
              <a:defRPr sz="2400">
                <a:solidFill>
                  <a:schemeClr val="tx1"/>
                </a:solidFill>
                <a:latin typeface="Arial" charset="0"/>
              </a:defRPr>
            </a:lvl7pPr>
            <a:lvl8pPr marL="3429000" indent="-228600" algn="ctr" defTabSz="814388" eaLnBrk="0" fontAlgn="base" hangingPunct="0">
              <a:lnSpc>
                <a:spcPct val="90000"/>
              </a:lnSpc>
              <a:spcBef>
                <a:spcPct val="0"/>
              </a:spcBef>
              <a:spcAft>
                <a:spcPct val="0"/>
              </a:spcAft>
              <a:defRPr sz="2400">
                <a:solidFill>
                  <a:schemeClr val="tx1"/>
                </a:solidFill>
                <a:latin typeface="Arial" charset="0"/>
              </a:defRPr>
            </a:lvl8pPr>
            <a:lvl9pPr marL="3886200" indent="-228600" algn="ctr" defTabSz="814388" eaLnBrk="0" fontAlgn="base" hangingPunct="0">
              <a:lnSpc>
                <a:spcPct val="90000"/>
              </a:lnSpc>
              <a:spcBef>
                <a:spcPct val="0"/>
              </a:spcBef>
              <a:spcAft>
                <a:spcPct val="0"/>
              </a:spcAft>
              <a:defRPr sz="2400">
                <a:solidFill>
                  <a:schemeClr val="tx1"/>
                </a:solidFill>
                <a:latin typeface="Arial" charset="0"/>
              </a:defRPr>
            </a:lvl9pPr>
          </a:lstStyle>
          <a:p>
            <a:pPr algn="r">
              <a:defRPr/>
            </a:pPr>
            <a:r>
              <a:rPr lang="en-US" altLang="en-US" sz="700">
                <a:solidFill>
                  <a:srgbClr val="D3D3D3"/>
                </a:solidFill>
              </a:rPr>
              <a:t>Cisco Public</a:t>
            </a:r>
          </a:p>
        </p:txBody>
      </p:sp>
    </p:spTree>
  </p:cSld>
  <p:clrMap bg1="lt1" tx1="dk1" bg2="lt2" tx2="dk2" accent1="accent1" accent2="accent2" accent3="accent3" accent4="accent4" accent5="accent5" accent6="accent6" hlink="hlink" folHlink="folHlink"/>
  <p:sldLayoutIdLst>
    <p:sldLayoutId id="2147483839"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Lst>
  <p:txStyles>
    <p:title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fontAlgn="base">
        <a:lnSpc>
          <a:spcPct val="90000"/>
        </a:lnSpc>
        <a:spcBef>
          <a:spcPct val="0"/>
        </a:spcBef>
        <a:spcAft>
          <a:spcPct val="0"/>
        </a:spcAft>
        <a:defRPr sz="3200" b="1">
          <a:solidFill>
            <a:srgbClr val="708CA1"/>
          </a:solidFill>
          <a:latin typeface="Arial" charset="0"/>
        </a:defRPr>
      </a:lvl6pPr>
      <a:lvl7pPr marL="914400" algn="l" defTabSz="814388" rtl="0" fontAlgn="base">
        <a:lnSpc>
          <a:spcPct val="90000"/>
        </a:lnSpc>
        <a:spcBef>
          <a:spcPct val="0"/>
        </a:spcBef>
        <a:spcAft>
          <a:spcPct val="0"/>
        </a:spcAft>
        <a:defRPr sz="3200" b="1">
          <a:solidFill>
            <a:srgbClr val="708CA1"/>
          </a:solidFill>
          <a:latin typeface="Arial" charset="0"/>
        </a:defRPr>
      </a:lvl7pPr>
      <a:lvl8pPr marL="1371600" algn="l" defTabSz="814388" rtl="0" fontAlgn="base">
        <a:lnSpc>
          <a:spcPct val="90000"/>
        </a:lnSpc>
        <a:spcBef>
          <a:spcPct val="0"/>
        </a:spcBef>
        <a:spcAft>
          <a:spcPct val="0"/>
        </a:spcAft>
        <a:defRPr sz="3200" b="1">
          <a:solidFill>
            <a:srgbClr val="708CA1"/>
          </a:solidFill>
          <a:latin typeface="Arial" charset="0"/>
        </a:defRPr>
      </a:lvl8pPr>
      <a:lvl9pPr marL="1828800" algn="l" defTabSz="814388" rtl="0" fontAlgn="base">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fontAlgn="base">
        <a:lnSpc>
          <a:spcPct val="95000"/>
        </a:lnSpc>
        <a:spcBef>
          <a:spcPct val="35000"/>
        </a:spcBef>
        <a:spcAft>
          <a:spcPct val="0"/>
        </a:spcAft>
        <a:buClr>
          <a:srgbClr val="708CA1"/>
        </a:buClr>
        <a:defRPr sz="2000">
          <a:solidFill>
            <a:schemeClr val="tx1"/>
          </a:solidFill>
          <a:latin typeface="+mn-lt"/>
        </a:defRPr>
      </a:lvl6pPr>
      <a:lvl7pPr marL="2519363" algn="l" defTabSz="814388" rtl="0" fontAlgn="base">
        <a:lnSpc>
          <a:spcPct val="95000"/>
        </a:lnSpc>
        <a:spcBef>
          <a:spcPct val="35000"/>
        </a:spcBef>
        <a:spcAft>
          <a:spcPct val="0"/>
        </a:spcAft>
        <a:buClr>
          <a:srgbClr val="708CA1"/>
        </a:buClr>
        <a:defRPr sz="2000">
          <a:solidFill>
            <a:schemeClr val="tx1"/>
          </a:solidFill>
          <a:latin typeface="+mn-lt"/>
        </a:defRPr>
      </a:lvl7pPr>
      <a:lvl8pPr marL="2976563" algn="l" defTabSz="814388" rtl="0" fontAlgn="base">
        <a:lnSpc>
          <a:spcPct val="95000"/>
        </a:lnSpc>
        <a:spcBef>
          <a:spcPct val="35000"/>
        </a:spcBef>
        <a:spcAft>
          <a:spcPct val="0"/>
        </a:spcAft>
        <a:buClr>
          <a:srgbClr val="708CA1"/>
        </a:buClr>
        <a:defRPr sz="2000">
          <a:solidFill>
            <a:schemeClr val="tx1"/>
          </a:solidFill>
          <a:latin typeface="+mn-lt"/>
        </a:defRPr>
      </a:lvl8pPr>
      <a:lvl9pPr marL="3433763" algn="l" defTabSz="814388" rtl="0" fontAlgn="base">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lifewire.com/what-is-an-ip-address-2625920"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www.lifewire.com/what-is-a-router-2618162"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www.arin.net/"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E82E7724-3DC4-14A9-BC21-09ADABA89D74}"/>
              </a:ext>
            </a:extLst>
          </p:cNvPr>
          <p:cNvSpPr>
            <a:spLocks noGrp="1" noChangeArrowheads="1"/>
          </p:cNvSpPr>
          <p:nvPr>
            <p:ph type="ctrTitle" sz="quarter"/>
          </p:nvPr>
        </p:nvSpPr>
        <p:spPr>
          <a:xfrm>
            <a:off x="311150" y="2671763"/>
            <a:ext cx="4222750" cy="830262"/>
          </a:xfrm>
          <a:noFill/>
        </p:spPr>
        <p:txBody>
          <a:bodyPr/>
          <a:lstStyle/>
          <a:p>
            <a:pPr algn="ctr" eaLnBrk="1" hangingPunct="1"/>
            <a:r>
              <a:rPr lang="en-US" altLang="en-US" sz="2600" b="1"/>
              <a:t>Addressing the Network – IPv4</a:t>
            </a:r>
          </a:p>
        </p:txBody>
      </p:sp>
      <p:sp>
        <p:nvSpPr>
          <p:cNvPr id="5122" name="Rectangle 3">
            <a:extLst>
              <a:ext uri="{FF2B5EF4-FFF2-40B4-BE49-F238E27FC236}">
                <a16:creationId xmlns:a16="http://schemas.microsoft.com/office/drawing/2014/main" id="{62AE6EFD-EE13-AA39-F8D7-7893D7EFC554}"/>
              </a:ext>
            </a:extLst>
          </p:cNvPr>
          <p:cNvSpPr>
            <a:spLocks noGrp="1" noChangeArrowheads="1"/>
          </p:cNvSpPr>
          <p:nvPr>
            <p:ph type="subTitle" sz="quarter" idx="1"/>
          </p:nvPr>
        </p:nvSpPr>
        <p:spPr>
          <a:xfrm>
            <a:off x="5116513" y="5160963"/>
            <a:ext cx="3829050" cy="603250"/>
          </a:xfrm>
          <a:noFill/>
        </p:spPr>
        <p:txBody>
          <a:bodyPr/>
          <a:lstStyle/>
          <a:p>
            <a:pPr eaLnBrk="1" hangingPunct="1">
              <a:lnSpc>
                <a:spcPct val="70000"/>
              </a:lnSpc>
            </a:pPr>
            <a:r>
              <a:rPr lang="en-US" altLang="en-US" sz="2600"/>
              <a:t>Dr. Muazzam A. Khan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6F855D57-A467-8421-A89E-2758B9AD113D}"/>
              </a:ext>
            </a:extLst>
          </p:cNvPr>
          <p:cNvSpPr>
            <a:spLocks noGrp="1" noChangeArrowheads="1"/>
          </p:cNvSpPr>
          <p:nvPr>
            <p:ph type="title"/>
          </p:nvPr>
        </p:nvSpPr>
        <p:spPr/>
        <p:txBody>
          <a:bodyPr/>
          <a:lstStyle/>
          <a:p>
            <a:pPr eaLnBrk="1" hangingPunct="1"/>
            <a:r>
              <a:rPr lang="en-US" altLang="en-US"/>
              <a:t>Objectives</a:t>
            </a:r>
          </a:p>
        </p:txBody>
      </p:sp>
      <p:sp>
        <p:nvSpPr>
          <p:cNvPr id="7170" name="Rectangle 3">
            <a:extLst>
              <a:ext uri="{FF2B5EF4-FFF2-40B4-BE49-F238E27FC236}">
                <a16:creationId xmlns:a16="http://schemas.microsoft.com/office/drawing/2014/main" id="{7F27F8F4-4459-8ED2-0A8E-DAD00E8F8E93}"/>
              </a:ext>
            </a:extLst>
          </p:cNvPr>
          <p:cNvSpPr>
            <a:spLocks noGrp="1" noChangeArrowheads="1"/>
          </p:cNvSpPr>
          <p:nvPr>
            <p:ph type="body" idx="1"/>
          </p:nvPr>
        </p:nvSpPr>
        <p:spPr>
          <a:xfrm>
            <a:off x="503238" y="1636713"/>
            <a:ext cx="8093075" cy="5076825"/>
          </a:xfrm>
        </p:spPr>
        <p:txBody>
          <a:bodyPr/>
          <a:lstStyle/>
          <a:p>
            <a:pPr marL="457200" indent="-457200" eaLnBrk="1" hangingPunct="1"/>
            <a:r>
              <a:rPr lang="en-US" altLang="en-US" sz="2000"/>
              <a:t>Explain the structure IP addressing and demonstrate the ability to convert between 8-bit binary and decimal numbers.</a:t>
            </a:r>
          </a:p>
          <a:p>
            <a:pPr marL="457200" indent="-457200" eaLnBrk="1" hangingPunct="1"/>
            <a:r>
              <a:rPr lang="en-US" altLang="en-US" sz="2000"/>
              <a:t>Given an IPv4 address, classify by type and describe how it is used in the network.</a:t>
            </a:r>
          </a:p>
          <a:p>
            <a:pPr marL="457200" indent="-457200" eaLnBrk="1" hangingPunct="1"/>
            <a:r>
              <a:rPr lang="en-US" altLang="en-US" sz="2000"/>
              <a:t>Explain how addresses are assigned to networks by ISPs and within networks by administrators.</a:t>
            </a:r>
          </a:p>
          <a:p>
            <a:pPr marL="457200" indent="-457200" eaLnBrk="1" hangingPunct="1"/>
            <a:r>
              <a:rPr lang="en-US" altLang="en-US" sz="2000"/>
              <a:t>Determine the network portion of the host address and explain the role of the subnet mask in dividing networks.</a:t>
            </a:r>
          </a:p>
          <a:p>
            <a:pPr marL="457200" indent="-457200" eaLnBrk="1" hangingPunct="1"/>
            <a:r>
              <a:rPr lang="en-US" altLang="en-US" sz="2000"/>
              <a:t>Given IPv4 addressing information and design criteria, calculate the appropriate addressing components.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4324456F-E6F4-5F9B-2533-25D7C28B7119}"/>
              </a:ext>
            </a:extLst>
          </p:cNvPr>
          <p:cNvSpPr>
            <a:spLocks noGrp="1" noChangeArrowheads="1"/>
          </p:cNvSpPr>
          <p:nvPr>
            <p:ph type="title"/>
          </p:nvPr>
        </p:nvSpPr>
        <p:spPr/>
        <p:txBody>
          <a:bodyPr/>
          <a:lstStyle/>
          <a:p>
            <a:pPr eaLnBrk="1" hangingPunct="1"/>
            <a:r>
              <a:rPr lang="en-US" altLang="en-US"/>
              <a:t>IP Addressing Structure</a:t>
            </a:r>
          </a:p>
        </p:txBody>
      </p:sp>
      <p:sp>
        <p:nvSpPr>
          <p:cNvPr id="9218" name="Rectangle 3">
            <a:extLst>
              <a:ext uri="{FF2B5EF4-FFF2-40B4-BE49-F238E27FC236}">
                <a16:creationId xmlns:a16="http://schemas.microsoft.com/office/drawing/2014/main" id="{791B7BA3-4283-2DE9-1C54-24555A56A4AF}"/>
              </a:ext>
            </a:extLst>
          </p:cNvPr>
          <p:cNvSpPr>
            <a:spLocks noGrp="1" noChangeArrowheads="1"/>
          </p:cNvSpPr>
          <p:nvPr>
            <p:ph type="body" idx="1"/>
          </p:nvPr>
        </p:nvSpPr>
        <p:spPr>
          <a:xfrm>
            <a:off x="655638" y="1404938"/>
            <a:ext cx="7940675" cy="5076825"/>
          </a:xfrm>
        </p:spPr>
        <p:txBody>
          <a:bodyPr/>
          <a:lstStyle/>
          <a:p>
            <a:pPr eaLnBrk="1" hangingPunct="1"/>
            <a:r>
              <a:rPr lang="en-US" altLang="en-US"/>
              <a:t>Describe an octet, network portion, host portion</a:t>
            </a:r>
          </a:p>
        </p:txBody>
      </p:sp>
      <p:pic>
        <p:nvPicPr>
          <p:cNvPr id="9219" name="Picture 11">
            <a:extLst>
              <a:ext uri="{FF2B5EF4-FFF2-40B4-BE49-F238E27FC236}">
                <a16:creationId xmlns:a16="http://schemas.microsoft.com/office/drawing/2014/main" id="{55054FEF-B310-1951-2E42-80B4E1B388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1275" y="2060575"/>
            <a:ext cx="6210300" cy="464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069D78B9-6A16-1552-AD98-7C5DC0AFDB8A}"/>
              </a:ext>
            </a:extLst>
          </p:cNvPr>
          <p:cNvSpPr>
            <a:spLocks noGrp="1" noChangeArrowheads="1"/>
          </p:cNvSpPr>
          <p:nvPr>
            <p:ph type="title"/>
          </p:nvPr>
        </p:nvSpPr>
        <p:spPr/>
        <p:txBody>
          <a:bodyPr/>
          <a:lstStyle/>
          <a:p>
            <a:pPr eaLnBrk="1" hangingPunct="1"/>
            <a:r>
              <a:rPr lang="en-US" altLang="en-US"/>
              <a:t>IP Addressing Structure</a:t>
            </a:r>
          </a:p>
        </p:txBody>
      </p:sp>
      <p:sp>
        <p:nvSpPr>
          <p:cNvPr id="11266" name="Rectangle 3">
            <a:extLst>
              <a:ext uri="{FF2B5EF4-FFF2-40B4-BE49-F238E27FC236}">
                <a16:creationId xmlns:a16="http://schemas.microsoft.com/office/drawing/2014/main" id="{CFDA5ED4-BA8B-6ADE-2F62-C53350DF4C37}"/>
              </a:ext>
            </a:extLst>
          </p:cNvPr>
          <p:cNvSpPr>
            <a:spLocks noGrp="1" noChangeArrowheads="1"/>
          </p:cNvSpPr>
          <p:nvPr>
            <p:ph type="body" idx="1"/>
          </p:nvPr>
        </p:nvSpPr>
        <p:spPr>
          <a:xfrm>
            <a:off x="655638" y="1392238"/>
            <a:ext cx="7940675" cy="5076825"/>
          </a:xfrm>
        </p:spPr>
        <p:txBody>
          <a:bodyPr/>
          <a:lstStyle/>
          <a:p>
            <a:pPr eaLnBrk="1" hangingPunct="1"/>
            <a:r>
              <a:rPr lang="en-US" altLang="en-US"/>
              <a:t>Describe these parts of an IPv4 address.  Total of </a:t>
            </a:r>
            <a:r>
              <a:rPr lang="en-US" altLang="en-US">
                <a:solidFill>
                  <a:srgbClr val="00B050"/>
                </a:solidFill>
              </a:rPr>
              <a:t>32</a:t>
            </a:r>
            <a:r>
              <a:rPr lang="en-US" altLang="en-US"/>
              <a:t> bits long!</a:t>
            </a:r>
          </a:p>
        </p:txBody>
      </p:sp>
      <p:pic>
        <p:nvPicPr>
          <p:cNvPr id="11267" name="Picture 5">
            <a:extLst>
              <a:ext uri="{FF2B5EF4-FFF2-40B4-BE49-F238E27FC236}">
                <a16:creationId xmlns:a16="http://schemas.microsoft.com/office/drawing/2014/main" id="{1B4979A3-3906-39C3-BBC9-EC22E48F4E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2438" y="2100263"/>
            <a:ext cx="5838825"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Rounded Rectangle 43">
            <a:extLst>
              <a:ext uri="{FF2B5EF4-FFF2-40B4-BE49-F238E27FC236}">
                <a16:creationId xmlns:a16="http://schemas.microsoft.com/office/drawing/2014/main" id="{908517D8-3B33-49C5-A6F8-D65E7F99FA07}"/>
              </a:ext>
            </a:extLst>
          </p:cNvPr>
          <p:cNvSpPr>
            <a:spLocks noChangeArrowheads="1"/>
          </p:cNvSpPr>
          <p:nvPr/>
        </p:nvSpPr>
        <p:spPr bwMode="auto">
          <a:xfrm>
            <a:off x="2082800" y="5564188"/>
            <a:ext cx="1535113" cy="315912"/>
          </a:xfrm>
          <a:prstGeom prst="roundRect">
            <a:avLst>
              <a:gd name="adj" fmla="val 16667"/>
            </a:avLst>
          </a:prstGeom>
          <a:noFill/>
          <a:ln w="76200">
            <a:solidFill>
              <a:srgbClr val="7030A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82124" tIns="41061" rIns="82124" bIns="41061" anchor="ctr">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9pPr>
          </a:lstStyle>
          <a:p>
            <a:pPr algn="ctr">
              <a:lnSpc>
                <a:spcPct val="90000"/>
              </a:lnSpc>
              <a:spcBef>
                <a:spcPct val="0"/>
              </a:spcBef>
              <a:buClrTx/>
              <a:buFontTx/>
              <a:buNone/>
            </a:pPr>
            <a:endParaRPr lang="en-US" altLang="en-US"/>
          </a:p>
        </p:txBody>
      </p:sp>
      <p:sp>
        <p:nvSpPr>
          <p:cNvPr id="11269" name="Rounded Rectangle 44">
            <a:extLst>
              <a:ext uri="{FF2B5EF4-FFF2-40B4-BE49-F238E27FC236}">
                <a16:creationId xmlns:a16="http://schemas.microsoft.com/office/drawing/2014/main" id="{8750E50F-9EDF-8E4C-9C2A-EF911BA36194}"/>
              </a:ext>
            </a:extLst>
          </p:cNvPr>
          <p:cNvSpPr>
            <a:spLocks noChangeArrowheads="1"/>
          </p:cNvSpPr>
          <p:nvPr/>
        </p:nvSpPr>
        <p:spPr bwMode="auto">
          <a:xfrm>
            <a:off x="2644775" y="3756025"/>
            <a:ext cx="3744913" cy="458788"/>
          </a:xfrm>
          <a:prstGeom prst="roundRect">
            <a:avLst>
              <a:gd name="adj" fmla="val 16667"/>
            </a:avLst>
          </a:prstGeom>
          <a:noFill/>
          <a:ln w="76200">
            <a:solidFill>
              <a:srgbClr val="7030A0"/>
            </a:solidFill>
            <a:round/>
            <a:headEnd/>
            <a:tailEnd type="triangle" w="med" len="med"/>
          </a:ln>
          <a:extLst>
            <a:ext uri="{909E8E84-426E-40DD-AFC4-6F175D3DCCD1}">
              <a14:hiddenFill xmlns:a14="http://schemas.microsoft.com/office/drawing/2010/main">
                <a:solidFill>
                  <a:srgbClr val="FFFFFF"/>
                </a:solidFill>
              </a14:hiddenFill>
            </a:ext>
          </a:extLst>
        </p:spPr>
        <p:txBody>
          <a:bodyPr lIns="82124" tIns="41061" rIns="82124" bIns="41061" anchor="ctr">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9pPr>
          </a:lstStyle>
          <a:p>
            <a:pPr algn="ctr">
              <a:lnSpc>
                <a:spcPct val="90000"/>
              </a:lnSpc>
              <a:spcBef>
                <a:spcPct val="0"/>
              </a:spcBef>
              <a:buClrTx/>
              <a:buFontTx/>
              <a:buNone/>
            </a:pPr>
            <a:endParaRPr lang="en-US" altLang="en-US"/>
          </a:p>
        </p:txBody>
      </p:sp>
      <p:sp>
        <p:nvSpPr>
          <p:cNvPr id="11270" name="Rounded Rectangle 46">
            <a:extLst>
              <a:ext uri="{FF2B5EF4-FFF2-40B4-BE49-F238E27FC236}">
                <a16:creationId xmlns:a16="http://schemas.microsoft.com/office/drawing/2014/main" id="{D0EBC1E5-5DE0-1F68-D943-11C1F09CBCB7}"/>
              </a:ext>
            </a:extLst>
          </p:cNvPr>
          <p:cNvSpPr>
            <a:spLocks noChangeArrowheads="1"/>
          </p:cNvSpPr>
          <p:nvPr/>
        </p:nvSpPr>
        <p:spPr bwMode="auto">
          <a:xfrm>
            <a:off x="3875088" y="5561013"/>
            <a:ext cx="654050" cy="261937"/>
          </a:xfrm>
          <a:prstGeom prst="roundRect">
            <a:avLst>
              <a:gd name="adj" fmla="val 16667"/>
            </a:avLst>
          </a:prstGeom>
          <a:noFill/>
          <a:ln w="57150">
            <a:solidFill>
              <a:srgbClr val="00B0F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82124" tIns="41061" rIns="82124" bIns="41061" anchor="ctr">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9pPr>
          </a:lstStyle>
          <a:p>
            <a:pPr algn="ctr">
              <a:lnSpc>
                <a:spcPct val="90000"/>
              </a:lnSpc>
              <a:spcBef>
                <a:spcPct val="0"/>
              </a:spcBef>
              <a:buClrTx/>
              <a:buFontTx/>
              <a:buNone/>
            </a:pPr>
            <a:endParaRPr lang="en-US" altLang="en-US"/>
          </a:p>
        </p:txBody>
      </p:sp>
      <p:sp>
        <p:nvSpPr>
          <p:cNvPr id="49" name="Rounded Rectangle 48">
            <a:extLst>
              <a:ext uri="{FF2B5EF4-FFF2-40B4-BE49-F238E27FC236}">
                <a16:creationId xmlns:a16="http://schemas.microsoft.com/office/drawing/2014/main" id="{101D4BD2-3401-384F-9FE0-8BD187C1C986}"/>
              </a:ext>
            </a:extLst>
          </p:cNvPr>
          <p:cNvSpPr/>
          <p:nvPr/>
        </p:nvSpPr>
        <p:spPr bwMode="auto">
          <a:xfrm>
            <a:off x="4819650" y="5572125"/>
            <a:ext cx="436563" cy="250825"/>
          </a:xfrm>
          <a:prstGeom prst="roundRect">
            <a:avLst/>
          </a:prstGeom>
          <a:noFill/>
          <a:ln w="57150" cap="flat" cmpd="sng" algn="ctr">
            <a:solidFill>
              <a:schemeClr val="accent2">
                <a:lumMod val="60000"/>
                <a:lumOff val="40000"/>
              </a:schemeClr>
            </a:solidFill>
            <a:prstDash val="solid"/>
            <a:round/>
            <a:headEnd type="none" w="med" len="med"/>
            <a:tailEnd type="triangle" w="med" len="med"/>
          </a:ln>
          <a:effectLst/>
        </p:spPr>
        <p:txBody>
          <a:bodyPr wrap="none" lIns="82124" tIns="41061" rIns="82124" bIns="41061" anchor="ctr">
            <a:spAutoFit/>
          </a:bodyPr>
          <a:lstStyle/>
          <a:p>
            <a:pPr algn="ctr" defTabSz="814388">
              <a:lnSpc>
                <a:spcPct val="90000"/>
              </a:lnSpc>
              <a:defRPr/>
            </a:pPr>
            <a:endParaRPr lang="en-US">
              <a:latin typeface="Arial" charset="0"/>
            </a:endParaRPr>
          </a:p>
        </p:txBody>
      </p:sp>
      <p:sp>
        <p:nvSpPr>
          <p:cNvPr id="11272" name="Rounded Rectangle 51">
            <a:extLst>
              <a:ext uri="{FF2B5EF4-FFF2-40B4-BE49-F238E27FC236}">
                <a16:creationId xmlns:a16="http://schemas.microsoft.com/office/drawing/2014/main" id="{ACD79BBE-6841-13BE-76E1-2ECC6E6C3B78}"/>
              </a:ext>
            </a:extLst>
          </p:cNvPr>
          <p:cNvSpPr>
            <a:spLocks noChangeArrowheads="1"/>
          </p:cNvSpPr>
          <p:nvPr/>
        </p:nvSpPr>
        <p:spPr bwMode="auto">
          <a:xfrm>
            <a:off x="5424488" y="5603875"/>
            <a:ext cx="468312" cy="260350"/>
          </a:xfrm>
          <a:prstGeom prst="roundRect">
            <a:avLst>
              <a:gd name="adj" fmla="val 16667"/>
            </a:avLst>
          </a:prstGeom>
          <a:noFill/>
          <a:ln w="57150">
            <a:solidFill>
              <a:srgbClr val="00B05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82124" tIns="41061" rIns="82124" bIns="41061" anchor="ctr">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9pPr>
          </a:lstStyle>
          <a:p>
            <a:pPr algn="ctr">
              <a:lnSpc>
                <a:spcPct val="90000"/>
              </a:lnSpc>
              <a:spcBef>
                <a:spcPct val="0"/>
              </a:spcBef>
              <a:buClrTx/>
              <a:buFontTx/>
              <a:buNone/>
            </a:pPr>
            <a:endParaRPr lang="en-US" altLang="en-US"/>
          </a:p>
        </p:txBody>
      </p:sp>
      <p:sp>
        <p:nvSpPr>
          <p:cNvPr id="11273" name="Rounded Rectangle 52">
            <a:extLst>
              <a:ext uri="{FF2B5EF4-FFF2-40B4-BE49-F238E27FC236}">
                <a16:creationId xmlns:a16="http://schemas.microsoft.com/office/drawing/2014/main" id="{46B5787D-0B05-DC94-8890-39A480B61123}"/>
              </a:ext>
            </a:extLst>
          </p:cNvPr>
          <p:cNvSpPr>
            <a:spLocks noChangeArrowheads="1"/>
          </p:cNvSpPr>
          <p:nvPr/>
        </p:nvSpPr>
        <p:spPr bwMode="auto">
          <a:xfrm>
            <a:off x="2678113" y="4244975"/>
            <a:ext cx="903287" cy="460375"/>
          </a:xfrm>
          <a:prstGeom prst="roundRect">
            <a:avLst>
              <a:gd name="adj" fmla="val 16667"/>
            </a:avLst>
          </a:prstGeom>
          <a:noFill/>
          <a:ln w="57150">
            <a:solidFill>
              <a:srgbClr val="00B050"/>
            </a:solidFill>
            <a:round/>
            <a:headEnd/>
            <a:tailEnd type="triangle" w="med" len="med"/>
          </a:ln>
          <a:extLst>
            <a:ext uri="{909E8E84-426E-40DD-AFC4-6F175D3DCCD1}">
              <a14:hiddenFill xmlns:a14="http://schemas.microsoft.com/office/drawing/2010/main">
                <a:solidFill>
                  <a:srgbClr val="FFFFFF"/>
                </a:solidFill>
              </a14:hiddenFill>
            </a:ext>
          </a:extLst>
        </p:spPr>
        <p:txBody>
          <a:bodyPr lIns="82124" tIns="41061" rIns="82124" bIns="41061" anchor="ctr">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9pPr>
          </a:lstStyle>
          <a:p>
            <a:pPr algn="ctr">
              <a:lnSpc>
                <a:spcPct val="90000"/>
              </a:lnSpc>
              <a:spcBef>
                <a:spcPct val="0"/>
              </a:spcBef>
              <a:buClrTx/>
              <a:buFontTx/>
              <a:buNone/>
            </a:pPr>
            <a:endParaRPr lang="en-US" altLang="en-US"/>
          </a:p>
        </p:txBody>
      </p:sp>
      <p:sp>
        <p:nvSpPr>
          <p:cNvPr id="11274" name="Rounded Rectangle 53">
            <a:extLst>
              <a:ext uri="{FF2B5EF4-FFF2-40B4-BE49-F238E27FC236}">
                <a16:creationId xmlns:a16="http://schemas.microsoft.com/office/drawing/2014/main" id="{D539DC62-DD78-9941-504A-38B87B2025E9}"/>
              </a:ext>
            </a:extLst>
          </p:cNvPr>
          <p:cNvSpPr>
            <a:spLocks noChangeArrowheads="1"/>
          </p:cNvSpPr>
          <p:nvPr/>
        </p:nvSpPr>
        <p:spPr bwMode="auto">
          <a:xfrm>
            <a:off x="6102350" y="5581650"/>
            <a:ext cx="1022350" cy="327025"/>
          </a:xfrm>
          <a:prstGeom prst="roundRect">
            <a:avLst>
              <a:gd name="adj" fmla="val 16667"/>
            </a:avLst>
          </a:prstGeom>
          <a:noFill/>
          <a:ln w="57150">
            <a:solidFill>
              <a:srgbClr val="FFCC68"/>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82124" tIns="41061" rIns="82124" bIns="41061" anchor="ctr">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9pPr>
          </a:lstStyle>
          <a:p>
            <a:pPr algn="ctr">
              <a:lnSpc>
                <a:spcPct val="90000"/>
              </a:lnSpc>
              <a:spcBef>
                <a:spcPct val="0"/>
              </a:spcBef>
              <a:buClrTx/>
              <a:buFontTx/>
              <a:buNone/>
            </a:pPr>
            <a:endParaRPr lang="en-US" altLang="en-US"/>
          </a:p>
        </p:txBody>
      </p:sp>
      <p:sp>
        <p:nvSpPr>
          <p:cNvPr id="11275" name="Rounded Rectangle 54">
            <a:extLst>
              <a:ext uri="{FF2B5EF4-FFF2-40B4-BE49-F238E27FC236}">
                <a16:creationId xmlns:a16="http://schemas.microsoft.com/office/drawing/2014/main" id="{21F8D740-C936-DC26-2422-04365E170084}"/>
              </a:ext>
            </a:extLst>
          </p:cNvPr>
          <p:cNvSpPr>
            <a:spLocks noChangeArrowheads="1"/>
          </p:cNvSpPr>
          <p:nvPr/>
        </p:nvSpPr>
        <p:spPr bwMode="auto">
          <a:xfrm>
            <a:off x="2732088" y="4148138"/>
            <a:ext cx="3767137" cy="458787"/>
          </a:xfrm>
          <a:prstGeom prst="roundRect">
            <a:avLst>
              <a:gd name="adj" fmla="val 16667"/>
            </a:avLst>
          </a:prstGeom>
          <a:noFill/>
          <a:ln w="57150">
            <a:solidFill>
              <a:srgbClr val="FFCC68"/>
            </a:solidFill>
            <a:round/>
            <a:headEnd/>
            <a:tailEnd type="triangle" w="med" len="med"/>
          </a:ln>
          <a:extLst>
            <a:ext uri="{909E8E84-426E-40DD-AFC4-6F175D3DCCD1}">
              <a14:hiddenFill xmlns:a14="http://schemas.microsoft.com/office/drawing/2010/main">
                <a:solidFill>
                  <a:srgbClr val="FFFFFF"/>
                </a:solidFill>
              </a14:hiddenFill>
            </a:ext>
          </a:extLst>
        </p:spPr>
        <p:txBody>
          <a:bodyPr lIns="82124" tIns="41061" rIns="82124" bIns="41061" anchor="ctr">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9pPr>
          </a:lstStyle>
          <a:p>
            <a:pPr algn="ctr">
              <a:lnSpc>
                <a:spcPct val="90000"/>
              </a:lnSpc>
              <a:spcBef>
                <a:spcPct val="0"/>
              </a:spcBef>
              <a:buClrTx/>
              <a:buFontTx/>
              <a:buNone/>
            </a:pPr>
            <a:endParaRPr lang="en-US" altLang="en-US"/>
          </a:p>
        </p:txBody>
      </p:sp>
      <p:sp>
        <p:nvSpPr>
          <p:cNvPr id="11276" name="Rounded Rectangle 55">
            <a:extLst>
              <a:ext uri="{FF2B5EF4-FFF2-40B4-BE49-F238E27FC236}">
                <a16:creationId xmlns:a16="http://schemas.microsoft.com/office/drawing/2014/main" id="{35F5F35A-4BFB-4BBB-AB26-AFB875872987}"/>
              </a:ext>
            </a:extLst>
          </p:cNvPr>
          <p:cNvSpPr>
            <a:spLocks noChangeArrowheads="1"/>
          </p:cNvSpPr>
          <p:nvPr/>
        </p:nvSpPr>
        <p:spPr bwMode="auto">
          <a:xfrm>
            <a:off x="2701925" y="3795713"/>
            <a:ext cx="2867025" cy="873125"/>
          </a:xfrm>
          <a:prstGeom prst="roundRect">
            <a:avLst>
              <a:gd name="adj" fmla="val 16667"/>
            </a:avLst>
          </a:prstGeom>
          <a:noFill/>
          <a:ln w="57150">
            <a:solidFill>
              <a:srgbClr val="00B0F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82124" tIns="41061" rIns="82124" bIns="41061" anchor="ctr">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9pPr>
          </a:lstStyle>
          <a:p>
            <a:pPr algn="ctr">
              <a:lnSpc>
                <a:spcPct val="90000"/>
              </a:lnSpc>
              <a:spcBef>
                <a:spcPct val="0"/>
              </a:spcBef>
              <a:buClrTx/>
              <a:buFontTx/>
              <a:buNone/>
            </a:pPr>
            <a:endParaRPr lang="en-US" altLang="en-US"/>
          </a:p>
        </p:txBody>
      </p:sp>
      <p:sp>
        <p:nvSpPr>
          <p:cNvPr id="57" name="Rounded Rectangle 56">
            <a:extLst>
              <a:ext uri="{FF2B5EF4-FFF2-40B4-BE49-F238E27FC236}">
                <a16:creationId xmlns:a16="http://schemas.microsoft.com/office/drawing/2014/main" id="{D64A6DFF-A81D-D042-93A7-CFFF510DB279}"/>
              </a:ext>
            </a:extLst>
          </p:cNvPr>
          <p:cNvSpPr/>
          <p:nvPr/>
        </p:nvSpPr>
        <p:spPr bwMode="auto">
          <a:xfrm>
            <a:off x="5568950" y="3810000"/>
            <a:ext cx="914400" cy="776288"/>
          </a:xfrm>
          <a:prstGeom prst="roundRect">
            <a:avLst/>
          </a:prstGeom>
          <a:noFill/>
          <a:ln w="57150" cap="flat" cmpd="sng" algn="ctr">
            <a:solidFill>
              <a:schemeClr val="accent2">
                <a:lumMod val="60000"/>
                <a:lumOff val="40000"/>
              </a:schemeClr>
            </a:solidFill>
            <a:prstDash val="solid"/>
            <a:round/>
            <a:headEnd type="none" w="med" len="med"/>
            <a:tailEnd type="triangle" w="med" len="med"/>
          </a:ln>
          <a:effectLst/>
        </p:spPr>
        <p:txBody>
          <a:bodyPr wrap="none" lIns="82124" tIns="41061" rIns="82124" bIns="41061" anchor="ctr">
            <a:spAutoFit/>
          </a:bodyPr>
          <a:lstStyle/>
          <a:p>
            <a:pPr algn="ctr" defTabSz="814388">
              <a:lnSpc>
                <a:spcPct val="90000"/>
              </a:lnSpc>
              <a:defRPr/>
            </a:pPr>
            <a:endParaRPr lang="en-US">
              <a:latin typeface="Arial"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17021AB2-7C8D-B594-C311-27E17DB18279}"/>
              </a:ext>
            </a:extLst>
          </p:cNvPr>
          <p:cNvSpPr>
            <a:spLocks noGrp="1" noChangeArrowheads="1"/>
          </p:cNvSpPr>
          <p:nvPr>
            <p:ph type="title"/>
          </p:nvPr>
        </p:nvSpPr>
        <p:spPr/>
        <p:txBody>
          <a:bodyPr/>
          <a:lstStyle/>
          <a:p>
            <a:pPr eaLnBrk="1" hangingPunct="1"/>
            <a:r>
              <a:rPr lang="en-US" altLang="en-US"/>
              <a:t>IP Addressing Structure</a:t>
            </a:r>
          </a:p>
        </p:txBody>
      </p:sp>
      <p:sp>
        <p:nvSpPr>
          <p:cNvPr id="13314" name="Rectangle 3">
            <a:extLst>
              <a:ext uri="{FF2B5EF4-FFF2-40B4-BE49-F238E27FC236}">
                <a16:creationId xmlns:a16="http://schemas.microsoft.com/office/drawing/2014/main" id="{C4B1D608-8885-D5B8-C0D8-0F64F1678151}"/>
              </a:ext>
            </a:extLst>
          </p:cNvPr>
          <p:cNvSpPr>
            <a:spLocks noGrp="1" noChangeArrowheads="1"/>
          </p:cNvSpPr>
          <p:nvPr>
            <p:ph type="body" idx="1"/>
          </p:nvPr>
        </p:nvSpPr>
        <p:spPr>
          <a:xfrm>
            <a:off x="655638" y="1500188"/>
            <a:ext cx="7940675" cy="5076825"/>
          </a:xfrm>
        </p:spPr>
        <p:txBody>
          <a:bodyPr/>
          <a:lstStyle/>
          <a:p>
            <a:pPr eaLnBrk="1" hangingPunct="1"/>
            <a:r>
              <a:rPr lang="en-US" altLang="en-US"/>
              <a:t>Practice converting 8-bit binary to decimal – </a:t>
            </a:r>
          </a:p>
        </p:txBody>
      </p:sp>
      <p:pic>
        <p:nvPicPr>
          <p:cNvPr id="13315" name="Picture 5">
            <a:extLst>
              <a:ext uri="{FF2B5EF4-FFF2-40B4-BE49-F238E27FC236}">
                <a16:creationId xmlns:a16="http://schemas.microsoft.com/office/drawing/2014/main" id="{1A020AE5-CF98-F74A-AA27-D49EEC721A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8716"/>
          <a:stretch>
            <a:fillRect/>
          </a:stretch>
        </p:blipFill>
        <p:spPr bwMode="auto">
          <a:xfrm>
            <a:off x="1450975" y="2687638"/>
            <a:ext cx="6218238"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F58687A7-6A87-B81A-F1B4-23B5739CF6D0}"/>
              </a:ext>
            </a:extLst>
          </p:cNvPr>
          <p:cNvSpPr>
            <a:spLocks noGrp="1" noChangeArrowheads="1"/>
          </p:cNvSpPr>
          <p:nvPr>
            <p:ph type="title"/>
          </p:nvPr>
        </p:nvSpPr>
        <p:spPr/>
        <p:txBody>
          <a:bodyPr/>
          <a:lstStyle/>
          <a:p>
            <a:pPr eaLnBrk="1" hangingPunct="1"/>
            <a:r>
              <a:rPr lang="en-US" altLang="en-US"/>
              <a:t>Classify and Define IPv4 Addresses</a:t>
            </a:r>
          </a:p>
        </p:txBody>
      </p:sp>
      <p:sp>
        <p:nvSpPr>
          <p:cNvPr id="15362" name="Rectangle 3">
            <a:extLst>
              <a:ext uri="{FF2B5EF4-FFF2-40B4-BE49-F238E27FC236}">
                <a16:creationId xmlns:a16="http://schemas.microsoft.com/office/drawing/2014/main" id="{3808828E-CDCD-21CD-6270-D8C0D145BA81}"/>
              </a:ext>
            </a:extLst>
          </p:cNvPr>
          <p:cNvSpPr>
            <a:spLocks noGrp="1" noChangeArrowheads="1"/>
          </p:cNvSpPr>
          <p:nvPr>
            <p:ph type="body" idx="1"/>
          </p:nvPr>
        </p:nvSpPr>
        <p:spPr>
          <a:xfrm>
            <a:off x="595313" y="1546225"/>
            <a:ext cx="7940675" cy="5076825"/>
          </a:xfrm>
        </p:spPr>
        <p:txBody>
          <a:bodyPr/>
          <a:lstStyle/>
          <a:p>
            <a:pPr eaLnBrk="1" hangingPunct="1"/>
            <a:r>
              <a:rPr lang="en-US" altLang="en-US"/>
              <a:t>Name the three types of addresses in the network and describe the purpose of each type</a:t>
            </a:r>
          </a:p>
        </p:txBody>
      </p:sp>
      <p:pic>
        <p:nvPicPr>
          <p:cNvPr id="15363" name="Picture 7">
            <a:extLst>
              <a:ext uri="{FF2B5EF4-FFF2-40B4-BE49-F238E27FC236}">
                <a16:creationId xmlns:a16="http://schemas.microsoft.com/office/drawing/2014/main" id="{36280F49-B579-9487-6371-60FE755857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913" y="2419350"/>
            <a:ext cx="7966075" cy="387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74DB46C1-337A-06CC-BC41-EE996B494DE0}"/>
              </a:ext>
            </a:extLst>
          </p:cNvPr>
          <p:cNvSpPr>
            <a:spLocks noGrp="1" noChangeArrowheads="1"/>
          </p:cNvSpPr>
          <p:nvPr>
            <p:ph type="title"/>
          </p:nvPr>
        </p:nvSpPr>
        <p:spPr>
          <a:xfrm>
            <a:off x="636588" y="728663"/>
            <a:ext cx="8145462" cy="536575"/>
          </a:xfrm>
        </p:spPr>
        <p:txBody>
          <a:bodyPr/>
          <a:lstStyle/>
          <a:p>
            <a:r>
              <a:rPr lang="en-US" altLang="en-US"/>
              <a:t>Types of addresses	</a:t>
            </a:r>
          </a:p>
        </p:txBody>
      </p:sp>
      <p:sp>
        <p:nvSpPr>
          <p:cNvPr id="11267" name="Content Placeholder 2">
            <a:extLst>
              <a:ext uri="{FF2B5EF4-FFF2-40B4-BE49-F238E27FC236}">
                <a16:creationId xmlns:a16="http://schemas.microsoft.com/office/drawing/2014/main" id="{A64EEEB5-3A3B-4548-AFC2-CDC87EE618A5}"/>
              </a:ext>
            </a:extLst>
          </p:cNvPr>
          <p:cNvSpPr>
            <a:spLocks noGrp="1"/>
          </p:cNvSpPr>
          <p:nvPr>
            <p:ph idx="1"/>
          </p:nvPr>
        </p:nvSpPr>
        <p:spPr>
          <a:xfrm>
            <a:off x="381000" y="1366838"/>
            <a:ext cx="8223250" cy="4897437"/>
          </a:xfrm>
        </p:spPr>
        <p:txBody>
          <a:bodyPr/>
          <a:lstStyle/>
          <a:p>
            <a:pPr>
              <a:buFont typeface="Wingdings" charset="2"/>
              <a:buChar char="§"/>
              <a:defRPr/>
            </a:pPr>
            <a:r>
              <a:rPr lang="en-US" altLang="en-US" sz="2300" dirty="0">
                <a:solidFill>
                  <a:srgbClr val="00B050"/>
                </a:solidFill>
              </a:rPr>
              <a:t>   </a:t>
            </a:r>
            <a:r>
              <a:rPr lang="en-US" altLang="en-US" sz="2300" b="1" dirty="0">
                <a:solidFill>
                  <a:srgbClr val="00B050"/>
                </a:solidFill>
              </a:rPr>
              <a:t>Network Address</a:t>
            </a:r>
          </a:p>
          <a:p>
            <a:pPr lvl="1">
              <a:defRPr/>
            </a:pPr>
            <a:r>
              <a:rPr lang="en-US" altLang="en-US" sz="2300" dirty="0"/>
              <a:t>The network address is a standard way to refer to a network. </a:t>
            </a:r>
          </a:p>
          <a:p>
            <a:pPr>
              <a:buFont typeface="Wingdings" charset="2"/>
              <a:buChar char="§"/>
              <a:defRPr/>
            </a:pPr>
            <a:r>
              <a:rPr lang="en-US" altLang="en-US" sz="2300" dirty="0"/>
              <a:t>  </a:t>
            </a:r>
            <a:r>
              <a:rPr lang="en-US" altLang="en-US" sz="2000" b="1" dirty="0">
                <a:solidFill>
                  <a:srgbClr val="FF0000"/>
                </a:solidFill>
              </a:rPr>
              <a:t>Broadcast</a:t>
            </a:r>
          </a:p>
          <a:p>
            <a:pPr marL="457200" lvl="1" indent="0">
              <a:defRPr/>
            </a:pPr>
            <a:r>
              <a:rPr lang="en-US" altLang="en-US" sz="2300" dirty="0"/>
              <a:t>Special address for each network that allows communication to </a:t>
            </a:r>
            <a:r>
              <a:rPr lang="en-US" altLang="en-US" sz="2300" dirty="0">
                <a:solidFill>
                  <a:srgbClr val="FF0000"/>
                </a:solidFill>
              </a:rPr>
              <a:t>all</a:t>
            </a:r>
            <a:r>
              <a:rPr lang="en-US" altLang="en-US" sz="2300" dirty="0"/>
              <a:t> the </a:t>
            </a:r>
            <a:r>
              <a:rPr lang="en-US" altLang="en-US" sz="2300" dirty="0">
                <a:solidFill>
                  <a:srgbClr val="FF0000"/>
                </a:solidFill>
              </a:rPr>
              <a:t>hosts</a:t>
            </a:r>
            <a:r>
              <a:rPr lang="en-US" altLang="en-US" sz="2300" dirty="0"/>
              <a:t> in that network. To send data to all hosts in a network.</a:t>
            </a:r>
          </a:p>
          <a:p>
            <a:pPr>
              <a:buFont typeface="Wingdings" charset="2"/>
              <a:buChar char="§"/>
              <a:defRPr/>
            </a:pPr>
            <a:r>
              <a:rPr lang="en-US" altLang="en-US" sz="2300" b="1" dirty="0">
                <a:solidFill>
                  <a:srgbClr val="FF0000"/>
                </a:solidFill>
              </a:rPr>
              <a:t>Host </a:t>
            </a:r>
          </a:p>
          <a:p>
            <a:pPr marL="457200" lvl="1" indent="0">
              <a:defRPr/>
            </a:pPr>
            <a:r>
              <a:rPr lang="en-US" altLang="en-US" sz="2300" dirty="0"/>
              <a:t>Every end device requires a </a:t>
            </a:r>
            <a:r>
              <a:rPr lang="en-US" altLang="en-US" sz="2300" dirty="0">
                <a:solidFill>
                  <a:srgbClr val="FF0000"/>
                </a:solidFill>
              </a:rPr>
              <a:t>unique</a:t>
            </a:r>
            <a:r>
              <a:rPr lang="en-US" altLang="en-US" sz="2300" dirty="0"/>
              <a:t> address to deliver a packet to that host. In IPv4 addresses, we assign the </a:t>
            </a:r>
            <a:r>
              <a:rPr lang="en-US" altLang="en-US" sz="2300" dirty="0">
                <a:solidFill>
                  <a:srgbClr val="FF0000"/>
                </a:solidFill>
              </a:rPr>
              <a:t>values between the network address and the broadcast address</a:t>
            </a:r>
            <a:r>
              <a:rPr lang="en-US" altLang="en-US" sz="2300" dirty="0"/>
              <a:t> to the devices in that network. </a:t>
            </a:r>
          </a:p>
          <a:p>
            <a:pPr marL="457200" lvl="1" indent="0">
              <a:defRPr/>
            </a:pPr>
            <a:endParaRPr lang="en-US" altLang="en-US" sz="2300" dirty="0"/>
          </a:p>
          <a:p>
            <a:pPr marL="457200" lvl="1" indent="0">
              <a:defRPr/>
            </a:pPr>
            <a:endParaRPr lang="en-US" altLang="en-US" sz="2300" dirty="0"/>
          </a:p>
          <a:p>
            <a:pPr marL="457200" lvl="1" indent="0">
              <a:defRPr/>
            </a:pPr>
            <a:endParaRPr lang="en-US" altLang="en-US" sz="2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6B9C864-100A-3327-02D6-06003A169449}"/>
              </a:ext>
            </a:extLst>
          </p:cNvPr>
          <p:cNvSpPr>
            <a:spLocks noGrp="1" noChangeArrowheads="1"/>
          </p:cNvSpPr>
          <p:nvPr>
            <p:ph type="title"/>
          </p:nvPr>
        </p:nvSpPr>
        <p:spPr>
          <a:xfrm>
            <a:off x="655638" y="627063"/>
            <a:ext cx="8145462" cy="606425"/>
          </a:xfrm>
        </p:spPr>
        <p:txBody>
          <a:bodyPr/>
          <a:lstStyle/>
          <a:p>
            <a:pPr eaLnBrk="1" hangingPunct="1"/>
            <a:r>
              <a:rPr lang="en-US" altLang="en-US"/>
              <a:t>Classify and Define IPv4 Addresses</a:t>
            </a:r>
          </a:p>
        </p:txBody>
      </p:sp>
      <p:sp>
        <p:nvSpPr>
          <p:cNvPr id="19458" name="Rectangle 3">
            <a:extLst>
              <a:ext uri="{FF2B5EF4-FFF2-40B4-BE49-F238E27FC236}">
                <a16:creationId xmlns:a16="http://schemas.microsoft.com/office/drawing/2014/main" id="{33E6C170-B44F-B46A-46E2-90115B7AB72C}"/>
              </a:ext>
            </a:extLst>
          </p:cNvPr>
          <p:cNvSpPr>
            <a:spLocks noGrp="1" noChangeArrowheads="1"/>
          </p:cNvSpPr>
          <p:nvPr>
            <p:ph type="body" idx="1"/>
          </p:nvPr>
        </p:nvSpPr>
        <p:spPr>
          <a:xfrm>
            <a:off x="655638" y="1412875"/>
            <a:ext cx="7940675" cy="5249863"/>
          </a:xfrm>
        </p:spPr>
        <p:txBody>
          <a:bodyPr/>
          <a:lstStyle/>
          <a:p>
            <a:pPr eaLnBrk="1" hangingPunct="1"/>
            <a:r>
              <a:rPr lang="en-US" altLang="en-US"/>
              <a:t>Determine the network, broadcast and host addresses for a given address and prefix combination – practice this…online curriculum section 6.2.2</a:t>
            </a:r>
          </a:p>
        </p:txBody>
      </p:sp>
      <p:pic>
        <p:nvPicPr>
          <p:cNvPr id="19459" name="Picture 7">
            <a:extLst>
              <a:ext uri="{FF2B5EF4-FFF2-40B4-BE49-F238E27FC236}">
                <a16:creationId xmlns:a16="http://schemas.microsoft.com/office/drawing/2014/main" id="{DE740908-AD9E-9644-A33E-6003F4BC3E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288" y="3151188"/>
            <a:ext cx="7062787" cy="267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7">
            <a:extLst>
              <a:ext uri="{FF2B5EF4-FFF2-40B4-BE49-F238E27FC236}">
                <a16:creationId xmlns:a16="http://schemas.microsoft.com/office/drawing/2014/main" id="{FDFE0A20-E412-71FD-BD4D-47F92C7CFE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1775" y="3278188"/>
            <a:ext cx="3495675"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6" name="Picture 5">
            <a:extLst>
              <a:ext uri="{FF2B5EF4-FFF2-40B4-BE49-F238E27FC236}">
                <a16:creationId xmlns:a16="http://schemas.microsoft.com/office/drawing/2014/main" id="{CABD3BF8-E684-F9A2-BF9F-82DF33A03C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575" y="3654425"/>
            <a:ext cx="3359150" cy="281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Rectangle 2">
            <a:extLst>
              <a:ext uri="{FF2B5EF4-FFF2-40B4-BE49-F238E27FC236}">
                <a16:creationId xmlns:a16="http://schemas.microsoft.com/office/drawing/2014/main" id="{297895C6-89ED-5D87-DD8E-8B9266090B87}"/>
              </a:ext>
            </a:extLst>
          </p:cNvPr>
          <p:cNvSpPr>
            <a:spLocks noGrp="1" noChangeArrowheads="1"/>
          </p:cNvSpPr>
          <p:nvPr>
            <p:ph type="title"/>
          </p:nvPr>
        </p:nvSpPr>
        <p:spPr>
          <a:xfrm>
            <a:off x="655638" y="627063"/>
            <a:ext cx="8145462" cy="688975"/>
          </a:xfrm>
        </p:spPr>
        <p:txBody>
          <a:bodyPr/>
          <a:lstStyle/>
          <a:p>
            <a:pPr eaLnBrk="1" hangingPunct="1"/>
            <a:r>
              <a:rPr lang="en-US" altLang="en-US"/>
              <a:t>Classify and Define IPv4 Addresses</a:t>
            </a:r>
          </a:p>
        </p:txBody>
      </p:sp>
      <p:sp>
        <p:nvSpPr>
          <p:cNvPr id="21508" name="Rectangle 3">
            <a:extLst>
              <a:ext uri="{FF2B5EF4-FFF2-40B4-BE49-F238E27FC236}">
                <a16:creationId xmlns:a16="http://schemas.microsoft.com/office/drawing/2014/main" id="{84CC5BE7-B5B5-9E5F-69E5-7D6454549266}"/>
              </a:ext>
            </a:extLst>
          </p:cNvPr>
          <p:cNvSpPr>
            <a:spLocks noGrp="1" noChangeArrowheads="1"/>
          </p:cNvSpPr>
          <p:nvPr>
            <p:ph type="body" idx="1"/>
          </p:nvPr>
        </p:nvSpPr>
        <p:spPr>
          <a:xfrm>
            <a:off x="655638" y="1233488"/>
            <a:ext cx="7940675" cy="5235575"/>
          </a:xfrm>
        </p:spPr>
        <p:txBody>
          <a:bodyPr/>
          <a:lstStyle/>
          <a:p>
            <a:pPr eaLnBrk="1" hangingPunct="1"/>
            <a:r>
              <a:rPr lang="en-US" altLang="en-US"/>
              <a:t>Name the three types of communication in the Network Layer and describe the characteristics of each type</a:t>
            </a:r>
          </a:p>
          <a:p>
            <a:pPr eaLnBrk="1" hangingPunct="1"/>
            <a:endParaRPr lang="en-US" altLang="en-US"/>
          </a:p>
        </p:txBody>
      </p:sp>
      <p:pic>
        <p:nvPicPr>
          <p:cNvPr id="21509" name="Picture 6">
            <a:extLst>
              <a:ext uri="{FF2B5EF4-FFF2-40B4-BE49-F238E27FC236}">
                <a16:creationId xmlns:a16="http://schemas.microsoft.com/office/drawing/2014/main" id="{5AF7DD7E-04ED-D78E-F8C5-21B13E40F2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0988" y="2182813"/>
            <a:ext cx="3194050"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CF8F5D3D-4D1A-CBEE-5409-035DB44AB0EE}"/>
              </a:ext>
            </a:extLst>
          </p:cNvPr>
          <p:cNvSpPr>
            <a:spLocks noGrp="1" noChangeArrowheads="1"/>
          </p:cNvSpPr>
          <p:nvPr>
            <p:ph type="title"/>
          </p:nvPr>
        </p:nvSpPr>
        <p:spPr/>
        <p:txBody>
          <a:bodyPr/>
          <a:lstStyle/>
          <a:p>
            <a:pPr eaLnBrk="1" hangingPunct="1"/>
            <a:r>
              <a:rPr lang="en-US" altLang="en-US"/>
              <a:t>Classify and Define IPv4 Addresses</a:t>
            </a:r>
          </a:p>
        </p:txBody>
      </p:sp>
      <p:pic>
        <p:nvPicPr>
          <p:cNvPr id="23554" name="Picture 5">
            <a:extLst>
              <a:ext uri="{FF2B5EF4-FFF2-40B4-BE49-F238E27FC236}">
                <a16:creationId xmlns:a16="http://schemas.microsoft.com/office/drawing/2014/main" id="{D83F6A0F-F03B-1639-F7C5-C1429C402C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263" y="1390650"/>
            <a:ext cx="7286625"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FCD59450-EAE2-3E9D-A53E-766DE1475C85}"/>
              </a:ext>
            </a:extLst>
          </p:cNvPr>
          <p:cNvSpPr>
            <a:spLocks noGrp="1" noChangeArrowheads="1"/>
          </p:cNvSpPr>
          <p:nvPr>
            <p:ph type="title"/>
          </p:nvPr>
        </p:nvSpPr>
        <p:spPr>
          <a:xfrm>
            <a:off x="655638" y="627063"/>
            <a:ext cx="8145462" cy="688975"/>
          </a:xfrm>
        </p:spPr>
        <p:txBody>
          <a:bodyPr/>
          <a:lstStyle/>
          <a:p>
            <a:r>
              <a:rPr lang="en-US" altLang="en-US"/>
              <a:t>Classful Addressing</a:t>
            </a:r>
          </a:p>
        </p:txBody>
      </p:sp>
      <p:sp>
        <p:nvSpPr>
          <p:cNvPr id="25602" name="Content Placeholder 2">
            <a:extLst>
              <a:ext uri="{FF2B5EF4-FFF2-40B4-BE49-F238E27FC236}">
                <a16:creationId xmlns:a16="http://schemas.microsoft.com/office/drawing/2014/main" id="{0E523955-B12E-837A-33CC-EBF016AB9858}"/>
              </a:ext>
            </a:extLst>
          </p:cNvPr>
          <p:cNvSpPr>
            <a:spLocks noGrp="1" noChangeArrowheads="1"/>
          </p:cNvSpPr>
          <p:nvPr>
            <p:ph idx="1"/>
          </p:nvPr>
        </p:nvSpPr>
        <p:spPr>
          <a:xfrm>
            <a:off x="547688" y="1316038"/>
            <a:ext cx="7972425" cy="5307012"/>
          </a:xfrm>
        </p:spPr>
        <p:txBody>
          <a:bodyPr/>
          <a:lstStyle/>
          <a:p>
            <a:r>
              <a:rPr lang="en-US" altLang="en-US">
                <a:solidFill>
                  <a:srgbClr val="FF0000"/>
                </a:solidFill>
              </a:rPr>
              <a:t>Class A</a:t>
            </a:r>
            <a:r>
              <a:rPr lang="en-US" altLang="en-US"/>
              <a:t> – designed to support extremely large networks with more than </a:t>
            </a:r>
            <a:r>
              <a:rPr lang="en-US" altLang="en-US">
                <a:solidFill>
                  <a:srgbClr val="FF0000"/>
                </a:solidFill>
              </a:rPr>
              <a:t>16 million </a:t>
            </a:r>
            <a:r>
              <a:rPr lang="en-US" altLang="en-US"/>
              <a:t>host addresses. </a:t>
            </a:r>
          </a:p>
          <a:p>
            <a:r>
              <a:rPr lang="en-US" altLang="en-US">
                <a:solidFill>
                  <a:srgbClr val="FF0000"/>
                </a:solidFill>
              </a:rPr>
              <a:t>Class B</a:t>
            </a:r>
            <a:r>
              <a:rPr lang="en-US" altLang="en-US"/>
              <a:t> – designed to support the needs of moderate to large size networks with more than </a:t>
            </a:r>
            <a:r>
              <a:rPr lang="en-US" altLang="en-US">
                <a:solidFill>
                  <a:srgbClr val="FF0000"/>
                </a:solidFill>
              </a:rPr>
              <a:t>65,000</a:t>
            </a:r>
            <a:r>
              <a:rPr lang="en-US" altLang="en-US"/>
              <a:t> hosts</a:t>
            </a:r>
          </a:p>
          <a:p>
            <a:r>
              <a:rPr lang="en-US" altLang="en-US">
                <a:solidFill>
                  <a:srgbClr val="FF0000"/>
                </a:solidFill>
              </a:rPr>
              <a:t>Class C</a:t>
            </a:r>
            <a:r>
              <a:rPr lang="en-US" altLang="en-US"/>
              <a:t> – the most commonly available of the historic address classes. This address space was intended to provide addresses for small networks with a maximum of </a:t>
            </a:r>
            <a:r>
              <a:rPr lang="en-US" altLang="en-US">
                <a:solidFill>
                  <a:srgbClr val="FF0000"/>
                </a:solidFill>
              </a:rPr>
              <a:t>254 hosts</a:t>
            </a:r>
            <a:r>
              <a:rPr lang="en-US" altLang="en-US"/>
              <a:t>. </a:t>
            </a:r>
          </a:p>
          <a:p>
            <a:r>
              <a:rPr lang="en-US" altLang="en-US">
                <a:solidFill>
                  <a:srgbClr val="FF0000"/>
                </a:solidFill>
              </a:rPr>
              <a:t>Class D</a:t>
            </a:r>
            <a:r>
              <a:rPr lang="en-US" altLang="en-US"/>
              <a:t> – </a:t>
            </a:r>
            <a:r>
              <a:rPr lang="en-US" altLang="en-US">
                <a:solidFill>
                  <a:srgbClr val="FF0000"/>
                </a:solidFill>
              </a:rPr>
              <a:t>Multicasting</a:t>
            </a:r>
            <a:r>
              <a:rPr lang="en-US" altLang="en-US"/>
              <a:t> </a:t>
            </a:r>
          </a:p>
          <a:p>
            <a:r>
              <a:rPr lang="en-US" altLang="en-US">
                <a:solidFill>
                  <a:srgbClr val="FF0000"/>
                </a:solidFill>
              </a:rPr>
              <a:t>Class E</a:t>
            </a:r>
            <a:r>
              <a:rPr lang="en-US" altLang="en-US"/>
              <a:t> – </a:t>
            </a:r>
            <a:r>
              <a:rPr lang="en-US" altLang="en-US">
                <a:solidFill>
                  <a:srgbClr val="FF0000"/>
                </a:solidFill>
              </a:rPr>
              <a:t>Experimental</a:t>
            </a:r>
            <a:endParaRPr lang="en-US" altLang="en-US"/>
          </a:p>
          <a:p>
            <a:pPr>
              <a:buFont typeface="Wingdings" panose="05000000000000000000" pitchFamily="2" charset="2"/>
              <a:buNone/>
            </a:pP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ADC72392-5B2F-8567-6E11-EC40B628ABDC}"/>
              </a:ext>
            </a:extLst>
          </p:cNvPr>
          <p:cNvSpPr>
            <a:spLocks noGrp="1" noChangeArrowheads="1"/>
          </p:cNvSpPr>
          <p:nvPr>
            <p:ph type="title"/>
          </p:nvPr>
        </p:nvSpPr>
        <p:spPr/>
        <p:txBody>
          <a:bodyPr/>
          <a:lstStyle/>
          <a:p>
            <a:pPr eaLnBrk="1" hangingPunct="1"/>
            <a:r>
              <a:rPr lang="en-US" altLang="en-US"/>
              <a:t>Classify and Define IPv4 Addresses</a:t>
            </a:r>
          </a:p>
        </p:txBody>
      </p:sp>
      <p:sp>
        <p:nvSpPr>
          <p:cNvPr id="27650" name="Rectangle 3">
            <a:extLst>
              <a:ext uri="{FF2B5EF4-FFF2-40B4-BE49-F238E27FC236}">
                <a16:creationId xmlns:a16="http://schemas.microsoft.com/office/drawing/2014/main" id="{E0FB69F5-1413-AAEE-383A-01FB8616155F}"/>
              </a:ext>
            </a:extLst>
          </p:cNvPr>
          <p:cNvSpPr>
            <a:spLocks noGrp="1" noChangeArrowheads="1"/>
          </p:cNvSpPr>
          <p:nvPr>
            <p:ph type="body" idx="1"/>
          </p:nvPr>
        </p:nvSpPr>
        <p:spPr>
          <a:xfrm>
            <a:off x="655638" y="1392238"/>
            <a:ext cx="7940675" cy="5076825"/>
          </a:xfrm>
        </p:spPr>
        <p:txBody>
          <a:bodyPr/>
          <a:lstStyle/>
          <a:p>
            <a:pPr eaLnBrk="1" hangingPunct="1"/>
            <a:r>
              <a:rPr lang="en-US" altLang="en-US"/>
              <a:t>Identify the address ranges reserved for these special purposes in the IPv4 protocol</a:t>
            </a:r>
          </a:p>
        </p:txBody>
      </p:sp>
      <p:pic>
        <p:nvPicPr>
          <p:cNvPr id="27651" name="Picture 4">
            <a:extLst>
              <a:ext uri="{FF2B5EF4-FFF2-40B4-BE49-F238E27FC236}">
                <a16:creationId xmlns:a16="http://schemas.microsoft.com/office/drawing/2014/main" id="{15882E72-1706-36F1-AB3B-55F58D57FE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7163" y="2081213"/>
            <a:ext cx="6267450"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C25A8A05-6BCA-7E5A-24DF-7A72D7E812AE}"/>
              </a:ext>
            </a:extLst>
          </p:cNvPr>
          <p:cNvSpPr>
            <a:spLocks noGrp="1" noChangeArrowheads="1"/>
          </p:cNvSpPr>
          <p:nvPr>
            <p:ph type="title"/>
          </p:nvPr>
        </p:nvSpPr>
        <p:spPr>
          <a:xfrm>
            <a:off x="360363" y="627063"/>
            <a:ext cx="8783637" cy="647700"/>
          </a:xfrm>
        </p:spPr>
        <p:txBody>
          <a:bodyPr/>
          <a:lstStyle/>
          <a:p>
            <a:r>
              <a:rPr lang="en-US" altLang="en-US"/>
              <a:t>Special IP Addresses – can’t be assigned!</a:t>
            </a:r>
          </a:p>
        </p:txBody>
      </p:sp>
      <p:sp>
        <p:nvSpPr>
          <p:cNvPr id="29698" name="Content Placeholder 2">
            <a:extLst>
              <a:ext uri="{FF2B5EF4-FFF2-40B4-BE49-F238E27FC236}">
                <a16:creationId xmlns:a16="http://schemas.microsoft.com/office/drawing/2014/main" id="{C9E45A18-3524-6F27-356C-8132728EF802}"/>
              </a:ext>
            </a:extLst>
          </p:cNvPr>
          <p:cNvSpPr>
            <a:spLocks noGrp="1" noChangeArrowheads="1"/>
          </p:cNvSpPr>
          <p:nvPr>
            <p:ph idx="1"/>
          </p:nvPr>
        </p:nvSpPr>
        <p:spPr>
          <a:xfrm>
            <a:off x="234950" y="1233488"/>
            <a:ext cx="8631238" cy="5402262"/>
          </a:xfrm>
        </p:spPr>
        <p:txBody>
          <a:bodyPr/>
          <a:lstStyle/>
          <a:p>
            <a:endParaRPr lang="en-US" altLang="en-US" sz="2200">
              <a:solidFill>
                <a:srgbClr val="FF0000"/>
              </a:solidFill>
            </a:endParaRPr>
          </a:p>
          <a:p>
            <a:r>
              <a:rPr lang="en-US" altLang="en-US" sz="2200">
                <a:solidFill>
                  <a:srgbClr val="FF0000"/>
                </a:solidFill>
              </a:rPr>
              <a:t>None</a:t>
            </a:r>
            <a:r>
              <a:rPr lang="en-US" altLang="en-US" sz="2200"/>
              <a:t> of these addresses will be forwarded by a router and most can’t be assigned to a device (Link-local &amp; Test-Net are the exception to that rule)</a:t>
            </a:r>
          </a:p>
          <a:p>
            <a:pPr marL="914400" lvl="1" indent="-457200">
              <a:buFontTx/>
              <a:buAutoNum type="arabicPeriod"/>
            </a:pPr>
            <a:r>
              <a:rPr lang="en-US" altLang="en-US" sz="2200"/>
              <a:t>Network Address – </a:t>
            </a:r>
            <a:r>
              <a:rPr lang="en-US" altLang="en-US" sz="2200">
                <a:solidFill>
                  <a:srgbClr val="FF0000"/>
                </a:solidFill>
              </a:rPr>
              <a:t>FIRST</a:t>
            </a:r>
            <a:r>
              <a:rPr lang="en-US" altLang="en-US" sz="2200"/>
              <a:t> address of any network</a:t>
            </a:r>
          </a:p>
          <a:p>
            <a:pPr marL="914400" lvl="1" indent="-457200">
              <a:buFontTx/>
              <a:buAutoNum type="arabicPeriod"/>
            </a:pPr>
            <a:r>
              <a:rPr lang="en-US" altLang="en-US" sz="2200"/>
              <a:t>Broadcast Address – </a:t>
            </a:r>
            <a:r>
              <a:rPr lang="en-US" altLang="en-US" sz="2200">
                <a:solidFill>
                  <a:srgbClr val="FF0000"/>
                </a:solidFill>
              </a:rPr>
              <a:t>LAST</a:t>
            </a:r>
            <a:r>
              <a:rPr lang="en-US" altLang="en-US" sz="2200"/>
              <a:t> address of any network</a:t>
            </a:r>
          </a:p>
          <a:p>
            <a:pPr marL="914400" lvl="1" indent="-457200">
              <a:buFontTx/>
              <a:buAutoNum type="arabicPeriod"/>
            </a:pPr>
            <a:r>
              <a:rPr lang="en-US" altLang="en-US" sz="2200"/>
              <a:t>Default Route – </a:t>
            </a:r>
            <a:r>
              <a:rPr lang="en-US" altLang="en-US" sz="2200">
                <a:solidFill>
                  <a:srgbClr val="FF0000"/>
                </a:solidFill>
              </a:rPr>
              <a:t>0.0.0.0</a:t>
            </a:r>
            <a:r>
              <a:rPr lang="en-US" altLang="en-US" sz="2200"/>
              <a:t> – 0.255.255.255 – ‘catch-all’ route when a specific route is NOT available</a:t>
            </a:r>
          </a:p>
          <a:p>
            <a:pPr marL="914400" lvl="1" indent="-457200">
              <a:buFontTx/>
              <a:buAutoNum type="arabicPeriod"/>
            </a:pPr>
            <a:r>
              <a:rPr lang="en-US" altLang="en-US" sz="2200"/>
              <a:t>Loopback Addresses – </a:t>
            </a:r>
            <a:r>
              <a:rPr lang="en-US" altLang="en-US" sz="2200">
                <a:solidFill>
                  <a:srgbClr val="FF0000"/>
                </a:solidFill>
              </a:rPr>
              <a:t>127.0.0.1 </a:t>
            </a:r>
            <a:r>
              <a:rPr lang="en-US" altLang="en-US" sz="2200"/>
              <a:t>– 127.255.255.255 – </a:t>
            </a:r>
            <a:r>
              <a:rPr lang="en-US" altLang="en-US" sz="2200">
                <a:solidFill>
                  <a:srgbClr val="FF0000"/>
                </a:solidFill>
              </a:rPr>
              <a:t>used to test the configuration of TCP/IP on the local host (your NIC) </a:t>
            </a:r>
            <a:endParaRPr lang="en-US" altLang="en-US" sz="2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4B8A919B-4367-8F8F-16FF-E96BD04670C9}"/>
              </a:ext>
            </a:extLst>
          </p:cNvPr>
          <p:cNvSpPr>
            <a:spLocks noGrp="1" noChangeArrowheads="1"/>
          </p:cNvSpPr>
          <p:nvPr>
            <p:ph type="title"/>
          </p:nvPr>
        </p:nvSpPr>
        <p:spPr/>
        <p:txBody>
          <a:bodyPr/>
          <a:lstStyle/>
          <a:p>
            <a:r>
              <a:rPr lang="en-US" altLang="en-US"/>
              <a:t>Private addressing</a:t>
            </a:r>
          </a:p>
        </p:txBody>
      </p:sp>
      <p:sp>
        <p:nvSpPr>
          <p:cNvPr id="31746" name="Content Placeholder 2">
            <a:extLst>
              <a:ext uri="{FF2B5EF4-FFF2-40B4-BE49-F238E27FC236}">
                <a16:creationId xmlns:a16="http://schemas.microsoft.com/office/drawing/2014/main" id="{FE3DF4C0-DD57-2CBA-6334-26C547169F23}"/>
              </a:ext>
            </a:extLst>
          </p:cNvPr>
          <p:cNvSpPr>
            <a:spLocks noGrp="1" noChangeArrowheads="1"/>
          </p:cNvSpPr>
          <p:nvPr>
            <p:ph idx="1"/>
          </p:nvPr>
        </p:nvSpPr>
        <p:spPr>
          <a:xfrm>
            <a:off x="317500" y="1574800"/>
            <a:ext cx="8278813" cy="4903788"/>
          </a:xfrm>
        </p:spPr>
        <p:txBody>
          <a:bodyPr/>
          <a:lstStyle/>
          <a:p>
            <a:r>
              <a:rPr lang="en-US" altLang="en-US"/>
              <a:t>A private IP address is an </a:t>
            </a:r>
            <a:r>
              <a:rPr lang="en-US" altLang="en-US">
                <a:hlinkClick r:id="rId3"/>
              </a:rPr>
              <a:t>IP address</a:t>
            </a:r>
            <a:r>
              <a:rPr lang="en-US" altLang="en-US"/>
              <a:t> that's reserved for internal use behind a </a:t>
            </a:r>
            <a:r>
              <a:rPr lang="en-US" altLang="en-US">
                <a:hlinkClick r:id="rId4"/>
              </a:rPr>
              <a:t>router</a:t>
            </a:r>
            <a:r>
              <a:rPr lang="en-US" altLang="en-US"/>
              <a:t> or other Network Address Translation (NAT) device, apart from the public.</a:t>
            </a:r>
            <a:endParaRPr lang="en-US" altLang="en-US">
              <a:solidFill>
                <a:schemeClr val="bg2"/>
              </a:solidFill>
            </a:endParaRPr>
          </a:p>
          <a:p>
            <a:r>
              <a:rPr lang="en-US" altLang="en-US">
                <a:solidFill>
                  <a:srgbClr val="00B050"/>
                </a:solidFill>
              </a:rPr>
              <a:t>The private address blocks are: </a:t>
            </a:r>
          </a:p>
          <a:p>
            <a:r>
              <a:rPr lang="en-US" altLang="en-US">
                <a:solidFill>
                  <a:srgbClr val="00B050"/>
                </a:solidFill>
              </a:rPr>
              <a:t>Class A - 10.0.0.0 to 10.255.255.255</a:t>
            </a:r>
          </a:p>
          <a:p>
            <a:r>
              <a:rPr lang="en-US" altLang="en-US">
                <a:solidFill>
                  <a:srgbClr val="00B050"/>
                </a:solidFill>
              </a:rPr>
              <a:t>Class B - 172.16.0.0 to 172.31.255.255 </a:t>
            </a:r>
          </a:p>
          <a:p>
            <a:r>
              <a:rPr lang="en-US" altLang="en-US">
                <a:solidFill>
                  <a:srgbClr val="00B050"/>
                </a:solidFill>
              </a:rPr>
              <a:t>Class C - 192.168.0.0 to 192.168.255.255</a:t>
            </a:r>
          </a:p>
          <a:p>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51F68891-75B2-8642-181A-22E6BFD51501}"/>
              </a:ext>
            </a:extLst>
          </p:cNvPr>
          <p:cNvSpPr>
            <a:spLocks noGrp="1" noChangeArrowheads="1"/>
          </p:cNvSpPr>
          <p:nvPr>
            <p:ph type="title"/>
          </p:nvPr>
        </p:nvSpPr>
        <p:spPr>
          <a:xfrm>
            <a:off x="642938" y="690563"/>
            <a:ext cx="8145462" cy="838200"/>
          </a:xfrm>
        </p:spPr>
        <p:txBody>
          <a:bodyPr/>
          <a:lstStyle/>
          <a:p>
            <a:r>
              <a:rPr lang="en-US" altLang="en-US"/>
              <a:t>Public addressing</a:t>
            </a:r>
          </a:p>
        </p:txBody>
      </p:sp>
      <p:sp>
        <p:nvSpPr>
          <p:cNvPr id="33794" name="Content Placeholder 2">
            <a:extLst>
              <a:ext uri="{FF2B5EF4-FFF2-40B4-BE49-F238E27FC236}">
                <a16:creationId xmlns:a16="http://schemas.microsoft.com/office/drawing/2014/main" id="{6F9C915F-3C7F-9E31-F5AD-088FEB6DF810}"/>
              </a:ext>
            </a:extLst>
          </p:cNvPr>
          <p:cNvSpPr>
            <a:spLocks noGrp="1" noChangeArrowheads="1"/>
          </p:cNvSpPr>
          <p:nvPr>
            <p:ph idx="1"/>
          </p:nvPr>
        </p:nvSpPr>
        <p:spPr>
          <a:xfrm>
            <a:off x="355600" y="1747838"/>
            <a:ext cx="8318500" cy="3571875"/>
          </a:xfrm>
        </p:spPr>
        <p:txBody>
          <a:bodyPr/>
          <a:lstStyle/>
          <a:p>
            <a:r>
              <a:rPr lang="en-US" altLang="en-US"/>
              <a:t>The remaining addresses (not in the private address block range) are designed to access the internet and carry the user wherever he/she wants to go.</a:t>
            </a:r>
          </a:p>
          <a:p>
            <a:r>
              <a:rPr lang="en-US" altLang="en-US"/>
              <a:t>Some of these addresses are designated for special purposes.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A3E9A1DD-409E-9C4F-8225-09179C37B005}"/>
              </a:ext>
            </a:extLst>
          </p:cNvPr>
          <p:cNvSpPr>
            <a:spLocks noGrp="1" noChangeArrowheads="1"/>
          </p:cNvSpPr>
          <p:nvPr>
            <p:ph type="title"/>
          </p:nvPr>
        </p:nvSpPr>
        <p:spPr/>
        <p:txBody>
          <a:bodyPr/>
          <a:lstStyle/>
          <a:p>
            <a:pPr eaLnBrk="1" hangingPunct="1"/>
            <a:r>
              <a:rPr lang="en-US" altLang="en-US"/>
              <a:t>Classify and Define IPv4 Addresses</a:t>
            </a:r>
          </a:p>
        </p:txBody>
      </p:sp>
      <p:pic>
        <p:nvPicPr>
          <p:cNvPr id="35842" name="Picture 6">
            <a:extLst>
              <a:ext uri="{FF2B5EF4-FFF2-40B4-BE49-F238E27FC236}">
                <a16:creationId xmlns:a16="http://schemas.microsoft.com/office/drawing/2014/main" id="{36A27AA7-12C7-F406-9A14-C6EC6A1616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6188" y="1954213"/>
            <a:ext cx="6615112" cy="455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DBE6E345-11A7-51BD-6973-EB038D16E7C4}"/>
              </a:ext>
            </a:extLst>
          </p:cNvPr>
          <p:cNvSpPr>
            <a:spLocks noGrp="1" noChangeArrowheads="1"/>
          </p:cNvSpPr>
          <p:nvPr>
            <p:ph type="title"/>
          </p:nvPr>
        </p:nvSpPr>
        <p:spPr/>
        <p:txBody>
          <a:bodyPr/>
          <a:lstStyle/>
          <a:p>
            <a:r>
              <a:rPr lang="en-US" altLang="en-US"/>
              <a:t>Limits of Classful routing</a:t>
            </a:r>
          </a:p>
        </p:txBody>
      </p:sp>
      <p:sp>
        <p:nvSpPr>
          <p:cNvPr id="37890" name="Content Placeholder 2">
            <a:extLst>
              <a:ext uri="{FF2B5EF4-FFF2-40B4-BE49-F238E27FC236}">
                <a16:creationId xmlns:a16="http://schemas.microsoft.com/office/drawing/2014/main" id="{3A83C066-A429-7922-EEB0-9399BE135F92}"/>
              </a:ext>
            </a:extLst>
          </p:cNvPr>
          <p:cNvSpPr>
            <a:spLocks noGrp="1" noChangeArrowheads="1"/>
          </p:cNvSpPr>
          <p:nvPr>
            <p:ph idx="1"/>
          </p:nvPr>
        </p:nvSpPr>
        <p:spPr>
          <a:xfrm>
            <a:off x="655638" y="1606550"/>
            <a:ext cx="7940675" cy="3865563"/>
          </a:xfrm>
        </p:spPr>
        <p:txBody>
          <a:bodyPr/>
          <a:lstStyle/>
          <a:p>
            <a:r>
              <a:rPr lang="en-US" altLang="en-US"/>
              <a:t>Abandoned in the 1990’s </a:t>
            </a:r>
          </a:p>
          <a:p>
            <a:r>
              <a:rPr lang="en-US" altLang="en-US"/>
              <a:t>Assumptions were made about the subnet mask based on the first octet. This is true of the OS and the routing protocols</a:t>
            </a:r>
          </a:p>
          <a:p>
            <a:r>
              <a:rPr lang="en-US" altLang="en-US"/>
              <a:t>Wasted address space</a:t>
            </a:r>
          </a:p>
          <a:p>
            <a:pPr lvl="1"/>
            <a:r>
              <a:rPr lang="en-US" altLang="en-US"/>
              <a:t>If a company needed 260 addresses, they would have to be assigned a class B address of 65,000 addresses.</a:t>
            </a:r>
          </a:p>
          <a:p>
            <a:pPr lvl="1"/>
            <a:r>
              <a:rPr lang="en-US" altLang="en-US"/>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3977F71E-F28F-1155-B838-8FAE6F6BCEE0}"/>
              </a:ext>
            </a:extLst>
          </p:cNvPr>
          <p:cNvSpPr>
            <a:spLocks noGrp="1" noChangeArrowheads="1"/>
          </p:cNvSpPr>
          <p:nvPr>
            <p:ph type="title"/>
          </p:nvPr>
        </p:nvSpPr>
        <p:spPr>
          <a:xfrm>
            <a:off x="655638" y="627063"/>
            <a:ext cx="8145462" cy="688975"/>
          </a:xfrm>
        </p:spPr>
        <p:txBody>
          <a:bodyPr/>
          <a:lstStyle/>
          <a:p>
            <a:r>
              <a:rPr lang="en-US" altLang="en-US"/>
              <a:t>Planning an addressing scheme..WHY?</a:t>
            </a:r>
          </a:p>
        </p:txBody>
      </p:sp>
      <p:sp>
        <p:nvSpPr>
          <p:cNvPr id="24579" name="Content Placeholder 2">
            <a:extLst>
              <a:ext uri="{FF2B5EF4-FFF2-40B4-BE49-F238E27FC236}">
                <a16:creationId xmlns:a16="http://schemas.microsoft.com/office/drawing/2014/main" id="{9490BD7A-E3AF-AD43-9E2F-876FB99F29AC}"/>
              </a:ext>
            </a:extLst>
          </p:cNvPr>
          <p:cNvSpPr>
            <a:spLocks noGrp="1"/>
          </p:cNvSpPr>
          <p:nvPr>
            <p:ph idx="1"/>
          </p:nvPr>
        </p:nvSpPr>
        <p:spPr>
          <a:xfrm>
            <a:off x="266700" y="1385888"/>
            <a:ext cx="8699500" cy="5278437"/>
          </a:xfrm>
        </p:spPr>
        <p:txBody>
          <a:bodyPr/>
          <a:lstStyle/>
          <a:p>
            <a:pPr>
              <a:buFont typeface="Wingdings" charset="2"/>
              <a:buChar char="§"/>
              <a:defRPr/>
            </a:pPr>
            <a:r>
              <a:rPr lang="en-US" altLang="en-US" dirty="0">
                <a:solidFill>
                  <a:srgbClr val="FF0000"/>
                </a:solidFill>
              </a:rPr>
              <a:t>Preventing duplication of addresses </a:t>
            </a:r>
            <a:r>
              <a:rPr lang="en-US" altLang="en-US" dirty="0"/>
              <a:t>–</a:t>
            </a:r>
          </a:p>
          <a:p>
            <a:pPr>
              <a:buFont typeface="Wingdings" charset="2"/>
              <a:buChar char="§"/>
              <a:defRPr/>
            </a:pPr>
            <a:r>
              <a:rPr lang="en-US" altLang="en-US" dirty="0">
                <a:solidFill>
                  <a:srgbClr val="FF0000"/>
                </a:solidFill>
              </a:rPr>
              <a:t>Providing and controlling access </a:t>
            </a:r>
            <a:r>
              <a:rPr lang="en-US" altLang="en-US" dirty="0"/>
              <a:t>– </a:t>
            </a:r>
          </a:p>
          <a:p>
            <a:pPr marL="0" indent="0">
              <a:buFont typeface="Wingdings" charset="2"/>
              <a:buNone/>
              <a:defRPr/>
            </a:pPr>
            <a:r>
              <a:rPr lang="en-US" altLang="en-US" dirty="0"/>
              <a:t>    Some devices need not only internal, but external access (servers, for example)</a:t>
            </a:r>
          </a:p>
          <a:p>
            <a:pPr marL="0" indent="0">
              <a:buFont typeface="Wingdings" charset="2"/>
              <a:buNone/>
              <a:defRPr/>
            </a:pPr>
            <a:endParaRPr lang="en-US" altLang="en-US" dirty="0">
              <a:solidFill>
                <a:srgbClr val="FF0000"/>
              </a:solidFill>
            </a:endParaRPr>
          </a:p>
          <a:p>
            <a:pPr>
              <a:buFont typeface="Wingdings" charset="2"/>
              <a:buChar char="§"/>
              <a:defRPr/>
            </a:pPr>
            <a:r>
              <a:rPr lang="en-US" altLang="en-US" dirty="0">
                <a:solidFill>
                  <a:srgbClr val="FF0000"/>
                </a:solidFill>
              </a:rPr>
              <a:t>Monitoring security and performance - </a:t>
            </a:r>
            <a:r>
              <a:rPr lang="en-US" altLang="en-US" dirty="0"/>
              <a:t> examine network traffic looking for addresses that are generating or receiving excessive packets. If we have proper planning and documentation of the network addressing, we can identify the device on the network that has a problematic address. </a:t>
            </a:r>
            <a:endParaRPr lang="en-US" altLang="en-US"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2AD59A45-4687-2201-8161-B9DC256DC7FA}"/>
              </a:ext>
            </a:extLst>
          </p:cNvPr>
          <p:cNvSpPr>
            <a:spLocks noGrp="1" noChangeArrowheads="1"/>
          </p:cNvSpPr>
          <p:nvPr>
            <p:ph type="title"/>
          </p:nvPr>
        </p:nvSpPr>
        <p:spPr/>
        <p:txBody>
          <a:bodyPr/>
          <a:lstStyle/>
          <a:p>
            <a:r>
              <a:rPr lang="en-US" altLang="en-US"/>
              <a:t>Assigning addresses</a:t>
            </a:r>
          </a:p>
        </p:txBody>
      </p:sp>
      <p:sp>
        <p:nvSpPr>
          <p:cNvPr id="41986" name="Content Placeholder 2">
            <a:extLst>
              <a:ext uri="{FF2B5EF4-FFF2-40B4-BE49-F238E27FC236}">
                <a16:creationId xmlns:a16="http://schemas.microsoft.com/office/drawing/2014/main" id="{95A5608B-CD45-678F-32B1-D2CD10E66683}"/>
              </a:ext>
            </a:extLst>
          </p:cNvPr>
          <p:cNvSpPr>
            <a:spLocks noGrp="1" noChangeArrowheads="1"/>
          </p:cNvSpPr>
          <p:nvPr>
            <p:ph idx="1"/>
          </p:nvPr>
        </p:nvSpPr>
        <p:spPr>
          <a:xfrm>
            <a:off x="431800" y="1727200"/>
            <a:ext cx="8164513" cy="3744913"/>
          </a:xfrm>
        </p:spPr>
        <p:txBody>
          <a:bodyPr/>
          <a:lstStyle/>
          <a:p>
            <a:r>
              <a:rPr lang="en-US" altLang="en-US"/>
              <a:t>Some examples of different types of hosts are:</a:t>
            </a:r>
          </a:p>
          <a:p>
            <a:pPr lvl="1"/>
            <a:r>
              <a:rPr lang="en-US" altLang="en-US"/>
              <a:t>End devices for users </a:t>
            </a:r>
          </a:p>
          <a:p>
            <a:pPr lvl="1"/>
            <a:r>
              <a:rPr lang="en-US" altLang="en-US"/>
              <a:t>Servers and peripherals  (static addresses, please)</a:t>
            </a:r>
          </a:p>
          <a:p>
            <a:pPr lvl="1"/>
            <a:r>
              <a:rPr lang="en-US" altLang="en-US"/>
              <a:t>Hosts that are accessible from the Internet</a:t>
            </a:r>
          </a:p>
          <a:p>
            <a:pPr lvl="1"/>
            <a:r>
              <a:rPr lang="en-US" altLang="en-US"/>
              <a:t>Intermediary devices (static addresses please)</a:t>
            </a:r>
          </a:p>
          <a:p>
            <a:pPr lvl="1"/>
            <a:endParaRPr lang="en-US" altLang="en-US"/>
          </a:p>
          <a:p>
            <a:r>
              <a:rPr lang="en-US" altLang="en-US"/>
              <a:t>Each of these different device types should be allocated to a logical block of addresses </a:t>
            </a:r>
            <a:r>
              <a:rPr lang="en-US" altLang="en-US">
                <a:solidFill>
                  <a:srgbClr val="FF0000"/>
                </a:solidFill>
              </a:rPr>
              <a:t>within</a:t>
            </a:r>
            <a:r>
              <a:rPr lang="en-US" altLang="en-US"/>
              <a:t> the address range of the network.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DFCA9BB7-5EBE-BF8D-D6E8-017A1F86942C}"/>
              </a:ext>
            </a:extLst>
          </p:cNvPr>
          <p:cNvSpPr>
            <a:spLocks noGrp="1" noChangeArrowheads="1"/>
          </p:cNvSpPr>
          <p:nvPr>
            <p:ph type="title"/>
          </p:nvPr>
        </p:nvSpPr>
        <p:spPr/>
        <p:txBody>
          <a:bodyPr/>
          <a:lstStyle/>
          <a:p>
            <a:r>
              <a:rPr lang="en-US" altLang="en-US"/>
              <a:t>Address planning..</a:t>
            </a:r>
          </a:p>
        </p:txBody>
      </p:sp>
      <p:sp>
        <p:nvSpPr>
          <p:cNvPr id="26627" name="Content Placeholder 2">
            <a:extLst>
              <a:ext uri="{FF2B5EF4-FFF2-40B4-BE49-F238E27FC236}">
                <a16:creationId xmlns:a16="http://schemas.microsoft.com/office/drawing/2014/main" id="{D9ED44DF-0974-C34F-9C73-37EC10283291}"/>
              </a:ext>
            </a:extLst>
          </p:cNvPr>
          <p:cNvSpPr>
            <a:spLocks noGrp="1"/>
          </p:cNvSpPr>
          <p:nvPr>
            <p:ph idx="1"/>
          </p:nvPr>
        </p:nvSpPr>
        <p:spPr>
          <a:xfrm>
            <a:off x="471488" y="1454150"/>
            <a:ext cx="8312150" cy="5099050"/>
          </a:xfrm>
        </p:spPr>
        <p:txBody>
          <a:bodyPr/>
          <a:lstStyle/>
          <a:p>
            <a:pPr>
              <a:buFont typeface="Wingdings" charset="2"/>
              <a:buChar char="§"/>
              <a:defRPr/>
            </a:pPr>
            <a:r>
              <a:rPr lang="en-US" altLang="en-US" dirty="0"/>
              <a:t>Considerations include:</a:t>
            </a:r>
          </a:p>
          <a:p>
            <a:pPr marL="800100" lvl="1" indent="-342900">
              <a:buFont typeface="Arial" charset="0"/>
              <a:buChar char="•"/>
              <a:defRPr/>
            </a:pPr>
            <a:r>
              <a:rPr lang="en-US" altLang="en-US" sz="2400" dirty="0"/>
              <a:t>Will there be more devices connected to the network than public addresses allocated by the network's ISP?</a:t>
            </a:r>
          </a:p>
          <a:p>
            <a:pPr marL="800100" lvl="1" indent="-342900">
              <a:buFont typeface="Arial" charset="0"/>
              <a:buChar char="•"/>
              <a:defRPr/>
            </a:pPr>
            <a:r>
              <a:rPr lang="en-US" altLang="en-US" sz="2400" dirty="0"/>
              <a:t>Will the devices need to be accessed from outside the local network?</a:t>
            </a:r>
          </a:p>
          <a:p>
            <a:pPr marL="800100" lvl="1" indent="-342900">
              <a:buFont typeface="Arial" charset="0"/>
              <a:buChar char="•"/>
              <a:defRPr/>
            </a:pPr>
            <a:r>
              <a:rPr lang="en-US" altLang="en-US" sz="2400" dirty="0">
                <a:solidFill>
                  <a:srgbClr val="FF0000"/>
                </a:solidFill>
              </a:rPr>
              <a:t>If devices that may be assigned private addresses require access to the Internet, is the network capable of providing a Network Address Translation (NAT) service?</a:t>
            </a:r>
          </a:p>
          <a:p>
            <a:pPr lvl="1">
              <a:defRPr/>
            </a:pPr>
            <a:endParaRPr lang="en-US" altLang="en-US" sz="2400" dirty="0"/>
          </a:p>
          <a:p>
            <a:pPr>
              <a:buFont typeface="Wingdings" charset="2"/>
              <a:buChar char="§"/>
              <a:defRPr/>
            </a:pPr>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BA6E9DF9-3FD9-D96C-A2A0-19349CE178BF}"/>
              </a:ext>
            </a:extLst>
          </p:cNvPr>
          <p:cNvSpPr>
            <a:spLocks noGrp="1" noChangeArrowheads="1"/>
          </p:cNvSpPr>
          <p:nvPr>
            <p:ph type="title"/>
          </p:nvPr>
        </p:nvSpPr>
        <p:spPr/>
        <p:txBody>
          <a:bodyPr/>
          <a:lstStyle/>
          <a:p>
            <a:pPr eaLnBrk="1" hangingPunct="1"/>
            <a:r>
              <a:rPr lang="en-US" altLang="en-US"/>
              <a:t>Assigning Addresses</a:t>
            </a:r>
          </a:p>
        </p:txBody>
      </p:sp>
      <p:pic>
        <p:nvPicPr>
          <p:cNvPr id="46082" name="Picture 4">
            <a:extLst>
              <a:ext uri="{FF2B5EF4-FFF2-40B4-BE49-F238E27FC236}">
                <a16:creationId xmlns:a16="http://schemas.microsoft.com/office/drawing/2014/main" id="{D4773D43-EEB7-2351-9883-7FED59B683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5875" y="1708150"/>
            <a:ext cx="6656388" cy="401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4C05D424-CB78-B9CD-9C40-E1180F4E82EE}"/>
              </a:ext>
            </a:extLst>
          </p:cNvPr>
          <p:cNvSpPr>
            <a:spLocks noGrp="1" noChangeArrowheads="1"/>
          </p:cNvSpPr>
          <p:nvPr>
            <p:ph type="title"/>
          </p:nvPr>
        </p:nvSpPr>
        <p:spPr>
          <a:xfrm>
            <a:off x="655638" y="814388"/>
            <a:ext cx="8145462" cy="536575"/>
          </a:xfrm>
        </p:spPr>
        <p:txBody>
          <a:bodyPr/>
          <a:lstStyle/>
          <a:p>
            <a:r>
              <a:rPr lang="en-US" altLang="en-US">
                <a:solidFill>
                  <a:srgbClr val="00B050"/>
                </a:solidFill>
              </a:rPr>
              <a:t>Static addressing</a:t>
            </a:r>
          </a:p>
        </p:txBody>
      </p:sp>
      <p:sp>
        <p:nvSpPr>
          <p:cNvPr id="48130" name="Content Placeholder 2">
            <a:extLst>
              <a:ext uri="{FF2B5EF4-FFF2-40B4-BE49-F238E27FC236}">
                <a16:creationId xmlns:a16="http://schemas.microsoft.com/office/drawing/2014/main" id="{CA13377B-2172-F5EC-40AB-52CF2C025A77}"/>
              </a:ext>
            </a:extLst>
          </p:cNvPr>
          <p:cNvSpPr>
            <a:spLocks noGrp="1" noChangeArrowheads="1"/>
          </p:cNvSpPr>
          <p:nvPr>
            <p:ph idx="1"/>
          </p:nvPr>
        </p:nvSpPr>
        <p:spPr>
          <a:xfrm>
            <a:off x="203200" y="1565275"/>
            <a:ext cx="8699500" cy="5292725"/>
          </a:xfrm>
        </p:spPr>
        <p:txBody>
          <a:bodyPr/>
          <a:lstStyle/>
          <a:p>
            <a:r>
              <a:rPr lang="en-US" altLang="en-US"/>
              <a:t>The network administrator must </a:t>
            </a:r>
            <a:r>
              <a:rPr lang="en-US" altLang="en-US">
                <a:solidFill>
                  <a:srgbClr val="FF0000"/>
                </a:solidFill>
              </a:rPr>
              <a:t>manually</a:t>
            </a:r>
            <a:r>
              <a:rPr lang="en-US" altLang="en-US"/>
              <a:t> configure the network information for a host. At a minimum, this includes entering the </a:t>
            </a:r>
            <a:r>
              <a:rPr lang="en-US" altLang="en-US">
                <a:solidFill>
                  <a:srgbClr val="FF0000"/>
                </a:solidFill>
              </a:rPr>
              <a:t>host IP address, subnet mask, and default gateway. </a:t>
            </a:r>
          </a:p>
          <a:p>
            <a:r>
              <a:rPr lang="en-US" altLang="en-US"/>
              <a:t>Static addresses have some advantages over dynamic addresses. </a:t>
            </a:r>
          </a:p>
          <a:p>
            <a:r>
              <a:rPr lang="en-US" altLang="en-US"/>
              <a:t>When using static IP addressing, it is necessary to </a:t>
            </a:r>
            <a:r>
              <a:rPr lang="en-US" altLang="en-US">
                <a:solidFill>
                  <a:srgbClr val="FF0000"/>
                </a:solidFill>
              </a:rPr>
              <a:t>maintain an accurate list of the IP address </a:t>
            </a:r>
            <a:r>
              <a:rPr lang="en-US" altLang="en-US"/>
              <a:t>assigned to each device. These are permanent addresses and are not normally reused. Typically assigned to </a:t>
            </a:r>
            <a:r>
              <a:rPr lang="en-US" altLang="en-US">
                <a:solidFill>
                  <a:srgbClr val="FF0000"/>
                </a:solidFill>
              </a:rPr>
              <a:t>servers, network printers, routers, switches, etc, but NOT to PC’s (laptop or desktop)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5">
            <a:extLst>
              <a:ext uri="{FF2B5EF4-FFF2-40B4-BE49-F238E27FC236}">
                <a16:creationId xmlns:a16="http://schemas.microsoft.com/office/drawing/2014/main" id="{7BBC5E18-55FF-0C67-72D9-5D6E8D7543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525" y="2339975"/>
            <a:ext cx="6811963" cy="405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8" name="Rectangle 2">
            <a:extLst>
              <a:ext uri="{FF2B5EF4-FFF2-40B4-BE49-F238E27FC236}">
                <a16:creationId xmlns:a16="http://schemas.microsoft.com/office/drawing/2014/main" id="{787C98AF-5C64-739B-45DC-BCCA34F11EBA}"/>
              </a:ext>
            </a:extLst>
          </p:cNvPr>
          <p:cNvSpPr>
            <a:spLocks noGrp="1" noChangeArrowheads="1"/>
          </p:cNvSpPr>
          <p:nvPr>
            <p:ph type="title"/>
          </p:nvPr>
        </p:nvSpPr>
        <p:spPr/>
        <p:txBody>
          <a:bodyPr/>
          <a:lstStyle/>
          <a:p>
            <a:pPr eaLnBrk="1" hangingPunct="1"/>
            <a:r>
              <a:rPr lang="en-US" altLang="en-US"/>
              <a:t>Assigning Addresses</a:t>
            </a:r>
          </a:p>
        </p:txBody>
      </p:sp>
      <p:sp>
        <p:nvSpPr>
          <p:cNvPr id="50179" name="Rectangle 3">
            <a:extLst>
              <a:ext uri="{FF2B5EF4-FFF2-40B4-BE49-F238E27FC236}">
                <a16:creationId xmlns:a16="http://schemas.microsoft.com/office/drawing/2014/main" id="{C61F2D84-44A9-453E-BDE8-59592964AA06}"/>
              </a:ext>
            </a:extLst>
          </p:cNvPr>
          <p:cNvSpPr>
            <a:spLocks noGrp="1" noChangeArrowheads="1"/>
          </p:cNvSpPr>
          <p:nvPr>
            <p:ph type="body" idx="1"/>
          </p:nvPr>
        </p:nvSpPr>
        <p:spPr>
          <a:xfrm>
            <a:off x="655638" y="1392238"/>
            <a:ext cx="7940675" cy="5076825"/>
          </a:xfrm>
        </p:spPr>
        <p:txBody>
          <a:bodyPr/>
          <a:lstStyle/>
          <a:p>
            <a:pPr eaLnBrk="1" hangingPunct="1"/>
            <a:r>
              <a:rPr lang="en-US" altLang="en-US"/>
              <a:t>Explain how end user devices can obtain addresses dynamically through DHCP.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889E8C65-0497-72BA-C24B-184670EBBF08}"/>
              </a:ext>
            </a:extLst>
          </p:cNvPr>
          <p:cNvSpPr>
            <a:spLocks noGrp="1" noChangeArrowheads="1"/>
          </p:cNvSpPr>
          <p:nvPr>
            <p:ph type="title"/>
          </p:nvPr>
        </p:nvSpPr>
        <p:spPr/>
        <p:txBody>
          <a:bodyPr/>
          <a:lstStyle/>
          <a:p>
            <a:pPr eaLnBrk="1" hangingPunct="1"/>
            <a:r>
              <a:rPr lang="en-US" altLang="en-US"/>
              <a:t>Assigning Addresses</a:t>
            </a:r>
          </a:p>
        </p:txBody>
      </p:sp>
      <p:sp>
        <p:nvSpPr>
          <p:cNvPr id="52226" name="Rectangle 3">
            <a:extLst>
              <a:ext uri="{FF2B5EF4-FFF2-40B4-BE49-F238E27FC236}">
                <a16:creationId xmlns:a16="http://schemas.microsoft.com/office/drawing/2014/main" id="{262DF32A-69F6-C0B9-3EB5-F1DD2ED648A5}"/>
              </a:ext>
            </a:extLst>
          </p:cNvPr>
          <p:cNvSpPr>
            <a:spLocks noGrp="1" noChangeArrowheads="1"/>
          </p:cNvSpPr>
          <p:nvPr>
            <p:ph type="body" idx="1"/>
          </p:nvPr>
        </p:nvSpPr>
        <p:spPr>
          <a:xfrm>
            <a:off x="655638" y="1392238"/>
            <a:ext cx="7940675" cy="5076825"/>
          </a:xfrm>
        </p:spPr>
        <p:txBody>
          <a:bodyPr/>
          <a:lstStyle/>
          <a:p>
            <a:pPr eaLnBrk="1" hangingPunct="1"/>
            <a:r>
              <a:rPr lang="en-US" altLang="en-US"/>
              <a:t>Explain which types of addresses should be assigned to devices other than end user devices</a:t>
            </a:r>
          </a:p>
        </p:txBody>
      </p:sp>
      <p:pic>
        <p:nvPicPr>
          <p:cNvPr id="52227" name="Picture 4">
            <a:extLst>
              <a:ext uri="{FF2B5EF4-FFF2-40B4-BE49-F238E27FC236}">
                <a16:creationId xmlns:a16="http://schemas.microsoft.com/office/drawing/2014/main" id="{CB60CEE1-B109-206B-99C6-77F834E3AC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6850" y="2255838"/>
            <a:ext cx="6172200" cy="437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D47F14CF-9739-C49A-BAED-AA1995145521}"/>
              </a:ext>
            </a:extLst>
          </p:cNvPr>
          <p:cNvSpPr>
            <a:spLocks noGrp="1" noChangeArrowheads="1"/>
          </p:cNvSpPr>
          <p:nvPr>
            <p:ph type="title"/>
          </p:nvPr>
        </p:nvSpPr>
        <p:spPr>
          <a:xfrm>
            <a:off x="346075" y="627063"/>
            <a:ext cx="8455025" cy="592137"/>
          </a:xfrm>
        </p:spPr>
        <p:txBody>
          <a:bodyPr/>
          <a:lstStyle/>
          <a:p>
            <a:pPr eaLnBrk="1" hangingPunct="1"/>
            <a:r>
              <a:rPr lang="en-US" altLang="en-US"/>
              <a:t>Assigning Public Addresses</a:t>
            </a:r>
          </a:p>
        </p:txBody>
      </p:sp>
      <p:sp>
        <p:nvSpPr>
          <p:cNvPr id="54274" name="Rectangle 3">
            <a:extLst>
              <a:ext uri="{FF2B5EF4-FFF2-40B4-BE49-F238E27FC236}">
                <a16:creationId xmlns:a16="http://schemas.microsoft.com/office/drawing/2014/main" id="{F0A385DF-14A1-7206-913C-705CB533C783}"/>
              </a:ext>
            </a:extLst>
          </p:cNvPr>
          <p:cNvSpPr>
            <a:spLocks noGrp="1" noChangeArrowheads="1"/>
          </p:cNvSpPr>
          <p:nvPr>
            <p:ph type="body" idx="1"/>
          </p:nvPr>
        </p:nvSpPr>
        <p:spPr>
          <a:xfrm>
            <a:off x="374650" y="1204913"/>
            <a:ext cx="8367713" cy="2965450"/>
          </a:xfrm>
        </p:spPr>
        <p:txBody>
          <a:bodyPr/>
          <a:lstStyle/>
          <a:p>
            <a:pPr eaLnBrk="1" hangingPunct="1"/>
            <a:r>
              <a:rPr lang="en-US" altLang="en-US" sz="2200"/>
              <a:t>IANA – Internet Assigned Numbers Authority</a:t>
            </a:r>
          </a:p>
          <a:p>
            <a:pPr eaLnBrk="1" hangingPunct="1"/>
            <a:r>
              <a:rPr lang="en-US" altLang="en-US" sz="2200"/>
              <a:t>IANA gave these out directly until about mid-1990’s.  </a:t>
            </a:r>
          </a:p>
          <a:p>
            <a:pPr eaLnBrk="1" hangingPunct="1"/>
            <a:r>
              <a:rPr lang="en-US" altLang="en-US" sz="2200"/>
              <a:t>All remaining IPv4 were then assigned to RIR’s (Regional Internet Registries) to maintain and then to start with IPv6 addresses</a:t>
            </a:r>
          </a:p>
          <a:p>
            <a:pPr eaLnBrk="1" hangingPunct="1"/>
            <a:r>
              <a:rPr lang="en-US" altLang="en-US" sz="2200"/>
              <a:t>ARIN is who your ISP gets its IP address blocks from.</a:t>
            </a:r>
          </a:p>
          <a:p>
            <a:pPr eaLnBrk="1" hangingPunct="1"/>
            <a:r>
              <a:rPr lang="en-US" altLang="en-US" sz="2200"/>
              <a:t>ARIN (American Registry for Internet Numbers) - North America Region </a:t>
            </a:r>
            <a:r>
              <a:rPr lang="en-US" altLang="en-US" sz="2200">
                <a:hlinkClick r:id="rId3"/>
              </a:rPr>
              <a:t>http://www.arin.net</a:t>
            </a:r>
            <a:endParaRPr lang="en-US" altLang="en-US" sz="2200"/>
          </a:p>
        </p:txBody>
      </p:sp>
      <p:pic>
        <p:nvPicPr>
          <p:cNvPr id="54275" name="Picture 4">
            <a:extLst>
              <a:ext uri="{FF2B5EF4-FFF2-40B4-BE49-F238E27FC236}">
                <a16:creationId xmlns:a16="http://schemas.microsoft.com/office/drawing/2014/main" id="{A613BB1B-A59D-867C-90A6-68693B44AB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4937"/>
          <a:stretch>
            <a:fillRect/>
          </a:stretch>
        </p:blipFill>
        <p:spPr bwMode="auto">
          <a:xfrm>
            <a:off x="4032250" y="4384675"/>
            <a:ext cx="5111750"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9AAAE5CE-A5D8-FD84-5F30-F542DBF2C7FC}"/>
              </a:ext>
            </a:extLst>
          </p:cNvPr>
          <p:cNvSpPr>
            <a:spLocks noGrp="1" noChangeArrowheads="1"/>
          </p:cNvSpPr>
          <p:nvPr>
            <p:ph type="title"/>
          </p:nvPr>
        </p:nvSpPr>
        <p:spPr/>
        <p:txBody>
          <a:bodyPr/>
          <a:lstStyle/>
          <a:p>
            <a:pPr eaLnBrk="1" hangingPunct="1"/>
            <a:r>
              <a:rPr lang="en-US" altLang="en-US"/>
              <a:t>Assigning Addresses</a:t>
            </a:r>
          </a:p>
        </p:txBody>
      </p:sp>
      <p:sp>
        <p:nvSpPr>
          <p:cNvPr id="56322" name="Rectangle 3">
            <a:extLst>
              <a:ext uri="{FF2B5EF4-FFF2-40B4-BE49-F238E27FC236}">
                <a16:creationId xmlns:a16="http://schemas.microsoft.com/office/drawing/2014/main" id="{F42A74F8-0C5E-9C9E-67CD-7EE6112536E1}"/>
              </a:ext>
            </a:extLst>
          </p:cNvPr>
          <p:cNvSpPr>
            <a:spLocks noGrp="1" noChangeArrowheads="1"/>
          </p:cNvSpPr>
          <p:nvPr>
            <p:ph type="body" idx="1"/>
          </p:nvPr>
        </p:nvSpPr>
        <p:spPr>
          <a:xfrm>
            <a:off x="655638" y="1392238"/>
            <a:ext cx="7940675" cy="5076825"/>
          </a:xfrm>
        </p:spPr>
        <p:txBody>
          <a:bodyPr/>
          <a:lstStyle/>
          <a:p>
            <a:pPr eaLnBrk="1" hangingPunct="1"/>
            <a:r>
              <a:rPr lang="en-US" altLang="en-US"/>
              <a:t>Identify different types of ISPs and their roles in providing Internet connectivity</a:t>
            </a:r>
          </a:p>
        </p:txBody>
      </p:sp>
      <p:pic>
        <p:nvPicPr>
          <p:cNvPr id="56323" name="Picture 4">
            <a:extLst>
              <a:ext uri="{FF2B5EF4-FFF2-40B4-BE49-F238E27FC236}">
                <a16:creationId xmlns:a16="http://schemas.microsoft.com/office/drawing/2014/main" id="{A555F26C-D6E6-3F75-8B2D-FC63B69064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7325" y="2341563"/>
            <a:ext cx="6194425" cy="3906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Rectangular Callout 4">
            <a:extLst>
              <a:ext uri="{FF2B5EF4-FFF2-40B4-BE49-F238E27FC236}">
                <a16:creationId xmlns:a16="http://schemas.microsoft.com/office/drawing/2014/main" id="{B8F1B4F6-BE45-4AD3-A99D-CDC1F4EEF75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2100" y="2006600"/>
            <a:ext cx="3238500" cy="1803400"/>
          </a:xfrm>
          <a:prstGeom prst="rect">
            <a:avLst/>
          </a:prstGeom>
          <a:noFill/>
          <a:extLst>
            <a:ext uri="{909E8E84-426E-40DD-AFC4-6F175D3DCCD1}">
              <a14:hiddenFill xmlns:a14="http://schemas.microsoft.com/office/drawing/2010/main">
                <a:solidFill>
                  <a:srgbClr val="FFFFFF"/>
                </a:solidFill>
              </a14:hiddenFill>
            </a:ext>
          </a:extLst>
        </p:spPr>
      </p:pic>
      <p:pic>
        <p:nvPicPr>
          <p:cNvPr id="6" name="Rectangular Callout 5">
            <a:extLst>
              <a:ext uri="{FF2B5EF4-FFF2-40B4-BE49-F238E27FC236}">
                <a16:creationId xmlns:a16="http://schemas.microsoft.com/office/drawing/2014/main" id="{17F4A6C2-4A73-6192-B992-4BB4B7515DFA}"/>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800" y="2971800"/>
            <a:ext cx="28448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7" name="Rectangular Callout 6">
            <a:extLst>
              <a:ext uri="{FF2B5EF4-FFF2-40B4-BE49-F238E27FC236}">
                <a16:creationId xmlns:a16="http://schemas.microsoft.com/office/drawing/2014/main" id="{8EE48F18-092D-41A1-4508-59802AC4D93E}"/>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32400" y="5181600"/>
            <a:ext cx="3695700" cy="660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E4A85061-881A-F1F4-15CD-43A757357ACD}"/>
              </a:ext>
            </a:extLst>
          </p:cNvPr>
          <p:cNvSpPr>
            <a:spLocks noGrp="1" noChangeArrowheads="1"/>
          </p:cNvSpPr>
          <p:nvPr>
            <p:ph type="title"/>
          </p:nvPr>
        </p:nvSpPr>
        <p:spPr/>
        <p:txBody>
          <a:bodyPr/>
          <a:lstStyle/>
          <a:p>
            <a:r>
              <a:rPr lang="en-US" altLang="en-US"/>
              <a:t>ISP’s</a:t>
            </a:r>
          </a:p>
        </p:txBody>
      </p:sp>
      <p:sp>
        <p:nvSpPr>
          <p:cNvPr id="58370" name="Content Placeholder 2">
            <a:extLst>
              <a:ext uri="{FF2B5EF4-FFF2-40B4-BE49-F238E27FC236}">
                <a16:creationId xmlns:a16="http://schemas.microsoft.com/office/drawing/2014/main" id="{5075D9DD-784D-8974-2B2C-DCBC22BE4D8A}"/>
              </a:ext>
            </a:extLst>
          </p:cNvPr>
          <p:cNvSpPr>
            <a:spLocks noGrp="1" noChangeArrowheads="1"/>
          </p:cNvSpPr>
          <p:nvPr>
            <p:ph idx="1"/>
          </p:nvPr>
        </p:nvSpPr>
        <p:spPr>
          <a:xfrm>
            <a:off x="387350" y="1606550"/>
            <a:ext cx="8001000" cy="3921125"/>
          </a:xfrm>
        </p:spPr>
        <p:txBody>
          <a:bodyPr/>
          <a:lstStyle/>
          <a:p>
            <a:r>
              <a:rPr lang="en-US" altLang="en-US"/>
              <a:t>The farther you get from the internet backbone, services are</a:t>
            </a:r>
          </a:p>
          <a:p>
            <a:pPr lvl="1"/>
            <a:r>
              <a:rPr lang="en-US" altLang="en-US"/>
              <a:t>Cheaper</a:t>
            </a:r>
          </a:p>
          <a:p>
            <a:pPr lvl="1"/>
            <a:r>
              <a:rPr lang="en-US" altLang="en-US"/>
              <a:t>Less reliable</a:t>
            </a:r>
          </a:p>
          <a:p>
            <a:pPr lvl="1"/>
            <a:r>
              <a:rPr lang="en-US" altLang="en-US"/>
              <a:t>Slower</a:t>
            </a:r>
          </a:p>
          <a:p>
            <a:pPr lvl="1"/>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EB89D0C2-2A83-177D-127D-3276F2F07626}"/>
              </a:ext>
            </a:extLst>
          </p:cNvPr>
          <p:cNvSpPr>
            <a:spLocks noGrp="1" noChangeArrowheads="1"/>
          </p:cNvSpPr>
          <p:nvPr>
            <p:ph type="title"/>
          </p:nvPr>
        </p:nvSpPr>
        <p:spPr/>
        <p:txBody>
          <a:bodyPr/>
          <a:lstStyle/>
          <a:p>
            <a:r>
              <a:rPr lang="en-US" altLang="en-US">
                <a:solidFill>
                  <a:srgbClr val="FF0000"/>
                </a:solidFill>
              </a:rPr>
              <a:t>IPv6 features</a:t>
            </a:r>
          </a:p>
        </p:txBody>
      </p:sp>
      <p:sp>
        <p:nvSpPr>
          <p:cNvPr id="60418" name="Content Placeholder 2">
            <a:extLst>
              <a:ext uri="{FF2B5EF4-FFF2-40B4-BE49-F238E27FC236}">
                <a16:creationId xmlns:a16="http://schemas.microsoft.com/office/drawing/2014/main" id="{89181D02-1AF7-5AFD-654B-033FF4BEFFEE}"/>
              </a:ext>
            </a:extLst>
          </p:cNvPr>
          <p:cNvSpPr>
            <a:spLocks noGrp="1" noChangeArrowheads="1"/>
          </p:cNvSpPr>
          <p:nvPr>
            <p:ph idx="1"/>
          </p:nvPr>
        </p:nvSpPr>
        <p:spPr/>
        <p:txBody>
          <a:bodyPr/>
          <a:lstStyle/>
          <a:p>
            <a:r>
              <a:rPr lang="en-US" altLang="en-US">
                <a:solidFill>
                  <a:srgbClr val="FF0000"/>
                </a:solidFill>
              </a:rPr>
              <a:t>Larger address space</a:t>
            </a:r>
          </a:p>
          <a:p>
            <a:r>
              <a:rPr lang="en-US" altLang="en-US">
                <a:solidFill>
                  <a:srgbClr val="FF0000"/>
                </a:solidFill>
              </a:rPr>
              <a:t>Data types and class of service updated</a:t>
            </a:r>
          </a:p>
          <a:p>
            <a:r>
              <a:rPr lang="en-US" altLang="en-US">
                <a:solidFill>
                  <a:srgbClr val="FF0000"/>
                </a:solidFill>
              </a:rPr>
              <a:t>Uses authentication and encryption</a:t>
            </a:r>
          </a:p>
          <a:p>
            <a:r>
              <a:rPr lang="en-US" altLang="en-US">
                <a:solidFill>
                  <a:srgbClr val="FF0000"/>
                </a:solidFill>
              </a:rPr>
              <a:t>Why was it developed?</a:t>
            </a:r>
          </a:p>
          <a:p>
            <a:pPr lvl="1"/>
            <a:r>
              <a:rPr lang="en-US" altLang="en-US">
                <a:solidFill>
                  <a:srgbClr val="FF0000"/>
                </a:solidFill>
              </a:rPr>
              <a:t>To give us expanded addressing capabilities!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1CFB5A6E-7DAE-A5E1-0166-ACE392DE865C}"/>
              </a:ext>
            </a:extLst>
          </p:cNvPr>
          <p:cNvSpPr>
            <a:spLocks noGrp="1" noChangeArrowheads="1"/>
          </p:cNvSpPr>
          <p:nvPr>
            <p:ph type="title"/>
          </p:nvPr>
        </p:nvSpPr>
        <p:spPr>
          <a:xfrm>
            <a:off x="655638" y="627063"/>
            <a:ext cx="8145462" cy="592137"/>
          </a:xfrm>
        </p:spPr>
        <p:txBody>
          <a:bodyPr/>
          <a:lstStyle/>
          <a:p>
            <a:pPr eaLnBrk="1" hangingPunct="1"/>
            <a:r>
              <a:rPr lang="en-US" altLang="en-US"/>
              <a:t>IPv6</a:t>
            </a:r>
          </a:p>
        </p:txBody>
      </p:sp>
      <p:sp>
        <p:nvSpPr>
          <p:cNvPr id="62466" name="Rectangle 3">
            <a:extLst>
              <a:ext uri="{FF2B5EF4-FFF2-40B4-BE49-F238E27FC236}">
                <a16:creationId xmlns:a16="http://schemas.microsoft.com/office/drawing/2014/main" id="{0EE24466-5DEA-CE92-1DD1-FA4F82C9BF8F}"/>
              </a:ext>
            </a:extLst>
          </p:cNvPr>
          <p:cNvSpPr>
            <a:spLocks noGrp="1" noChangeArrowheads="1"/>
          </p:cNvSpPr>
          <p:nvPr>
            <p:ph type="body" idx="1"/>
          </p:nvPr>
        </p:nvSpPr>
        <p:spPr>
          <a:xfrm>
            <a:off x="331788" y="1177925"/>
            <a:ext cx="8645525" cy="5291138"/>
          </a:xfrm>
        </p:spPr>
        <p:txBody>
          <a:bodyPr/>
          <a:lstStyle/>
          <a:p>
            <a:pPr eaLnBrk="1" hangingPunct="1"/>
            <a:r>
              <a:rPr lang="en-US" altLang="en-US" sz="2000">
                <a:solidFill>
                  <a:srgbClr val="FF0000"/>
                </a:solidFill>
              </a:rPr>
              <a:t>128 b</a:t>
            </a:r>
            <a:r>
              <a:rPr lang="en-US" altLang="en-US" sz="2000"/>
              <a:t>it addressing in hexadecimal #’s separated by colons</a:t>
            </a:r>
          </a:p>
          <a:p>
            <a:pPr eaLnBrk="1" hangingPunct="1"/>
            <a:r>
              <a:rPr lang="en-US" altLang="en-US" sz="2000"/>
              <a:t>Simpler header to speed up Tx/Rx speed</a:t>
            </a:r>
          </a:p>
          <a:p>
            <a:pPr eaLnBrk="1" hangingPunct="1"/>
            <a:r>
              <a:rPr lang="en-US" altLang="en-US" sz="2000"/>
              <a:t>Authentication and Privacy capabilities</a:t>
            </a:r>
          </a:p>
          <a:p>
            <a:pPr eaLnBrk="1" hangingPunct="1"/>
            <a:r>
              <a:rPr lang="en-US" altLang="en-US" sz="2000"/>
              <a:t>Designed for scalability (ability to grow)</a:t>
            </a:r>
          </a:p>
        </p:txBody>
      </p:sp>
      <p:pic>
        <p:nvPicPr>
          <p:cNvPr id="62467" name="Picture 4">
            <a:extLst>
              <a:ext uri="{FF2B5EF4-FFF2-40B4-BE49-F238E27FC236}">
                <a16:creationId xmlns:a16="http://schemas.microsoft.com/office/drawing/2014/main" id="{0AD58E67-601A-A644-426A-693C60DABB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038" y="3009900"/>
            <a:ext cx="72390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a:extLst>
              <a:ext uri="{FF2B5EF4-FFF2-40B4-BE49-F238E27FC236}">
                <a16:creationId xmlns:a16="http://schemas.microsoft.com/office/drawing/2014/main" id="{52DFC0F9-9D6C-76B1-BDF9-D91D315812FA}"/>
              </a:ext>
            </a:extLst>
          </p:cNvPr>
          <p:cNvSpPr>
            <a:spLocks noGrp="1" noChangeArrowheads="1"/>
          </p:cNvSpPr>
          <p:nvPr>
            <p:ph type="title"/>
          </p:nvPr>
        </p:nvSpPr>
        <p:spPr/>
        <p:txBody>
          <a:bodyPr/>
          <a:lstStyle/>
          <a:p>
            <a:r>
              <a:rPr lang="en-US" altLang="en-US"/>
              <a:t>IPv6 continued…</a:t>
            </a:r>
          </a:p>
        </p:txBody>
      </p:sp>
      <p:sp>
        <p:nvSpPr>
          <p:cNvPr id="64514" name="Content Placeholder 2">
            <a:extLst>
              <a:ext uri="{FF2B5EF4-FFF2-40B4-BE49-F238E27FC236}">
                <a16:creationId xmlns:a16="http://schemas.microsoft.com/office/drawing/2014/main" id="{B488FEF1-376A-D1B3-5852-AACB276D20ED}"/>
              </a:ext>
            </a:extLst>
          </p:cNvPr>
          <p:cNvSpPr>
            <a:spLocks noGrp="1" noChangeArrowheads="1"/>
          </p:cNvSpPr>
          <p:nvPr>
            <p:ph idx="1"/>
          </p:nvPr>
        </p:nvSpPr>
        <p:spPr/>
        <p:txBody>
          <a:bodyPr/>
          <a:lstStyle/>
          <a:p>
            <a:r>
              <a:rPr lang="en-US" altLang="en-US">
                <a:solidFill>
                  <a:srgbClr val="FF0000"/>
                </a:solidFill>
              </a:rPr>
              <a:t>IPv6 is not merely a new Layer 3 protocol - it is a new protocol suite. </a:t>
            </a:r>
          </a:p>
          <a:p>
            <a:r>
              <a:rPr lang="en-US" altLang="en-US"/>
              <a:t>New protocols at various layers of the stack have been developed to support this new protocol. </a:t>
            </a:r>
          </a:p>
          <a:p>
            <a:r>
              <a:rPr lang="en-US" altLang="en-US"/>
              <a:t>There is a new messaging protocol (ICMPv6) and new routing protocols.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FB907663-40F2-64E4-67EE-FBDA8406B676}"/>
              </a:ext>
            </a:extLst>
          </p:cNvPr>
          <p:cNvSpPr>
            <a:spLocks noGrp="1" noChangeArrowheads="1"/>
          </p:cNvSpPr>
          <p:nvPr>
            <p:ph type="title"/>
          </p:nvPr>
        </p:nvSpPr>
        <p:spPr>
          <a:xfrm>
            <a:off x="655638" y="652463"/>
            <a:ext cx="8145462" cy="838200"/>
          </a:xfrm>
        </p:spPr>
        <p:txBody>
          <a:bodyPr/>
          <a:lstStyle/>
          <a:p>
            <a:pPr eaLnBrk="1" hangingPunct="1"/>
            <a:r>
              <a:rPr lang="en-US" altLang="en-US" sz="2400"/>
              <a:t>Determine the network portion of the host address and the role of the subnet mask </a:t>
            </a:r>
          </a:p>
        </p:txBody>
      </p:sp>
      <p:pic>
        <p:nvPicPr>
          <p:cNvPr id="66562" name="Picture 6">
            <a:extLst>
              <a:ext uri="{FF2B5EF4-FFF2-40B4-BE49-F238E27FC236}">
                <a16:creationId xmlns:a16="http://schemas.microsoft.com/office/drawing/2014/main" id="{CF8439CF-0569-3A22-46B9-433F65D68A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4363" y="2263775"/>
            <a:ext cx="6813550" cy="366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Rectangle 4">
            <a:extLst>
              <a:ext uri="{FF2B5EF4-FFF2-40B4-BE49-F238E27FC236}">
                <a16:creationId xmlns:a16="http://schemas.microsoft.com/office/drawing/2014/main" id="{38E804AA-747C-FC68-4225-50AC4E6040F5}"/>
              </a:ext>
            </a:extLst>
          </p:cNvPr>
          <p:cNvSpPr>
            <a:spLocks noChangeArrowheads="1"/>
          </p:cNvSpPr>
          <p:nvPr/>
        </p:nvSpPr>
        <p:spPr bwMode="auto">
          <a:xfrm>
            <a:off x="3236913" y="2890838"/>
            <a:ext cx="4281487" cy="2203450"/>
          </a:xfrm>
          <a:prstGeom prst="rect">
            <a:avLst/>
          </a:prstGeom>
          <a:noFill/>
          <a:ln w="57150">
            <a:solidFill>
              <a:schemeClr val="tx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82124" tIns="41061" rIns="82124" bIns="41061" anchor="ctr">
            <a:spAutoFit/>
          </a:bodyPr>
          <a:lstStyle>
            <a:lvl1pPr defTabSz="814388">
              <a:lnSpc>
                <a:spcPct val="95000"/>
              </a:lnSpc>
              <a:spcBef>
                <a:spcPct val="50000"/>
              </a:spcBef>
              <a:buClr>
                <a:srgbClr val="708CA1"/>
              </a:buClr>
              <a:buFont typeface="Wingdings" panose="05000000000000000000" pitchFamily="2" charset="2"/>
              <a:buChar char="§"/>
              <a:defRPr sz="2400">
                <a:solidFill>
                  <a:schemeClr val="tx1"/>
                </a:solidFill>
                <a:latin typeface="Arial" panose="020B0604020202020204" pitchFamily="34" charset="0"/>
              </a:defRPr>
            </a:lvl1pPr>
            <a:lvl2pPr marL="742950" indent="-285750" defTabSz="814388">
              <a:lnSpc>
                <a:spcPct val="95000"/>
              </a:lnSpc>
              <a:spcBef>
                <a:spcPct val="35000"/>
              </a:spcBef>
              <a:buClr>
                <a:srgbClr val="708CA1"/>
              </a:buClr>
              <a:defRPr sz="2000">
                <a:solidFill>
                  <a:schemeClr val="tx1"/>
                </a:solidFill>
                <a:latin typeface="Arial" panose="020B0604020202020204" pitchFamily="34" charset="0"/>
              </a:defRPr>
            </a:lvl2pPr>
            <a:lvl3pPr marL="1143000" indent="-228600" defTabSz="814388">
              <a:lnSpc>
                <a:spcPct val="95000"/>
              </a:lnSpc>
              <a:spcBef>
                <a:spcPct val="35000"/>
              </a:spcBef>
              <a:buClr>
                <a:srgbClr val="708CA1"/>
              </a:buClr>
              <a:defRPr sz="2000">
                <a:solidFill>
                  <a:schemeClr val="tx1"/>
                </a:solidFill>
                <a:latin typeface="Arial" panose="020B0604020202020204" pitchFamily="34" charset="0"/>
              </a:defRPr>
            </a:lvl3pPr>
            <a:lvl4pPr marL="1600200" indent="-228600" defTabSz="814388">
              <a:lnSpc>
                <a:spcPct val="95000"/>
              </a:lnSpc>
              <a:spcBef>
                <a:spcPct val="35000"/>
              </a:spcBef>
              <a:buClr>
                <a:srgbClr val="708CA1"/>
              </a:buClr>
              <a:defRPr sz="2000">
                <a:solidFill>
                  <a:schemeClr val="tx1"/>
                </a:solidFill>
                <a:latin typeface="Arial" panose="020B0604020202020204" pitchFamily="34" charset="0"/>
              </a:defRPr>
            </a:lvl4pPr>
            <a:lvl5pPr marL="2057400" indent="-228600" defTabSz="814388">
              <a:lnSpc>
                <a:spcPct val="95000"/>
              </a:lnSpc>
              <a:spcBef>
                <a:spcPct val="35000"/>
              </a:spcBef>
              <a:buClr>
                <a:srgbClr val="708CA1"/>
              </a:buClr>
              <a:defRPr sz="2000">
                <a:solidFill>
                  <a:schemeClr val="tx1"/>
                </a:solidFill>
                <a:latin typeface="Arial" panose="020B0604020202020204" pitchFamily="34" charset="0"/>
              </a:defRPr>
            </a:lvl5pPr>
            <a:lvl6pPr marL="25146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6pPr>
            <a:lvl7pPr marL="29718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7pPr>
            <a:lvl8pPr marL="34290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8pPr>
            <a:lvl9pPr marL="3886200" indent="-228600" defTabSz="814388" eaLnBrk="0" fontAlgn="base" hangingPunct="0">
              <a:lnSpc>
                <a:spcPct val="95000"/>
              </a:lnSpc>
              <a:spcBef>
                <a:spcPct val="35000"/>
              </a:spcBef>
              <a:spcAft>
                <a:spcPct val="0"/>
              </a:spcAft>
              <a:buClr>
                <a:srgbClr val="708CA1"/>
              </a:buClr>
              <a:defRPr sz="2000">
                <a:solidFill>
                  <a:schemeClr val="tx1"/>
                </a:solidFill>
                <a:latin typeface="Arial" panose="020B0604020202020204" pitchFamily="34" charset="0"/>
              </a:defRPr>
            </a:lvl9pPr>
          </a:lstStyle>
          <a:p>
            <a:pPr algn="ctr">
              <a:lnSpc>
                <a:spcPct val="90000"/>
              </a:lnSpc>
              <a:spcBef>
                <a:spcPct val="0"/>
              </a:spcBef>
              <a:buClrTx/>
              <a:buFontTx/>
              <a:buNone/>
            </a:pPr>
            <a:endParaRPr lang="en-US" altLang="en-US"/>
          </a:p>
        </p:txBody>
      </p:sp>
      <p:sp>
        <p:nvSpPr>
          <p:cNvPr id="7" name="Rectangle 6">
            <a:extLst>
              <a:ext uri="{FF2B5EF4-FFF2-40B4-BE49-F238E27FC236}">
                <a16:creationId xmlns:a16="http://schemas.microsoft.com/office/drawing/2014/main" id="{99187018-481B-0A4D-9DEA-14E213E8D279}"/>
              </a:ext>
            </a:extLst>
          </p:cNvPr>
          <p:cNvSpPr/>
          <p:nvPr/>
        </p:nvSpPr>
        <p:spPr bwMode="auto">
          <a:xfrm>
            <a:off x="7515225" y="2886075"/>
            <a:ext cx="1028700" cy="2200275"/>
          </a:xfrm>
          <a:prstGeom prst="rect">
            <a:avLst/>
          </a:prstGeom>
          <a:noFill/>
          <a:ln w="57150" cap="flat" cmpd="sng" algn="ctr">
            <a:solidFill>
              <a:schemeClr val="accent2">
                <a:lumMod val="75000"/>
              </a:schemeClr>
            </a:solidFill>
            <a:prstDash val="solid"/>
            <a:round/>
            <a:headEnd type="none" w="med" len="med"/>
            <a:tailEnd type="triangle" w="med" len="med"/>
          </a:ln>
          <a:effectLst/>
        </p:spPr>
        <p:txBody>
          <a:bodyPr wrap="none" lIns="82124" tIns="41061" rIns="82124" bIns="41061" anchor="ctr">
            <a:spAutoFit/>
          </a:bodyPr>
          <a:lstStyle/>
          <a:p>
            <a:pPr algn="ctr" defTabSz="814388">
              <a:lnSpc>
                <a:spcPct val="90000"/>
              </a:lnSpc>
              <a:defRPr/>
            </a:pPr>
            <a:endParaRPr lang="en-US">
              <a:latin typeface="Arial" charset="0"/>
            </a:endParaRPr>
          </a:p>
        </p:txBody>
      </p:sp>
      <p:sp>
        <p:nvSpPr>
          <p:cNvPr id="8" name="TextBox 7">
            <a:extLst>
              <a:ext uri="{FF2B5EF4-FFF2-40B4-BE49-F238E27FC236}">
                <a16:creationId xmlns:a16="http://schemas.microsoft.com/office/drawing/2014/main" id="{C2F27A79-E5A5-E74C-B338-5302DF42C3EA}"/>
              </a:ext>
            </a:extLst>
          </p:cNvPr>
          <p:cNvSpPr txBox="1"/>
          <p:nvPr/>
        </p:nvSpPr>
        <p:spPr>
          <a:xfrm>
            <a:off x="285750" y="2743200"/>
            <a:ext cx="1643063" cy="2835275"/>
          </a:xfrm>
          <a:prstGeom prst="rect">
            <a:avLst/>
          </a:prstGeom>
          <a:noFill/>
        </p:spPr>
        <p:txBody>
          <a:bodyPr>
            <a:spAutoFit/>
          </a:bodyPr>
          <a:lstStyle/>
          <a:p>
            <a:pPr algn="ctr">
              <a:lnSpc>
                <a:spcPct val="90000"/>
              </a:lnSpc>
              <a:defRPr/>
            </a:pPr>
            <a:r>
              <a:rPr lang="en-US" sz="1800" dirty="0">
                <a:solidFill>
                  <a:schemeClr val="accent1">
                    <a:lumMod val="75000"/>
                  </a:schemeClr>
                </a:solidFill>
                <a:latin typeface="Arial" charset="0"/>
              </a:rPr>
              <a:t>Network Portion – blue</a:t>
            </a:r>
          </a:p>
          <a:p>
            <a:pPr algn="ctr">
              <a:lnSpc>
                <a:spcPct val="90000"/>
              </a:lnSpc>
              <a:defRPr/>
            </a:pPr>
            <a:r>
              <a:rPr lang="en-US" sz="1800" dirty="0">
                <a:solidFill>
                  <a:schemeClr val="accent1">
                    <a:lumMod val="75000"/>
                  </a:schemeClr>
                </a:solidFill>
                <a:latin typeface="Arial" charset="0"/>
              </a:rPr>
              <a:t>SN Mask bits ALL 1’s</a:t>
            </a:r>
          </a:p>
          <a:p>
            <a:pPr algn="ctr">
              <a:lnSpc>
                <a:spcPct val="90000"/>
              </a:lnSpc>
              <a:defRPr/>
            </a:pPr>
            <a:endParaRPr lang="en-US" sz="1800" dirty="0">
              <a:latin typeface="Arial" charset="0"/>
            </a:endParaRPr>
          </a:p>
          <a:p>
            <a:pPr algn="ctr">
              <a:lnSpc>
                <a:spcPct val="90000"/>
              </a:lnSpc>
              <a:defRPr/>
            </a:pPr>
            <a:endParaRPr lang="en-US" sz="1800" dirty="0">
              <a:latin typeface="Arial" charset="0"/>
            </a:endParaRPr>
          </a:p>
          <a:p>
            <a:pPr algn="ctr">
              <a:lnSpc>
                <a:spcPct val="90000"/>
              </a:lnSpc>
              <a:defRPr/>
            </a:pPr>
            <a:endParaRPr lang="en-US" sz="1800" dirty="0">
              <a:latin typeface="Arial" charset="0"/>
            </a:endParaRPr>
          </a:p>
          <a:p>
            <a:pPr algn="ctr">
              <a:lnSpc>
                <a:spcPct val="90000"/>
              </a:lnSpc>
              <a:defRPr/>
            </a:pPr>
            <a:r>
              <a:rPr lang="en-US" sz="1800" dirty="0">
                <a:solidFill>
                  <a:schemeClr val="accent2">
                    <a:lumMod val="75000"/>
                  </a:schemeClr>
                </a:solidFill>
                <a:latin typeface="Arial" charset="0"/>
              </a:rPr>
              <a:t>Host Portion – red</a:t>
            </a:r>
          </a:p>
          <a:p>
            <a:pPr algn="ctr">
              <a:lnSpc>
                <a:spcPct val="90000"/>
              </a:lnSpc>
              <a:defRPr/>
            </a:pPr>
            <a:r>
              <a:rPr lang="en-US" sz="1800" dirty="0">
                <a:solidFill>
                  <a:schemeClr val="accent2">
                    <a:lumMod val="75000"/>
                  </a:schemeClr>
                </a:solidFill>
                <a:latin typeface="Arial" charset="0"/>
              </a:rPr>
              <a:t>SN Mask bits ALL 0’s</a:t>
            </a:r>
          </a:p>
        </p:txBody>
      </p:sp>
      <p:sp>
        <p:nvSpPr>
          <p:cNvPr id="66566" name="TextBox 9">
            <a:extLst>
              <a:ext uri="{FF2B5EF4-FFF2-40B4-BE49-F238E27FC236}">
                <a16:creationId xmlns:a16="http://schemas.microsoft.com/office/drawing/2014/main" id="{6EB5907E-52F0-8AE6-D9E5-B4B636D43EF4}"/>
              </a:ext>
            </a:extLst>
          </p:cNvPr>
          <p:cNvSpPr txBox="1">
            <a:spLocks noChangeArrowheads="1"/>
          </p:cNvSpPr>
          <p:nvPr/>
        </p:nvSpPr>
        <p:spPr bwMode="auto">
          <a:xfrm>
            <a:off x="1014413" y="5886450"/>
            <a:ext cx="7600950"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r>
              <a:rPr lang="en-US" altLang="en-US"/>
              <a:t>CIDR Notation(Classless Inter Domain Routing – Prefix /24)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3">
            <a:extLst>
              <a:ext uri="{FF2B5EF4-FFF2-40B4-BE49-F238E27FC236}">
                <a16:creationId xmlns:a16="http://schemas.microsoft.com/office/drawing/2014/main" id="{158183CD-492C-F995-DC9B-4D86AB088B8B}"/>
              </a:ext>
            </a:extLst>
          </p:cNvPr>
          <p:cNvSpPr>
            <a:spLocks noGrp="1" noChangeArrowheads="1"/>
          </p:cNvSpPr>
          <p:nvPr>
            <p:ph type="body" idx="1"/>
          </p:nvPr>
        </p:nvSpPr>
        <p:spPr>
          <a:xfrm>
            <a:off x="212725" y="949325"/>
            <a:ext cx="8570913" cy="1641475"/>
          </a:xfrm>
        </p:spPr>
        <p:txBody>
          <a:bodyPr/>
          <a:lstStyle/>
          <a:p>
            <a:pPr eaLnBrk="1" hangingPunct="1"/>
            <a:r>
              <a:rPr lang="en-US" altLang="en-US"/>
              <a:t>ANDing is like multiplying…convert IP and subnet mask down to binary, multiply them together..get a binary result…convert back to decimal.</a:t>
            </a:r>
          </a:p>
          <a:p>
            <a:pPr eaLnBrk="1" hangingPunct="1"/>
            <a:r>
              <a:rPr lang="en-US" altLang="en-US">
                <a:solidFill>
                  <a:srgbClr val="FF0000"/>
                </a:solidFill>
              </a:rPr>
              <a:t>This is what routers DO!!!</a:t>
            </a:r>
          </a:p>
        </p:txBody>
      </p:sp>
      <p:pic>
        <p:nvPicPr>
          <p:cNvPr id="68610" name="Picture 5">
            <a:extLst>
              <a:ext uri="{FF2B5EF4-FFF2-40B4-BE49-F238E27FC236}">
                <a16:creationId xmlns:a16="http://schemas.microsoft.com/office/drawing/2014/main" id="{A6973A9C-7B5A-5806-98DD-A563B08AF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2988" y="2676525"/>
            <a:ext cx="5016500" cy="376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3">
            <a:extLst>
              <a:ext uri="{FF2B5EF4-FFF2-40B4-BE49-F238E27FC236}">
                <a16:creationId xmlns:a16="http://schemas.microsoft.com/office/drawing/2014/main" id="{1C2D1239-7549-BAFE-B657-8FFD89763EAE}"/>
              </a:ext>
            </a:extLst>
          </p:cNvPr>
          <p:cNvSpPr>
            <a:spLocks noGrp="1" noChangeArrowheads="1"/>
          </p:cNvSpPr>
          <p:nvPr>
            <p:ph type="body" idx="1"/>
          </p:nvPr>
        </p:nvSpPr>
        <p:spPr>
          <a:xfrm>
            <a:off x="614363" y="1004888"/>
            <a:ext cx="7940675" cy="5076825"/>
          </a:xfrm>
        </p:spPr>
        <p:txBody>
          <a:bodyPr/>
          <a:lstStyle/>
          <a:p>
            <a:pPr eaLnBrk="1" hangingPunct="1"/>
            <a:r>
              <a:rPr lang="en-US" altLang="en-US"/>
              <a:t>Use ANDing logic to determine an outcome</a:t>
            </a:r>
          </a:p>
          <a:p>
            <a:pPr eaLnBrk="1" hangingPunct="1"/>
            <a:endParaRPr lang="en-US" altLang="en-US"/>
          </a:p>
        </p:txBody>
      </p:sp>
      <p:pic>
        <p:nvPicPr>
          <p:cNvPr id="70658" name="Picture 6">
            <a:extLst>
              <a:ext uri="{FF2B5EF4-FFF2-40B4-BE49-F238E27FC236}">
                <a16:creationId xmlns:a16="http://schemas.microsoft.com/office/drawing/2014/main" id="{D19744F6-0533-2706-2549-7FBB6D2B93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2938" y="2154238"/>
            <a:ext cx="5281612" cy="380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0E500291-41EF-DB39-593F-D5CD55C398C1}"/>
              </a:ext>
            </a:extLst>
          </p:cNvPr>
          <p:cNvSpPr>
            <a:spLocks noGrp="1" noChangeArrowheads="1"/>
          </p:cNvSpPr>
          <p:nvPr>
            <p:ph type="title"/>
          </p:nvPr>
        </p:nvSpPr>
        <p:spPr/>
        <p:txBody>
          <a:bodyPr/>
          <a:lstStyle/>
          <a:p>
            <a:pPr eaLnBrk="1" hangingPunct="1"/>
            <a:r>
              <a:rPr lang="en-US" altLang="en-US"/>
              <a:t>Calculating a Subnet</a:t>
            </a:r>
          </a:p>
        </p:txBody>
      </p:sp>
      <p:sp>
        <p:nvSpPr>
          <p:cNvPr id="49155" name="Rectangle 3">
            <a:extLst>
              <a:ext uri="{FF2B5EF4-FFF2-40B4-BE49-F238E27FC236}">
                <a16:creationId xmlns:a16="http://schemas.microsoft.com/office/drawing/2014/main" id="{C0F2181B-E0F0-CF97-37B9-F0A6C792082B}"/>
              </a:ext>
            </a:extLst>
          </p:cNvPr>
          <p:cNvSpPr>
            <a:spLocks noGrp="1" noChangeArrowheads="1"/>
          </p:cNvSpPr>
          <p:nvPr>
            <p:ph type="body" idx="1"/>
          </p:nvPr>
        </p:nvSpPr>
        <p:spPr/>
        <p:txBody>
          <a:bodyPr/>
          <a:lstStyle/>
          <a:p>
            <a:pPr eaLnBrk="1" hangingPunct="1"/>
            <a:r>
              <a:rPr lang="en-US" altLang="en-US"/>
              <a:t>We will subnet the IP address:</a:t>
            </a:r>
          </a:p>
          <a:p>
            <a:pPr lvl="1" eaLnBrk="1" hangingPunct="1"/>
            <a:r>
              <a:rPr lang="en-US" altLang="en-US"/>
              <a:t>223.14.17.0</a:t>
            </a:r>
          </a:p>
          <a:p>
            <a:pPr eaLnBrk="1" hangingPunct="1"/>
            <a:r>
              <a:rPr lang="en-US" altLang="en-US"/>
              <a:t>What class IP address is this?</a:t>
            </a:r>
          </a:p>
          <a:p>
            <a:pPr lvl="1" eaLnBrk="1" hangingPunct="1"/>
            <a:r>
              <a:rPr lang="en-US" altLang="en-US"/>
              <a:t>Class 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91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91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915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91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bldLvl="2"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4ABA63D1-3C20-D833-DED5-D01348F35A6D}"/>
              </a:ext>
            </a:extLst>
          </p:cNvPr>
          <p:cNvSpPr>
            <a:spLocks noGrp="1" noChangeArrowheads="1"/>
          </p:cNvSpPr>
          <p:nvPr>
            <p:ph type="title"/>
          </p:nvPr>
        </p:nvSpPr>
        <p:spPr/>
        <p:txBody>
          <a:bodyPr/>
          <a:lstStyle/>
          <a:p>
            <a:pPr eaLnBrk="1" hangingPunct="1"/>
            <a:r>
              <a:rPr lang="en-US" altLang="en-US"/>
              <a:t>Step #1</a:t>
            </a:r>
          </a:p>
        </p:txBody>
      </p:sp>
      <p:sp>
        <p:nvSpPr>
          <p:cNvPr id="50179" name="Rectangle 3">
            <a:extLst>
              <a:ext uri="{FF2B5EF4-FFF2-40B4-BE49-F238E27FC236}">
                <a16:creationId xmlns:a16="http://schemas.microsoft.com/office/drawing/2014/main" id="{E24B2CE8-0DD9-EE10-DCF0-AF48754C582D}"/>
              </a:ext>
            </a:extLst>
          </p:cNvPr>
          <p:cNvSpPr>
            <a:spLocks noGrp="1" noChangeArrowheads="1"/>
          </p:cNvSpPr>
          <p:nvPr>
            <p:ph type="body" idx="1"/>
          </p:nvPr>
        </p:nvSpPr>
        <p:spPr/>
        <p:txBody>
          <a:bodyPr/>
          <a:lstStyle/>
          <a:p>
            <a:pPr eaLnBrk="1" hangingPunct="1"/>
            <a:r>
              <a:rPr lang="en-US" altLang="en-US"/>
              <a:t>Determine the default subnet mask</a:t>
            </a:r>
          </a:p>
          <a:p>
            <a:pPr eaLnBrk="1" hangingPunct="1"/>
            <a:endParaRPr lang="en-US" altLang="en-US"/>
          </a:p>
          <a:p>
            <a:pPr eaLnBrk="1" hangingPunct="1"/>
            <a:r>
              <a:rPr lang="en-US" altLang="en-US"/>
              <a:t>Class C default subnet mask:</a:t>
            </a:r>
          </a:p>
          <a:p>
            <a:pPr lvl="1" eaLnBrk="1" hangingPunct="1"/>
            <a:r>
              <a:rPr lang="en-US" altLang="en-US"/>
              <a:t>255.255.255.0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 calcmode="lin" valueType="num">
                                      <p:cBhvr additive="base">
                                        <p:cTn id="7" dur="500" fill="hold"/>
                                        <p:tgtEl>
                                          <p:spTgt spid="501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01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0179">
                                            <p:txEl>
                                              <p:pRg st="2" end="2"/>
                                            </p:txEl>
                                          </p:spTgt>
                                        </p:tgtEl>
                                        <p:attrNameLst>
                                          <p:attrName>style.visibility</p:attrName>
                                        </p:attrNameLst>
                                      </p:cBhvr>
                                      <p:to>
                                        <p:strVal val="visible"/>
                                      </p:to>
                                    </p:set>
                                    <p:anim calcmode="lin" valueType="num">
                                      <p:cBhvr additive="base">
                                        <p:cTn id="13" dur="500" fill="hold"/>
                                        <p:tgtEl>
                                          <p:spTgt spid="5017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017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0179">
                                            <p:txEl>
                                              <p:pRg st="3" end="3"/>
                                            </p:txEl>
                                          </p:spTgt>
                                        </p:tgtEl>
                                        <p:attrNameLst>
                                          <p:attrName>style.visibility</p:attrName>
                                        </p:attrNameLst>
                                      </p:cBhvr>
                                      <p:to>
                                        <p:strVal val="visible"/>
                                      </p:to>
                                    </p:set>
                                    <p:anim calcmode="lin" valueType="num">
                                      <p:cBhvr additive="base">
                                        <p:cTn id="19" dur="500" fill="hold"/>
                                        <p:tgtEl>
                                          <p:spTgt spid="50179">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017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bldLvl="2"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56B16C33-A9D8-B652-043B-EA393A2DDDB2}"/>
              </a:ext>
            </a:extLst>
          </p:cNvPr>
          <p:cNvSpPr>
            <a:spLocks noGrp="1" noChangeArrowheads="1"/>
          </p:cNvSpPr>
          <p:nvPr>
            <p:ph type="title"/>
          </p:nvPr>
        </p:nvSpPr>
        <p:spPr/>
        <p:txBody>
          <a:bodyPr/>
          <a:lstStyle/>
          <a:p>
            <a:pPr eaLnBrk="1" hangingPunct="1"/>
            <a:r>
              <a:rPr lang="en-US" altLang="en-US"/>
              <a:t>Step #2</a:t>
            </a:r>
          </a:p>
        </p:txBody>
      </p:sp>
      <p:sp>
        <p:nvSpPr>
          <p:cNvPr id="76802" name="Rectangle 3">
            <a:extLst>
              <a:ext uri="{FF2B5EF4-FFF2-40B4-BE49-F238E27FC236}">
                <a16:creationId xmlns:a16="http://schemas.microsoft.com/office/drawing/2014/main" id="{46F95A97-0BA2-26AE-69EA-E0A1FC7A0E8F}"/>
              </a:ext>
            </a:extLst>
          </p:cNvPr>
          <p:cNvSpPr>
            <a:spLocks noGrp="1" noChangeArrowheads="1"/>
          </p:cNvSpPr>
          <p:nvPr>
            <p:ph type="body" idx="1"/>
          </p:nvPr>
        </p:nvSpPr>
        <p:spPr/>
        <p:txBody>
          <a:bodyPr/>
          <a:lstStyle/>
          <a:p>
            <a:pPr eaLnBrk="1" hangingPunct="1"/>
            <a:r>
              <a:rPr lang="en-US" altLang="en-US"/>
              <a:t>Determine the number of subnets needed and hosts needed on each to determine how many bits to borrow from the host ID.</a:t>
            </a:r>
          </a:p>
          <a:p>
            <a:pPr eaLnBrk="1" hangingPunct="1"/>
            <a:r>
              <a:rPr lang="en-US" altLang="en-US"/>
              <a:t>Need:</a:t>
            </a:r>
          </a:p>
          <a:p>
            <a:pPr lvl="1" eaLnBrk="1" hangingPunct="1"/>
            <a:r>
              <a:rPr lang="en-US" altLang="en-US"/>
              <a:t>13 subnets</a:t>
            </a:r>
          </a:p>
          <a:p>
            <a:pPr lvl="1" eaLnBrk="1" hangingPunct="1"/>
            <a:r>
              <a:rPr lang="en-US" altLang="en-US"/>
              <a:t>10 hosts on each subnet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A7047AAF-34E2-5386-CD24-007F38A24C6A}"/>
              </a:ext>
            </a:extLst>
          </p:cNvPr>
          <p:cNvSpPr>
            <a:spLocks noGrp="1" noChangeArrowheads="1"/>
          </p:cNvSpPr>
          <p:nvPr>
            <p:ph type="title"/>
          </p:nvPr>
        </p:nvSpPr>
        <p:spPr/>
        <p:txBody>
          <a:bodyPr/>
          <a:lstStyle/>
          <a:p>
            <a:pPr eaLnBrk="1" hangingPunct="1"/>
            <a:r>
              <a:rPr lang="en-US" altLang="en-US"/>
              <a:t>Step #3</a:t>
            </a:r>
          </a:p>
        </p:txBody>
      </p:sp>
      <p:sp>
        <p:nvSpPr>
          <p:cNvPr id="78850" name="Rectangle 3">
            <a:extLst>
              <a:ext uri="{FF2B5EF4-FFF2-40B4-BE49-F238E27FC236}">
                <a16:creationId xmlns:a16="http://schemas.microsoft.com/office/drawing/2014/main" id="{764CEA72-4581-15F4-CFD0-C7F3B4E51536}"/>
              </a:ext>
            </a:extLst>
          </p:cNvPr>
          <p:cNvSpPr>
            <a:spLocks noGrp="1" noChangeArrowheads="1"/>
          </p:cNvSpPr>
          <p:nvPr>
            <p:ph type="body" idx="1"/>
          </p:nvPr>
        </p:nvSpPr>
        <p:spPr>
          <a:xfrm>
            <a:off x="655638" y="1385888"/>
            <a:ext cx="7940675" cy="5194300"/>
          </a:xfrm>
        </p:spPr>
        <p:txBody>
          <a:bodyPr/>
          <a:lstStyle/>
          <a:p>
            <a:pPr eaLnBrk="1" hangingPunct="1">
              <a:lnSpc>
                <a:spcPct val="90000"/>
              </a:lnSpc>
            </a:pPr>
            <a:r>
              <a:rPr lang="en-US" altLang="en-US" sz="2800"/>
              <a:t>Figure the actual number of subnets and hosts by borrowing bits from host ID.</a:t>
            </a:r>
          </a:p>
          <a:p>
            <a:pPr eaLnBrk="1" hangingPunct="1">
              <a:lnSpc>
                <a:spcPct val="90000"/>
              </a:lnSpc>
            </a:pPr>
            <a:r>
              <a:rPr lang="en-US" altLang="en-US" sz="2800"/>
              <a:t>Let’s see how many subnets and hosts we will have by borrowing 4 bits from the host.</a:t>
            </a:r>
          </a:p>
          <a:p>
            <a:pPr eaLnBrk="1" hangingPunct="1">
              <a:lnSpc>
                <a:spcPct val="90000"/>
              </a:lnSpc>
            </a:pPr>
            <a:r>
              <a:rPr lang="en-US" altLang="en-US" sz="2800"/>
              <a:t>2</a:t>
            </a:r>
            <a:r>
              <a:rPr lang="en-US" altLang="en-US" sz="2800" baseline="30000"/>
              <a:t>bb</a:t>
            </a:r>
            <a:r>
              <a:rPr lang="en-US" altLang="en-US" sz="2800"/>
              <a:t>= possible subnets</a:t>
            </a:r>
          </a:p>
          <a:p>
            <a:pPr eaLnBrk="1" hangingPunct="1">
              <a:lnSpc>
                <a:spcPct val="90000"/>
              </a:lnSpc>
            </a:pPr>
            <a:r>
              <a:rPr lang="en-US" altLang="en-US" sz="2800"/>
              <a:t>2</a:t>
            </a:r>
            <a:r>
              <a:rPr lang="en-US" altLang="en-US" sz="2800" baseline="30000"/>
              <a:t>br</a:t>
            </a:r>
            <a:r>
              <a:rPr lang="en-US" altLang="en-US" sz="2800"/>
              <a:t> = possible hosts</a:t>
            </a:r>
          </a:p>
          <a:p>
            <a:pPr eaLnBrk="1" hangingPunct="1">
              <a:lnSpc>
                <a:spcPct val="90000"/>
              </a:lnSpc>
            </a:pPr>
            <a:r>
              <a:rPr lang="en-US" altLang="en-US" sz="2800"/>
              <a:t>2</a:t>
            </a:r>
            <a:r>
              <a:rPr lang="en-US" altLang="en-US" sz="2800" baseline="30000"/>
              <a:t>br</a:t>
            </a:r>
            <a:r>
              <a:rPr lang="en-US" altLang="en-US" sz="2800"/>
              <a:t> – 2 = usable hosts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AC04699C-2663-3BEC-A9AC-A5B35E9389FF}"/>
              </a:ext>
            </a:extLst>
          </p:cNvPr>
          <p:cNvSpPr>
            <a:spLocks noGrp="1" noChangeArrowheads="1"/>
          </p:cNvSpPr>
          <p:nvPr>
            <p:ph type="title"/>
          </p:nvPr>
        </p:nvSpPr>
        <p:spPr/>
        <p:txBody>
          <a:bodyPr/>
          <a:lstStyle/>
          <a:p>
            <a:pPr eaLnBrk="1" hangingPunct="1"/>
            <a:r>
              <a:rPr lang="en-US" altLang="en-US"/>
              <a:t>Step #3 continued…</a:t>
            </a:r>
          </a:p>
        </p:txBody>
      </p:sp>
      <p:grpSp>
        <p:nvGrpSpPr>
          <p:cNvPr id="80898" name="Group 3">
            <a:extLst>
              <a:ext uri="{FF2B5EF4-FFF2-40B4-BE49-F238E27FC236}">
                <a16:creationId xmlns:a16="http://schemas.microsoft.com/office/drawing/2014/main" id="{8C0A2419-015F-FF16-0F81-64A37F65AF88}"/>
              </a:ext>
            </a:extLst>
          </p:cNvPr>
          <p:cNvGrpSpPr>
            <a:grpSpLocks/>
          </p:cNvGrpSpPr>
          <p:nvPr/>
        </p:nvGrpSpPr>
        <p:grpSpPr bwMode="auto">
          <a:xfrm>
            <a:off x="1981200" y="2286000"/>
            <a:ext cx="3810000" cy="1981200"/>
            <a:chOff x="1248" y="1440"/>
            <a:chExt cx="2400" cy="1248"/>
          </a:xfrm>
        </p:grpSpPr>
        <p:sp>
          <p:nvSpPr>
            <p:cNvPr id="80903" name="Text Box 4">
              <a:extLst>
                <a:ext uri="{FF2B5EF4-FFF2-40B4-BE49-F238E27FC236}">
                  <a16:creationId xmlns:a16="http://schemas.microsoft.com/office/drawing/2014/main" id="{29427F60-7286-D61E-CB2B-E8A9D7419B76}"/>
                </a:ext>
              </a:extLst>
            </p:cNvPr>
            <p:cNvSpPr txBox="1">
              <a:spLocks noChangeArrowheads="1"/>
            </p:cNvSpPr>
            <p:nvPr/>
          </p:nvSpPr>
          <p:spPr bwMode="auto">
            <a:xfrm>
              <a:off x="1248" y="1440"/>
              <a:ext cx="14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50000"/>
                </a:spcBef>
              </a:pPr>
              <a:r>
                <a:rPr lang="en-US" altLang="en-US" sz="3200">
                  <a:latin typeface="Tahoma" panose="020B0604030504040204" pitchFamily="34" charset="0"/>
                </a:rPr>
                <a:t>223.14.17.0</a:t>
              </a:r>
            </a:p>
          </p:txBody>
        </p:sp>
        <p:sp>
          <p:nvSpPr>
            <p:cNvPr id="80904" name="Line 5">
              <a:extLst>
                <a:ext uri="{FF2B5EF4-FFF2-40B4-BE49-F238E27FC236}">
                  <a16:creationId xmlns:a16="http://schemas.microsoft.com/office/drawing/2014/main" id="{26CF3A36-50DA-536E-ABD9-541BAA65ADEB}"/>
                </a:ext>
              </a:extLst>
            </p:cNvPr>
            <p:cNvSpPr>
              <a:spLocks noChangeShapeType="1"/>
            </p:cNvSpPr>
            <p:nvPr/>
          </p:nvSpPr>
          <p:spPr bwMode="auto">
            <a:xfrm>
              <a:off x="2592" y="1776"/>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0905" name="Line 6">
              <a:extLst>
                <a:ext uri="{FF2B5EF4-FFF2-40B4-BE49-F238E27FC236}">
                  <a16:creationId xmlns:a16="http://schemas.microsoft.com/office/drawing/2014/main" id="{1B344782-AE92-3644-F685-B8BC6E520433}"/>
                </a:ext>
              </a:extLst>
            </p:cNvPr>
            <p:cNvSpPr>
              <a:spLocks noChangeShapeType="1"/>
            </p:cNvSpPr>
            <p:nvPr/>
          </p:nvSpPr>
          <p:spPr bwMode="auto">
            <a:xfrm>
              <a:off x="1584" y="2208"/>
              <a:ext cx="20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0906" name="Text Box 7">
              <a:extLst>
                <a:ext uri="{FF2B5EF4-FFF2-40B4-BE49-F238E27FC236}">
                  <a16:creationId xmlns:a16="http://schemas.microsoft.com/office/drawing/2014/main" id="{7FF41C68-1B8C-F882-F32B-3A641D1D1648}"/>
                </a:ext>
              </a:extLst>
            </p:cNvPr>
            <p:cNvSpPr txBox="1">
              <a:spLocks noChangeArrowheads="1"/>
            </p:cNvSpPr>
            <p:nvPr/>
          </p:nvSpPr>
          <p:spPr bwMode="auto">
            <a:xfrm>
              <a:off x="1584" y="2400"/>
              <a:ext cx="9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50000"/>
                </a:spcBef>
              </a:pPr>
              <a:r>
                <a:rPr lang="en-US" altLang="en-US"/>
                <a:t>X X X X</a:t>
              </a:r>
            </a:p>
          </p:txBody>
        </p:sp>
        <p:sp>
          <p:nvSpPr>
            <p:cNvPr id="80907" name="Text Box 8">
              <a:extLst>
                <a:ext uri="{FF2B5EF4-FFF2-40B4-BE49-F238E27FC236}">
                  <a16:creationId xmlns:a16="http://schemas.microsoft.com/office/drawing/2014/main" id="{60A19544-D387-DA09-28BF-E7F811438D70}"/>
                </a:ext>
              </a:extLst>
            </p:cNvPr>
            <p:cNvSpPr txBox="1">
              <a:spLocks noChangeArrowheads="1"/>
            </p:cNvSpPr>
            <p:nvPr/>
          </p:nvSpPr>
          <p:spPr bwMode="auto">
            <a:xfrm>
              <a:off x="2784" y="2400"/>
              <a:ext cx="8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50000"/>
                </a:spcBef>
              </a:pPr>
              <a:r>
                <a:rPr lang="en-US" altLang="en-US"/>
                <a:t>H H H H</a:t>
              </a:r>
            </a:p>
          </p:txBody>
        </p:sp>
        <p:sp>
          <p:nvSpPr>
            <p:cNvPr id="80908" name="Line 9">
              <a:extLst>
                <a:ext uri="{FF2B5EF4-FFF2-40B4-BE49-F238E27FC236}">
                  <a16:creationId xmlns:a16="http://schemas.microsoft.com/office/drawing/2014/main" id="{626E0934-02DC-3AD4-7B9A-C640B8A03E5C}"/>
                </a:ext>
              </a:extLst>
            </p:cNvPr>
            <p:cNvSpPr>
              <a:spLocks noChangeShapeType="1"/>
            </p:cNvSpPr>
            <p:nvPr/>
          </p:nvSpPr>
          <p:spPr bwMode="auto">
            <a:xfrm>
              <a:off x="1584"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0909" name="Line 10">
              <a:extLst>
                <a:ext uri="{FF2B5EF4-FFF2-40B4-BE49-F238E27FC236}">
                  <a16:creationId xmlns:a16="http://schemas.microsoft.com/office/drawing/2014/main" id="{C30246AE-6F3C-B43D-4D80-3D12EF1D9303}"/>
                </a:ext>
              </a:extLst>
            </p:cNvPr>
            <p:cNvSpPr>
              <a:spLocks noChangeShapeType="1"/>
            </p:cNvSpPr>
            <p:nvPr/>
          </p:nvSpPr>
          <p:spPr bwMode="auto">
            <a:xfrm>
              <a:off x="3648"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0910" name="Line 11">
              <a:extLst>
                <a:ext uri="{FF2B5EF4-FFF2-40B4-BE49-F238E27FC236}">
                  <a16:creationId xmlns:a16="http://schemas.microsoft.com/office/drawing/2014/main" id="{7610DD68-B9E7-E04E-52B8-420132FDD087}"/>
                </a:ext>
              </a:extLst>
            </p:cNvPr>
            <p:cNvSpPr>
              <a:spLocks noChangeShapeType="1"/>
            </p:cNvSpPr>
            <p:nvPr/>
          </p:nvSpPr>
          <p:spPr bwMode="auto">
            <a:xfrm>
              <a:off x="1632" y="2688"/>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0911" name="Line 12">
              <a:extLst>
                <a:ext uri="{FF2B5EF4-FFF2-40B4-BE49-F238E27FC236}">
                  <a16:creationId xmlns:a16="http://schemas.microsoft.com/office/drawing/2014/main" id="{F7920B56-3E72-AAA1-E3A0-151E606063DB}"/>
                </a:ext>
              </a:extLst>
            </p:cNvPr>
            <p:cNvSpPr>
              <a:spLocks noChangeShapeType="1"/>
            </p:cNvSpPr>
            <p:nvPr/>
          </p:nvSpPr>
          <p:spPr bwMode="auto">
            <a:xfrm>
              <a:off x="2832" y="2688"/>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80899" name="Line 13">
            <a:extLst>
              <a:ext uri="{FF2B5EF4-FFF2-40B4-BE49-F238E27FC236}">
                <a16:creationId xmlns:a16="http://schemas.microsoft.com/office/drawing/2014/main" id="{AD6BF675-676A-FC4D-F6C4-877C4FC4355F}"/>
              </a:ext>
            </a:extLst>
          </p:cNvPr>
          <p:cNvSpPr>
            <a:spLocks noChangeShapeType="1"/>
          </p:cNvSpPr>
          <p:nvPr/>
        </p:nvSpPr>
        <p:spPr bwMode="auto">
          <a:xfrm>
            <a:off x="3124200" y="4267200"/>
            <a:ext cx="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0900" name="Line 14">
            <a:extLst>
              <a:ext uri="{FF2B5EF4-FFF2-40B4-BE49-F238E27FC236}">
                <a16:creationId xmlns:a16="http://schemas.microsoft.com/office/drawing/2014/main" id="{02C5E995-E065-EF33-18B1-7324387BDEE3}"/>
              </a:ext>
            </a:extLst>
          </p:cNvPr>
          <p:cNvSpPr>
            <a:spLocks noChangeShapeType="1"/>
          </p:cNvSpPr>
          <p:nvPr/>
        </p:nvSpPr>
        <p:spPr bwMode="auto">
          <a:xfrm>
            <a:off x="5105400" y="4267200"/>
            <a:ext cx="0" cy="914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0901" name="Text Box 15">
            <a:extLst>
              <a:ext uri="{FF2B5EF4-FFF2-40B4-BE49-F238E27FC236}">
                <a16:creationId xmlns:a16="http://schemas.microsoft.com/office/drawing/2014/main" id="{120F0DD3-E71E-DDC6-1860-59900BA35EFE}"/>
              </a:ext>
            </a:extLst>
          </p:cNvPr>
          <p:cNvSpPr txBox="1">
            <a:spLocks noChangeArrowheads="1"/>
          </p:cNvSpPr>
          <p:nvPr/>
        </p:nvSpPr>
        <p:spPr bwMode="auto">
          <a:xfrm>
            <a:off x="1981200" y="5181600"/>
            <a:ext cx="20574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50000"/>
              </a:spcBef>
            </a:pPr>
            <a:r>
              <a:rPr lang="en-US" altLang="en-US" sz="2800">
                <a:latin typeface="Tahoma" panose="020B0604030504040204" pitchFamily="34" charset="0"/>
              </a:rPr>
              <a:t>2</a:t>
            </a:r>
            <a:r>
              <a:rPr lang="en-US" altLang="en-US" sz="2800" baseline="30000">
                <a:latin typeface="Tahoma" panose="020B0604030504040204" pitchFamily="34" charset="0"/>
              </a:rPr>
              <a:t>bb</a:t>
            </a:r>
            <a:r>
              <a:rPr lang="en-US" altLang="en-US" sz="2800">
                <a:latin typeface="Tahoma" panose="020B0604030504040204" pitchFamily="34" charset="0"/>
              </a:rPr>
              <a:t>=16 possible subnets</a:t>
            </a:r>
          </a:p>
        </p:txBody>
      </p:sp>
      <p:sp>
        <p:nvSpPr>
          <p:cNvPr id="80902" name="Text Box 16">
            <a:extLst>
              <a:ext uri="{FF2B5EF4-FFF2-40B4-BE49-F238E27FC236}">
                <a16:creationId xmlns:a16="http://schemas.microsoft.com/office/drawing/2014/main" id="{97507955-F51D-245E-1F63-227EC2AE5CF0}"/>
              </a:ext>
            </a:extLst>
          </p:cNvPr>
          <p:cNvSpPr txBox="1">
            <a:spLocks noChangeArrowheads="1"/>
          </p:cNvSpPr>
          <p:nvPr/>
        </p:nvSpPr>
        <p:spPr bwMode="auto">
          <a:xfrm>
            <a:off x="4267200" y="5181600"/>
            <a:ext cx="27432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50000"/>
              </a:spcBef>
            </a:pPr>
            <a:r>
              <a:rPr lang="en-US" altLang="en-US" sz="2800">
                <a:latin typeface="Tahoma" panose="020B0604030504040204" pitchFamily="34" charset="0"/>
              </a:rPr>
              <a:t>2</a:t>
            </a:r>
            <a:r>
              <a:rPr lang="en-US" altLang="en-US" sz="2800" baseline="30000">
                <a:latin typeface="Tahoma" panose="020B0604030504040204" pitchFamily="34" charset="0"/>
              </a:rPr>
              <a:t>br</a:t>
            </a:r>
            <a:r>
              <a:rPr lang="en-US" altLang="en-US" sz="2800">
                <a:latin typeface="Tahoma" panose="020B0604030504040204" pitchFamily="34" charset="0"/>
              </a:rPr>
              <a:t>=16 possible hosts for each subnet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AA03D1DB-A766-F89F-63FC-A9097493BC37}"/>
              </a:ext>
            </a:extLst>
          </p:cNvPr>
          <p:cNvSpPr>
            <a:spLocks noGrp="1" noChangeArrowheads="1"/>
          </p:cNvSpPr>
          <p:nvPr>
            <p:ph type="title"/>
          </p:nvPr>
        </p:nvSpPr>
        <p:spPr/>
        <p:txBody>
          <a:bodyPr/>
          <a:lstStyle/>
          <a:p>
            <a:pPr eaLnBrk="1" hangingPunct="1"/>
            <a:r>
              <a:rPr lang="en-US" altLang="en-US"/>
              <a:t>Step #3 continued…</a:t>
            </a:r>
          </a:p>
        </p:txBody>
      </p:sp>
      <p:sp>
        <p:nvSpPr>
          <p:cNvPr id="81922" name="Rectangle 3">
            <a:extLst>
              <a:ext uri="{FF2B5EF4-FFF2-40B4-BE49-F238E27FC236}">
                <a16:creationId xmlns:a16="http://schemas.microsoft.com/office/drawing/2014/main" id="{BD9E3D14-E37E-4CC0-BED1-ECB7F468AB76}"/>
              </a:ext>
            </a:extLst>
          </p:cNvPr>
          <p:cNvSpPr>
            <a:spLocks noGrp="1" noChangeArrowheads="1"/>
          </p:cNvSpPr>
          <p:nvPr>
            <p:ph type="body" idx="1"/>
          </p:nvPr>
        </p:nvSpPr>
        <p:spPr>
          <a:xfrm>
            <a:off x="803275" y="1649413"/>
            <a:ext cx="7391400" cy="4598987"/>
          </a:xfrm>
        </p:spPr>
        <p:txBody>
          <a:bodyPr/>
          <a:lstStyle/>
          <a:p>
            <a:pPr eaLnBrk="1" hangingPunct="1"/>
            <a:r>
              <a:rPr lang="en-US" altLang="en-US"/>
              <a:t>We get 16 </a:t>
            </a:r>
            <a:r>
              <a:rPr lang="en-US" altLang="en-US" i="1" u="sng"/>
              <a:t>possible</a:t>
            </a:r>
            <a:r>
              <a:rPr lang="en-US" altLang="en-US"/>
              <a:t> subnets and 16 </a:t>
            </a:r>
            <a:r>
              <a:rPr lang="en-US" altLang="en-US" i="1" u="sng"/>
              <a:t>possible</a:t>
            </a:r>
            <a:r>
              <a:rPr lang="en-US" altLang="en-US"/>
              <a:t> hosts for each subnet because:</a:t>
            </a:r>
          </a:p>
          <a:p>
            <a:pPr lvl="1" eaLnBrk="1" hangingPunct="1"/>
            <a:r>
              <a:rPr lang="en-US" altLang="en-US"/>
              <a:t>For the 4 bits borrowed each bit can be a 1 or a 0 leaving you with 2</a:t>
            </a:r>
            <a:r>
              <a:rPr lang="en-US" altLang="en-US" baseline="30000"/>
              <a:t>4</a:t>
            </a:r>
            <a:r>
              <a:rPr lang="en-US" altLang="en-US"/>
              <a:t> or 16 possible combinations.</a:t>
            </a:r>
          </a:p>
          <a:p>
            <a:pPr lvl="1" eaLnBrk="1" hangingPunct="1"/>
            <a:r>
              <a:rPr lang="en-US" altLang="en-US"/>
              <a:t>The same goes for the 4 leftover host bits.</a:t>
            </a:r>
          </a:p>
          <a:p>
            <a:pPr eaLnBrk="1" hangingPunct="1"/>
            <a:r>
              <a:rPr lang="en-US" altLang="en-US"/>
              <a:t>Important:  There are only 14 </a:t>
            </a:r>
            <a:r>
              <a:rPr lang="en-US" altLang="en-US" i="1" u="sng"/>
              <a:t>available  </a:t>
            </a:r>
            <a:r>
              <a:rPr lang="en-US" altLang="en-US"/>
              <a:t>hosts on each subnet.  Why?</a:t>
            </a:r>
          </a:p>
          <a:p>
            <a:pPr eaLnBrk="1" hangingPunct="1"/>
            <a:r>
              <a:rPr lang="en-US" altLang="en-US">
                <a:solidFill>
                  <a:schemeClr val="bg2"/>
                </a:solidFill>
              </a:rPr>
              <a:t>Because you cannot use the first and last address within each subnet. (No exceptions!)</a:t>
            </a:r>
          </a:p>
          <a:p>
            <a:pPr eaLnBrk="1" hangingPunct="1"/>
            <a:r>
              <a:rPr lang="en-US" altLang="en-US">
                <a:solidFill>
                  <a:schemeClr val="bg2"/>
                </a:solidFill>
              </a:rPr>
              <a:t>For each, one is the broadcast address and one is the network address.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E628375A-7DB0-554D-548D-90D622DB3261}"/>
              </a:ext>
            </a:extLst>
          </p:cNvPr>
          <p:cNvSpPr>
            <a:spLocks noGrp="1" noChangeArrowheads="1"/>
          </p:cNvSpPr>
          <p:nvPr>
            <p:ph type="title"/>
          </p:nvPr>
        </p:nvSpPr>
        <p:spPr/>
        <p:txBody>
          <a:bodyPr/>
          <a:lstStyle/>
          <a:p>
            <a:pPr eaLnBrk="1" hangingPunct="1"/>
            <a:r>
              <a:rPr lang="en-US" altLang="en-US"/>
              <a:t>Step #4</a:t>
            </a:r>
          </a:p>
        </p:txBody>
      </p:sp>
      <p:sp>
        <p:nvSpPr>
          <p:cNvPr id="83970" name="Rectangle 3">
            <a:extLst>
              <a:ext uri="{FF2B5EF4-FFF2-40B4-BE49-F238E27FC236}">
                <a16:creationId xmlns:a16="http://schemas.microsoft.com/office/drawing/2014/main" id="{538DC13E-C2C7-BCBF-5AFB-4A781E512303}"/>
              </a:ext>
            </a:extLst>
          </p:cNvPr>
          <p:cNvSpPr>
            <a:spLocks noGrp="1" noChangeArrowheads="1"/>
          </p:cNvSpPr>
          <p:nvPr>
            <p:ph type="body" idx="1"/>
          </p:nvPr>
        </p:nvSpPr>
        <p:spPr>
          <a:xfrm>
            <a:off x="1524000" y="1600200"/>
            <a:ext cx="6400800" cy="685800"/>
          </a:xfrm>
        </p:spPr>
        <p:txBody>
          <a:bodyPr/>
          <a:lstStyle/>
          <a:p>
            <a:pPr eaLnBrk="1" hangingPunct="1"/>
            <a:r>
              <a:rPr lang="en-US" altLang="en-US"/>
              <a:t>Determine the subnet mask.</a:t>
            </a:r>
          </a:p>
        </p:txBody>
      </p:sp>
      <p:grpSp>
        <p:nvGrpSpPr>
          <p:cNvPr id="83971" name="Group 4">
            <a:extLst>
              <a:ext uri="{FF2B5EF4-FFF2-40B4-BE49-F238E27FC236}">
                <a16:creationId xmlns:a16="http://schemas.microsoft.com/office/drawing/2014/main" id="{6C8B1175-26D4-A505-2AE9-F15CF03879F3}"/>
              </a:ext>
            </a:extLst>
          </p:cNvPr>
          <p:cNvGrpSpPr>
            <a:grpSpLocks/>
          </p:cNvGrpSpPr>
          <p:nvPr/>
        </p:nvGrpSpPr>
        <p:grpSpPr bwMode="auto">
          <a:xfrm>
            <a:off x="2057400" y="2895600"/>
            <a:ext cx="3810000" cy="1981200"/>
            <a:chOff x="1248" y="1440"/>
            <a:chExt cx="2400" cy="1248"/>
          </a:xfrm>
        </p:grpSpPr>
        <p:sp>
          <p:nvSpPr>
            <p:cNvPr id="83973" name="Text Box 5">
              <a:extLst>
                <a:ext uri="{FF2B5EF4-FFF2-40B4-BE49-F238E27FC236}">
                  <a16:creationId xmlns:a16="http://schemas.microsoft.com/office/drawing/2014/main" id="{37080187-1723-C97F-90AC-B2B8BBC31FDC}"/>
                </a:ext>
              </a:extLst>
            </p:cNvPr>
            <p:cNvSpPr txBox="1">
              <a:spLocks noChangeArrowheads="1"/>
            </p:cNvSpPr>
            <p:nvPr/>
          </p:nvSpPr>
          <p:spPr bwMode="auto">
            <a:xfrm>
              <a:off x="1248" y="1440"/>
              <a:ext cx="14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50000"/>
                </a:spcBef>
              </a:pPr>
              <a:r>
                <a:rPr lang="en-US" altLang="en-US" sz="3200">
                  <a:latin typeface="Tahoma" panose="020B0604030504040204" pitchFamily="34" charset="0"/>
                </a:rPr>
                <a:t>223.14.17.0</a:t>
              </a:r>
            </a:p>
          </p:txBody>
        </p:sp>
        <p:sp>
          <p:nvSpPr>
            <p:cNvPr id="83974" name="Line 6">
              <a:extLst>
                <a:ext uri="{FF2B5EF4-FFF2-40B4-BE49-F238E27FC236}">
                  <a16:creationId xmlns:a16="http://schemas.microsoft.com/office/drawing/2014/main" id="{EE2E812B-24A0-A746-6E67-DE758CD32C16}"/>
                </a:ext>
              </a:extLst>
            </p:cNvPr>
            <p:cNvSpPr>
              <a:spLocks noChangeShapeType="1"/>
            </p:cNvSpPr>
            <p:nvPr/>
          </p:nvSpPr>
          <p:spPr bwMode="auto">
            <a:xfrm>
              <a:off x="2592" y="1776"/>
              <a:ext cx="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975" name="Line 7">
              <a:extLst>
                <a:ext uri="{FF2B5EF4-FFF2-40B4-BE49-F238E27FC236}">
                  <a16:creationId xmlns:a16="http://schemas.microsoft.com/office/drawing/2014/main" id="{6E97F592-15F0-BA7E-ED83-AEB327E9ED2B}"/>
                </a:ext>
              </a:extLst>
            </p:cNvPr>
            <p:cNvSpPr>
              <a:spLocks noChangeShapeType="1"/>
            </p:cNvSpPr>
            <p:nvPr/>
          </p:nvSpPr>
          <p:spPr bwMode="auto">
            <a:xfrm>
              <a:off x="1584" y="2208"/>
              <a:ext cx="20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976" name="Text Box 8">
              <a:extLst>
                <a:ext uri="{FF2B5EF4-FFF2-40B4-BE49-F238E27FC236}">
                  <a16:creationId xmlns:a16="http://schemas.microsoft.com/office/drawing/2014/main" id="{078F8376-69A1-1535-25A2-E1BB085AC7E1}"/>
                </a:ext>
              </a:extLst>
            </p:cNvPr>
            <p:cNvSpPr txBox="1">
              <a:spLocks noChangeArrowheads="1"/>
            </p:cNvSpPr>
            <p:nvPr/>
          </p:nvSpPr>
          <p:spPr bwMode="auto">
            <a:xfrm>
              <a:off x="1584" y="2400"/>
              <a:ext cx="9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50000"/>
                </a:spcBef>
              </a:pPr>
              <a:r>
                <a:rPr lang="en-US" altLang="en-US"/>
                <a:t>X X X X</a:t>
              </a:r>
            </a:p>
          </p:txBody>
        </p:sp>
        <p:sp>
          <p:nvSpPr>
            <p:cNvPr id="83977" name="Text Box 9">
              <a:extLst>
                <a:ext uri="{FF2B5EF4-FFF2-40B4-BE49-F238E27FC236}">
                  <a16:creationId xmlns:a16="http://schemas.microsoft.com/office/drawing/2014/main" id="{6BDED021-EDB7-B622-A5C5-0E041755C12E}"/>
                </a:ext>
              </a:extLst>
            </p:cNvPr>
            <p:cNvSpPr txBox="1">
              <a:spLocks noChangeArrowheads="1"/>
            </p:cNvSpPr>
            <p:nvPr/>
          </p:nvSpPr>
          <p:spPr bwMode="auto">
            <a:xfrm>
              <a:off x="2784" y="2400"/>
              <a:ext cx="8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50000"/>
                </a:spcBef>
              </a:pPr>
              <a:r>
                <a:rPr lang="en-US" altLang="en-US"/>
                <a:t>H H H H</a:t>
              </a:r>
            </a:p>
          </p:txBody>
        </p:sp>
        <p:sp>
          <p:nvSpPr>
            <p:cNvPr id="83978" name="Line 10">
              <a:extLst>
                <a:ext uri="{FF2B5EF4-FFF2-40B4-BE49-F238E27FC236}">
                  <a16:creationId xmlns:a16="http://schemas.microsoft.com/office/drawing/2014/main" id="{5E413C4E-FC50-0D8F-DCDD-CA18690861D8}"/>
                </a:ext>
              </a:extLst>
            </p:cNvPr>
            <p:cNvSpPr>
              <a:spLocks noChangeShapeType="1"/>
            </p:cNvSpPr>
            <p:nvPr/>
          </p:nvSpPr>
          <p:spPr bwMode="auto">
            <a:xfrm>
              <a:off x="1584"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979" name="Line 11">
              <a:extLst>
                <a:ext uri="{FF2B5EF4-FFF2-40B4-BE49-F238E27FC236}">
                  <a16:creationId xmlns:a16="http://schemas.microsoft.com/office/drawing/2014/main" id="{A6E3B752-133F-C587-23B8-ABDD8AF17AF9}"/>
                </a:ext>
              </a:extLst>
            </p:cNvPr>
            <p:cNvSpPr>
              <a:spLocks noChangeShapeType="1"/>
            </p:cNvSpPr>
            <p:nvPr/>
          </p:nvSpPr>
          <p:spPr bwMode="auto">
            <a:xfrm>
              <a:off x="3648" y="220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980" name="Line 12">
              <a:extLst>
                <a:ext uri="{FF2B5EF4-FFF2-40B4-BE49-F238E27FC236}">
                  <a16:creationId xmlns:a16="http://schemas.microsoft.com/office/drawing/2014/main" id="{A0806D1D-5CAB-5F88-1A68-ACE0BAF33FA9}"/>
                </a:ext>
              </a:extLst>
            </p:cNvPr>
            <p:cNvSpPr>
              <a:spLocks noChangeShapeType="1"/>
            </p:cNvSpPr>
            <p:nvPr/>
          </p:nvSpPr>
          <p:spPr bwMode="auto">
            <a:xfrm>
              <a:off x="1632" y="2688"/>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83981" name="Line 13">
              <a:extLst>
                <a:ext uri="{FF2B5EF4-FFF2-40B4-BE49-F238E27FC236}">
                  <a16:creationId xmlns:a16="http://schemas.microsoft.com/office/drawing/2014/main" id="{EEDB7D1D-6731-4473-BF38-2B93FB1370B3}"/>
                </a:ext>
              </a:extLst>
            </p:cNvPr>
            <p:cNvSpPr>
              <a:spLocks noChangeShapeType="1"/>
            </p:cNvSpPr>
            <p:nvPr/>
          </p:nvSpPr>
          <p:spPr bwMode="auto">
            <a:xfrm>
              <a:off x="2832" y="2688"/>
              <a:ext cx="67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sp>
        <p:nvSpPr>
          <p:cNvPr id="83972" name="Rectangle 14">
            <a:extLst>
              <a:ext uri="{FF2B5EF4-FFF2-40B4-BE49-F238E27FC236}">
                <a16:creationId xmlns:a16="http://schemas.microsoft.com/office/drawing/2014/main" id="{1C2D1866-351A-6C76-522C-F190C07321B6}"/>
              </a:ext>
            </a:extLst>
          </p:cNvPr>
          <p:cNvSpPr>
            <a:spLocks noChangeArrowheads="1"/>
          </p:cNvSpPr>
          <p:nvPr/>
        </p:nvSpPr>
        <p:spPr bwMode="auto">
          <a:xfrm>
            <a:off x="1447800" y="5181600"/>
            <a:ext cx="7467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20000"/>
              </a:spcBef>
              <a:buClr>
                <a:schemeClr val="hlink"/>
              </a:buClr>
              <a:buSzPct val="75000"/>
              <a:buFont typeface="Wingdings" panose="05000000000000000000" pitchFamily="2" charset="2"/>
              <a:buChar char="n"/>
            </a:pPr>
            <a:r>
              <a:rPr lang="en-US" altLang="en-US" sz="3200">
                <a:latin typeface="Tahoma" panose="020B0604030504040204" pitchFamily="34" charset="0"/>
              </a:rPr>
              <a:t>Where X represents the borrowed bits for subnetting.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2C387D4F-BE04-5DEA-43EB-00474E26C65B}"/>
              </a:ext>
            </a:extLst>
          </p:cNvPr>
          <p:cNvSpPr>
            <a:spLocks noGrp="1" noChangeArrowheads="1"/>
          </p:cNvSpPr>
          <p:nvPr>
            <p:ph type="title"/>
          </p:nvPr>
        </p:nvSpPr>
        <p:spPr/>
        <p:txBody>
          <a:bodyPr/>
          <a:lstStyle/>
          <a:p>
            <a:pPr eaLnBrk="1" hangingPunct="1"/>
            <a:r>
              <a:rPr lang="en-US" altLang="en-US"/>
              <a:t>Step #4 continued…</a:t>
            </a:r>
          </a:p>
        </p:txBody>
      </p:sp>
      <p:sp>
        <p:nvSpPr>
          <p:cNvPr id="84994" name="Rectangle 3">
            <a:extLst>
              <a:ext uri="{FF2B5EF4-FFF2-40B4-BE49-F238E27FC236}">
                <a16:creationId xmlns:a16="http://schemas.microsoft.com/office/drawing/2014/main" id="{940B9CA3-920B-9B51-FDAB-C647D61FB823}"/>
              </a:ext>
            </a:extLst>
          </p:cNvPr>
          <p:cNvSpPr>
            <a:spLocks noGrp="1" noChangeArrowheads="1"/>
          </p:cNvSpPr>
          <p:nvPr>
            <p:ph type="body" idx="1"/>
          </p:nvPr>
        </p:nvSpPr>
        <p:spPr>
          <a:xfrm>
            <a:off x="1219200" y="1600200"/>
            <a:ext cx="7772400" cy="1581150"/>
          </a:xfrm>
        </p:spPr>
        <p:txBody>
          <a:bodyPr/>
          <a:lstStyle/>
          <a:p>
            <a:pPr eaLnBrk="1" hangingPunct="1"/>
            <a:r>
              <a:rPr lang="en-US" altLang="en-US"/>
              <a:t>Add the place values of X together to get the last octet decimal value of the subnet mask.</a:t>
            </a:r>
          </a:p>
        </p:txBody>
      </p:sp>
      <p:sp>
        <p:nvSpPr>
          <p:cNvPr id="57348" name="Text Box 4">
            <a:extLst>
              <a:ext uri="{FF2B5EF4-FFF2-40B4-BE49-F238E27FC236}">
                <a16:creationId xmlns:a16="http://schemas.microsoft.com/office/drawing/2014/main" id="{63FA0183-466E-A232-1744-909B387A14E1}"/>
              </a:ext>
            </a:extLst>
          </p:cNvPr>
          <p:cNvSpPr txBox="1">
            <a:spLocks noChangeArrowheads="1"/>
          </p:cNvSpPr>
          <p:nvPr/>
        </p:nvSpPr>
        <p:spPr bwMode="auto">
          <a:xfrm>
            <a:off x="2084388" y="2611438"/>
            <a:ext cx="4572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50000"/>
              </a:spcBef>
            </a:pPr>
            <a:r>
              <a:rPr lang="en-US" altLang="en-US" sz="2800">
                <a:latin typeface="Tahoma" panose="020B0604030504040204" pitchFamily="34" charset="0"/>
              </a:rPr>
              <a:t>128 + 64 + 32 + 16 = 240</a:t>
            </a:r>
          </a:p>
        </p:txBody>
      </p:sp>
      <p:sp>
        <p:nvSpPr>
          <p:cNvPr id="57349" name="Rectangle 5">
            <a:extLst>
              <a:ext uri="{FF2B5EF4-FFF2-40B4-BE49-F238E27FC236}">
                <a16:creationId xmlns:a16="http://schemas.microsoft.com/office/drawing/2014/main" id="{C6A4DB22-1057-C27B-680D-7C69084FBF19}"/>
              </a:ext>
            </a:extLst>
          </p:cNvPr>
          <p:cNvSpPr>
            <a:spLocks noChangeArrowheads="1"/>
          </p:cNvSpPr>
          <p:nvPr/>
        </p:nvSpPr>
        <p:spPr bwMode="auto">
          <a:xfrm>
            <a:off x="1219200" y="3530600"/>
            <a:ext cx="6934200" cy="25146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spcBef>
                <a:spcPct val="20000"/>
              </a:spcBef>
              <a:buClr>
                <a:schemeClr val="hlink"/>
              </a:buClr>
              <a:buSzPct val="75000"/>
              <a:buFont typeface="Wingdings" panose="05000000000000000000" pitchFamily="2" charset="2"/>
              <a:buChar char="n"/>
            </a:pPr>
            <a:r>
              <a:rPr lang="en-US" altLang="en-US" sz="3200">
                <a:latin typeface="Tahoma" panose="020B0604030504040204" pitchFamily="34" charset="0"/>
              </a:rPr>
              <a:t>The subnet mask is: 255.255.255.240</a:t>
            </a:r>
          </a:p>
          <a:p>
            <a:pPr algn="ctr">
              <a:lnSpc>
                <a:spcPct val="90000"/>
              </a:lnSpc>
              <a:spcBef>
                <a:spcPct val="20000"/>
              </a:spcBef>
              <a:buClr>
                <a:schemeClr val="hlink"/>
              </a:buClr>
              <a:buSzPct val="75000"/>
              <a:buFont typeface="Wingdings" panose="05000000000000000000" pitchFamily="2" charset="2"/>
              <a:buChar char="n"/>
            </a:pPr>
            <a:r>
              <a:rPr lang="en-US" altLang="en-US" sz="3200">
                <a:latin typeface="Tahoma" panose="020B0604030504040204" pitchFamily="34" charset="0"/>
              </a:rPr>
              <a:t>The subnet mask is used to reveal the subnet and host address fields in IP addresses.</a:t>
            </a:r>
          </a:p>
        </p:txBody>
      </p:sp>
      <p:grpSp>
        <p:nvGrpSpPr>
          <p:cNvPr id="2" name="Group 6">
            <a:extLst>
              <a:ext uri="{FF2B5EF4-FFF2-40B4-BE49-F238E27FC236}">
                <a16:creationId xmlns:a16="http://schemas.microsoft.com/office/drawing/2014/main" id="{B3E2A25C-72B4-AF94-6849-8D3A17B49776}"/>
              </a:ext>
            </a:extLst>
          </p:cNvPr>
          <p:cNvGrpSpPr>
            <a:grpSpLocks/>
          </p:cNvGrpSpPr>
          <p:nvPr/>
        </p:nvGrpSpPr>
        <p:grpSpPr bwMode="auto">
          <a:xfrm>
            <a:off x="5764213" y="2584450"/>
            <a:ext cx="1600200" cy="914400"/>
            <a:chOff x="3648" y="2256"/>
            <a:chExt cx="1008" cy="576"/>
          </a:xfrm>
        </p:grpSpPr>
        <p:sp>
          <p:nvSpPr>
            <p:cNvPr id="84998" name="Line 7">
              <a:extLst>
                <a:ext uri="{FF2B5EF4-FFF2-40B4-BE49-F238E27FC236}">
                  <a16:creationId xmlns:a16="http://schemas.microsoft.com/office/drawing/2014/main" id="{AE52DC30-DD33-7D38-8E62-1AD1D8BC78FC}"/>
                </a:ext>
              </a:extLst>
            </p:cNvPr>
            <p:cNvSpPr>
              <a:spLocks noChangeShapeType="1"/>
            </p:cNvSpPr>
            <p:nvPr/>
          </p:nvSpPr>
          <p:spPr bwMode="auto">
            <a:xfrm>
              <a:off x="4176" y="2448"/>
              <a:ext cx="480" cy="384"/>
            </a:xfrm>
            <a:prstGeom prst="line">
              <a:avLst/>
            </a:prstGeom>
            <a:noFill/>
            <a:ln w="38100">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4999" name="Rectangle 8">
              <a:extLst>
                <a:ext uri="{FF2B5EF4-FFF2-40B4-BE49-F238E27FC236}">
                  <a16:creationId xmlns:a16="http://schemas.microsoft.com/office/drawing/2014/main" id="{B7F441ED-4428-2E91-394C-8AC7FFD2AD93}"/>
                </a:ext>
              </a:extLst>
            </p:cNvPr>
            <p:cNvSpPr>
              <a:spLocks noChangeArrowheads="1"/>
            </p:cNvSpPr>
            <p:nvPr/>
          </p:nvSpPr>
          <p:spPr bwMode="auto">
            <a:xfrm>
              <a:off x="3648" y="2256"/>
              <a:ext cx="528" cy="336"/>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endParaRPr lang="en-US"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7348"/>
                                        </p:tgtEl>
                                        <p:attrNameLst>
                                          <p:attrName>style.visibility</p:attrName>
                                        </p:attrNameLst>
                                      </p:cBhvr>
                                      <p:to>
                                        <p:strVal val="visible"/>
                                      </p:to>
                                    </p:set>
                                    <p:animEffect transition="in" filter="blinds(horizontal)">
                                      <p:cBhvr>
                                        <p:cTn id="7" dur="500"/>
                                        <p:tgtEl>
                                          <p:spTgt spid="573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57349">
                                            <p:txEl>
                                              <p:pRg st="0" end="0"/>
                                            </p:txEl>
                                          </p:spTgt>
                                        </p:tgtEl>
                                        <p:attrNameLst>
                                          <p:attrName>style.visibility</p:attrName>
                                        </p:attrNameLst>
                                      </p:cBhvr>
                                      <p:to>
                                        <p:strVal val="visible"/>
                                      </p:to>
                                    </p:set>
                                    <p:animEffect transition="in" filter="blinds(horizontal)">
                                      <p:cBhvr>
                                        <p:cTn id="18" dur="500"/>
                                        <p:tgtEl>
                                          <p:spTgt spid="57349">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7349">
                                            <p:txEl>
                                              <p:pRg st="1" end="1"/>
                                            </p:txEl>
                                          </p:spTgt>
                                        </p:tgtEl>
                                        <p:attrNameLst>
                                          <p:attrName>style.visibility</p:attrName>
                                        </p:attrNameLst>
                                      </p:cBhvr>
                                      <p:to>
                                        <p:strVal val="visible"/>
                                      </p:to>
                                    </p:set>
                                    <p:animEffect transition="in" filter="blinds(horizontal)">
                                      <p:cBhvr>
                                        <p:cTn id="23" dur="500"/>
                                        <p:tgtEl>
                                          <p:spTgt spid="5734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8" grpId="0" autoUpdateAnimBg="0"/>
      <p:bldP spid="57349"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FB1B494E-57FC-D480-EDEF-F49067A0940A}"/>
              </a:ext>
            </a:extLst>
          </p:cNvPr>
          <p:cNvSpPr>
            <a:spLocks noGrp="1" noChangeArrowheads="1"/>
          </p:cNvSpPr>
          <p:nvPr>
            <p:ph type="title"/>
          </p:nvPr>
        </p:nvSpPr>
        <p:spPr/>
        <p:txBody>
          <a:bodyPr/>
          <a:lstStyle/>
          <a:p>
            <a:pPr eaLnBrk="1" hangingPunct="1"/>
            <a:r>
              <a:rPr lang="en-US" altLang="en-US"/>
              <a:t>Step 5</a:t>
            </a:r>
          </a:p>
        </p:txBody>
      </p:sp>
      <p:sp>
        <p:nvSpPr>
          <p:cNvPr id="87042" name="Rectangle 3">
            <a:extLst>
              <a:ext uri="{FF2B5EF4-FFF2-40B4-BE49-F238E27FC236}">
                <a16:creationId xmlns:a16="http://schemas.microsoft.com/office/drawing/2014/main" id="{48114FFD-E6FD-AC50-9324-68193677EEC7}"/>
              </a:ext>
            </a:extLst>
          </p:cNvPr>
          <p:cNvSpPr>
            <a:spLocks noGrp="1" noChangeArrowheads="1"/>
          </p:cNvSpPr>
          <p:nvPr>
            <p:ph type="body" idx="1"/>
          </p:nvPr>
        </p:nvSpPr>
        <p:spPr>
          <a:xfrm>
            <a:off x="573088" y="1443038"/>
            <a:ext cx="7940675" cy="3571875"/>
          </a:xfrm>
        </p:spPr>
        <p:txBody>
          <a:bodyPr/>
          <a:lstStyle/>
          <a:p>
            <a:pPr eaLnBrk="1" hangingPunct="1"/>
            <a:r>
              <a:rPr lang="en-US" altLang="en-US"/>
              <a:t>Determine the ranges of host addresses for each subnet.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B819378A-D76A-5B2B-F10E-DB8A5D8D4C93}"/>
              </a:ext>
            </a:extLst>
          </p:cNvPr>
          <p:cNvSpPr>
            <a:spLocks noGrp="1" noChangeArrowheads="1"/>
          </p:cNvSpPr>
          <p:nvPr>
            <p:ph type="title"/>
          </p:nvPr>
        </p:nvSpPr>
        <p:spPr>
          <a:xfrm>
            <a:off x="655638" y="627063"/>
            <a:ext cx="8145462" cy="536575"/>
          </a:xfrm>
        </p:spPr>
        <p:txBody>
          <a:bodyPr/>
          <a:lstStyle/>
          <a:p>
            <a:pPr eaLnBrk="1" hangingPunct="1"/>
            <a:r>
              <a:rPr lang="en-US" altLang="en-US"/>
              <a:t>Step 5 continued…</a:t>
            </a:r>
          </a:p>
        </p:txBody>
      </p:sp>
      <p:graphicFrame>
        <p:nvGraphicFramePr>
          <p:cNvPr id="59395" name="Group 3">
            <a:extLst>
              <a:ext uri="{FF2B5EF4-FFF2-40B4-BE49-F238E27FC236}">
                <a16:creationId xmlns:a16="http://schemas.microsoft.com/office/drawing/2014/main" id="{9C4F7DD3-E946-8C48-8BB7-E2608915F174}"/>
              </a:ext>
            </a:extLst>
          </p:cNvPr>
          <p:cNvGraphicFramePr>
            <a:graphicFrameLocks noGrp="1"/>
          </p:cNvGraphicFramePr>
          <p:nvPr/>
        </p:nvGraphicFramePr>
        <p:xfrm>
          <a:off x="692150" y="1204913"/>
          <a:ext cx="7467600" cy="5226050"/>
        </p:xfrm>
        <a:graphic>
          <a:graphicData uri="http://schemas.openxmlformats.org/drawingml/2006/table">
            <a:tbl>
              <a:tblPr/>
              <a:tblGrid>
                <a:gridCol w="1866900">
                  <a:extLst>
                    <a:ext uri="{9D8B030D-6E8A-4147-A177-3AD203B41FA5}">
                      <a16:colId xmlns:a16="http://schemas.microsoft.com/office/drawing/2014/main" val="20000"/>
                    </a:ext>
                  </a:extLst>
                </a:gridCol>
                <a:gridCol w="1866900">
                  <a:extLst>
                    <a:ext uri="{9D8B030D-6E8A-4147-A177-3AD203B41FA5}">
                      <a16:colId xmlns:a16="http://schemas.microsoft.com/office/drawing/2014/main" val="20001"/>
                    </a:ext>
                  </a:extLst>
                </a:gridCol>
                <a:gridCol w="1866900">
                  <a:extLst>
                    <a:ext uri="{9D8B030D-6E8A-4147-A177-3AD203B41FA5}">
                      <a16:colId xmlns:a16="http://schemas.microsoft.com/office/drawing/2014/main" val="20002"/>
                    </a:ext>
                  </a:extLst>
                </a:gridCol>
                <a:gridCol w="1866900">
                  <a:extLst>
                    <a:ext uri="{9D8B030D-6E8A-4147-A177-3AD203B41FA5}">
                      <a16:colId xmlns:a16="http://schemas.microsoft.com/office/drawing/2014/main" val="20003"/>
                    </a:ext>
                  </a:extLst>
                </a:gridCol>
              </a:tblGrid>
              <a:tr h="610932">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dirty="0">
                          <a:ln>
                            <a:noFill/>
                          </a:ln>
                          <a:solidFill>
                            <a:schemeClr val="tx1"/>
                          </a:solidFill>
                          <a:effectLst/>
                          <a:latin typeface="Times New Roman" pitchFamily="18" charset="0"/>
                        </a:rPr>
                        <a:t>Subnet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Subnet Bits</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dirty="0">
                          <a:ln>
                            <a:noFill/>
                          </a:ln>
                          <a:solidFill>
                            <a:schemeClr val="tx1"/>
                          </a:solidFill>
                          <a:effectLst/>
                          <a:latin typeface="Times New Roman" pitchFamily="18" charset="0"/>
                        </a:rPr>
                        <a:t>Host Bits</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In Decimal</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7882">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a:t>
                      </a:r>
                    </a:p>
                  </a:txBody>
                  <a:tcPr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.0 -.15</a:t>
                      </a:r>
                    </a:p>
                  </a:txBody>
                  <a:tcPr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6295">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2</a:t>
                      </a:r>
                    </a:p>
                  </a:txBody>
                  <a:tcPr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.16 - .31</a:t>
                      </a:r>
                    </a:p>
                  </a:txBody>
                  <a:tcPr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6295">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3</a:t>
                      </a:r>
                    </a:p>
                  </a:txBody>
                  <a:tcPr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dirty="0">
                          <a:ln>
                            <a:noFill/>
                          </a:ln>
                          <a:solidFill>
                            <a:schemeClr val="tx1"/>
                          </a:solidFill>
                          <a:effectLst/>
                          <a:latin typeface="Times New Roman" pitchFamily="18" charset="0"/>
                        </a:rPr>
                        <a:t>.32 - .47</a:t>
                      </a:r>
                    </a:p>
                  </a:txBody>
                  <a:tcPr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7882">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4</a:t>
                      </a:r>
                    </a:p>
                  </a:txBody>
                  <a:tcPr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0011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.48 - .63</a:t>
                      </a:r>
                    </a:p>
                  </a:txBody>
                  <a:tcPr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6295">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5</a:t>
                      </a:r>
                    </a:p>
                  </a:txBody>
                  <a:tcPr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0100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.64 - .79</a:t>
                      </a:r>
                    </a:p>
                  </a:txBody>
                  <a:tcPr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6295">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6</a:t>
                      </a:r>
                    </a:p>
                  </a:txBody>
                  <a:tcPr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0101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.80 - .95</a:t>
                      </a:r>
                    </a:p>
                  </a:txBody>
                  <a:tcPr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77882">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7</a:t>
                      </a:r>
                    </a:p>
                  </a:txBody>
                  <a:tcPr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0110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.96 - .111</a:t>
                      </a:r>
                    </a:p>
                  </a:txBody>
                  <a:tcPr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76295">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dirty="0">
                          <a:ln>
                            <a:noFill/>
                          </a:ln>
                          <a:solidFill>
                            <a:schemeClr val="tx1"/>
                          </a:solidFill>
                          <a:effectLst/>
                          <a:latin typeface="Times New Roman" pitchFamily="18" charset="0"/>
                        </a:rPr>
                        <a:t>8</a:t>
                      </a:r>
                    </a:p>
                  </a:txBody>
                  <a:tcPr marT="45723" marB="4572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0111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dirty="0">
                          <a:ln>
                            <a:noFill/>
                          </a:ln>
                          <a:solidFill>
                            <a:schemeClr val="tx1"/>
                          </a:solidFill>
                          <a:effectLst/>
                          <a:latin typeface="Times New Roman" pitchFamily="18" charset="0"/>
                        </a:rPr>
                        <a:t>.112 - .127</a:t>
                      </a:r>
                    </a:p>
                  </a:txBody>
                  <a:tcPr marT="45723" marB="4572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a:extLst>
              <a:ext uri="{FF2B5EF4-FFF2-40B4-BE49-F238E27FC236}">
                <a16:creationId xmlns:a16="http://schemas.microsoft.com/office/drawing/2014/main" id="{47B83D28-25CE-A568-06F0-79F7A6A31801}"/>
              </a:ext>
            </a:extLst>
          </p:cNvPr>
          <p:cNvSpPr>
            <a:spLocks noGrp="1" noChangeArrowheads="1"/>
          </p:cNvSpPr>
          <p:nvPr>
            <p:ph type="title"/>
          </p:nvPr>
        </p:nvSpPr>
        <p:spPr/>
        <p:txBody>
          <a:bodyPr/>
          <a:lstStyle/>
          <a:p>
            <a:endParaRPr lang="en-US" altLang="en-US"/>
          </a:p>
        </p:txBody>
      </p:sp>
      <p:sp>
        <p:nvSpPr>
          <p:cNvPr id="116738" name="Content Placeholder 2">
            <a:extLst>
              <a:ext uri="{FF2B5EF4-FFF2-40B4-BE49-F238E27FC236}">
                <a16:creationId xmlns:a16="http://schemas.microsoft.com/office/drawing/2014/main" id="{2D59B398-F61E-F7E6-2883-E5FFBE1EC043}"/>
              </a:ext>
            </a:extLst>
          </p:cNvPr>
          <p:cNvSpPr>
            <a:spLocks noGrp="1" noChangeArrowheads="1"/>
          </p:cNvSpPr>
          <p:nvPr>
            <p:ph idx="1"/>
          </p:nvPr>
        </p:nvSpPr>
        <p:spPr/>
        <p:txBody>
          <a:bodyPr/>
          <a:lstStyle/>
          <a:p>
            <a:r>
              <a:rPr lang="en-US" altLang="en-US"/>
              <a:t>223.14.17.0 NW IP</a:t>
            </a:r>
          </a:p>
          <a:p>
            <a:r>
              <a:rPr lang="en-US" altLang="en-US"/>
              <a:t>223.14.17.1 1st usable IP</a:t>
            </a:r>
          </a:p>
          <a:p>
            <a:r>
              <a:rPr lang="en-US" altLang="en-US"/>
              <a:t>8 +4+ 2+ 1= 15</a:t>
            </a:r>
          </a:p>
          <a:p>
            <a:r>
              <a:rPr lang="en-US" altLang="en-US"/>
              <a:t>223.14.17.14 last usable IP</a:t>
            </a:r>
          </a:p>
          <a:p>
            <a:r>
              <a:rPr lang="en-US" altLang="en-US"/>
              <a:t>1 1 1 1</a:t>
            </a:r>
          </a:p>
          <a:p>
            <a:r>
              <a:rPr lang="en-US" altLang="en-US"/>
              <a:t>223.14.17.15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a:extLst>
              <a:ext uri="{FF2B5EF4-FFF2-40B4-BE49-F238E27FC236}">
                <a16:creationId xmlns:a16="http://schemas.microsoft.com/office/drawing/2014/main" id="{1D5E54AC-930D-7881-3EC0-A6CD5A18C5E8}"/>
              </a:ext>
            </a:extLst>
          </p:cNvPr>
          <p:cNvSpPr>
            <a:spLocks noGrp="1" noChangeArrowheads="1"/>
          </p:cNvSpPr>
          <p:nvPr>
            <p:ph type="title"/>
          </p:nvPr>
        </p:nvSpPr>
        <p:spPr/>
        <p:txBody>
          <a:bodyPr/>
          <a:lstStyle/>
          <a:p>
            <a:endParaRPr lang="en-US" altLang="en-US"/>
          </a:p>
        </p:txBody>
      </p:sp>
      <p:sp>
        <p:nvSpPr>
          <p:cNvPr id="117762" name="Content Placeholder 2">
            <a:extLst>
              <a:ext uri="{FF2B5EF4-FFF2-40B4-BE49-F238E27FC236}">
                <a16:creationId xmlns:a16="http://schemas.microsoft.com/office/drawing/2014/main" id="{8F1FF6C8-2F9E-F457-3F34-CAB099F97A70}"/>
              </a:ext>
            </a:extLst>
          </p:cNvPr>
          <p:cNvSpPr>
            <a:spLocks noGrp="1" noChangeArrowheads="1"/>
          </p:cNvSpPr>
          <p:nvPr>
            <p:ph idx="1"/>
          </p:nvPr>
        </p:nvSpPr>
        <p:spPr/>
        <p:txBody>
          <a:bodyPr/>
          <a:lstStyle/>
          <a:p>
            <a:r>
              <a:rPr lang="en-US" altLang="en-US"/>
              <a:t>2</a:t>
            </a:r>
            <a:r>
              <a:rPr lang="en-US" altLang="en-US" baseline="30000"/>
              <a:t>nd</a:t>
            </a:r>
            <a:r>
              <a:rPr lang="en-US" altLang="en-US"/>
              <a:t> SubNetwork       Host</a:t>
            </a:r>
          </a:p>
          <a:p>
            <a:r>
              <a:rPr lang="en-US" altLang="en-US">
                <a:solidFill>
                  <a:srgbClr val="FF0000"/>
                </a:solidFill>
              </a:rPr>
              <a:t>128 64 32 16 </a:t>
            </a:r>
            <a:r>
              <a:rPr lang="en-US" altLang="en-US"/>
              <a:t>------ 8 4 2 1</a:t>
            </a:r>
          </a:p>
          <a:p>
            <a:r>
              <a:rPr lang="en-US" altLang="en-US"/>
              <a:t>0     0     0   1  ------ 0 0 0 0</a:t>
            </a:r>
          </a:p>
          <a:p>
            <a:r>
              <a:rPr lang="en-US" altLang="en-US"/>
              <a:t>0     0     0   1  ------ 0 0 0 1</a:t>
            </a:r>
          </a:p>
          <a:p>
            <a:r>
              <a:rPr lang="en-US" altLang="en-US"/>
              <a:t>0     0     0   1  ------ 0 0 1 1</a:t>
            </a:r>
          </a:p>
          <a:p>
            <a:r>
              <a:rPr lang="en-US" altLang="en-US" baseline="30000"/>
              <a:t>3rd</a:t>
            </a:r>
            <a:r>
              <a:rPr lang="en-US" altLang="en-US"/>
              <a:t> SubNetwork       Host</a:t>
            </a:r>
          </a:p>
          <a:p>
            <a:r>
              <a:rPr lang="en-US" altLang="en-US">
                <a:solidFill>
                  <a:srgbClr val="FF0000"/>
                </a:solidFill>
              </a:rPr>
              <a:t>128 64 32 16 </a:t>
            </a:r>
            <a:r>
              <a:rPr lang="en-US" altLang="en-US"/>
              <a:t>------ 8 4 2 1</a:t>
            </a:r>
          </a:p>
          <a:p>
            <a:r>
              <a:rPr lang="en-US" altLang="en-US"/>
              <a:t>0     0     1   0  ------ 0 0 0 0 </a:t>
            </a:r>
          </a:p>
          <a:p>
            <a:r>
              <a:rPr lang="en-US" altLang="en-US"/>
              <a:t>0     0     1   0  ------ 0 0 0 1</a:t>
            </a:r>
          </a:p>
          <a:p>
            <a:endParaRPr lang="en-US" altLang="en-US"/>
          </a:p>
          <a:p>
            <a:endParaRPr lang="en-US" altLang="en-US"/>
          </a:p>
          <a:p>
            <a:endParaRPr lang="en-US" altLang="en-US"/>
          </a:p>
          <a:p>
            <a:endParaRPr lang="en-US" altLang="en-US"/>
          </a:p>
          <a:p>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a:extLst>
              <a:ext uri="{FF2B5EF4-FFF2-40B4-BE49-F238E27FC236}">
                <a16:creationId xmlns:a16="http://schemas.microsoft.com/office/drawing/2014/main" id="{8F780BC8-F3ED-6FAD-EED4-3C44F49EF981}"/>
              </a:ext>
            </a:extLst>
          </p:cNvPr>
          <p:cNvSpPr>
            <a:spLocks noGrp="1" noChangeArrowheads="1"/>
          </p:cNvSpPr>
          <p:nvPr>
            <p:ph type="title"/>
          </p:nvPr>
        </p:nvSpPr>
        <p:spPr/>
        <p:txBody>
          <a:bodyPr/>
          <a:lstStyle/>
          <a:p>
            <a:endParaRPr lang="en-US" altLang="en-US"/>
          </a:p>
        </p:txBody>
      </p:sp>
      <p:sp>
        <p:nvSpPr>
          <p:cNvPr id="118786" name="Content Placeholder 2">
            <a:extLst>
              <a:ext uri="{FF2B5EF4-FFF2-40B4-BE49-F238E27FC236}">
                <a16:creationId xmlns:a16="http://schemas.microsoft.com/office/drawing/2014/main" id="{35EE6DC5-2E26-6C9B-34B1-0DF3F8A56A7B}"/>
              </a:ext>
            </a:extLst>
          </p:cNvPr>
          <p:cNvSpPr>
            <a:spLocks noGrp="1" noChangeArrowheads="1"/>
          </p:cNvSpPr>
          <p:nvPr>
            <p:ph idx="1"/>
          </p:nvPr>
        </p:nvSpPr>
        <p:spPr/>
        <p:txBody>
          <a:bodyPr/>
          <a:lstStyle/>
          <a:p>
            <a:r>
              <a:rPr lang="en-US" altLang="en-US" baseline="30000"/>
              <a:t>4th </a:t>
            </a:r>
            <a:r>
              <a:rPr lang="en-US" altLang="en-US"/>
              <a:t>SubNetwork       Host</a:t>
            </a:r>
          </a:p>
          <a:p>
            <a:r>
              <a:rPr lang="en-US" altLang="en-US">
                <a:solidFill>
                  <a:srgbClr val="FF0000"/>
                </a:solidFill>
              </a:rPr>
              <a:t>128 64 32 16 </a:t>
            </a:r>
            <a:r>
              <a:rPr lang="en-US" altLang="en-US"/>
              <a:t>------ 8 4 2 1</a:t>
            </a:r>
          </a:p>
          <a:p>
            <a:r>
              <a:rPr lang="en-US" altLang="en-US"/>
              <a:t>0     0     1   1  ------ 0 0 0 0 </a:t>
            </a:r>
          </a:p>
          <a:p>
            <a:r>
              <a:rPr lang="en-US" altLang="en-US"/>
              <a:t>0     0     1   1  ------ 0 0 0 1</a:t>
            </a:r>
          </a:p>
          <a:p>
            <a:endParaRPr lang="en-US" altLang="en-US"/>
          </a:p>
          <a:p>
            <a:r>
              <a:rPr lang="en-US" altLang="en-US" baseline="30000"/>
              <a:t>5th </a:t>
            </a:r>
            <a:r>
              <a:rPr lang="en-US" altLang="en-US"/>
              <a:t>SubNetwork       Host</a:t>
            </a:r>
          </a:p>
          <a:p>
            <a:r>
              <a:rPr lang="en-US" altLang="en-US">
                <a:solidFill>
                  <a:srgbClr val="FF0000"/>
                </a:solidFill>
              </a:rPr>
              <a:t>128 64 32 16 </a:t>
            </a:r>
            <a:r>
              <a:rPr lang="en-US" altLang="en-US"/>
              <a:t>------ 8 4 2 1</a:t>
            </a:r>
          </a:p>
          <a:p>
            <a:r>
              <a:rPr lang="en-US" altLang="en-US"/>
              <a:t>0     1     0   0  ------ 0 0 0 0 </a:t>
            </a:r>
          </a:p>
          <a:p>
            <a:r>
              <a:rPr lang="en-US" altLang="en-US"/>
              <a:t>0     1     0   0  ------ 0 0 0 1</a:t>
            </a:r>
          </a:p>
          <a:p>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1E886752-0787-69EA-17B0-292CB49B515C}"/>
              </a:ext>
            </a:extLst>
          </p:cNvPr>
          <p:cNvSpPr>
            <a:spLocks noGrp="1" noChangeArrowheads="1"/>
          </p:cNvSpPr>
          <p:nvPr>
            <p:ph type="title"/>
          </p:nvPr>
        </p:nvSpPr>
        <p:spPr>
          <a:xfrm>
            <a:off x="655638" y="627063"/>
            <a:ext cx="8145462" cy="509587"/>
          </a:xfrm>
        </p:spPr>
        <p:txBody>
          <a:bodyPr/>
          <a:lstStyle/>
          <a:p>
            <a:pPr eaLnBrk="1" hangingPunct="1"/>
            <a:r>
              <a:rPr lang="en-US" altLang="en-US"/>
              <a:t>Step 5 continued…</a:t>
            </a:r>
          </a:p>
        </p:txBody>
      </p:sp>
      <p:graphicFrame>
        <p:nvGraphicFramePr>
          <p:cNvPr id="60419" name="Group 3">
            <a:extLst>
              <a:ext uri="{FF2B5EF4-FFF2-40B4-BE49-F238E27FC236}">
                <a16:creationId xmlns:a16="http://schemas.microsoft.com/office/drawing/2014/main" id="{260335A5-878F-F743-B86C-44D4248DA8D7}"/>
              </a:ext>
            </a:extLst>
          </p:cNvPr>
          <p:cNvGraphicFramePr>
            <a:graphicFrameLocks noGrp="1"/>
          </p:cNvGraphicFramePr>
          <p:nvPr/>
        </p:nvGraphicFramePr>
        <p:xfrm>
          <a:off x="831850" y="1233488"/>
          <a:ext cx="7467600" cy="5419725"/>
        </p:xfrm>
        <a:graphic>
          <a:graphicData uri="http://schemas.openxmlformats.org/drawingml/2006/table">
            <a:tbl>
              <a:tblPr/>
              <a:tblGrid>
                <a:gridCol w="1866900">
                  <a:extLst>
                    <a:ext uri="{9D8B030D-6E8A-4147-A177-3AD203B41FA5}">
                      <a16:colId xmlns:a16="http://schemas.microsoft.com/office/drawing/2014/main" val="20000"/>
                    </a:ext>
                  </a:extLst>
                </a:gridCol>
                <a:gridCol w="1866900">
                  <a:extLst>
                    <a:ext uri="{9D8B030D-6E8A-4147-A177-3AD203B41FA5}">
                      <a16:colId xmlns:a16="http://schemas.microsoft.com/office/drawing/2014/main" val="20001"/>
                    </a:ext>
                  </a:extLst>
                </a:gridCol>
                <a:gridCol w="1866900">
                  <a:extLst>
                    <a:ext uri="{9D8B030D-6E8A-4147-A177-3AD203B41FA5}">
                      <a16:colId xmlns:a16="http://schemas.microsoft.com/office/drawing/2014/main" val="20002"/>
                    </a:ext>
                  </a:extLst>
                </a:gridCol>
                <a:gridCol w="1866900">
                  <a:extLst>
                    <a:ext uri="{9D8B030D-6E8A-4147-A177-3AD203B41FA5}">
                      <a16:colId xmlns:a16="http://schemas.microsoft.com/office/drawing/2014/main" val="20003"/>
                    </a:ext>
                  </a:extLst>
                </a:gridCol>
              </a:tblGrid>
              <a:tr h="601663">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dirty="0">
                          <a:ln>
                            <a:noFill/>
                          </a:ln>
                          <a:solidFill>
                            <a:schemeClr val="tx1"/>
                          </a:solidFill>
                          <a:effectLst/>
                          <a:latin typeface="Times New Roman" pitchFamily="18" charset="0"/>
                        </a:rPr>
                        <a:t>Subnet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Subnet Bits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Host Bits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In Decimal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32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9</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dirty="0">
                          <a:ln>
                            <a:noFill/>
                          </a:ln>
                          <a:solidFill>
                            <a:schemeClr val="tx1"/>
                          </a:solidFill>
                          <a:effectLst/>
                          <a:latin typeface="Times New Roman" pitchFamily="18" charset="0"/>
                        </a:rPr>
                        <a:t>1000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.128 -.143</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16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1001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.144 - .159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16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1010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dirty="0">
                          <a:ln>
                            <a:noFill/>
                          </a:ln>
                          <a:solidFill>
                            <a:schemeClr val="tx1"/>
                          </a:solidFill>
                          <a:effectLst/>
                          <a:latin typeface="Times New Roman" pitchFamily="18" charset="0"/>
                        </a:rPr>
                        <a:t>0000-1111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.160 - .175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32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1011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.176 - .191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016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1100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.192 - .207</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016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1101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.208 - .223</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032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1110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.224 - .239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6016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16</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dirty="0">
                          <a:ln>
                            <a:noFill/>
                          </a:ln>
                          <a:solidFill>
                            <a:schemeClr val="tx1"/>
                          </a:solidFill>
                          <a:effectLst/>
                          <a:latin typeface="Times New Roman" pitchFamily="18" charset="0"/>
                        </a:rPr>
                        <a:t>1111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a:ln>
                            <a:noFill/>
                          </a:ln>
                          <a:solidFill>
                            <a:schemeClr val="tx1"/>
                          </a:solidFill>
                          <a:effectLst/>
                          <a:latin typeface="Times New Roman" pitchFamily="18" charset="0"/>
                        </a:rPr>
                        <a:t>0000-1111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800" b="0" i="0" u="none" strike="noStrike" cap="none" normalizeH="0" baseline="0" dirty="0">
                          <a:ln>
                            <a:noFill/>
                          </a:ln>
                          <a:solidFill>
                            <a:schemeClr val="tx1"/>
                          </a:solidFill>
                          <a:effectLst/>
                          <a:latin typeface="Times New Roman" pitchFamily="18" charset="0"/>
                        </a:rPr>
                        <a:t>.240 - .255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5" name="Picture 4">
            <a:extLst>
              <a:ext uri="{FF2B5EF4-FFF2-40B4-BE49-F238E27FC236}">
                <a16:creationId xmlns:a16="http://schemas.microsoft.com/office/drawing/2014/main" id="{EDEB4EA1-EE5D-187F-DBFF-4C4DDA71F9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050" y="2270125"/>
            <a:ext cx="7307263" cy="421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6" name="Rectangle 3">
            <a:extLst>
              <a:ext uri="{FF2B5EF4-FFF2-40B4-BE49-F238E27FC236}">
                <a16:creationId xmlns:a16="http://schemas.microsoft.com/office/drawing/2014/main" id="{E84F9D53-F370-5372-ED3D-297BBF8A17DF}"/>
              </a:ext>
            </a:extLst>
          </p:cNvPr>
          <p:cNvSpPr>
            <a:spLocks noGrp="1" noChangeArrowheads="1"/>
          </p:cNvSpPr>
          <p:nvPr>
            <p:ph type="body" idx="1"/>
          </p:nvPr>
        </p:nvSpPr>
        <p:spPr>
          <a:xfrm>
            <a:off x="655638" y="788988"/>
            <a:ext cx="7940675" cy="5610225"/>
          </a:xfrm>
        </p:spPr>
        <p:txBody>
          <a:bodyPr/>
          <a:lstStyle/>
          <a:p>
            <a:pPr eaLnBrk="1" hangingPunct="1"/>
            <a:r>
              <a:rPr lang="en-US" altLang="en-US">
                <a:solidFill>
                  <a:srgbClr val="00B050"/>
                </a:solidFill>
              </a:rPr>
              <a:t>Given a subnet address and subnet mask, calculate the network address, host addresses and broadcast address (6.5.4) MUST DO THIS!</a:t>
            </a:r>
          </a:p>
          <a:p>
            <a:pPr eaLnBrk="1" hangingPunct="1"/>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D21428AC-3735-F519-1A78-413428BDA505}"/>
              </a:ext>
            </a:extLst>
          </p:cNvPr>
          <p:cNvSpPr>
            <a:spLocks noGrp="1" noChangeArrowheads="1"/>
          </p:cNvSpPr>
          <p:nvPr>
            <p:ph type="title"/>
          </p:nvPr>
        </p:nvSpPr>
        <p:spPr/>
        <p:txBody>
          <a:bodyPr/>
          <a:lstStyle/>
          <a:p>
            <a:pPr eaLnBrk="1" hangingPunct="1"/>
            <a:r>
              <a:rPr lang="en-US" altLang="en-US"/>
              <a:t>Calculating Addresses </a:t>
            </a:r>
          </a:p>
        </p:txBody>
      </p:sp>
      <p:sp>
        <p:nvSpPr>
          <p:cNvPr id="95234" name="Rectangle 3">
            <a:extLst>
              <a:ext uri="{FF2B5EF4-FFF2-40B4-BE49-F238E27FC236}">
                <a16:creationId xmlns:a16="http://schemas.microsoft.com/office/drawing/2014/main" id="{E52C16D3-D2BB-F9A0-9826-F44F490DE70C}"/>
              </a:ext>
            </a:extLst>
          </p:cNvPr>
          <p:cNvSpPr>
            <a:spLocks noGrp="1" noChangeArrowheads="1"/>
          </p:cNvSpPr>
          <p:nvPr>
            <p:ph type="body" idx="1"/>
          </p:nvPr>
        </p:nvSpPr>
        <p:spPr>
          <a:xfrm>
            <a:off x="655638" y="1392238"/>
            <a:ext cx="7940675" cy="5076825"/>
          </a:xfrm>
        </p:spPr>
        <p:txBody>
          <a:bodyPr/>
          <a:lstStyle/>
          <a:p>
            <a:pPr eaLnBrk="1" hangingPunct="1"/>
            <a:r>
              <a:rPr lang="en-US" altLang="en-US"/>
              <a:t>Given a pool of addresses and masks, assign a host parameter with address, mask and gateway (6.5.5)</a:t>
            </a:r>
          </a:p>
          <a:p>
            <a:pPr eaLnBrk="1" hangingPunct="1"/>
            <a:endParaRPr lang="en-US" altLang="en-US"/>
          </a:p>
        </p:txBody>
      </p:sp>
      <p:pic>
        <p:nvPicPr>
          <p:cNvPr id="95235" name="Picture 7">
            <a:extLst>
              <a:ext uri="{FF2B5EF4-FFF2-40B4-BE49-F238E27FC236}">
                <a16:creationId xmlns:a16="http://schemas.microsoft.com/office/drawing/2014/main" id="{72DACD4E-8283-4CE9-C0B9-781AC4862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0" y="2555875"/>
            <a:ext cx="6251575"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7B77DF08-C8F3-435A-6E0F-7EF8F00B5490}"/>
              </a:ext>
            </a:extLst>
          </p:cNvPr>
          <p:cNvSpPr>
            <a:spLocks noGrp="1" noChangeArrowheads="1"/>
          </p:cNvSpPr>
          <p:nvPr>
            <p:ph type="title"/>
          </p:nvPr>
        </p:nvSpPr>
        <p:spPr>
          <a:xfrm>
            <a:off x="655638" y="627063"/>
            <a:ext cx="8145462" cy="633412"/>
          </a:xfrm>
        </p:spPr>
        <p:txBody>
          <a:bodyPr/>
          <a:lstStyle/>
          <a:p>
            <a:pPr eaLnBrk="1" hangingPunct="1"/>
            <a:r>
              <a:rPr lang="en-US" altLang="en-US"/>
              <a:t>Calculating Addresses </a:t>
            </a:r>
          </a:p>
        </p:txBody>
      </p:sp>
      <p:sp>
        <p:nvSpPr>
          <p:cNvPr id="97282" name="Rectangle 3">
            <a:extLst>
              <a:ext uri="{FF2B5EF4-FFF2-40B4-BE49-F238E27FC236}">
                <a16:creationId xmlns:a16="http://schemas.microsoft.com/office/drawing/2014/main" id="{600D6CB9-46C4-7030-76B4-D378ABEFCB0D}"/>
              </a:ext>
            </a:extLst>
          </p:cNvPr>
          <p:cNvSpPr>
            <a:spLocks noGrp="1" noChangeArrowheads="1"/>
          </p:cNvSpPr>
          <p:nvPr>
            <p:ph type="body" idx="1"/>
          </p:nvPr>
        </p:nvSpPr>
        <p:spPr>
          <a:xfrm>
            <a:off x="655638" y="1136650"/>
            <a:ext cx="7940675" cy="5332413"/>
          </a:xfrm>
        </p:spPr>
        <p:txBody>
          <a:bodyPr/>
          <a:lstStyle/>
          <a:p>
            <a:pPr eaLnBrk="1" hangingPunct="1"/>
            <a:r>
              <a:rPr lang="en-US" altLang="en-US"/>
              <a:t>Given a diagram of a multi-layered network, address range, number of hosts in each network and the ranges for each network, create a network scheme that assigns addressing ranges to each network (6.5.6)</a:t>
            </a:r>
          </a:p>
        </p:txBody>
      </p:sp>
      <p:pic>
        <p:nvPicPr>
          <p:cNvPr id="97283" name="Picture 4">
            <a:extLst>
              <a:ext uri="{FF2B5EF4-FFF2-40B4-BE49-F238E27FC236}">
                <a16:creationId xmlns:a16="http://schemas.microsoft.com/office/drawing/2014/main" id="{8AB7BE2F-F894-14E8-988F-B7514532FD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2213" y="2922588"/>
            <a:ext cx="6723062"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3DCCAE44-681B-2872-0036-A25CFC387D45}"/>
              </a:ext>
            </a:extLst>
          </p:cNvPr>
          <p:cNvSpPr>
            <a:spLocks noGrp="1" noChangeArrowheads="1"/>
          </p:cNvSpPr>
          <p:nvPr>
            <p:ph type="title"/>
          </p:nvPr>
        </p:nvSpPr>
        <p:spPr>
          <a:xfrm>
            <a:off x="655638" y="735013"/>
            <a:ext cx="8145462" cy="1011237"/>
          </a:xfrm>
        </p:spPr>
        <p:txBody>
          <a:bodyPr/>
          <a:lstStyle/>
          <a:p>
            <a:r>
              <a:rPr lang="en-US" altLang="en-US"/>
              <a:t>Which one of the following are valid HOST addresses?</a:t>
            </a:r>
          </a:p>
        </p:txBody>
      </p:sp>
      <p:sp>
        <p:nvSpPr>
          <p:cNvPr id="99330" name="Content Placeholder 2">
            <a:extLst>
              <a:ext uri="{FF2B5EF4-FFF2-40B4-BE49-F238E27FC236}">
                <a16:creationId xmlns:a16="http://schemas.microsoft.com/office/drawing/2014/main" id="{DAB2F5DB-3C79-2D78-9854-4A39C344C15E}"/>
              </a:ext>
            </a:extLst>
          </p:cNvPr>
          <p:cNvSpPr>
            <a:spLocks noGrp="1" noChangeArrowheads="1"/>
          </p:cNvSpPr>
          <p:nvPr>
            <p:ph idx="1"/>
          </p:nvPr>
        </p:nvSpPr>
        <p:spPr>
          <a:xfrm>
            <a:off x="655638" y="1900238"/>
            <a:ext cx="7940675" cy="4306887"/>
          </a:xfrm>
        </p:spPr>
        <p:txBody>
          <a:bodyPr/>
          <a:lstStyle/>
          <a:p>
            <a:r>
              <a:rPr lang="en-US" altLang="en-US"/>
              <a:t>192.168.12.127/26</a:t>
            </a:r>
          </a:p>
          <a:p>
            <a:r>
              <a:rPr lang="en-US" altLang="en-US"/>
              <a:t>172.31.5.155/26</a:t>
            </a:r>
          </a:p>
          <a:p>
            <a:r>
              <a:rPr lang="en-US" altLang="en-US"/>
              <a:t>172.31.5.193/26</a:t>
            </a:r>
          </a:p>
          <a:p>
            <a:r>
              <a:rPr lang="en-US" altLang="en-US"/>
              <a:t>192.168.6.95/27</a:t>
            </a:r>
          </a:p>
          <a:p>
            <a:r>
              <a:rPr lang="en-US" altLang="en-US"/>
              <a:t>192.168.5.159/27</a:t>
            </a:r>
          </a:p>
          <a:p>
            <a:r>
              <a:rPr lang="en-US" altLang="en-US"/>
              <a:t>192.168.5.207/27</a:t>
            </a:r>
          </a:p>
          <a:p>
            <a:r>
              <a:rPr lang="en-US" altLang="en-US">
                <a:solidFill>
                  <a:srgbClr val="00B050"/>
                </a:solidFill>
              </a:rPr>
              <a:t>Be able to do this on your test!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7" name="Picture 5">
            <a:extLst>
              <a:ext uri="{FF2B5EF4-FFF2-40B4-BE49-F238E27FC236}">
                <a16:creationId xmlns:a16="http://schemas.microsoft.com/office/drawing/2014/main" id="{1A782CB2-FDF6-A16B-B588-436459C2D4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8013" y="2730500"/>
            <a:ext cx="5364162"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78" name="Rectangle 2">
            <a:extLst>
              <a:ext uri="{FF2B5EF4-FFF2-40B4-BE49-F238E27FC236}">
                <a16:creationId xmlns:a16="http://schemas.microsoft.com/office/drawing/2014/main" id="{B8E6661F-0ECC-9274-2095-AB4F5A386B17}"/>
              </a:ext>
            </a:extLst>
          </p:cNvPr>
          <p:cNvSpPr>
            <a:spLocks noGrp="1" noChangeArrowheads="1"/>
          </p:cNvSpPr>
          <p:nvPr>
            <p:ph type="title"/>
          </p:nvPr>
        </p:nvSpPr>
        <p:spPr/>
        <p:txBody>
          <a:bodyPr/>
          <a:lstStyle/>
          <a:p>
            <a:pPr eaLnBrk="1" hangingPunct="1"/>
            <a:r>
              <a:rPr lang="en-US" altLang="en-US"/>
              <a:t>Testing the Network Layer </a:t>
            </a:r>
          </a:p>
        </p:txBody>
      </p:sp>
      <p:sp>
        <p:nvSpPr>
          <p:cNvPr id="101379" name="Rectangle 3">
            <a:extLst>
              <a:ext uri="{FF2B5EF4-FFF2-40B4-BE49-F238E27FC236}">
                <a16:creationId xmlns:a16="http://schemas.microsoft.com/office/drawing/2014/main" id="{30BCF7EF-5C8D-8CD8-368B-1D5ADE0732A4}"/>
              </a:ext>
            </a:extLst>
          </p:cNvPr>
          <p:cNvSpPr>
            <a:spLocks noGrp="1" noChangeArrowheads="1"/>
          </p:cNvSpPr>
          <p:nvPr>
            <p:ph type="body" idx="1"/>
          </p:nvPr>
        </p:nvSpPr>
        <p:spPr>
          <a:xfrm>
            <a:off x="655638" y="1392238"/>
            <a:ext cx="7940675" cy="5076825"/>
          </a:xfrm>
        </p:spPr>
        <p:txBody>
          <a:bodyPr/>
          <a:lstStyle/>
          <a:p>
            <a:pPr eaLnBrk="1" hangingPunct="1"/>
            <a:r>
              <a:rPr lang="en-US" altLang="en-US">
                <a:solidFill>
                  <a:srgbClr val="00B050"/>
                </a:solidFill>
              </a:rPr>
              <a:t>Use the ping command to determine if the IP protocol is operational on a local host (127.0.0.1).  If this fails, TCP/IP is </a:t>
            </a:r>
            <a:r>
              <a:rPr lang="en-US" altLang="en-US" i="1" u="sng">
                <a:solidFill>
                  <a:srgbClr val="00B050"/>
                </a:solidFill>
              </a:rPr>
              <a:t>not</a:t>
            </a:r>
            <a:r>
              <a:rPr lang="en-US" altLang="en-US">
                <a:solidFill>
                  <a:srgbClr val="00B050"/>
                </a:solidFill>
              </a:rPr>
              <a:t> properly installed on the host!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1D653BA0-5641-5502-DA8C-024AA0B5DDC6}"/>
              </a:ext>
            </a:extLst>
          </p:cNvPr>
          <p:cNvSpPr>
            <a:spLocks noGrp="1" noChangeArrowheads="1"/>
          </p:cNvSpPr>
          <p:nvPr>
            <p:ph type="title"/>
          </p:nvPr>
        </p:nvSpPr>
        <p:spPr/>
        <p:txBody>
          <a:bodyPr/>
          <a:lstStyle/>
          <a:p>
            <a:pPr eaLnBrk="1" hangingPunct="1"/>
            <a:r>
              <a:rPr lang="en-US" altLang="en-US"/>
              <a:t>Testing the Network Layer </a:t>
            </a:r>
          </a:p>
        </p:txBody>
      </p:sp>
      <p:sp>
        <p:nvSpPr>
          <p:cNvPr id="103426" name="Rectangle 3">
            <a:extLst>
              <a:ext uri="{FF2B5EF4-FFF2-40B4-BE49-F238E27FC236}">
                <a16:creationId xmlns:a16="http://schemas.microsoft.com/office/drawing/2014/main" id="{47A98B11-8628-DB3C-038C-6798DF806EA7}"/>
              </a:ext>
            </a:extLst>
          </p:cNvPr>
          <p:cNvSpPr>
            <a:spLocks noGrp="1" noChangeArrowheads="1"/>
          </p:cNvSpPr>
          <p:nvPr>
            <p:ph type="body" idx="1"/>
          </p:nvPr>
        </p:nvSpPr>
        <p:spPr>
          <a:xfrm>
            <a:off x="655638" y="1392238"/>
            <a:ext cx="7940675" cy="5076825"/>
          </a:xfrm>
        </p:spPr>
        <p:txBody>
          <a:bodyPr/>
          <a:lstStyle/>
          <a:p>
            <a:pPr eaLnBrk="1" hangingPunct="1"/>
            <a:r>
              <a:rPr lang="en-US" altLang="en-US"/>
              <a:t>Use ping to verify that a local host can communicate with a gateway across a local area network</a:t>
            </a:r>
          </a:p>
        </p:txBody>
      </p:sp>
      <p:pic>
        <p:nvPicPr>
          <p:cNvPr id="103427" name="Picture 4">
            <a:extLst>
              <a:ext uri="{FF2B5EF4-FFF2-40B4-BE49-F238E27FC236}">
                <a16:creationId xmlns:a16="http://schemas.microsoft.com/office/drawing/2014/main" id="{FF973D87-D28D-9201-5589-56BFF082DB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1613" y="2247900"/>
            <a:ext cx="6181725"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F49C90A0-03F2-E9B1-0C20-6DF1161FB0BB}"/>
              </a:ext>
            </a:extLst>
          </p:cNvPr>
          <p:cNvSpPr>
            <a:spLocks noGrp="1" noChangeArrowheads="1"/>
          </p:cNvSpPr>
          <p:nvPr>
            <p:ph type="title"/>
          </p:nvPr>
        </p:nvSpPr>
        <p:spPr>
          <a:xfrm>
            <a:off x="655638" y="627063"/>
            <a:ext cx="8145462" cy="565150"/>
          </a:xfrm>
        </p:spPr>
        <p:txBody>
          <a:bodyPr/>
          <a:lstStyle/>
          <a:p>
            <a:pPr eaLnBrk="1" hangingPunct="1"/>
            <a:r>
              <a:rPr lang="en-US" altLang="en-US"/>
              <a:t>Testing the Network Layer </a:t>
            </a:r>
          </a:p>
        </p:txBody>
      </p:sp>
      <p:sp>
        <p:nvSpPr>
          <p:cNvPr id="105474" name="Rectangle 3">
            <a:extLst>
              <a:ext uri="{FF2B5EF4-FFF2-40B4-BE49-F238E27FC236}">
                <a16:creationId xmlns:a16="http://schemas.microsoft.com/office/drawing/2014/main" id="{98F4046E-4857-1776-D637-A9667CCE8B10}"/>
              </a:ext>
            </a:extLst>
          </p:cNvPr>
          <p:cNvSpPr>
            <a:spLocks noGrp="1" noChangeArrowheads="1"/>
          </p:cNvSpPr>
          <p:nvPr>
            <p:ph type="body" idx="1"/>
          </p:nvPr>
        </p:nvSpPr>
        <p:spPr>
          <a:xfrm>
            <a:off x="385763" y="1482725"/>
            <a:ext cx="8623300" cy="5375275"/>
          </a:xfrm>
        </p:spPr>
        <p:txBody>
          <a:bodyPr/>
          <a:lstStyle/>
          <a:p>
            <a:pPr eaLnBrk="1" hangingPunct="1"/>
            <a:r>
              <a:rPr lang="en-US" altLang="en-US"/>
              <a:t>Use ping to verify that a local host can communicate via a gateway to a device in remote network</a:t>
            </a:r>
          </a:p>
          <a:p>
            <a:pPr eaLnBrk="1" hangingPunct="1"/>
            <a:endParaRPr lang="en-US" altLang="en-US"/>
          </a:p>
        </p:txBody>
      </p:sp>
      <p:pic>
        <p:nvPicPr>
          <p:cNvPr id="105475" name="Picture 4">
            <a:extLst>
              <a:ext uri="{FF2B5EF4-FFF2-40B4-BE49-F238E27FC236}">
                <a16:creationId xmlns:a16="http://schemas.microsoft.com/office/drawing/2014/main" id="{EAA047EA-1A17-E277-6DE0-D48B714E8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2438" y="2554288"/>
            <a:ext cx="7286625"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6" name="TextBox 4">
            <a:extLst>
              <a:ext uri="{FF2B5EF4-FFF2-40B4-BE49-F238E27FC236}">
                <a16:creationId xmlns:a16="http://schemas.microsoft.com/office/drawing/2014/main" id="{33B7F05A-2504-F503-721C-3FB44E56C2EC}"/>
              </a:ext>
            </a:extLst>
          </p:cNvPr>
          <p:cNvSpPr txBox="1">
            <a:spLocks noChangeArrowheads="1"/>
          </p:cNvSpPr>
          <p:nvPr/>
        </p:nvSpPr>
        <p:spPr bwMode="auto">
          <a:xfrm>
            <a:off x="234950" y="2798763"/>
            <a:ext cx="3268663" cy="142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r>
              <a:rPr lang="en-US" altLang="en-US" sz="1600"/>
              <a:t>Remember, many network administrators limit or prohibit the entry of </a:t>
            </a:r>
            <a:r>
              <a:rPr lang="en-US" altLang="en-US" sz="1600">
                <a:solidFill>
                  <a:srgbClr val="FF0000"/>
                </a:solidFill>
              </a:rPr>
              <a:t>ICMP</a:t>
            </a:r>
            <a:r>
              <a:rPr lang="en-US" altLang="en-US" sz="1600"/>
              <a:t> datagrams into the corporate network. Therefore, the lack of a ping response could be due to security restrictions.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2">
            <a:extLst>
              <a:ext uri="{FF2B5EF4-FFF2-40B4-BE49-F238E27FC236}">
                <a16:creationId xmlns:a16="http://schemas.microsoft.com/office/drawing/2014/main" id="{727EA527-FEE6-B19E-4584-29BB8661728E}"/>
              </a:ext>
            </a:extLst>
          </p:cNvPr>
          <p:cNvSpPr>
            <a:spLocks noGrp="1" noChangeArrowheads="1"/>
          </p:cNvSpPr>
          <p:nvPr>
            <p:ph type="title"/>
          </p:nvPr>
        </p:nvSpPr>
        <p:spPr/>
        <p:txBody>
          <a:bodyPr/>
          <a:lstStyle/>
          <a:p>
            <a:pPr eaLnBrk="1" hangingPunct="1"/>
            <a:r>
              <a:rPr lang="en-US" altLang="en-US"/>
              <a:t>Testing the Network Layer </a:t>
            </a:r>
          </a:p>
        </p:txBody>
      </p:sp>
      <p:sp>
        <p:nvSpPr>
          <p:cNvPr id="107522" name="Rectangle 3">
            <a:extLst>
              <a:ext uri="{FF2B5EF4-FFF2-40B4-BE49-F238E27FC236}">
                <a16:creationId xmlns:a16="http://schemas.microsoft.com/office/drawing/2014/main" id="{BF51CB42-6712-3C23-DE1F-708519F54D19}"/>
              </a:ext>
            </a:extLst>
          </p:cNvPr>
          <p:cNvSpPr>
            <a:spLocks noGrp="1" noChangeArrowheads="1"/>
          </p:cNvSpPr>
          <p:nvPr>
            <p:ph type="body" idx="1"/>
          </p:nvPr>
        </p:nvSpPr>
        <p:spPr>
          <a:xfrm>
            <a:off x="655638" y="1392238"/>
            <a:ext cx="7940675" cy="5076825"/>
          </a:xfrm>
        </p:spPr>
        <p:txBody>
          <a:bodyPr/>
          <a:lstStyle/>
          <a:p>
            <a:pPr eaLnBrk="1" hangingPunct="1"/>
            <a:r>
              <a:rPr lang="en-US" altLang="en-US"/>
              <a:t>Use tracert/traceroute to observe the path between two devices as they communicate and trace the steps of tracert/traceroute's operation</a:t>
            </a:r>
          </a:p>
        </p:txBody>
      </p:sp>
      <p:pic>
        <p:nvPicPr>
          <p:cNvPr id="107523" name="Picture 5">
            <a:extLst>
              <a:ext uri="{FF2B5EF4-FFF2-40B4-BE49-F238E27FC236}">
                <a16:creationId xmlns:a16="http://schemas.microsoft.com/office/drawing/2014/main" id="{16B64374-743C-ACD0-5DE5-84D5BFE17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025" y="2625725"/>
            <a:ext cx="6427788"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BDC112F1-EEF9-E050-227D-033BD1E97916}"/>
              </a:ext>
            </a:extLst>
          </p:cNvPr>
          <p:cNvSpPr>
            <a:spLocks noGrp="1" noChangeArrowheads="1"/>
          </p:cNvSpPr>
          <p:nvPr>
            <p:ph type="title"/>
          </p:nvPr>
        </p:nvSpPr>
        <p:spPr/>
        <p:txBody>
          <a:bodyPr/>
          <a:lstStyle/>
          <a:p>
            <a:pPr eaLnBrk="1" hangingPunct="1"/>
            <a:r>
              <a:rPr lang="en-US" altLang="en-US"/>
              <a:t>Testing the Network Layer </a:t>
            </a:r>
          </a:p>
        </p:txBody>
      </p:sp>
      <p:sp>
        <p:nvSpPr>
          <p:cNvPr id="109570" name="Rectangle 3">
            <a:extLst>
              <a:ext uri="{FF2B5EF4-FFF2-40B4-BE49-F238E27FC236}">
                <a16:creationId xmlns:a16="http://schemas.microsoft.com/office/drawing/2014/main" id="{4E4A0269-2ECA-15FD-EE66-8866F06DB6FB}"/>
              </a:ext>
            </a:extLst>
          </p:cNvPr>
          <p:cNvSpPr>
            <a:spLocks noGrp="1" noChangeArrowheads="1"/>
          </p:cNvSpPr>
          <p:nvPr>
            <p:ph type="body" idx="1"/>
          </p:nvPr>
        </p:nvSpPr>
        <p:spPr>
          <a:xfrm>
            <a:off x="655638" y="1392238"/>
            <a:ext cx="7940675" cy="5076825"/>
          </a:xfrm>
        </p:spPr>
        <p:txBody>
          <a:bodyPr/>
          <a:lstStyle/>
          <a:p>
            <a:pPr eaLnBrk="1" hangingPunct="1"/>
            <a:r>
              <a:rPr lang="en-US" altLang="en-US"/>
              <a:t>ICMP – provides control and error messages to the TCP/IP protocol suite.</a:t>
            </a:r>
          </a:p>
        </p:txBody>
      </p:sp>
      <p:pic>
        <p:nvPicPr>
          <p:cNvPr id="109571" name="Picture 4">
            <a:extLst>
              <a:ext uri="{FF2B5EF4-FFF2-40B4-BE49-F238E27FC236}">
                <a16:creationId xmlns:a16="http://schemas.microsoft.com/office/drawing/2014/main" id="{9CBFAA74-102A-0D54-38DF-298EF2A0E3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2205038"/>
            <a:ext cx="6889750" cy="431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itle 1">
            <a:extLst>
              <a:ext uri="{FF2B5EF4-FFF2-40B4-BE49-F238E27FC236}">
                <a16:creationId xmlns:a16="http://schemas.microsoft.com/office/drawing/2014/main" id="{8E7D44A7-907F-5960-7B22-AD74CD1F0DF5}"/>
              </a:ext>
            </a:extLst>
          </p:cNvPr>
          <p:cNvSpPr>
            <a:spLocks noGrp="1" noChangeArrowheads="1"/>
          </p:cNvSpPr>
          <p:nvPr>
            <p:ph type="title"/>
          </p:nvPr>
        </p:nvSpPr>
        <p:spPr/>
        <p:txBody>
          <a:bodyPr/>
          <a:lstStyle/>
          <a:p>
            <a:r>
              <a:rPr lang="en-US" altLang="en-US"/>
              <a:t>ICMP messages</a:t>
            </a:r>
          </a:p>
        </p:txBody>
      </p:sp>
      <p:sp>
        <p:nvSpPr>
          <p:cNvPr id="111618" name="Content Placeholder 2">
            <a:extLst>
              <a:ext uri="{FF2B5EF4-FFF2-40B4-BE49-F238E27FC236}">
                <a16:creationId xmlns:a16="http://schemas.microsoft.com/office/drawing/2014/main" id="{BDA82174-D808-F65C-5CE8-C0DD2965930C}"/>
              </a:ext>
            </a:extLst>
          </p:cNvPr>
          <p:cNvSpPr>
            <a:spLocks noGrp="1" noChangeArrowheads="1"/>
          </p:cNvSpPr>
          <p:nvPr>
            <p:ph idx="1"/>
          </p:nvPr>
        </p:nvSpPr>
        <p:spPr/>
        <p:txBody>
          <a:bodyPr/>
          <a:lstStyle/>
          <a:p>
            <a:r>
              <a:rPr lang="en-US" altLang="en-US">
                <a:solidFill>
                  <a:srgbClr val="00B050"/>
                </a:solidFill>
              </a:rPr>
              <a:t>If the TTL mechanism expires before a packet reaches its destination, what happens?</a:t>
            </a:r>
          </a:p>
          <a:p>
            <a:pPr lvl="1"/>
            <a:r>
              <a:rPr lang="en-US" altLang="en-US">
                <a:solidFill>
                  <a:srgbClr val="00B050"/>
                </a:solidFill>
              </a:rPr>
              <a:t>The router DROPS the packet</a:t>
            </a:r>
          </a:p>
          <a:p>
            <a:pPr lvl="1"/>
            <a:r>
              <a:rPr lang="en-US" altLang="en-US">
                <a:solidFill>
                  <a:srgbClr val="00B050"/>
                </a:solidFill>
              </a:rPr>
              <a:t>Sends an ICMP ‘Time Exceeded’ message back to the source!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extBox 19">
            <a:extLst>
              <a:ext uri="{FF2B5EF4-FFF2-40B4-BE49-F238E27FC236}">
                <a16:creationId xmlns:a16="http://schemas.microsoft.com/office/drawing/2014/main" id="{D475BDFF-E386-0D30-E7D4-F0308B7E0CC9}"/>
              </a:ext>
            </a:extLst>
          </p:cNvPr>
          <p:cNvSpPr txBox="1">
            <a:spLocks noChangeArrowheads="1"/>
          </p:cNvSpPr>
          <p:nvPr/>
        </p:nvSpPr>
        <p:spPr bwMode="auto">
          <a:xfrm>
            <a:off x="623888" y="2322513"/>
            <a:ext cx="7966075"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a:solidFill>
                  <a:schemeClr val="tx1"/>
                </a:solidFill>
                <a:latin typeface="Arial" panose="020B0604020202020204" pitchFamily="34" charset="0"/>
              </a:defRPr>
            </a:lvl1pPr>
            <a:lvl2pPr marL="800100" indent="-34290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80000"/>
              </a:lnSpc>
              <a:buFont typeface="Arial" panose="020B0604020202020204" pitchFamily="34" charset="0"/>
              <a:buAutoNum type="arabicPeriod"/>
            </a:pPr>
            <a:r>
              <a:rPr lang="en-US" altLang="en-US"/>
              <a:t>You MUST learn how to do this.</a:t>
            </a:r>
          </a:p>
          <a:p>
            <a:pPr eaLnBrk="1" hangingPunct="1">
              <a:lnSpc>
                <a:spcPct val="80000"/>
              </a:lnSpc>
              <a:buFont typeface="Arial" panose="020B0604020202020204" pitchFamily="34" charset="0"/>
              <a:buAutoNum type="arabicPeriod"/>
            </a:pPr>
            <a:r>
              <a:rPr lang="en-US" altLang="en-US"/>
              <a:t>It will be part of your hands-on finals</a:t>
            </a:r>
          </a:p>
          <a:p>
            <a:pPr eaLnBrk="1" hangingPunct="1">
              <a:lnSpc>
                <a:spcPct val="80000"/>
              </a:lnSpc>
              <a:buFont typeface="Arial" panose="020B0604020202020204" pitchFamily="34" charset="0"/>
              <a:buAutoNum type="arabicPeriod"/>
            </a:pPr>
            <a:r>
              <a:rPr lang="en-US" altLang="en-US"/>
              <a:t>NO CALCULATORS ALLOWED on this test or the CCNA!</a:t>
            </a:r>
          </a:p>
          <a:p>
            <a:pPr eaLnBrk="1" hangingPunct="1">
              <a:lnSpc>
                <a:spcPct val="80000"/>
              </a:lnSpc>
              <a:buFont typeface="Arial" panose="020B0604020202020204" pitchFamily="34" charset="0"/>
              <a:buAutoNum type="arabicPeriod"/>
            </a:pPr>
            <a:r>
              <a:rPr lang="en-US" altLang="en-US"/>
              <a:t>Practice….Practice…… Practice….That’s the only way to get this to stick with you.</a:t>
            </a:r>
          </a:p>
          <a:p>
            <a:pPr eaLnBrk="1" hangingPunct="1">
              <a:lnSpc>
                <a:spcPct val="80000"/>
              </a:lnSpc>
              <a:buFont typeface="Arial" panose="020B0604020202020204" pitchFamily="34" charset="0"/>
              <a:buAutoNum type="arabicPeriod"/>
            </a:pPr>
            <a:r>
              <a:rPr lang="en-US" altLang="en-US" b="1"/>
              <a:t>Test</a:t>
            </a:r>
            <a:r>
              <a:rPr lang="en-US" altLang="en-US"/>
              <a:t> </a:t>
            </a:r>
          </a:p>
        </p:txBody>
      </p:sp>
      <p:sp>
        <p:nvSpPr>
          <p:cNvPr id="113666" name="TextBox 20">
            <a:extLst>
              <a:ext uri="{FF2B5EF4-FFF2-40B4-BE49-F238E27FC236}">
                <a16:creationId xmlns:a16="http://schemas.microsoft.com/office/drawing/2014/main" id="{98CFB1D6-D95A-B28E-74B2-1C3F564D02E4}"/>
              </a:ext>
            </a:extLst>
          </p:cNvPr>
          <p:cNvSpPr txBox="1">
            <a:spLocks noChangeArrowheads="1"/>
          </p:cNvSpPr>
          <p:nvPr/>
        </p:nvSpPr>
        <p:spPr bwMode="auto">
          <a:xfrm>
            <a:off x="1004888" y="1346200"/>
            <a:ext cx="676116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90000"/>
              </a:lnSpc>
            </a:pPr>
            <a:r>
              <a:rPr lang="en-US" altLang="en-US"/>
              <a:t>WOW…are you okay?  Still with me?  </a:t>
            </a:r>
            <a:r>
              <a:rPr lang="en-US" altLang="en-US">
                <a:sym typeface="Wingdings" panose="05000000000000000000" pitchFamily="2" charset="2"/>
              </a:rPr>
              <a:t></a:t>
            </a:r>
            <a:endParaRPr lang="en-US" altLang="en-US"/>
          </a:p>
        </p:txBody>
      </p:sp>
    </p:spTree>
  </p:cSld>
  <p:clrMapOvr>
    <a:masterClrMapping/>
  </p:clrMapOvr>
  <p:transition spd="med">
    <p:wipe dir="r"/>
  </p:transition>
</p:sld>
</file>

<file path=ppt/theme/theme1.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PPT-TMPLT-WHT_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2"/>
          </a:solidFill>
          <a:prstDash val="solid"/>
          <a:round/>
          <a:headEnd type="none" w="med" len="med"/>
          <a:tailEnd type="triangl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2"/>
          </a:solidFill>
          <a:prstDash val="solid"/>
          <a:round/>
          <a:headEnd type="none" w="med" len="med"/>
          <a:tailEnd type="triangl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Ciscopresentationwhite.10.3.06</Template>
  <TotalTime>109</TotalTime>
  <Pages>28</Pages>
  <Words>2349</Words>
  <Application>Microsoft Office PowerPoint</Application>
  <PresentationFormat>On-screen Show (4:3)</PresentationFormat>
  <Paragraphs>363</Paragraphs>
  <Slides>58</Slides>
  <Notes>53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Arial</vt:lpstr>
      <vt:lpstr>Wingdings</vt:lpstr>
      <vt:lpstr>Tahoma</vt:lpstr>
      <vt:lpstr>Times New Roman</vt:lpstr>
      <vt:lpstr>Symbol</vt:lpstr>
      <vt:lpstr>PPT-TMPLT-WHT_C</vt:lpstr>
      <vt:lpstr>Addressing the Network – IPv4</vt:lpstr>
      <vt:lpstr>Objectives</vt:lpstr>
      <vt:lpstr>IP Addressing Structure</vt:lpstr>
      <vt:lpstr>IP Addressing Structure</vt:lpstr>
      <vt:lpstr>IP Addressing Structure</vt:lpstr>
      <vt:lpstr>Classify and Define IPv4 Addresses</vt:lpstr>
      <vt:lpstr>Types of addresses </vt:lpstr>
      <vt:lpstr>Classify and Define IPv4 Addresses</vt:lpstr>
      <vt:lpstr>Classify and Define IPv4 Addresses</vt:lpstr>
      <vt:lpstr>Classify and Define IPv4 Addresses</vt:lpstr>
      <vt:lpstr>Classful Addressing</vt:lpstr>
      <vt:lpstr>Classify and Define IPv4 Addresses</vt:lpstr>
      <vt:lpstr>Special IP Addresses – can’t be assigned!</vt:lpstr>
      <vt:lpstr>Private addressing</vt:lpstr>
      <vt:lpstr>Public addressing</vt:lpstr>
      <vt:lpstr>Classify and Define IPv4 Addresses</vt:lpstr>
      <vt:lpstr>Limits of Classful routing</vt:lpstr>
      <vt:lpstr>Planning an addressing scheme..WHY?</vt:lpstr>
      <vt:lpstr>Assigning addresses</vt:lpstr>
      <vt:lpstr>Address planning..</vt:lpstr>
      <vt:lpstr>Assigning Addresses</vt:lpstr>
      <vt:lpstr>Static addressing</vt:lpstr>
      <vt:lpstr>Assigning Addresses</vt:lpstr>
      <vt:lpstr>Assigning Addresses</vt:lpstr>
      <vt:lpstr>Assigning Public Addresses</vt:lpstr>
      <vt:lpstr>Assigning Addresses</vt:lpstr>
      <vt:lpstr>ISP’s</vt:lpstr>
      <vt:lpstr>IPv6 features</vt:lpstr>
      <vt:lpstr>IPv6</vt:lpstr>
      <vt:lpstr>IPv6 continued…</vt:lpstr>
      <vt:lpstr>Determine the network portion of the host address and the role of the subnet mask </vt:lpstr>
      <vt:lpstr>PowerPoint Presentation</vt:lpstr>
      <vt:lpstr>PowerPoint Presentation</vt:lpstr>
      <vt:lpstr>Calculating a Subnet</vt:lpstr>
      <vt:lpstr>Step #1</vt:lpstr>
      <vt:lpstr>Step #2</vt:lpstr>
      <vt:lpstr>Step #3</vt:lpstr>
      <vt:lpstr>Step #3 continued…</vt:lpstr>
      <vt:lpstr>Step #3 continued…</vt:lpstr>
      <vt:lpstr>Step #4</vt:lpstr>
      <vt:lpstr>Step #4 continued…</vt:lpstr>
      <vt:lpstr>Step 5</vt:lpstr>
      <vt:lpstr>Step 5 continued…</vt:lpstr>
      <vt:lpstr>PowerPoint Presentation</vt:lpstr>
      <vt:lpstr>PowerPoint Presentation</vt:lpstr>
      <vt:lpstr>PowerPoint Presentation</vt:lpstr>
      <vt:lpstr>Step 5 continued…</vt:lpstr>
      <vt:lpstr>PowerPoint Presentation</vt:lpstr>
      <vt:lpstr>Calculating Addresses </vt:lpstr>
      <vt:lpstr>Calculating Addresses </vt:lpstr>
      <vt:lpstr>Which one of the following are valid HOST addresses?</vt:lpstr>
      <vt:lpstr>Testing the Network Layer </vt:lpstr>
      <vt:lpstr>Testing the Network Layer </vt:lpstr>
      <vt:lpstr>Testing the Network Layer </vt:lpstr>
      <vt:lpstr>Testing the Network Layer </vt:lpstr>
      <vt:lpstr>Testing the Network Layer </vt:lpstr>
      <vt:lpstr>ICMP messages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Addressing the Network – IPv4</dc:title>
  <dc:subject/>
  <dc:creator>Microsoft Office User</dc:creator>
  <cp:keywords/>
  <dc:description/>
  <cp:lastModifiedBy>Saqib Bedar</cp:lastModifiedBy>
  <cp:revision>4</cp:revision>
  <cp:lastPrinted>1999-01-27T00:54:54Z</cp:lastPrinted>
  <dcterms:created xsi:type="dcterms:W3CDTF">2018-04-04T19:19:55Z</dcterms:created>
  <dcterms:modified xsi:type="dcterms:W3CDTF">2026-04-28T06:07:49Z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Jenita Bangloy">
    <vt:lpwstr>12.21.01 - Copyright date changed to 2002</vt:lpwstr>
  </property>
  <property fmtid="{D5CDD505-2E9C-101B-9397-08002B2CF9AE}" pid="3" name="Jenita ">
    <vt:lpwstr>12.21.01 - Line tool now defaults to 3 points size and black color. Previous version created white line which is not visible</vt:lpwstr>
  </property>
  <property fmtid="{D5CDD505-2E9C-101B-9397-08002B2CF9AE}" pid="4" name="JBangloy">
    <vt:lpwstr>12.21.01 - All remaining Helvetica changed to Arial</vt:lpwstr>
  </property>
</Properties>
</file>