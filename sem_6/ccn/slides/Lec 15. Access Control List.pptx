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1"/>
    <p:sldMasterId id="2147483658" r:id="rId2"/>
    <p:sldMasterId id="2147483660" r:id="rId3"/>
    <p:sldMasterId id="2147483661" r:id="rId4"/>
    <p:sldMasterId id="2147483662" r:id="rId5"/>
    <p:sldMasterId id="2147483664" r:id="rId6"/>
    <p:sldMasterId id="2147483665" r:id="rId7"/>
    <p:sldMasterId id="2147483666" r:id="rId8"/>
    <p:sldMasterId id="2147483668" r:id="rId9"/>
    <p:sldMasterId id="2147483669" r:id="rId10"/>
    <p:sldMasterId id="2147483670" r:id="rId11"/>
  </p:sldMasterIdLst>
  <p:notesMasterIdLst>
    <p:notesMasterId r:id="rId47"/>
  </p:notesMasterIdLst>
  <p:sldIdLst>
    <p:sldId id="256" r:id="rId12"/>
    <p:sldId id="257" r:id="rId13"/>
    <p:sldId id="258" r:id="rId14"/>
    <p:sldId id="259" r:id="rId15"/>
    <p:sldId id="260" r:id="rId16"/>
    <p:sldId id="261" r:id="rId17"/>
    <p:sldId id="262" r:id="rId18"/>
    <p:sldId id="294" r:id="rId19"/>
    <p:sldId id="263" r:id="rId20"/>
    <p:sldId id="290" r:id="rId21"/>
    <p:sldId id="264" r:id="rId22"/>
    <p:sldId id="267" r:id="rId23"/>
    <p:sldId id="265" r:id="rId24"/>
    <p:sldId id="286" r:id="rId25"/>
    <p:sldId id="288" r:id="rId26"/>
    <p:sldId id="289" r:id="rId27"/>
    <p:sldId id="287" r:id="rId28"/>
    <p:sldId id="268" r:id="rId29"/>
    <p:sldId id="266" r:id="rId30"/>
    <p:sldId id="269" r:id="rId31"/>
    <p:sldId id="271" r:id="rId32"/>
    <p:sldId id="272" r:id="rId33"/>
    <p:sldId id="270" r:id="rId34"/>
    <p:sldId id="273" r:id="rId35"/>
    <p:sldId id="274" r:id="rId36"/>
    <p:sldId id="275" r:id="rId37"/>
    <p:sldId id="276" r:id="rId38"/>
    <p:sldId id="277" r:id="rId39"/>
    <p:sldId id="278" r:id="rId40"/>
    <p:sldId id="279" r:id="rId41"/>
    <p:sldId id="295" r:id="rId42"/>
    <p:sldId id="281" r:id="rId43"/>
    <p:sldId id="280" r:id="rId44"/>
    <p:sldId id="282" r:id="rId45"/>
    <p:sldId id="283" r:id="rId46"/>
  </p:sldIdLst>
  <p:sldSz cx="9144000" cy="6858000" type="screen4x3"/>
  <p:notesSz cx="6858000" cy="9144000"/>
  <p:defaultTextStyle>
    <a:defPPr>
      <a:defRPr lang="en-US"/>
    </a:defPPr>
    <a:lvl1pPr algn="l" rtl="0" eaLnBrk="0" fontAlgn="base" hangingPunct="0">
      <a:lnSpc>
        <a:spcPct val="90000"/>
      </a:lnSpc>
      <a:spcBef>
        <a:spcPct val="0"/>
      </a:spcBef>
      <a:spcAft>
        <a:spcPct val="0"/>
      </a:spcAft>
      <a:defRPr sz="3800" b="1" kern="1200">
        <a:solidFill>
          <a:schemeClr val="tx1"/>
        </a:solidFill>
        <a:latin typeface="Arial" charset="0"/>
        <a:ea typeface="+mn-ea"/>
        <a:cs typeface="+mn-cs"/>
      </a:defRPr>
    </a:lvl1pPr>
    <a:lvl2pPr marL="457200" algn="l" rtl="0" eaLnBrk="0" fontAlgn="base" hangingPunct="0">
      <a:lnSpc>
        <a:spcPct val="90000"/>
      </a:lnSpc>
      <a:spcBef>
        <a:spcPct val="0"/>
      </a:spcBef>
      <a:spcAft>
        <a:spcPct val="0"/>
      </a:spcAft>
      <a:defRPr sz="3800" b="1" kern="1200">
        <a:solidFill>
          <a:schemeClr val="tx1"/>
        </a:solidFill>
        <a:latin typeface="Arial" charset="0"/>
        <a:ea typeface="+mn-ea"/>
        <a:cs typeface="+mn-cs"/>
      </a:defRPr>
    </a:lvl2pPr>
    <a:lvl3pPr marL="914400" algn="l" rtl="0" eaLnBrk="0" fontAlgn="base" hangingPunct="0">
      <a:lnSpc>
        <a:spcPct val="90000"/>
      </a:lnSpc>
      <a:spcBef>
        <a:spcPct val="0"/>
      </a:spcBef>
      <a:spcAft>
        <a:spcPct val="0"/>
      </a:spcAft>
      <a:defRPr sz="3800" b="1" kern="1200">
        <a:solidFill>
          <a:schemeClr val="tx1"/>
        </a:solidFill>
        <a:latin typeface="Arial" charset="0"/>
        <a:ea typeface="+mn-ea"/>
        <a:cs typeface="+mn-cs"/>
      </a:defRPr>
    </a:lvl3pPr>
    <a:lvl4pPr marL="1371600" algn="l" rtl="0" eaLnBrk="0" fontAlgn="base" hangingPunct="0">
      <a:lnSpc>
        <a:spcPct val="90000"/>
      </a:lnSpc>
      <a:spcBef>
        <a:spcPct val="0"/>
      </a:spcBef>
      <a:spcAft>
        <a:spcPct val="0"/>
      </a:spcAft>
      <a:defRPr sz="3800" b="1" kern="1200">
        <a:solidFill>
          <a:schemeClr val="tx1"/>
        </a:solidFill>
        <a:latin typeface="Arial" charset="0"/>
        <a:ea typeface="+mn-ea"/>
        <a:cs typeface="+mn-cs"/>
      </a:defRPr>
    </a:lvl4pPr>
    <a:lvl5pPr marL="1828800" algn="l" rtl="0" eaLnBrk="0" fontAlgn="base" hangingPunct="0">
      <a:lnSpc>
        <a:spcPct val="90000"/>
      </a:lnSpc>
      <a:spcBef>
        <a:spcPct val="0"/>
      </a:spcBef>
      <a:spcAft>
        <a:spcPct val="0"/>
      </a:spcAft>
      <a:defRPr sz="3800" b="1" kern="1200">
        <a:solidFill>
          <a:schemeClr val="tx1"/>
        </a:solidFill>
        <a:latin typeface="Arial" charset="0"/>
        <a:ea typeface="+mn-ea"/>
        <a:cs typeface="+mn-cs"/>
      </a:defRPr>
    </a:lvl5pPr>
    <a:lvl6pPr marL="2286000" algn="l" defTabSz="914400" rtl="0" eaLnBrk="1" latinLnBrk="0" hangingPunct="1">
      <a:defRPr sz="3800" b="1" kern="1200">
        <a:solidFill>
          <a:schemeClr val="tx1"/>
        </a:solidFill>
        <a:latin typeface="Arial" charset="0"/>
        <a:ea typeface="+mn-ea"/>
        <a:cs typeface="+mn-cs"/>
      </a:defRPr>
    </a:lvl6pPr>
    <a:lvl7pPr marL="2743200" algn="l" defTabSz="914400" rtl="0" eaLnBrk="1" latinLnBrk="0" hangingPunct="1">
      <a:defRPr sz="3800" b="1" kern="1200">
        <a:solidFill>
          <a:schemeClr val="tx1"/>
        </a:solidFill>
        <a:latin typeface="Arial" charset="0"/>
        <a:ea typeface="+mn-ea"/>
        <a:cs typeface="+mn-cs"/>
      </a:defRPr>
    </a:lvl7pPr>
    <a:lvl8pPr marL="3200400" algn="l" defTabSz="914400" rtl="0" eaLnBrk="1" latinLnBrk="0" hangingPunct="1">
      <a:defRPr sz="3800" b="1" kern="1200">
        <a:solidFill>
          <a:schemeClr val="tx1"/>
        </a:solidFill>
        <a:latin typeface="Arial" charset="0"/>
        <a:ea typeface="+mn-ea"/>
        <a:cs typeface="+mn-cs"/>
      </a:defRPr>
    </a:lvl8pPr>
    <a:lvl9pPr marL="3657600" algn="l" defTabSz="914400" rtl="0" eaLnBrk="1" latinLnBrk="0" hangingPunct="1">
      <a:defRPr sz="38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7191" autoAdjust="0"/>
  </p:normalViewPr>
  <p:slideViewPr>
    <p:cSldViewPr>
      <p:cViewPr>
        <p:scale>
          <a:sx n="90" d="100"/>
          <a:sy n="90" d="100"/>
        </p:scale>
        <p:origin x="2184"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slide" Target="slides/slide3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50" Type="http://schemas.openxmlformats.org/officeDocument/2006/relationships/theme" Target="theme/theme1.xml"/><Relationship Id="rId5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9" Type="http://schemas.openxmlformats.org/officeDocument/2006/relationships/slideMaster" Target="slideMasters/slideMaster9.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lnSpc>
                <a:spcPct val="100000"/>
              </a:lnSpc>
              <a:defRPr sz="1200" b="0"/>
            </a:lvl1pPr>
          </a:lstStyle>
          <a:p>
            <a:endParaRPr lang="en-US"/>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b="0"/>
            </a:lvl1pPr>
          </a:lstStyle>
          <a:p>
            <a:endParaRPr lang="en-US"/>
          </a:p>
        </p:txBody>
      </p:sp>
      <p:sp>
        <p:nvSpPr>
          <p:cNvPr id="245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lnSpc>
                <a:spcPct val="100000"/>
              </a:lnSpc>
              <a:defRPr sz="1200" b="0"/>
            </a:lvl1pPr>
          </a:lstStyle>
          <a:p>
            <a:endParaRPr lang="en-US"/>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b="0"/>
            </a:lvl1pPr>
          </a:lstStyle>
          <a:p>
            <a:fld id="{FB24E888-11D9-4B71-9F3A-7C812ED6D00C}" type="slidenum">
              <a:rPr lang="en-US"/>
              <a:pPr/>
              <a:t>‹#›</a:t>
            </a:fld>
            <a:endParaRPr lang="en-US"/>
          </a:p>
        </p:txBody>
      </p:sp>
    </p:spTree>
    <p:extLst>
      <p:ext uri="{BB962C8B-B14F-4D97-AF65-F5344CB8AC3E}">
        <p14:creationId xmlns:p14="http://schemas.microsoft.com/office/powerpoint/2010/main" val="88660450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6B782C-DC16-4D07-A0BB-D7BC0267E274}" type="slidenum">
              <a:rPr lang="en-US"/>
              <a:pPr/>
              <a:t>1</a:t>
            </a:fld>
            <a:endParaRPr 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20339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4F77D5-204A-4D4E-89B8-D70AB0D2F93E}" type="slidenum">
              <a:rPr lang="en-US"/>
              <a:pPr/>
              <a:t>16</a:t>
            </a:fld>
            <a:endParaRPr lang="en-US"/>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pPr>
              <a:spcBef>
                <a:spcPts val="500"/>
              </a:spcBef>
              <a:spcAft>
                <a:spcPts val="500"/>
              </a:spcAft>
              <a:buFont typeface="Symbol" pitchFamily="18" charset="2"/>
              <a:buNone/>
            </a:pPr>
            <a:r>
              <a:rPr lang="en-US" dirty="0"/>
              <a:t>Slides 15- The wildcard mask will check the first two octets (172.16) using corresponding zero bits in the wildcard mask. </a:t>
            </a:r>
          </a:p>
          <a:p>
            <a:pPr>
              <a:spcBef>
                <a:spcPts val="500"/>
              </a:spcBef>
              <a:spcAft>
                <a:spcPts val="500"/>
              </a:spcAft>
              <a:buFont typeface="Symbol" pitchFamily="18" charset="2"/>
              <a:buNone/>
            </a:pPr>
            <a:r>
              <a:rPr lang="en-US" dirty="0"/>
              <a:t>Because there is no interest in individual host addresses (a host ID will not be .00 at the end of the address), the wildcard mask will ignore the final octet using corresponding one bits in the wildcard mask.</a:t>
            </a:r>
          </a:p>
          <a:p>
            <a:pPr>
              <a:spcBef>
                <a:spcPts val="500"/>
              </a:spcBef>
              <a:spcAft>
                <a:spcPts val="500"/>
              </a:spcAft>
              <a:buFont typeface="Symbol" pitchFamily="18" charset="2"/>
              <a:buNone/>
            </a:pPr>
            <a:r>
              <a:rPr lang="en-US" dirty="0"/>
              <a:t>---------------------------------------------------------------------------------</a:t>
            </a:r>
          </a:p>
        </p:txBody>
      </p:sp>
    </p:spTree>
    <p:extLst>
      <p:ext uri="{BB962C8B-B14F-4D97-AF65-F5344CB8AC3E}">
        <p14:creationId xmlns:p14="http://schemas.microsoft.com/office/powerpoint/2010/main" val="319722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559A6E-8D19-4A79-B201-86A69A7E8658}" type="slidenum">
              <a:rPr lang="en-US"/>
              <a:pPr/>
              <a:t>18</a:t>
            </a:fld>
            <a:endParaRPr lang="en-US"/>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pPr>
              <a:spcBef>
                <a:spcPts val="500"/>
              </a:spcBef>
              <a:spcAft>
                <a:spcPts val="500"/>
              </a:spcAft>
              <a:buFont typeface="Symbol" pitchFamily="18" charset="2"/>
              <a:buNone/>
            </a:pPr>
            <a:r>
              <a:rPr lang="en-US" dirty="0"/>
              <a:t>Slide 17- In the third octet, </a:t>
            </a:r>
          </a:p>
          <a:p>
            <a:pPr lvl="1">
              <a:spcBef>
                <a:spcPts val="500"/>
              </a:spcBef>
              <a:spcAft>
                <a:spcPts val="500"/>
              </a:spcAft>
              <a:buFont typeface="Symbol" pitchFamily="18" charset="2"/>
              <a:buNone/>
            </a:pPr>
            <a:r>
              <a:rPr lang="en-US" sz="1400" dirty="0"/>
              <a:t>where the subnet address occurs, </a:t>
            </a:r>
          </a:p>
          <a:p>
            <a:pPr lvl="1">
              <a:spcBef>
                <a:spcPts val="500"/>
              </a:spcBef>
              <a:spcAft>
                <a:spcPts val="500"/>
              </a:spcAft>
              <a:buFont typeface="Symbol" pitchFamily="18" charset="2"/>
              <a:buNone/>
            </a:pPr>
            <a:r>
              <a:rPr lang="en-US" sz="1400" dirty="0"/>
              <a:t>the wildcard mask will check that the bit position for the binary 16 is on </a:t>
            </a:r>
          </a:p>
          <a:p>
            <a:pPr lvl="1">
              <a:spcBef>
                <a:spcPts val="500"/>
              </a:spcBef>
              <a:spcAft>
                <a:spcPts val="500"/>
              </a:spcAft>
              <a:buFont typeface="Symbol" pitchFamily="18" charset="2"/>
              <a:buNone/>
            </a:pPr>
            <a:r>
              <a:rPr lang="en-US" sz="1400" dirty="0"/>
              <a:t>and all the higher bits are off </a:t>
            </a:r>
          </a:p>
          <a:p>
            <a:pPr lvl="1">
              <a:spcBef>
                <a:spcPts val="500"/>
              </a:spcBef>
              <a:spcAft>
                <a:spcPts val="500"/>
              </a:spcAft>
              <a:buFont typeface="Symbol" pitchFamily="18" charset="2"/>
              <a:buNone/>
            </a:pPr>
            <a:r>
              <a:rPr lang="en-US" sz="1400" dirty="0"/>
              <a:t>using corresponding zero bits in the wildcard mask.</a:t>
            </a:r>
          </a:p>
          <a:p>
            <a:pPr lvl="1">
              <a:spcBef>
                <a:spcPts val="500"/>
              </a:spcBef>
              <a:spcAft>
                <a:spcPts val="500"/>
              </a:spcAft>
              <a:buFont typeface="Symbol" pitchFamily="18" charset="2"/>
              <a:buNone/>
            </a:pPr>
            <a:endParaRPr lang="en-US" sz="1400" dirty="0"/>
          </a:p>
          <a:p>
            <a:pPr lvl="1">
              <a:spcBef>
                <a:spcPts val="500"/>
              </a:spcBef>
              <a:spcAft>
                <a:spcPts val="500"/>
              </a:spcAft>
              <a:buFont typeface="Symbol" pitchFamily="18" charset="2"/>
              <a:buNone/>
            </a:pPr>
            <a:r>
              <a:rPr lang="en-US" dirty="0"/>
              <a:t> The wildcard mask will ignore the value in these positions, </a:t>
            </a:r>
          </a:p>
          <a:p>
            <a:pPr lvl="1">
              <a:spcBef>
                <a:spcPts val="500"/>
              </a:spcBef>
              <a:spcAft>
                <a:spcPts val="500"/>
              </a:spcAft>
              <a:buFont typeface="Symbol" pitchFamily="18" charset="2"/>
              <a:buNone/>
            </a:pPr>
            <a:r>
              <a:rPr lang="en-US" dirty="0"/>
              <a:t>The address value can be binary 0 or binary 1. </a:t>
            </a:r>
          </a:p>
          <a:p>
            <a:pPr lvl="1">
              <a:spcBef>
                <a:spcPts val="500"/>
              </a:spcBef>
              <a:spcAft>
                <a:spcPts val="500"/>
              </a:spcAft>
              <a:buFont typeface="Symbol" pitchFamily="18" charset="2"/>
              <a:buNone/>
            </a:pPr>
            <a:r>
              <a:rPr lang="en-US" dirty="0"/>
              <a:t>In this way, the wildcard mask matches subnet 16, 17, 18, and so on up to subnet 31. </a:t>
            </a:r>
          </a:p>
          <a:p>
            <a:pPr lvl="1">
              <a:spcBef>
                <a:spcPts val="500"/>
              </a:spcBef>
              <a:spcAft>
                <a:spcPts val="500"/>
              </a:spcAft>
              <a:buFont typeface="Symbol" pitchFamily="18" charset="2"/>
              <a:buNone/>
            </a:pPr>
            <a:r>
              <a:rPr lang="en-US" dirty="0"/>
              <a:t>The wildcard mask will not match any other subnets. </a:t>
            </a:r>
          </a:p>
        </p:txBody>
      </p:sp>
    </p:spTree>
    <p:extLst>
      <p:ext uri="{BB962C8B-B14F-4D97-AF65-F5344CB8AC3E}">
        <p14:creationId xmlns:p14="http://schemas.microsoft.com/office/powerpoint/2010/main" val="5688129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6FC940-0B36-4785-9DCB-85203C749580}" type="slidenum">
              <a:rPr lang="en-US"/>
              <a:pPr/>
              <a:t>19</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US"/>
              <a:t>Slide 18 - There are two special keywords that are used in ACLs, the </a:t>
            </a:r>
            <a:r>
              <a:rPr lang="en-US" b="1"/>
              <a:t>any</a:t>
            </a:r>
            <a:r>
              <a:rPr lang="en-US"/>
              <a:t> and </a:t>
            </a:r>
            <a:r>
              <a:rPr lang="en-US" b="1"/>
              <a:t>host</a:t>
            </a:r>
            <a:r>
              <a:rPr lang="en-US"/>
              <a:t> options.</a:t>
            </a:r>
          </a:p>
        </p:txBody>
      </p:sp>
    </p:spTree>
    <p:extLst>
      <p:ext uri="{BB962C8B-B14F-4D97-AF65-F5344CB8AC3E}">
        <p14:creationId xmlns:p14="http://schemas.microsoft.com/office/powerpoint/2010/main" val="1590210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E94505-689A-474F-8E66-ED74E2D80A6F}" type="slidenum">
              <a:rPr lang="en-US"/>
              <a:pPr/>
              <a:t>23</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r>
              <a:rPr lang="en-US"/>
              <a:t>Slide 22 - For example, packets that come in Fa0/0 are checked for their source addresses and protocols. If they are permitted, the packets are routed through the router to an output interface. If they are not permitted, they are dropped at the incoming interface.</a:t>
            </a:r>
          </a:p>
        </p:txBody>
      </p:sp>
    </p:spTree>
    <p:extLst>
      <p:ext uri="{BB962C8B-B14F-4D97-AF65-F5344CB8AC3E}">
        <p14:creationId xmlns:p14="http://schemas.microsoft.com/office/powerpoint/2010/main" val="1227718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3E9A54-56DE-4421-BD8B-1EE5290883AA}" type="slidenum">
              <a:rPr lang="en-US"/>
              <a:pPr/>
              <a:t>24</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r>
              <a:rPr lang="en-US"/>
              <a:t>Each remark is limited to 100 characters.</a:t>
            </a:r>
          </a:p>
          <a:p>
            <a:endParaRPr lang="en-US"/>
          </a:p>
        </p:txBody>
      </p:sp>
    </p:spTree>
    <p:extLst>
      <p:ext uri="{BB962C8B-B14F-4D97-AF65-F5344CB8AC3E}">
        <p14:creationId xmlns:p14="http://schemas.microsoft.com/office/powerpoint/2010/main" val="1240537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B58967-10B6-40E0-A802-8172A4E630F9}" type="slidenum">
              <a:rPr lang="en-US"/>
              <a:pPr/>
              <a:t>26</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r>
              <a:rPr lang="en-US"/>
              <a:t>Slide 24 - An extended ACL can simultaneously allow e-mail traffic from Fa0/0 to specific S0/0 destinations and deny file transfers and Web browsing.</a:t>
            </a:r>
          </a:p>
        </p:txBody>
      </p:sp>
    </p:spTree>
    <p:extLst>
      <p:ext uri="{BB962C8B-B14F-4D97-AF65-F5344CB8AC3E}">
        <p14:creationId xmlns:p14="http://schemas.microsoft.com/office/powerpoint/2010/main" val="1939761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960DA9-C96F-4552-ACAB-4E15C27CC703}" type="slidenum">
              <a:rPr lang="en-US"/>
              <a:pPr/>
              <a:t>33</a:t>
            </a:fld>
            <a:endParaRPr lang="en-US"/>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lang="en-US"/>
              <a:t>Slide 32- However, a named access list will only allow for statements to be inserted at the end of a list. It is a good idea to use a text editor to create named ACLs. </a:t>
            </a:r>
          </a:p>
          <a:p>
            <a:endParaRPr lang="en-US"/>
          </a:p>
        </p:txBody>
      </p:sp>
    </p:spTree>
    <p:extLst>
      <p:ext uri="{BB962C8B-B14F-4D97-AF65-F5344CB8AC3E}">
        <p14:creationId xmlns:p14="http://schemas.microsoft.com/office/powerpoint/2010/main" val="87482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A28CE1-23E9-4DE3-8FCD-70FFA6C963AB}" type="slidenum">
              <a:rPr lang="en-US"/>
              <a:pPr/>
              <a:t>35</a:t>
            </a:fld>
            <a:endParaRPr lang="en-US"/>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r>
              <a:rPr lang="en-US"/>
              <a:t>Slide 33  - In this architecture, the router that is connected to the Internet, referred to as the exterior router, forces all incoming traffic to go to the application gateway. The router that is connected to the internal network, the interior router, accepts packets only from the application gateway. The gateway controls the delivery of network-based services both into and from the internal network. </a:t>
            </a:r>
          </a:p>
          <a:p>
            <a:r>
              <a:rPr lang="en-US"/>
              <a:t>ACLs should be used in firewall routers, which are often positioned between the internal network and an external network, such as the Internet. This allows control of traffic entering or exiting a specific part of the internal network. The firewall router provides a point of isolation so that the rest of the internal network structure is not affected. </a:t>
            </a:r>
          </a:p>
        </p:txBody>
      </p:sp>
    </p:spTree>
    <p:extLst>
      <p:ext uri="{BB962C8B-B14F-4D97-AF65-F5344CB8AC3E}">
        <p14:creationId xmlns:p14="http://schemas.microsoft.com/office/powerpoint/2010/main" val="15036182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wmf"/><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wmf"/><Relationship Id="rId3" Type="http://schemas.openxmlformats.org/officeDocument/2006/relationships/image" Target="../media/image4.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3.wmf"/><Relationship Id="rId3" Type="http://schemas.openxmlformats.org/officeDocument/2006/relationships/image" Target="../media/image4.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1" Type="http://schemas.openxmlformats.org/officeDocument/2006/relationships/slideMaster" Target="../slideMasters/slideMaster11.xml"/><Relationship Id="rId2" Type="http://schemas.openxmlformats.org/officeDocument/2006/relationships/image" Target="../media/image7.jpe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362" name="Rectangle 2"/>
          <p:cNvSpPr>
            <a:spLocks noChangeArrowheads="1"/>
          </p:cNvSpPr>
          <p:nvPr/>
        </p:nvSpPr>
        <p:spPr bwMode="auto">
          <a:xfrm rot="16200000">
            <a:off x="3200400" y="-1570037"/>
            <a:ext cx="2743200" cy="9144000"/>
          </a:xfrm>
          <a:prstGeom prst="rect">
            <a:avLst/>
          </a:prstGeom>
          <a:solidFill>
            <a:srgbClr val="0183B7"/>
          </a:solidFill>
          <a:ln w="9525" algn="ctr">
            <a:noFill/>
            <a:miter lim="800000"/>
            <a:headEnd/>
            <a:tailEnd/>
          </a:ln>
          <a:effectLst/>
        </p:spPr>
        <p:txBody>
          <a:bodyPr wrap="none" lIns="73025" tIns="36512" rIns="73025" bIns="36512" anchor="ctr"/>
          <a:lstStyle/>
          <a:p>
            <a:endParaRPr lang="en-US"/>
          </a:p>
        </p:txBody>
      </p:sp>
      <p:sp>
        <p:nvSpPr>
          <p:cNvPr id="15363" name="Rectangle 3"/>
          <p:cNvSpPr>
            <a:spLocks noChangeArrowheads="1"/>
          </p:cNvSpPr>
          <p:nvPr/>
        </p:nvSpPr>
        <p:spPr bwMode="auto">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chemeClr val="bg2"/>
                </a:solidFill>
              </a:rPr>
              <a:t>© 2006 Cisco Systems, Inc. All rights reserved.</a:t>
            </a:r>
          </a:p>
        </p:txBody>
      </p:sp>
      <p:sp>
        <p:nvSpPr>
          <p:cNvPr id="15364" name="Rectangle 4"/>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chemeClr val="bg2"/>
                </a:solidFill>
              </a:rPr>
              <a:t>Cisco Confidential</a:t>
            </a:r>
          </a:p>
        </p:txBody>
      </p:sp>
      <p:sp>
        <p:nvSpPr>
          <p:cNvPr id="15365" name="Rectangle 5"/>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38FD6507-13C4-4106-96A5-FE9A3EB67200}" type="slidenum">
              <a:rPr lang="en-US" sz="1000" b="0">
                <a:solidFill>
                  <a:schemeClr val="bg2"/>
                </a:solidFill>
              </a:rPr>
              <a:pPr algn="r" defTabSz="814388">
                <a:lnSpc>
                  <a:spcPct val="100000"/>
                </a:lnSpc>
              </a:pPr>
              <a:t>‹#›</a:t>
            </a:fld>
            <a:endParaRPr lang="en-US" sz="1000" b="0">
              <a:solidFill>
                <a:schemeClr val="bg2"/>
              </a:solidFill>
            </a:endParaRPr>
          </a:p>
        </p:txBody>
      </p:sp>
      <p:grpSp>
        <p:nvGrpSpPr>
          <p:cNvPr id="15366" name="Group 6"/>
          <p:cNvGrpSpPr>
            <a:grpSpLocks/>
          </p:cNvGrpSpPr>
          <p:nvPr/>
        </p:nvGrpSpPr>
        <p:grpSpPr bwMode="auto">
          <a:xfrm>
            <a:off x="609600" y="525463"/>
            <a:ext cx="1447800" cy="769937"/>
            <a:chOff x="384" y="331"/>
            <a:chExt cx="912" cy="485"/>
          </a:xfrm>
        </p:grpSpPr>
        <p:sp>
          <p:nvSpPr>
            <p:cNvPr id="15367" name="AutoShape 7"/>
            <p:cNvSpPr>
              <a:spLocks noChangeAspect="1" noChangeArrowheads="1" noTextEdit="1"/>
            </p:cNvSpPr>
            <p:nvPr/>
          </p:nvSpPr>
          <p:spPr bwMode="invGray">
            <a:xfrm>
              <a:off x="384" y="331"/>
              <a:ext cx="912" cy="485"/>
            </a:xfrm>
            <a:prstGeom prst="rect">
              <a:avLst/>
            </a:prstGeom>
            <a:noFill/>
            <a:ln w="9525">
              <a:noFill/>
              <a:miter lim="800000"/>
              <a:headEnd/>
              <a:tailEnd/>
            </a:ln>
          </p:spPr>
          <p:txBody>
            <a:bodyPr/>
            <a:lstStyle/>
            <a:p>
              <a:endParaRPr lang="en-US"/>
            </a:p>
          </p:txBody>
        </p:sp>
        <p:sp>
          <p:nvSpPr>
            <p:cNvPr id="15368" name="Rectangle 8"/>
            <p:cNvSpPr>
              <a:spLocks noChangeArrowheads="1"/>
            </p:cNvSpPr>
            <p:nvPr/>
          </p:nvSpPr>
          <p:spPr bwMode="invGray">
            <a:xfrm>
              <a:off x="640" y="652"/>
              <a:ext cx="42" cy="158"/>
            </a:xfrm>
            <a:prstGeom prst="rect">
              <a:avLst/>
            </a:prstGeom>
            <a:solidFill>
              <a:schemeClr val="tx1"/>
            </a:solidFill>
            <a:ln w="9525">
              <a:noFill/>
              <a:miter lim="800000"/>
              <a:headEnd/>
              <a:tailEnd/>
            </a:ln>
          </p:spPr>
          <p:txBody>
            <a:bodyPr/>
            <a:lstStyle/>
            <a:p>
              <a:endParaRPr lang="en-US"/>
            </a:p>
          </p:txBody>
        </p:sp>
        <p:sp>
          <p:nvSpPr>
            <p:cNvPr id="15369" name="Freeform 9"/>
            <p:cNvSpPr>
              <a:spLocks/>
            </p:cNvSpPr>
            <p:nvPr/>
          </p:nvSpPr>
          <p:spPr bwMode="invGray">
            <a:xfrm>
              <a:off x="882" y="648"/>
              <a:ext cx="120" cy="166"/>
            </a:xfrm>
            <a:custGeom>
              <a:avLst/>
              <a:gdLst/>
              <a:ahLst/>
              <a:cxnLst>
                <a:cxn ang="0">
                  <a:pos x="58" y="24"/>
                </a:cxn>
                <a:cxn ang="0">
                  <a:pos x="42" y="20"/>
                </a:cxn>
                <a:cxn ang="0">
                  <a:pos x="21" y="40"/>
                </a:cxn>
                <a:cxn ang="0">
                  <a:pos x="42" y="60"/>
                </a:cxn>
                <a:cxn ang="0">
                  <a:pos x="58" y="56"/>
                </a:cxn>
                <a:cxn ang="0">
                  <a:pos x="58" y="77"/>
                </a:cxn>
                <a:cxn ang="0">
                  <a:pos x="41" y="80"/>
                </a:cxn>
                <a:cxn ang="0">
                  <a:pos x="0" y="40"/>
                </a:cxn>
                <a:cxn ang="0">
                  <a:pos x="41" y="0"/>
                </a:cxn>
                <a:cxn ang="0">
                  <a:pos x="58" y="3"/>
                </a:cxn>
                <a:cxn ang="0">
                  <a:pos x="58" y="24"/>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chemeClr val="tx1"/>
            </a:solidFill>
            <a:ln w="9525">
              <a:noFill/>
              <a:round/>
              <a:headEnd/>
              <a:tailEnd/>
            </a:ln>
          </p:spPr>
          <p:txBody>
            <a:bodyPr/>
            <a:lstStyle/>
            <a:p>
              <a:endParaRPr lang="en-US"/>
            </a:p>
          </p:txBody>
        </p:sp>
        <p:sp>
          <p:nvSpPr>
            <p:cNvPr id="15370" name="Freeform 10"/>
            <p:cNvSpPr>
              <a:spLocks/>
            </p:cNvSpPr>
            <p:nvPr/>
          </p:nvSpPr>
          <p:spPr bwMode="invGray">
            <a:xfrm>
              <a:off x="467" y="648"/>
              <a:ext cx="120" cy="166"/>
            </a:xfrm>
            <a:custGeom>
              <a:avLst/>
              <a:gdLst/>
              <a:ahLst/>
              <a:cxnLst>
                <a:cxn ang="0">
                  <a:pos x="58" y="24"/>
                </a:cxn>
                <a:cxn ang="0">
                  <a:pos x="42" y="20"/>
                </a:cxn>
                <a:cxn ang="0">
                  <a:pos x="21" y="40"/>
                </a:cxn>
                <a:cxn ang="0">
                  <a:pos x="42" y="60"/>
                </a:cxn>
                <a:cxn ang="0">
                  <a:pos x="58" y="56"/>
                </a:cxn>
                <a:cxn ang="0">
                  <a:pos x="58" y="77"/>
                </a:cxn>
                <a:cxn ang="0">
                  <a:pos x="40" y="80"/>
                </a:cxn>
                <a:cxn ang="0">
                  <a:pos x="0" y="40"/>
                </a:cxn>
                <a:cxn ang="0">
                  <a:pos x="40" y="0"/>
                </a:cxn>
                <a:cxn ang="0">
                  <a:pos x="58" y="3"/>
                </a:cxn>
                <a:cxn ang="0">
                  <a:pos x="58" y="24"/>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chemeClr val="tx1"/>
            </a:solidFill>
            <a:ln w="9525">
              <a:noFill/>
              <a:round/>
              <a:headEnd/>
              <a:tailEnd/>
            </a:ln>
          </p:spPr>
          <p:txBody>
            <a:bodyPr/>
            <a:lstStyle/>
            <a:p>
              <a:endParaRPr lang="en-US"/>
            </a:p>
          </p:txBody>
        </p:sp>
        <p:sp>
          <p:nvSpPr>
            <p:cNvPr id="15371" name="Freeform 11"/>
            <p:cNvSpPr>
              <a:spLocks noEditPoints="1"/>
            </p:cNvSpPr>
            <p:nvPr/>
          </p:nvSpPr>
          <p:spPr bwMode="invGray">
            <a:xfrm>
              <a:off x="1046" y="648"/>
              <a:ext cx="165" cy="166"/>
            </a:xfrm>
            <a:custGeom>
              <a:avLst/>
              <a:gdLst/>
              <a:ahLst/>
              <a:cxnLst>
                <a:cxn ang="0">
                  <a:pos x="80" y="40"/>
                </a:cxn>
                <a:cxn ang="0">
                  <a:pos x="40" y="80"/>
                </a:cxn>
                <a:cxn ang="0">
                  <a:pos x="0" y="40"/>
                </a:cxn>
                <a:cxn ang="0">
                  <a:pos x="40" y="0"/>
                </a:cxn>
                <a:cxn ang="0">
                  <a:pos x="80" y="40"/>
                </a:cxn>
                <a:cxn ang="0">
                  <a:pos x="40" y="20"/>
                </a:cxn>
                <a:cxn ang="0">
                  <a:pos x="20" y="40"/>
                </a:cxn>
                <a:cxn ang="0">
                  <a:pos x="40" y="60"/>
                </a:cxn>
                <a:cxn ang="0">
                  <a:pos x="60" y="40"/>
                </a:cxn>
                <a:cxn ang="0">
                  <a:pos x="40" y="20"/>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chemeClr val="tx1"/>
            </a:solidFill>
            <a:ln w="9525">
              <a:noFill/>
              <a:round/>
              <a:headEnd/>
              <a:tailEnd/>
            </a:ln>
          </p:spPr>
          <p:txBody>
            <a:bodyPr/>
            <a:lstStyle/>
            <a:p>
              <a:endParaRPr lang="en-US"/>
            </a:p>
          </p:txBody>
        </p:sp>
        <p:sp>
          <p:nvSpPr>
            <p:cNvPr id="15372" name="Freeform 12"/>
            <p:cNvSpPr>
              <a:spLocks/>
            </p:cNvSpPr>
            <p:nvPr/>
          </p:nvSpPr>
          <p:spPr bwMode="invGray">
            <a:xfrm>
              <a:off x="735" y="648"/>
              <a:ext cx="108" cy="166"/>
            </a:xfrm>
            <a:custGeom>
              <a:avLst/>
              <a:gdLst/>
              <a:ahLst/>
              <a:cxnLst>
                <a:cxn ang="0">
                  <a:pos x="47" y="19"/>
                </a:cxn>
                <a:cxn ang="0">
                  <a:pos x="32" y="17"/>
                </a:cxn>
                <a:cxn ang="0">
                  <a:pos x="20" y="23"/>
                </a:cxn>
                <a:cxn ang="0">
                  <a:pos x="29" y="30"/>
                </a:cxn>
                <a:cxn ang="0">
                  <a:pos x="34" y="32"/>
                </a:cxn>
                <a:cxn ang="0">
                  <a:pos x="52" y="54"/>
                </a:cxn>
                <a:cxn ang="0">
                  <a:pos x="21" y="80"/>
                </a:cxn>
                <a:cxn ang="0">
                  <a:pos x="0" y="77"/>
                </a:cxn>
                <a:cxn ang="0">
                  <a:pos x="0" y="60"/>
                </a:cxn>
                <a:cxn ang="0">
                  <a:pos x="18" y="63"/>
                </a:cxn>
                <a:cxn ang="0">
                  <a:pos x="32" y="56"/>
                </a:cxn>
                <a:cxn ang="0">
                  <a:pos x="23" y="48"/>
                </a:cxn>
                <a:cxn ang="0">
                  <a:pos x="19" y="47"/>
                </a:cxn>
                <a:cxn ang="0">
                  <a:pos x="0" y="24"/>
                </a:cxn>
                <a:cxn ang="0">
                  <a:pos x="28" y="0"/>
                </a:cxn>
                <a:cxn ang="0">
                  <a:pos x="47" y="3"/>
                </a:cxn>
                <a:cxn ang="0">
                  <a:pos x="47" y="19"/>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chemeClr val="tx1"/>
            </a:solidFill>
            <a:ln w="9525">
              <a:noFill/>
              <a:round/>
              <a:headEnd/>
              <a:tailEnd/>
            </a:ln>
          </p:spPr>
          <p:txBody>
            <a:bodyPr/>
            <a:lstStyle/>
            <a:p>
              <a:endParaRPr lang="en-US"/>
            </a:p>
          </p:txBody>
        </p:sp>
        <p:sp>
          <p:nvSpPr>
            <p:cNvPr id="15373" name="Freeform 13"/>
            <p:cNvSpPr>
              <a:spLocks/>
            </p:cNvSpPr>
            <p:nvPr/>
          </p:nvSpPr>
          <p:spPr bwMode="invGray">
            <a:xfrm>
              <a:off x="384" y="462"/>
              <a:ext cx="39" cy="81"/>
            </a:xfrm>
            <a:custGeom>
              <a:avLst/>
              <a:gdLst/>
              <a:ahLst/>
              <a:cxnLst>
                <a:cxn ang="0">
                  <a:pos x="19" y="10"/>
                </a:cxn>
                <a:cxn ang="0">
                  <a:pos x="10" y="0"/>
                </a:cxn>
                <a:cxn ang="0">
                  <a:pos x="0" y="10"/>
                </a:cxn>
                <a:cxn ang="0">
                  <a:pos x="0" y="30"/>
                </a:cxn>
                <a:cxn ang="0">
                  <a:pos x="10" y="39"/>
                </a:cxn>
                <a:cxn ang="0">
                  <a:pos x="19" y="30"/>
                </a:cxn>
                <a:cxn ang="0">
                  <a:pos x="19" y="10"/>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chemeClr val="tx1"/>
            </a:solidFill>
            <a:ln w="9525">
              <a:noFill/>
              <a:round/>
              <a:headEnd/>
              <a:tailEnd/>
            </a:ln>
          </p:spPr>
          <p:txBody>
            <a:bodyPr/>
            <a:lstStyle/>
            <a:p>
              <a:endParaRPr lang="en-US"/>
            </a:p>
          </p:txBody>
        </p:sp>
        <p:sp>
          <p:nvSpPr>
            <p:cNvPr id="15374" name="Freeform 14"/>
            <p:cNvSpPr>
              <a:spLocks/>
            </p:cNvSpPr>
            <p:nvPr/>
          </p:nvSpPr>
          <p:spPr bwMode="invGray">
            <a:xfrm>
              <a:off x="494" y="407"/>
              <a:ext cx="39" cy="136"/>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chemeClr val="tx1"/>
            </a:solidFill>
            <a:ln w="9525">
              <a:noFill/>
              <a:round/>
              <a:headEnd/>
              <a:tailEnd/>
            </a:ln>
          </p:spPr>
          <p:txBody>
            <a:bodyPr/>
            <a:lstStyle/>
            <a:p>
              <a:endParaRPr lang="en-US"/>
            </a:p>
          </p:txBody>
        </p:sp>
        <p:sp>
          <p:nvSpPr>
            <p:cNvPr id="15375" name="Freeform 15"/>
            <p:cNvSpPr>
              <a:spLocks/>
            </p:cNvSpPr>
            <p:nvPr/>
          </p:nvSpPr>
          <p:spPr bwMode="invGray">
            <a:xfrm>
              <a:off x="601" y="333"/>
              <a:ext cx="39" cy="249"/>
            </a:xfrm>
            <a:custGeom>
              <a:avLst/>
              <a:gdLst/>
              <a:ahLst/>
              <a:cxnLst>
                <a:cxn ang="0">
                  <a:pos x="19" y="9"/>
                </a:cxn>
                <a:cxn ang="0">
                  <a:pos x="10" y="0"/>
                </a:cxn>
                <a:cxn ang="0">
                  <a:pos x="0" y="9"/>
                </a:cxn>
                <a:cxn ang="0">
                  <a:pos x="0" y="111"/>
                </a:cxn>
                <a:cxn ang="0">
                  <a:pos x="10" y="120"/>
                </a:cxn>
                <a:cxn ang="0">
                  <a:pos x="19" y="111"/>
                </a:cxn>
                <a:cxn ang="0">
                  <a:pos x="19" y="9"/>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chemeClr val="tx1"/>
            </a:solidFill>
            <a:ln w="9525">
              <a:noFill/>
              <a:round/>
              <a:headEnd/>
              <a:tailEnd/>
            </a:ln>
          </p:spPr>
          <p:txBody>
            <a:bodyPr/>
            <a:lstStyle/>
            <a:p>
              <a:endParaRPr lang="en-US"/>
            </a:p>
          </p:txBody>
        </p:sp>
        <p:sp>
          <p:nvSpPr>
            <p:cNvPr id="15376" name="Freeform 16"/>
            <p:cNvSpPr>
              <a:spLocks/>
            </p:cNvSpPr>
            <p:nvPr/>
          </p:nvSpPr>
          <p:spPr bwMode="invGray">
            <a:xfrm>
              <a:off x="711" y="407"/>
              <a:ext cx="39" cy="136"/>
            </a:xfrm>
            <a:custGeom>
              <a:avLst/>
              <a:gdLst/>
              <a:ahLst/>
              <a:cxnLst>
                <a:cxn ang="0">
                  <a:pos x="19" y="9"/>
                </a:cxn>
                <a:cxn ang="0">
                  <a:pos x="9" y="0"/>
                </a:cxn>
                <a:cxn ang="0">
                  <a:pos x="0" y="9"/>
                </a:cxn>
                <a:cxn ang="0">
                  <a:pos x="0" y="56"/>
                </a:cxn>
                <a:cxn ang="0">
                  <a:pos x="9" y="65"/>
                </a:cxn>
                <a:cxn ang="0">
                  <a:pos x="19" y="56"/>
                </a:cxn>
                <a:cxn ang="0">
                  <a:pos x="19" y="9"/>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chemeClr val="tx1"/>
            </a:solidFill>
            <a:ln w="9525">
              <a:noFill/>
              <a:round/>
              <a:headEnd/>
              <a:tailEnd/>
            </a:ln>
          </p:spPr>
          <p:txBody>
            <a:bodyPr/>
            <a:lstStyle/>
            <a:p>
              <a:endParaRPr lang="en-US"/>
            </a:p>
          </p:txBody>
        </p:sp>
        <p:sp>
          <p:nvSpPr>
            <p:cNvPr id="15377" name="Freeform 17"/>
            <p:cNvSpPr>
              <a:spLocks/>
            </p:cNvSpPr>
            <p:nvPr/>
          </p:nvSpPr>
          <p:spPr bwMode="invGray">
            <a:xfrm>
              <a:off x="818" y="462"/>
              <a:ext cx="42" cy="81"/>
            </a:xfrm>
            <a:custGeom>
              <a:avLst/>
              <a:gdLst/>
              <a:ahLst/>
              <a:cxnLst>
                <a:cxn ang="0">
                  <a:pos x="20" y="10"/>
                </a:cxn>
                <a:cxn ang="0">
                  <a:pos x="10" y="0"/>
                </a:cxn>
                <a:cxn ang="0">
                  <a:pos x="0" y="10"/>
                </a:cxn>
                <a:cxn ang="0">
                  <a:pos x="0" y="30"/>
                </a:cxn>
                <a:cxn ang="0">
                  <a:pos x="10" y="39"/>
                </a:cxn>
                <a:cxn ang="0">
                  <a:pos x="20" y="30"/>
                </a:cxn>
                <a:cxn ang="0">
                  <a:pos x="20" y="10"/>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chemeClr val="tx1"/>
            </a:solidFill>
            <a:ln w="9525">
              <a:noFill/>
              <a:round/>
              <a:headEnd/>
              <a:tailEnd/>
            </a:ln>
          </p:spPr>
          <p:txBody>
            <a:bodyPr/>
            <a:lstStyle/>
            <a:p>
              <a:endParaRPr lang="en-US"/>
            </a:p>
          </p:txBody>
        </p:sp>
        <p:sp>
          <p:nvSpPr>
            <p:cNvPr id="15378" name="Freeform 18"/>
            <p:cNvSpPr>
              <a:spLocks/>
            </p:cNvSpPr>
            <p:nvPr/>
          </p:nvSpPr>
          <p:spPr bwMode="invGray">
            <a:xfrm>
              <a:off x="928" y="407"/>
              <a:ext cx="39" cy="136"/>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chemeClr val="tx1"/>
            </a:solidFill>
            <a:ln w="9525">
              <a:noFill/>
              <a:round/>
              <a:headEnd/>
              <a:tailEnd/>
            </a:ln>
          </p:spPr>
          <p:txBody>
            <a:bodyPr/>
            <a:lstStyle/>
            <a:p>
              <a:endParaRPr lang="en-US"/>
            </a:p>
          </p:txBody>
        </p:sp>
        <p:sp>
          <p:nvSpPr>
            <p:cNvPr id="15379" name="Freeform 19"/>
            <p:cNvSpPr>
              <a:spLocks/>
            </p:cNvSpPr>
            <p:nvPr/>
          </p:nvSpPr>
          <p:spPr bwMode="invGray">
            <a:xfrm>
              <a:off x="1037" y="333"/>
              <a:ext cx="40" cy="249"/>
            </a:xfrm>
            <a:custGeom>
              <a:avLst/>
              <a:gdLst/>
              <a:ahLst/>
              <a:cxnLst>
                <a:cxn ang="0">
                  <a:pos x="19" y="9"/>
                </a:cxn>
                <a:cxn ang="0">
                  <a:pos x="9" y="0"/>
                </a:cxn>
                <a:cxn ang="0">
                  <a:pos x="0" y="9"/>
                </a:cxn>
                <a:cxn ang="0">
                  <a:pos x="0" y="111"/>
                </a:cxn>
                <a:cxn ang="0">
                  <a:pos x="9" y="120"/>
                </a:cxn>
                <a:cxn ang="0">
                  <a:pos x="19" y="111"/>
                </a:cxn>
                <a:cxn ang="0">
                  <a:pos x="19" y="9"/>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chemeClr val="tx1"/>
            </a:solidFill>
            <a:ln w="9525">
              <a:noFill/>
              <a:round/>
              <a:headEnd/>
              <a:tailEnd/>
            </a:ln>
          </p:spPr>
          <p:txBody>
            <a:bodyPr/>
            <a:lstStyle/>
            <a:p>
              <a:endParaRPr lang="en-US"/>
            </a:p>
          </p:txBody>
        </p:sp>
        <p:sp>
          <p:nvSpPr>
            <p:cNvPr id="15380" name="Freeform 20"/>
            <p:cNvSpPr>
              <a:spLocks/>
            </p:cNvSpPr>
            <p:nvPr/>
          </p:nvSpPr>
          <p:spPr bwMode="invGray">
            <a:xfrm>
              <a:off x="1145" y="407"/>
              <a:ext cx="39" cy="136"/>
            </a:xfrm>
            <a:custGeom>
              <a:avLst/>
              <a:gdLst/>
              <a:ahLst/>
              <a:cxnLst>
                <a:cxn ang="0">
                  <a:pos x="19" y="9"/>
                </a:cxn>
                <a:cxn ang="0">
                  <a:pos x="10" y="0"/>
                </a:cxn>
                <a:cxn ang="0">
                  <a:pos x="0" y="9"/>
                </a:cxn>
                <a:cxn ang="0">
                  <a:pos x="0" y="56"/>
                </a:cxn>
                <a:cxn ang="0">
                  <a:pos x="10" y="65"/>
                </a:cxn>
                <a:cxn ang="0">
                  <a:pos x="19" y="56"/>
                </a:cxn>
                <a:cxn ang="0">
                  <a:pos x="19" y="9"/>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chemeClr val="tx1"/>
            </a:solidFill>
            <a:ln w="9525">
              <a:noFill/>
              <a:round/>
              <a:headEnd/>
              <a:tailEnd/>
            </a:ln>
          </p:spPr>
          <p:txBody>
            <a:bodyPr/>
            <a:lstStyle/>
            <a:p>
              <a:endParaRPr lang="en-US"/>
            </a:p>
          </p:txBody>
        </p:sp>
        <p:sp>
          <p:nvSpPr>
            <p:cNvPr id="15381" name="Freeform 21"/>
            <p:cNvSpPr>
              <a:spLocks/>
            </p:cNvSpPr>
            <p:nvPr/>
          </p:nvSpPr>
          <p:spPr bwMode="invGray">
            <a:xfrm>
              <a:off x="1254" y="462"/>
              <a:ext cx="40" cy="81"/>
            </a:xfrm>
            <a:custGeom>
              <a:avLst/>
              <a:gdLst/>
              <a:ahLst/>
              <a:cxnLst>
                <a:cxn ang="0">
                  <a:pos x="19" y="10"/>
                </a:cxn>
                <a:cxn ang="0">
                  <a:pos x="9" y="0"/>
                </a:cxn>
                <a:cxn ang="0">
                  <a:pos x="0" y="10"/>
                </a:cxn>
                <a:cxn ang="0">
                  <a:pos x="0" y="30"/>
                </a:cxn>
                <a:cxn ang="0">
                  <a:pos x="9" y="39"/>
                </a:cxn>
                <a:cxn ang="0">
                  <a:pos x="19" y="30"/>
                </a:cxn>
                <a:cxn ang="0">
                  <a:pos x="19" y="10"/>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chemeClr val="tx1"/>
            </a:solidFill>
            <a:ln w="9525">
              <a:noFill/>
              <a:round/>
              <a:headEnd/>
              <a:tailEnd/>
            </a:ln>
          </p:spPr>
          <p:txBody>
            <a:bodyPr/>
            <a:lstStyle/>
            <a:p>
              <a:endParaRPr lang="en-US"/>
            </a:p>
          </p:txBody>
        </p:sp>
      </p:grpSp>
      <p:sp>
        <p:nvSpPr>
          <p:cNvPr id="15382" name="Rectangle 22"/>
          <p:cNvSpPr>
            <a:spLocks noGrp="1" noChangeArrowheads="1"/>
          </p:cNvSpPr>
          <p:nvPr>
            <p:ph type="ctrTitle"/>
          </p:nvPr>
        </p:nvSpPr>
        <p:spPr bwMode="white">
          <a:xfrm>
            <a:off x="650875" y="2676525"/>
            <a:ext cx="3692525" cy="830263"/>
          </a:xfrm>
          <a:ln/>
        </p:spPr>
        <p:txBody>
          <a:bodyPr anchor="ctr"/>
          <a:lstStyle>
            <a:lvl1pPr>
              <a:defRPr sz="3000" b="0">
                <a:solidFill>
                  <a:srgbClr val="FFFFFF"/>
                </a:solidFill>
              </a:defRPr>
            </a:lvl1pPr>
          </a:lstStyle>
          <a:p>
            <a:r>
              <a:rPr lang="en-US"/>
              <a:t>Click To Edit Master Title Style</a:t>
            </a:r>
          </a:p>
        </p:txBody>
      </p:sp>
      <p:sp>
        <p:nvSpPr>
          <p:cNvPr id="15383" name="Rectangle 23"/>
          <p:cNvSpPr>
            <a:spLocks noGrp="1" noChangeArrowheads="1"/>
          </p:cNvSpPr>
          <p:nvPr>
            <p:ph type="subTitle" idx="1"/>
          </p:nvPr>
        </p:nvSpPr>
        <p:spPr>
          <a:xfrm>
            <a:off x="650875" y="4733925"/>
            <a:ext cx="6940550" cy="419100"/>
          </a:xfrm>
          <a:ln/>
        </p:spPr>
        <p:txBody>
          <a:bodyPr/>
          <a:lstStyle>
            <a:lvl1pPr marL="0" indent="0">
              <a:lnSpc>
                <a:spcPct val="90000"/>
              </a:lnSpc>
              <a:buFont typeface="Wingdings" pitchFamily="2" charset="2"/>
              <a:buNone/>
              <a:defRPr sz="2000" b="1">
                <a:solidFill>
                  <a:srgbClr val="C0C0C4"/>
                </a:solidFill>
              </a:defRPr>
            </a:lvl1pPr>
          </a:lstStyle>
          <a:p>
            <a:r>
              <a:rPr lang="en-US"/>
              <a:t>Click to Edit Master Subtitle Style</a:t>
            </a:r>
          </a:p>
        </p:txBody>
      </p:sp>
      <p:pic>
        <p:nvPicPr>
          <p:cNvPr id="15384" name="Picture 24" descr="MAE17639"/>
          <p:cNvPicPr>
            <a:picLocks noChangeAspect="1" noChangeArrowheads="1"/>
          </p:cNvPicPr>
          <p:nvPr/>
        </p:nvPicPr>
        <p:blipFill>
          <a:blip r:embed="rId2" cstate="print"/>
          <a:srcRect/>
          <a:stretch>
            <a:fillRect/>
          </a:stretch>
        </p:blipFill>
        <p:spPr bwMode="auto">
          <a:xfrm>
            <a:off x="4573588" y="1630363"/>
            <a:ext cx="4570412" cy="2743200"/>
          </a:xfrm>
          <a:prstGeom prst="rect">
            <a:avLst/>
          </a:prstGeom>
          <a:noFill/>
        </p:spPr>
      </p:pic>
      <p:pic>
        <p:nvPicPr>
          <p:cNvPr id="15385" name="Picture 25" descr="Cisco_Services07_white"/>
          <p:cNvPicPr>
            <a:picLocks noChangeAspect="1" noChangeArrowheads="1"/>
          </p:cNvPicPr>
          <p:nvPr/>
        </p:nvPicPr>
        <p:blipFill>
          <a:blip r:embed="rId3" cstate="print"/>
          <a:srcRect/>
          <a:stretch>
            <a:fillRect/>
          </a:stretch>
        </p:blipFill>
        <p:spPr bwMode="auto">
          <a:xfrm>
            <a:off x="6245225" y="5322888"/>
            <a:ext cx="2416175" cy="817562"/>
          </a:xfrm>
          <a:prstGeom prst="rect">
            <a:avLst/>
          </a:prstGeom>
          <a:noFill/>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1625" y="203200"/>
            <a:ext cx="2035175" cy="5149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41338" y="203200"/>
            <a:ext cx="5957887" cy="5149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0" y="0"/>
            <a:ext cx="9144000" cy="4013200"/>
          </a:xfrm>
          <a:prstGeom prst="rect">
            <a:avLst/>
          </a:prstGeom>
          <a:solidFill>
            <a:srgbClr val="306774"/>
          </a:solidFill>
          <a:ln w="9525" algn="ctr">
            <a:noFill/>
            <a:miter lim="800000"/>
            <a:headEnd/>
            <a:tailEnd/>
          </a:ln>
          <a:effectLst/>
        </p:spPr>
        <p:txBody>
          <a:bodyPr wrap="none" lIns="82124" tIns="41061" rIns="82124" bIns="41061" anchor="ctr"/>
          <a:lstStyle/>
          <a:p>
            <a:endParaRPr lang="en-US"/>
          </a:p>
        </p:txBody>
      </p:sp>
      <p:pic>
        <p:nvPicPr>
          <p:cNvPr id="18435" name="Picture 3" descr="white_logo"/>
          <p:cNvPicPr>
            <a:picLocks noChangeAspect="1" noChangeArrowheads="1"/>
          </p:cNvPicPr>
          <p:nvPr/>
        </p:nvPicPr>
        <p:blipFill>
          <a:blip r:embed="rId2" cstate="print"/>
          <a:srcRect/>
          <a:stretch>
            <a:fillRect/>
          </a:stretch>
        </p:blipFill>
        <p:spPr bwMode="auto">
          <a:xfrm>
            <a:off x="461963" y="485775"/>
            <a:ext cx="866775" cy="457200"/>
          </a:xfrm>
          <a:prstGeom prst="rect">
            <a:avLst/>
          </a:prstGeom>
          <a:noFill/>
        </p:spPr>
      </p:pic>
      <p:sp>
        <p:nvSpPr>
          <p:cNvPr id="18436" name="Rectangle 4"/>
          <p:cNvSpPr>
            <a:spLocks noGrp="1" noChangeArrowheads="1"/>
          </p:cNvSpPr>
          <p:nvPr>
            <p:ph type="ctrTitle"/>
          </p:nvPr>
        </p:nvSpPr>
        <p:spPr>
          <a:xfrm>
            <a:off x="1420813" y="1905000"/>
            <a:ext cx="6950075" cy="830263"/>
          </a:xfrm>
        </p:spPr>
        <p:txBody>
          <a:bodyPr anchor="t"/>
          <a:lstStyle>
            <a:lvl1pPr>
              <a:defRPr/>
            </a:lvl1pPr>
          </a:lstStyle>
          <a:p>
            <a:r>
              <a:rPr lang="en-US"/>
              <a:t>Click To Edit Master Title Style</a:t>
            </a:r>
          </a:p>
        </p:txBody>
      </p:sp>
      <p:sp>
        <p:nvSpPr>
          <p:cNvPr id="18437" name="Rectangle 5"/>
          <p:cNvSpPr>
            <a:spLocks noGrp="1" noChangeArrowheads="1"/>
          </p:cNvSpPr>
          <p:nvPr>
            <p:ph type="subTitle" idx="1"/>
          </p:nvPr>
        </p:nvSpPr>
        <p:spPr>
          <a:xfrm>
            <a:off x="1435100" y="4435475"/>
            <a:ext cx="6940550" cy="419100"/>
          </a:xfrm>
        </p:spPr>
        <p:txBody>
          <a:bodyPr/>
          <a:lstStyle>
            <a:lvl1pPr marL="0" indent="0">
              <a:lnSpc>
                <a:spcPct val="90000"/>
              </a:lnSpc>
              <a:buFontTx/>
              <a:buNone/>
              <a:defRPr sz="2000"/>
            </a:lvl1pPr>
          </a:lstStyle>
          <a:p>
            <a:r>
              <a:rPr lang="en-US"/>
              <a:t>Click to Edit Master Subtitle Style</a:t>
            </a:r>
          </a:p>
        </p:txBody>
      </p:sp>
      <p:sp>
        <p:nvSpPr>
          <p:cNvPr id="18438" name="AutoShape 6"/>
          <p:cNvSpPr>
            <a:spLocks noChangeArrowheads="1"/>
          </p:cNvSpPr>
          <p:nvPr/>
        </p:nvSpPr>
        <p:spPr bwMode="white">
          <a:xfrm rot="10800000">
            <a:off x="8756650" y="-9525"/>
            <a:ext cx="387350" cy="377825"/>
          </a:xfrm>
          <a:prstGeom prst="rtTriangle">
            <a:avLst/>
          </a:prstGeom>
          <a:solidFill>
            <a:srgbClr val="000000"/>
          </a:solidFill>
          <a:ln w="9525" algn="ctr">
            <a:noFill/>
            <a:miter lim="800000"/>
            <a:headEnd/>
            <a:tailEnd/>
          </a:ln>
          <a:effectLst/>
        </p:spPr>
        <p:txBody>
          <a:bodyPr wrap="none" lIns="82124" tIns="41061" rIns="82124" bIns="41061" anchor="ctr"/>
          <a:lstStyle/>
          <a:p>
            <a:endParaRPr lang="en-US"/>
          </a:p>
        </p:txBody>
      </p:sp>
      <p:sp>
        <p:nvSpPr>
          <p:cNvPr id="18439" name="Rectangle 7"/>
          <p:cNvSpPr>
            <a:spLocks noChangeArrowheads="1"/>
          </p:cNvSpPr>
          <p:nvPr/>
        </p:nvSpPr>
        <p:spPr bwMode="auto">
          <a:xfrm>
            <a:off x="0" y="6564313"/>
            <a:ext cx="9144000" cy="298450"/>
          </a:xfrm>
          <a:prstGeom prst="rect">
            <a:avLst/>
          </a:prstGeom>
          <a:solidFill>
            <a:srgbClr val="969696"/>
          </a:solidFill>
          <a:ln w="9525" algn="ctr">
            <a:noFill/>
            <a:miter lim="800000"/>
            <a:headEnd/>
            <a:tailEnd/>
          </a:ln>
          <a:effectLst/>
        </p:spPr>
        <p:txBody>
          <a:bodyPr wrap="none" lIns="82124" tIns="41061" rIns="82124" bIns="41061" anchor="ctr"/>
          <a:lstStyle/>
          <a:p>
            <a:endParaRPr lang="en-US"/>
          </a:p>
        </p:txBody>
      </p:sp>
      <p:sp>
        <p:nvSpPr>
          <p:cNvPr id="18440" name="Rectangle 8"/>
          <p:cNvSpPr>
            <a:spLocks noChangeArrowheads="1"/>
          </p:cNvSpPr>
          <p:nvPr/>
        </p:nvSpPr>
        <p:spPr bwMode="white">
          <a:xfrm>
            <a:off x="8820150" y="6597650"/>
            <a:ext cx="320675" cy="234950"/>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fld id="{4704531D-26FF-4BBB-B05C-B4651D445912}" type="slidenum">
              <a:rPr lang="en-US" sz="1000" b="0">
                <a:solidFill>
                  <a:srgbClr val="5F5F5F"/>
                </a:solidFill>
              </a:rPr>
              <a:pPr defTabSz="814388">
                <a:lnSpc>
                  <a:spcPct val="100000"/>
                </a:lnSpc>
              </a:pPr>
              <a:t>‹#›</a:t>
            </a:fld>
            <a:endParaRPr lang="en-US" sz="1000" b="0">
              <a:solidFill>
                <a:srgbClr val="5F5F5F"/>
              </a:solidFill>
            </a:endParaRPr>
          </a:p>
        </p:txBody>
      </p:sp>
      <p:sp>
        <p:nvSpPr>
          <p:cNvPr id="18441" name="Rectangle 9"/>
          <p:cNvSpPr>
            <a:spLocks noChangeArrowheads="1"/>
          </p:cNvSpPr>
          <p:nvPr/>
        </p:nvSpPr>
        <p:spPr bwMode="white">
          <a:xfrm>
            <a:off x="1863725" y="6669088"/>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5F5F5F"/>
                </a:solidFill>
              </a:rPr>
              <a:t>© 2006 Cisco Systems, Inc. All rights reserved.</a:t>
            </a:r>
          </a:p>
        </p:txBody>
      </p:sp>
      <p:sp>
        <p:nvSpPr>
          <p:cNvPr id="18442" name="Rectangle 10"/>
          <p:cNvSpPr>
            <a:spLocks noChangeArrowheads="1"/>
          </p:cNvSpPr>
          <p:nvPr/>
        </p:nvSpPr>
        <p:spPr bwMode="white">
          <a:xfrm>
            <a:off x="0" y="6565900"/>
            <a:ext cx="1112838" cy="295275"/>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5F5F5F"/>
                </a:solidFill>
              </a:rPr>
              <a:t>Session Number</a:t>
            </a:r>
          </a:p>
          <a:p>
            <a:pPr defTabSz="814388">
              <a:lnSpc>
                <a:spcPct val="100000"/>
              </a:lnSpc>
            </a:pPr>
            <a:r>
              <a:rPr lang="en-US" sz="700" b="0">
                <a:solidFill>
                  <a:srgbClr val="5F5F5F"/>
                </a:solidFill>
              </a:rPr>
              <a:t>Presentation_ID</a:t>
            </a:r>
          </a:p>
        </p:txBody>
      </p:sp>
      <p:sp>
        <p:nvSpPr>
          <p:cNvPr id="18443" name="Rectangle 11"/>
          <p:cNvSpPr>
            <a:spLocks noChangeArrowheads="1"/>
          </p:cNvSpPr>
          <p:nvPr/>
        </p:nvSpPr>
        <p:spPr bwMode="auto">
          <a:xfrm>
            <a:off x="7264400" y="6599238"/>
            <a:ext cx="1277938" cy="234950"/>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1000">
                <a:solidFill>
                  <a:srgbClr val="5F5F5F"/>
                </a:solidFill>
              </a:rPr>
              <a:t>Cisco Confidential</a:t>
            </a:r>
          </a:p>
        </p:txBody>
      </p:sp>
      <p:pic>
        <p:nvPicPr>
          <p:cNvPr id="18444" name="Picture 12" descr="CiscoService"/>
          <p:cNvPicPr>
            <a:picLocks noChangeAspect="1" noChangeArrowheads="1"/>
          </p:cNvPicPr>
          <p:nvPr/>
        </p:nvPicPr>
        <p:blipFill>
          <a:blip r:embed="rId3" cstate="print"/>
          <a:srcRect/>
          <a:stretch>
            <a:fillRect/>
          </a:stretch>
        </p:blipFill>
        <p:spPr bwMode="auto">
          <a:xfrm>
            <a:off x="5791200" y="228600"/>
            <a:ext cx="2895600" cy="763588"/>
          </a:xfrm>
          <a:prstGeom prst="rect">
            <a:avLst/>
          </a:prstGeom>
          <a:noFill/>
        </p:spPr>
      </p:pic>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41475"/>
            <a:ext cx="3894137" cy="4041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41475"/>
            <a:ext cx="3894138" cy="4041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8288" y="301625"/>
            <a:ext cx="1987550" cy="53816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301625"/>
            <a:ext cx="5810250" cy="53816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39763" y="3429000"/>
            <a:ext cx="3894137"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3429000"/>
            <a:ext cx="3894138"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1312863"/>
            <a:ext cx="1984375" cy="39719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39763" y="1312863"/>
            <a:ext cx="5803900" cy="3971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wipe dir="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39763" y="3429000"/>
            <a:ext cx="3894137"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3429000"/>
            <a:ext cx="3894138"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1312863"/>
            <a:ext cx="1984375" cy="39719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39763" y="1312863"/>
            <a:ext cx="5803900" cy="3971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0" y="0"/>
            <a:ext cx="9144000" cy="4013200"/>
          </a:xfrm>
          <a:prstGeom prst="rect">
            <a:avLst/>
          </a:prstGeom>
          <a:solidFill>
            <a:srgbClr val="306774"/>
          </a:solidFill>
          <a:ln w="9525" algn="ctr">
            <a:noFill/>
            <a:miter lim="800000"/>
            <a:headEnd/>
            <a:tailEnd/>
          </a:ln>
          <a:effectLst/>
        </p:spPr>
        <p:txBody>
          <a:bodyPr wrap="none" lIns="82124" tIns="41061" rIns="82124" bIns="41061" anchor="ctr"/>
          <a:lstStyle/>
          <a:p>
            <a:endParaRPr lang="en-US"/>
          </a:p>
        </p:txBody>
      </p:sp>
      <p:pic>
        <p:nvPicPr>
          <p:cNvPr id="31747" name="Picture 3" descr="white_logo"/>
          <p:cNvPicPr>
            <a:picLocks noChangeAspect="1" noChangeArrowheads="1"/>
          </p:cNvPicPr>
          <p:nvPr/>
        </p:nvPicPr>
        <p:blipFill>
          <a:blip r:embed="rId2" cstate="print"/>
          <a:srcRect/>
          <a:stretch>
            <a:fillRect/>
          </a:stretch>
        </p:blipFill>
        <p:spPr bwMode="auto">
          <a:xfrm>
            <a:off x="461963" y="485775"/>
            <a:ext cx="866775" cy="457200"/>
          </a:xfrm>
          <a:prstGeom prst="rect">
            <a:avLst/>
          </a:prstGeom>
          <a:noFill/>
        </p:spPr>
      </p:pic>
      <p:sp>
        <p:nvSpPr>
          <p:cNvPr id="31748" name="Rectangle 4"/>
          <p:cNvSpPr>
            <a:spLocks noGrp="1" noChangeArrowheads="1"/>
          </p:cNvSpPr>
          <p:nvPr>
            <p:ph type="ctrTitle"/>
          </p:nvPr>
        </p:nvSpPr>
        <p:spPr>
          <a:xfrm>
            <a:off x="1420813" y="1905000"/>
            <a:ext cx="6950075" cy="830263"/>
          </a:xfrm>
        </p:spPr>
        <p:txBody>
          <a:bodyPr anchor="t"/>
          <a:lstStyle>
            <a:lvl1pPr>
              <a:defRPr/>
            </a:lvl1pPr>
          </a:lstStyle>
          <a:p>
            <a:r>
              <a:rPr lang="en-US"/>
              <a:t>Click To Edit Master Title Style</a:t>
            </a:r>
          </a:p>
        </p:txBody>
      </p:sp>
      <p:sp>
        <p:nvSpPr>
          <p:cNvPr id="31749" name="Rectangle 5"/>
          <p:cNvSpPr>
            <a:spLocks noGrp="1" noChangeArrowheads="1"/>
          </p:cNvSpPr>
          <p:nvPr>
            <p:ph type="subTitle" idx="1"/>
          </p:nvPr>
        </p:nvSpPr>
        <p:spPr>
          <a:xfrm>
            <a:off x="1435100" y="4435475"/>
            <a:ext cx="6940550" cy="419100"/>
          </a:xfrm>
        </p:spPr>
        <p:txBody>
          <a:bodyPr/>
          <a:lstStyle>
            <a:lvl1pPr marL="0" indent="0">
              <a:lnSpc>
                <a:spcPct val="90000"/>
              </a:lnSpc>
              <a:buFontTx/>
              <a:buNone/>
              <a:defRPr sz="2000"/>
            </a:lvl1pPr>
          </a:lstStyle>
          <a:p>
            <a:r>
              <a:rPr lang="en-US"/>
              <a:t>Click to Edit Master Subtitle Style</a:t>
            </a:r>
          </a:p>
        </p:txBody>
      </p:sp>
      <p:sp>
        <p:nvSpPr>
          <p:cNvPr id="31750" name="AutoShape 6"/>
          <p:cNvSpPr>
            <a:spLocks noChangeArrowheads="1"/>
          </p:cNvSpPr>
          <p:nvPr/>
        </p:nvSpPr>
        <p:spPr bwMode="white">
          <a:xfrm rot="10800000">
            <a:off x="8756650" y="-9525"/>
            <a:ext cx="387350" cy="377825"/>
          </a:xfrm>
          <a:prstGeom prst="rtTriangle">
            <a:avLst/>
          </a:prstGeom>
          <a:solidFill>
            <a:srgbClr val="000000"/>
          </a:solidFill>
          <a:ln w="9525" algn="ctr">
            <a:noFill/>
            <a:miter lim="800000"/>
            <a:headEnd/>
            <a:tailEnd/>
          </a:ln>
          <a:effectLst/>
        </p:spPr>
        <p:txBody>
          <a:bodyPr wrap="none" lIns="82124" tIns="41061" rIns="82124" bIns="41061" anchor="ctr"/>
          <a:lstStyle/>
          <a:p>
            <a:endParaRPr lang="en-US"/>
          </a:p>
        </p:txBody>
      </p:sp>
      <p:sp>
        <p:nvSpPr>
          <p:cNvPr id="31751" name="Rectangle 7"/>
          <p:cNvSpPr>
            <a:spLocks noChangeArrowheads="1"/>
          </p:cNvSpPr>
          <p:nvPr/>
        </p:nvSpPr>
        <p:spPr bwMode="auto">
          <a:xfrm>
            <a:off x="0" y="6564313"/>
            <a:ext cx="9144000" cy="298450"/>
          </a:xfrm>
          <a:prstGeom prst="rect">
            <a:avLst/>
          </a:prstGeom>
          <a:solidFill>
            <a:srgbClr val="969696"/>
          </a:solidFill>
          <a:ln w="9525" algn="ctr">
            <a:noFill/>
            <a:miter lim="800000"/>
            <a:headEnd/>
            <a:tailEnd/>
          </a:ln>
          <a:effectLst/>
        </p:spPr>
        <p:txBody>
          <a:bodyPr wrap="none" lIns="82124" tIns="41061" rIns="82124" bIns="41061" anchor="ctr"/>
          <a:lstStyle/>
          <a:p>
            <a:endParaRPr lang="en-US"/>
          </a:p>
        </p:txBody>
      </p:sp>
      <p:sp>
        <p:nvSpPr>
          <p:cNvPr id="31752" name="Rectangle 8"/>
          <p:cNvSpPr>
            <a:spLocks noChangeArrowheads="1"/>
          </p:cNvSpPr>
          <p:nvPr/>
        </p:nvSpPr>
        <p:spPr bwMode="white">
          <a:xfrm>
            <a:off x="8820150" y="6597650"/>
            <a:ext cx="320675" cy="234950"/>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fld id="{99E3B48F-F98C-44B1-BEC0-447E6604BBA4}" type="slidenum">
              <a:rPr lang="en-US" sz="1000" b="0">
                <a:solidFill>
                  <a:srgbClr val="5F5F5F"/>
                </a:solidFill>
              </a:rPr>
              <a:pPr defTabSz="814388">
                <a:lnSpc>
                  <a:spcPct val="100000"/>
                </a:lnSpc>
              </a:pPr>
              <a:t>‹#›</a:t>
            </a:fld>
            <a:endParaRPr lang="en-US" sz="1000" b="0">
              <a:solidFill>
                <a:srgbClr val="5F5F5F"/>
              </a:solidFill>
            </a:endParaRPr>
          </a:p>
        </p:txBody>
      </p:sp>
      <p:sp>
        <p:nvSpPr>
          <p:cNvPr id="31753" name="Rectangle 9"/>
          <p:cNvSpPr>
            <a:spLocks noChangeArrowheads="1"/>
          </p:cNvSpPr>
          <p:nvPr/>
        </p:nvSpPr>
        <p:spPr bwMode="white">
          <a:xfrm>
            <a:off x="1863725" y="6669088"/>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5F5F5F"/>
                </a:solidFill>
              </a:rPr>
              <a:t>© 2006 Cisco Systems, Inc. All rights reserved.</a:t>
            </a:r>
          </a:p>
        </p:txBody>
      </p:sp>
      <p:sp>
        <p:nvSpPr>
          <p:cNvPr id="31754" name="Rectangle 10"/>
          <p:cNvSpPr>
            <a:spLocks noChangeArrowheads="1"/>
          </p:cNvSpPr>
          <p:nvPr/>
        </p:nvSpPr>
        <p:spPr bwMode="white">
          <a:xfrm>
            <a:off x="0" y="6565900"/>
            <a:ext cx="1112838" cy="295275"/>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5F5F5F"/>
                </a:solidFill>
              </a:rPr>
              <a:t>Session Number</a:t>
            </a:r>
          </a:p>
          <a:p>
            <a:pPr defTabSz="814388">
              <a:lnSpc>
                <a:spcPct val="100000"/>
              </a:lnSpc>
            </a:pPr>
            <a:r>
              <a:rPr lang="en-US" sz="700" b="0">
                <a:solidFill>
                  <a:srgbClr val="5F5F5F"/>
                </a:solidFill>
              </a:rPr>
              <a:t>Presentation_ID</a:t>
            </a:r>
          </a:p>
        </p:txBody>
      </p:sp>
      <p:sp>
        <p:nvSpPr>
          <p:cNvPr id="31755" name="Rectangle 11"/>
          <p:cNvSpPr>
            <a:spLocks noChangeArrowheads="1"/>
          </p:cNvSpPr>
          <p:nvPr/>
        </p:nvSpPr>
        <p:spPr bwMode="auto">
          <a:xfrm>
            <a:off x="7264400" y="6599238"/>
            <a:ext cx="1277938" cy="234950"/>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1000">
                <a:solidFill>
                  <a:srgbClr val="5F5F5F"/>
                </a:solidFill>
              </a:rPr>
              <a:t>Cisco Confidential</a:t>
            </a:r>
          </a:p>
        </p:txBody>
      </p:sp>
      <p:pic>
        <p:nvPicPr>
          <p:cNvPr id="31756" name="Picture 12" descr="CiscoService"/>
          <p:cNvPicPr>
            <a:picLocks noChangeAspect="1" noChangeArrowheads="1"/>
          </p:cNvPicPr>
          <p:nvPr/>
        </p:nvPicPr>
        <p:blipFill>
          <a:blip r:embed="rId3" cstate="print"/>
          <a:srcRect/>
          <a:stretch>
            <a:fillRect/>
          </a:stretch>
        </p:blipFill>
        <p:spPr bwMode="auto">
          <a:xfrm>
            <a:off x="5791200" y="228600"/>
            <a:ext cx="2895600" cy="763588"/>
          </a:xfrm>
          <a:prstGeom prst="rect">
            <a:avLst/>
          </a:prstGeom>
          <a:noFill/>
        </p:spPr>
      </p:pic>
    </p:spTree>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41475"/>
            <a:ext cx="3894137" cy="4041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41475"/>
            <a:ext cx="3894138" cy="4041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8288" y="301625"/>
            <a:ext cx="1987550" cy="53816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301625"/>
            <a:ext cx="5810250" cy="53816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wipe dir="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wipe dir="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39763" y="3429000"/>
            <a:ext cx="3894137"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3429000"/>
            <a:ext cx="3894138"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1312863"/>
            <a:ext cx="1984375" cy="39719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39763" y="1312863"/>
            <a:ext cx="5803900" cy="3971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wipe dir="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39763" y="3429000"/>
            <a:ext cx="3894137"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3429000"/>
            <a:ext cx="3894138"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1312863"/>
            <a:ext cx="1984375" cy="39719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39763" y="1312863"/>
            <a:ext cx="5803900" cy="3971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0" y="0"/>
            <a:ext cx="9144000" cy="4013200"/>
          </a:xfrm>
          <a:prstGeom prst="rect">
            <a:avLst/>
          </a:prstGeom>
          <a:solidFill>
            <a:srgbClr val="306774"/>
          </a:solidFill>
          <a:ln w="9525" algn="ctr">
            <a:noFill/>
            <a:miter lim="800000"/>
            <a:headEnd/>
            <a:tailEnd/>
          </a:ln>
          <a:effectLst/>
        </p:spPr>
        <p:txBody>
          <a:bodyPr wrap="none" lIns="82124" tIns="41061" rIns="82124" bIns="41061" anchor="ctr"/>
          <a:lstStyle/>
          <a:p>
            <a:endParaRPr lang="en-US"/>
          </a:p>
        </p:txBody>
      </p:sp>
      <p:pic>
        <p:nvPicPr>
          <p:cNvPr id="38915" name="Picture 3" descr="white_logo"/>
          <p:cNvPicPr>
            <a:picLocks noChangeAspect="1" noChangeArrowheads="1"/>
          </p:cNvPicPr>
          <p:nvPr/>
        </p:nvPicPr>
        <p:blipFill>
          <a:blip r:embed="rId2" cstate="print"/>
          <a:srcRect/>
          <a:stretch>
            <a:fillRect/>
          </a:stretch>
        </p:blipFill>
        <p:spPr bwMode="auto">
          <a:xfrm>
            <a:off x="461963" y="485775"/>
            <a:ext cx="866775" cy="457200"/>
          </a:xfrm>
          <a:prstGeom prst="rect">
            <a:avLst/>
          </a:prstGeom>
          <a:noFill/>
        </p:spPr>
      </p:pic>
      <p:sp>
        <p:nvSpPr>
          <p:cNvPr id="38916" name="Rectangle 4"/>
          <p:cNvSpPr>
            <a:spLocks noGrp="1" noChangeArrowheads="1"/>
          </p:cNvSpPr>
          <p:nvPr>
            <p:ph type="ctrTitle"/>
          </p:nvPr>
        </p:nvSpPr>
        <p:spPr>
          <a:xfrm>
            <a:off x="1420813" y="1905000"/>
            <a:ext cx="6950075" cy="830263"/>
          </a:xfrm>
        </p:spPr>
        <p:txBody>
          <a:bodyPr anchor="t"/>
          <a:lstStyle>
            <a:lvl1pPr>
              <a:defRPr/>
            </a:lvl1pPr>
          </a:lstStyle>
          <a:p>
            <a:r>
              <a:rPr lang="en-US"/>
              <a:t>Click To Edit Master Title Style</a:t>
            </a:r>
          </a:p>
        </p:txBody>
      </p:sp>
      <p:sp>
        <p:nvSpPr>
          <p:cNvPr id="38917" name="Rectangle 5"/>
          <p:cNvSpPr>
            <a:spLocks noGrp="1" noChangeArrowheads="1"/>
          </p:cNvSpPr>
          <p:nvPr>
            <p:ph type="subTitle" idx="1"/>
          </p:nvPr>
        </p:nvSpPr>
        <p:spPr>
          <a:xfrm>
            <a:off x="1435100" y="4435475"/>
            <a:ext cx="6940550" cy="419100"/>
          </a:xfrm>
        </p:spPr>
        <p:txBody>
          <a:bodyPr/>
          <a:lstStyle>
            <a:lvl1pPr marL="0" indent="0">
              <a:lnSpc>
                <a:spcPct val="90000"/>
              </a:lnSpc>
              <a:buFontTx/>
              <a:buNone/>
              <a:defRPr sz="2000"/>
            </a:lvl1pPr>
          </a:lstStyle>
          <a:p>
            <a:r>
              <a:rPr lang="en-US"/>
              <a:t>Click to Edit Master Subtitle Style</a:t>
            </a:r>
          </a:p>
        </p:txBody>
      </p:sp>
      <p:sp>
        <p:nvSpPr>
          <p:cNvPr id="38918" name="AutoShape 6"/>
          <p:cNvSpPr>
            <a:spLocks noChangeArrowheads="1"/>
          </p:cNvSpPr>
          <p:nvPr/>
        </p:nvSpPr>
        <p:spPr bwMode="white">
          <a:xfrm rot="10800000">
            <a:off x="8756650" y="-9525"/>
            <a:ext cx="387350" cy="377825"/>
          </a:xfrm>
          <a:prstGeom prst="rtTriangle">
            <a:avLst/>
          </a:prstGeom>
          <a:solidFill>
            <a:srgbClr val="000000"/>
          </a:solidFill>
          <a:ln w="9525" algn="ctr">
            <a:noFill/>
            <a:miter lim="800000"/>
            <a:headEnd/>
            <a:tailEnd/>
          </a:ln>
          <a:effectLst/>
        </p:spPr>
        <p:txBody>
          <a:bodyPr wrap="none" lIns="82124" tIns="41061" rIns="82124" bIns="41061" anchor="ctr"/>
          <a:lstStyle/>
          <a:p>
            <a:endParaRPr lang="en-US"/>
          </a:p>
        </p:txBody>
      </p:sp>
      <p:sp>
        <p:nvSpPr>
          <p:cNvPr id="38919" name="Rectangle 7"/>
          <p:cNvSpPr>
            <a:spLocks noChangeArrowheads="1"/>
          </p:cNvSpPr>
          <p:nvPr/>
        </p:nvSpPr>
        <p:spPr bwMode="auto">
          <a:xfrm>
            <a:off x="0" y="6564313"/>
            <a:ext cx="9144000" cy="298450"/>
          </a:xfrm>
          <a:prstGeom prst="rect">
            <a:avLst/>
          </a:prstGeom>
          <a:solidFill>
            <a:srgbClr val="969696"/>
          </a:solidFill>
          <a:ln w="9525" algn="ctr">
            <a:noFill/>
            <a:miter lim="800000"/>
            <a:headEnd/>
            <a:tailEnd/>
          </a:ln>
          <a:effectLst/>
        </p:spPr>
        <p:txBody>
          <a:bodyPr wrap="none" lIns="82124" tIns="41061" rIns="82124" bIns="41061" anchor="ctr"/>
          <a:lstStyle/>
          <a:p>
            <a:endParaRPr lang="en-US"/>
          </a:p>
        </p:txBody>
      </p:sp>
      <p:sp>
        <p:nvSpPr>
          <p:cNvPr id="38920" name="Rectangle 8"/>
          <p:cNvSpPr>
            <a:spLocks noChangeArrowheads="1"/>
          </p:cNvSpPr>
          <p:nvPr/>
        </p:nvSpPr>
        <p:spPr bwMode="white">
          <a:xfrm>
            <a:off x="8820150" y="6597650"/>
            <a:ext cx="320675" cy="234950"/>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fld id="{01949C8C-7408-4A47-AA09-474A09962F3C}" type="slidenum">
              <a:rPr lang="en-US" sz="1000" b="0">
                <a:solidFill>
                  <a:srgbClr val="5F5F5F"/>
                </a:solidFill>
              </a:rPr>
              <a:pPr defTabSz="814388">
                <a:lnSpc>
                  <a:spcPct val="100000"/>
                </a:lnSpc>
              </a:pPr>
              <a:t>‹#›</a:t>
            </a:fld>
            <a:endParaRPr lang="en-US" sz="1000" b="0">
              <a:solidFill>
                <a:srgbClr val="5F5F5F"/>
              </a:solidFill>
            </a:endParaRPr>
          </a:p>
        </p:txBody>
      </p:sp>
      <p:sp>
        <p:nvSpPr>
          <p:cNvPr id="38921" name="Rectangle 9"/>
          <p:cNvSpPr>
            <a:spLocks noChangeArrowheads="1"/>
          </p:cNvSpPr>
          <p:nvPr/>
        </p:nvSpPr>
        <p:spPr bwMode="white">
          <a:xfrm>
            <a:off x="1863725" y="6669088"/>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5F5F5F"/>
                </a:solidFill>
              </a:rPr>
              <a:t>© 2006 Cisco Systems, Inc. All rights reserved.</a:t>
            </a:r>
          </a:p>
        </p:txBody>
      </p:sp>
      <p:sp>
        <p:nvSpPr>
          <p:cNvPr id="38922" name="Rectangle 10"/>
          <p:cNvSpPr>
            <a:spLocks noChangeArrowheads="1"/>
          </p:cNvSpPr>
          <p:nvPr/>
        </p:nvSpPr>
        <p:spPr bwMode="white">
          <a:xfrm>
            <a:off x="0" y="6565900"/>
            <a:ext cx="1112838" cy="295275"/>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5F5F5F"/>
                </a:solidFill>
              </a:rPr>
              <a:t>Session Number</a:t>
            </a:r>
          </a:p>
          <a:p>
            <a:pPr defTabSz="814388">
              <a:lnSpc>
                <a:spcPct val="100000"/>
              </a:lnSpc>
            </a:pPr>
            <a:r>
              <a:rPr lang="en-US" sz="700" b="0">
                <a:solidFill>
                  <a:srgbClr val="5F5F5F"/>
                </a:solidFill>
              </a:rPr>
              <a:t>Presentation_ID</a:t>
            </a:r>
          </a:p>
        </p:txBody>
      </p:sp>
      <p:sp>
        <p:nvSpPr>
          <p:cNvPr id="38923" name="Rectangle 11"/>
          <p:cNvSpPr>
            <a:spLocks noChangeArrowheads="1"/>
          </p:cNvSpPr>
          <p:nvPr/>
        </p:nvSpPr>
        <p:spPr bwMode="auto">
          <a:xfrm>
            <a:off x="7264400" y="6599238"/>
            <a:ext cx="1277938" cy="234950"/>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1000">
                <a:solidFill>
                  <a:srgbClr val="5F5F5F"/>
                </a:solidFill>
              </a:rPr>
              <a:t>Cisco Confidential</a:t>
            </a:r>
          </a:p>
        </p:txBody>
      </p:sp>
      <p:pic>
        <p:nvPicPr>
          <p:cNvPr id="38924" name="Picture 12" descr="CiscoService"/>
          <p:cNvPicPr>
            <a:picLocks noChangeAspect="1" noChangeArrowheads="1"/>
          </p:cNvPicPr>
          <p:nvPr/>
        </p:nvPicPr>
        <p:blipFill>
          <a:blip r:embed="rId3" cstate="print"/>
          <a:srcRect/>
          <a:stretch>
            <a:fillRect/>
          </a:stretch>
        </p:blipFill>
        <p:spPr bwMode="auto">
          <a:xfrm>
            <a:off x="5791200" y="228600"/>
            <a:ext cx="2895600" cy="763588"/>
          </a:xfrm>
          <a:prstGeom prst="rect">
            <a:avLst/>
          </a:prstGeom>
          <a:noFill/>
        </p:spPr>
      </p:pic>
    </p:spTree>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641475"/>
            <a:ext cx="3894137" cy="4041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641475"/>
            <a:ext cx="3894138" cy="4041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8288" y="301625"/>
            <a:ext cx="1987550" cy="53816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301625"/>
            <a:ext cx="5810250" cy="53816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wipe dir="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wipe dir="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39763" y="3429000"/>
            <a:ext cx="3894137"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3429000"/>
            <a:ext cx="3894138"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1312863"/>
            <a:ext cx="1984375" cy="39719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39763" y="1312863"/>
            <a:ext cx="5803900" cy="3971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Tree>
  </p:cSld>
  <p:clrMapOvr>
    <a:masterClrMapping/>
  </p:clrMapOvr>
  <p:transition>
    <p:wipe dir="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transition>
    <p:wipe dir="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39763" y="3429000"/>
            <a:ext cx="3894137"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3429000"/>
            <a:ext cx="3894138" cy="1855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wipe dir="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transition>
    <p:wipe dir="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6063" y="1312863"/>
            <a:ext cx="1984375" cy="39719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39763" y="1312863"/>
            <a:ext cx="5803900" cy="39719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ransition>
    <p:wipe dir="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44386" name="Picture 2" descr="PPt_CoverArt1"/>
          <p:cNvPicPr>
            <a:picLocks noChangeAspect="1" noChangeArrowheads="1"/>
          </p:cNvPicPr>
          <p:nvPr/>
        </p:nvPicPr>
        <p:blipFill>
          <a:blip r:embed="rId2" cstate="print"/>
          <a:srcRect/>
          <a:stretch>
            <a:fillRect/>
          </a:stretch>
        </p:blipFill>
        <p:spPr bwMode="auto">
          <a:xfrm>
            <a:off x="0" y="1893888"/>
            <a:ext cx="9140825" cy="2449512"/>
          </a:xfrm>
          <a:prstGeom prst="rect">
            <a:avLst/>
          </a:prstGeom>
          <a:noFill/>
        </p:spPr>
      </p:pic>
      <p:sp>
        <p:nvSpPr>
          <p:cNvPr id="144387" name="Rectangle 3"/>
          <p:cNvSpPr>
            <a:spLocks noChangeArrowheads="1"/>
          </p:cNvSpPr>
          <p:nvPr/>
        </p:nvSpPr>
        <p:spPr bwMode="auto">
          <a:xfrm>
            <a:off x="4498975"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D3D3D3"/>
                </a:solidFill>
              </a:rPr>
              <a:t>© 2007 Cisco Systems, Inc. All rights reserved.</a:t>
            </a:r>
          </a:p>
        </p:txBody>
      </p:sp>
      <p:sp>
        <p:nvSpPr>
          <p:cNvPr id="144388" name="Rectangle 4"/>
          <p:cNvSpPr>
            <a:spLocks noChangeArrowheads="1"/>
          </p:cNvSpPr>
          <p:nvPr/>
        </p:nvSpPr>
        <p:spPr bwMode="auto">
          <a:xfrm>
            <a:off x="6896100" y="6672263"/>
            <a:ext cx="877888"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D3D3D3"/>
                </a:solidFill>
              </a:rPr>
              <a:t>Cisco Confidential</a:t>
            </a:r>
          </a:p>
        </p:txBody>
      </p:sp>
      <p:sp>
        <p:nvSpPr>
          <p:cNvPr id="144389" name="Rectangle 5"/>
          <p:cNvSpPr>
            <a:spLocks noChangeArrowheads="1"/>
          </p:cNvSpPr>
          <p:nvPr/>
        </p:nvSpPr>
        <p:spPr bwMode="auto">
          <a:xfrm>
            <a:off x="193675" y="6672263"/>
            <a:ext cx="962025" cy="188912"/>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D3D3D3"/>
                </a:solidFill>
              </a:rPr>
              <a:t>Presentation_ID</a:t>
            </a:r>
          </a:p>
        </p:txBody>
      </p:sp>
      <p:sp>
        <p:nvSpPr>
          <p:cNvPr id="144390" name="Rectangle 6"/>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D54322E0-E895-40C3-811A-1D457ADF2709}" type="slidenum">
              <a:rPr lang="en-US" sz="1000" b="0">
                <a:solidFill>
                  <a:srgbClr val="D3D3D3"/>
                </a:solidFill>
              </a:rPr>
              <a:pPr algn="r" defTabSz="814388">
                <a:lnSpc>
                  <a:spcPct val="100000"/>
                </a:lnSpc>
              </a:pPr>
              <a:t>‹#›</a:t>
            </a:fld>
            <a:endParaRPr lang="en-US" sz="1000" b="0">
              <a:solidFill>
                <a:srgbClr val="D3D3D3"/>
              </a:solidFill>
            </a:endParaRPr>
          </a:p>
        </p:txBody>
      </p:sp>
      <p:sp>
        <p:nvSpPr>
          <p:cNvPr id="144391"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44392"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pic>
        <p:nvPicPr>
          <p:cNvPr id="144393" name="Picture 9"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44394" name="Picture 10"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p:spPr>
      </p:pic>
    </p:spTree>
  </p:cSld>
  <p:clrMapOvr>
    <a:masterClrMapping/>
  </p:clrMapOvr>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702175" y="2014538"/>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55638" y="798513"/>
            <a:ext cx="8145462" cy="47879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2014538"/>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876675"/>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AndTx" preserve="1">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55638" y="2014538"/>
            <a:ext cx="3894137"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55638" y="3876675"/>
            <a:ext cx="3894137"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702175" y="2014538"/>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2" Type="http://schemas.openxmlformats.org/officeDocument/2006/relationships/theme" Target="../theme/theme3.xml"/><Relationship Id="rId13" Type="http://schemas.openxmlformats.org/officeDocument/2006/relationships/image" Target="../media/image5.jpeg"/><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4.xml"/><Relationship Id="rId12" Type="http://schemas.openxmlformats.org/officeDocument/2006/relationships/theme" Target="../theme/theme4.xml"/><Relationship Id="rId13" Type="http://schemas.openxmlformats.org/officeDocument/2006/relationships/image" Target="../media/image5.jpeg"/><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5.xml"/><Relationship Id="rId12" Type="http://schemas.openxmlformats.org/officeDocument/2006/relationships/theme" Target="../theme/theme5.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9" Type="http://schemas.openxmlformats.org/officeDocument/2006/relationships/slideLayout" Target="../slideLayouts/slideLayout53.xml"/><Relationship Id="rId10"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66.xml"/><Relationship Id="rId12" Type="http://schemas.openxmlformats.org/officeDocument/2006/relationships/theme" Target="../theme/theme6.xml"/><Relationship Id="rId13" Type="http://schemas.openxmlformats.org/officeDocument/2006/relationships/image" Target="../media/image5.jpeg"/><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11" Type="http://schemas.openxmlformats.org/officeDocument/2006/relationships/slideLayout" Target="../slideLayouts/slideLayout77.xml"/><Relationship Id="rId12" Type="http://schemas.openxmlformats.org/officeDocument/2006/relationships/theme" Target="../theme/theme7.xml"/><Relationship Id="rId13" Type="http://schemas.openxmlformats.org/officeDocument/2006/relationships/image" Target="../media/image5.jpeg"/><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9" Type="http://schemas.openxmlformats.org/officeDocument/2006/relationships/slideLayout" Target="../slideLayouts/slideLayout75.xml"/><Relationship Id="rId10"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11" Type="http://schemas.openxmlformats.org/officeDocument/2006/relationships/slideLayout" Target="../slideLayouts/slideLayout88.xml"/><Relationship Id="rId12" Type="http://schemas.openxmlformats.org/officeDocument/2006/relationships/theme" Target="../theme/theme8.xml"/><Relationship Id="rId1" Type="http://schemas.openxmlformats.org/officeDocument/2006/relationships/slideLayout" Target="../slideLayouts/slideLayout78.xml"/><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9" Type="http://schemas.openxmlformats.org/officeDocument/2006/relationships/slideLayout" Target="../slideLayouts/slideLayout86.xml"/><Relationship Id="rId10"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11" Type="http://schemas.openxmlformats.org/officeDocument/2006/relationships/slideLayout" Target="../slideLayouts/slideLayout99.xml"/><Relationship Id="rId12" Type="http://schemas.openxmlformats.org/officeDocument/2006/relationships/theme" Target="../theme/theme9.xml"/><Relationship Id="rId13" Type="http://schemas.openxmlformats.org/officeDocument/2006/relationships/image" Target="../media/image5.jpeg"/><Relationship Id="rId1" Type="http://schemas.openxmlformats.org/officeDocument/2006/relationships/slideLayout" Target="../slideLayouts/slideLayout89.xml"/><Relationship Id="rId2" Type="http://schemas.openxmlformats.org/officeDocument/2006/relationships/slideLayout" Target="../slideLayouts/slideLayout90.xml"/><Relationship Id="rId3" Type="http://schemas.openxmlformats.org/officeDocument/2006/relationships/slideLayout" Target="../slideLayouts/slideLayout91.xml"/><Relationship Id="rId4" Type="http://schemas.openxmlformats.org/officeDocument/2006/relationships/slideLayout" Target="../slideLayouts/slideLayout92.xml"/><Relationship Id="rId5" Type="http://schemas.openxmlformats.org/officeDocument/2006/relationships/slideLayout" Target="../slideLayouts/slideLayout93.xml"/><Relationship Id="rId6" Type="http://schemas.openxmlformats.org/officeDocument/2006/relationships/slideLayout" Target="../slideLayouts/slideLayout94.xml"/><Relationship Id="rId7" Type="http://schemas.openxmlformats.org/officeDocument/2006/relationships/slideLayout" Target="../slideLayouts/slideLayout95.xml"/><Relationship Id="rId8" Type="http://schemas.openxmlformats.org/officeDocument/2006/relationships/slideLayout" Target="../slideLayouts/slideLayout96.xml"/><Relationship Id="rId9" Type="http://schemas.openxmlformats.org/officeDocument/2006/relationships/slideLayout" Target="../slideLayouts/slideLayout97.xml"/><Relationship Id="rId10" Type="http://schemas.openxmlformats.org/officeDocument/2006/relationships/slideLayout" Target="../slideLayouts/slideLayout98.xml"/></Relationships>
</file>

<file path=ppt/slideMasters/_rels/slideMaster10.xml.rels><?xml version="1.0" encoding="UTF-8" standalone="yes"?>
<Relationships xmlns="http://schemas.openxmlformats.org/package/2006/relationships"><Relationship Id="rId11" Type="http://schemas.openxmlformats.org/officeDocument/2006/relationships/slideLayout" Target="../slideLayouts/slideLayout110.xml"/><Relationship Id="rId12" Type="http://schemas.openxmlformats.org/officeDocument/2006/relationships/theme" Target="../theme/theme10.xml"/><Relationship Id="rId13" Type="http://schemas.openxmlformats.org/officeDocument/2006/relationships/image" Target="../media/image5.jpeg"/><Relationship Id="rId1" Type="http://schemas.openxmlformats.org/officeDocument/2006/relationships/slideLayout" Target="../slideLayouts/slideLayout100.xml"/><Relationship Id="rId2" Type="http://schemas.openxmlformats.org/officeDocument/2006/relationships/slideLayout" Target="../slideLayouts/slideLayout101.xml"/><Relationship Id="rId3" Type="http://schemas.openxmlformats.org/officeDocument/2006/relationships/slideLayout" Target="../slideLayouts/slideLayout102.xml"/><Relationship Id="rId4" Type="http://schemas.openxmlformats.org/officeDocument/2006/relationships/slideLayout" Target="../slideLayouts/slideLayout103.xml"/><Relationship Id="rId5" Type="http://schemas.openxmlformats.org/officeDocument/2006/relationships/slideLayout" Target="../slideLayouts/slideLayout104.xml"/><Relationship Id="rId6" Type="http://schemas.openxmlformats.org/officeDocument/2006/relationships/slideLayout" Target="../slideLayouts/slideLayout105.xml"/><Relationship Id="rId7" Type="http://schemas.openxmlformats.org/officeDocument/2006/relationships/slideLayout" Target="../slideLayouts/slideLayout106.xml"/><Relationship Id="rId8" Type="http://schemas.openxmlformats.org/officeDocument/2006/relationships/slideLayout" Target="../slideLayouts/slideLayout107.xml"/><Relationship Id="rId9" Type="http://schemas.openxmlformats.org/officeDocument/2006/relationships/slideLayout" Target="../slideLayouts/slideLayout108.xml"/><Relationship Id="rId10" Type="http://schemas.openxmlformats.org/officeDocument/2006/relationships/slideLayout" Target="../slideLayouts/slideLayout109.xml"/></Relationships>
</file>

<file path=ppt/slideMasters/_rels/slideMaster11.xml.rels><?xml version="1.0" encoding="UTF-8" standalone="yes"?>
<Relationships xmlns="http://schemas.openxmlformats.org/package/2006/relationships"><Relationship Id="rId11" Type="http://schemas.openxmlformats.org/officeDocument/2006/relationships/slideLayout" Target="../slideLayouts/slideLayout121.xml"/><Relationship Id="rId12" Type="http://schemas.openxmlformats.org/officeDocument/2006/relationships/slideLayout" Target="../slideLayouts/slideLayout122.xml"/><Relationship Id="rId13" Type="http://schemas.openxmlformats.org/officeDocument/2006/relationships/slideLayout" Target="../slideLayouts/slideLayout123.xml"/><Relationship Id="rId14" Type="http://schemas.openxmlformats.org/officeDocument/2006/relationships/slideLayout" Target="../slideLayouts/slideLayout124.xml"/><Relationship Id="rId15" Type="http://schemas.openxmlformats.org/officeDocument/2006/relationships/slideLayout" Target="../slideLayouts/slideLayout125.xml"/><Relationship Id="rId16" Type="http://schemas.openxmlformats.org/officeDocument/2006/relationships/theme" Target="../theme/theme11.xml"/><Relationship Id="rId17" Type="http://schemas.openxmlformats.org/officeDocument/2006/relationships/image" Target="../media/image6.jpeg"/><Relationship Id="rId1" Type="http://schemas.openxmlformats.org/officeDocument/2006/relationships/slideLayout" Target="../slideLayouts/slideLayout111.xml"/><Relationship Id="rId2" Type="http://schemas.openxmlformats.org/officeDocument/2006/relationships/slideLayout" Target="../slideLayouts/slideLayout112.xml"/><Relationship Id="rId3" Type="http://schemas.openxmlformats.org/officeDocument/2006/relationships/slideLayout" Target="../slideLayouts/slideLayout113.xml"/><Relationship Id="rId4" Type="http://schemas.openxmlformats.org/officeDocument/2006/relationships/slideLayout" Target="../slideLayouts/slideLayout114.xml"/><Relationship Id="rId5" Type="http://schemas.openxmlformats.org/officeDocument/2006/relationships/slideLayout" Target="../slideLayouts/slideLayout115.xml"/><Relationship Id="rId6" Type="http://schemas.openxmlformats.org/officeDocument/2006/relationships/slideLayout" Target="../slideLayouts/slideLayout116.xml"/><Relationship Id="rId7" Type="http://schemas.openxmlformats.org/officeDocument/2006/relationships/slideLayout" Target="../slideLayouts/slideLayout117.xml"/><Relationship Id="rId8" Type="http://schemas.openxmlformats.org/officeDocument/2006/relationships/slideLayout" Target="../slideLayouts/slideLayout118.xml"/><Relationship Id="rId9" Type="http://schemas.openxmlformats.org/officeDocument/2006/relationships/slideLayout" Target="../slideLayouts/slideLayout119.xml"/><Relationship Id="rId10" Type="http://schemas.openxmlformats.org/officeDocument/2006/relationships/slideLayout" Target="../slideLayouts/slideLayout1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541338" y="203200"/>
            <a:ext cx="8145462" cy="838200"/>
          </a:xfrm>
          <a:prstGeom prst="rect">
            <a:avLst/>
          </a:prstGeom>
          <a:noFill/>
          <a:ln w="9525" algn="ctr">
            <a:noFill/>
            <a:miter lim="800000"/>
            <a:headEnd/>
            <a:tailEnd/>
          </a:ln>
          <a:effec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4339" name="Rectangle 3"/>
          <p:cNvSpPr>
            <a:spLocks noChangeArrowheads="1"/>
          </p:cNvSpPr>
          <p:nvPr/>
        </p:nvSpPr>
        <p:spPr bwMode="auto">
          <a:xfrm>
            <a:off x="0" y="0"/>
            <a:ext cx="9144000" cy="177800"/>
          </a:xfrm>
          <a:prstGeom prst="rect">
            <a:avLst/>
          </a:prstGeom>
          <a:solidFill>
            <a:schemeClr val="accent1"/>
          </a:solidFill>
          <a:ln w="25400" algn="ctr">
            <a:noFill/>
            <a:miter lim="800000"/>
            <a:headEnd/>
            <a:tailEnd/>
          </a:ln>
          <a:effectLst/>
        </p:spPr>
        <p:txBody>
          <a:bodyPr wrap="none" anchor="ctr"/>
          <a:lstStyle/>
          <a:p>
            <a:endParaRPr lang="en-US"/>
          </a:p>
        </p:txBody>
      </p:sp>
      <p:sp>
        <p:nvSpPr>
          <p:cNvPr id="14340" name="Rectangle 4"/>
          <p:cNvSpPr>
            <a:spLocks noChangeArrowheads="1"/>
          </p:cNvSpPr>
          <p:nvPr/>
        </p:nvSpPr>
        <p:spPr bwMode="auto">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chemeClr val="bg2"/>
                </a:solidFill>
              </a:rPr>
              <a:t>© 2006 Cisco Systems, Inc. All rights reserved.</a:t>
            </a:r>
          </a:p>
        </p:txBody>
      </p:sp>
      <p:sp>
        <p:nvSpPr>
          <p:cNvPr id="14341" name="Rectangle 5"/>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chemeClr val="bg2"/>
                </a:solidFill>
              </a:rPr>
              <a:t>Cisco Confidential</a:t>
            </a:r>
          </a:p>
        </p:txBody>
      </p:sp>
      <p:sp>
        <p:nvSpPr>
          <p:cNvPr id="14342" name="Rectangle 6"/>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3B37DE73-D70D-4A6C-90C8-C0810A2B102A}" type="slidenum">
              <a:rPr lang="en-US" sz="1000" b="0">
                <a:solidFill>
                  <a:schemeClr val="bg2"/>
                </a:solidFill>
              </a:rPr>
              <a:pPr algn="r" defTabSz="814388">
                <a:lnSpc>
                  <a:spcPct val="100000"/>
                </a:lnSpc>
              </a:pPr>
              <a:t>‹#›</a:t>
            </a:fld>
            <a:endParaRPr lang="en-US" sz="1000" b="0">
              <a:solidFill>
                <a:schemeClr val="bg2"/>
              </a:solidFill>
            </a:endParaRPr>
          </a:p>
        </p:txBody>
      </p:sp>
      <p:sp>
        <p:nvSpPr>
          <p:cNvPr id="14343" name="Rectangle 7"/>
          <p:cNvSpPr>
            <a:spLocks noGrp="1" noChangeArrowheads="1"/>
          </p:cNvSpPr>
          <p:nvPr>
            <p:ph type="body" idx="1"/>
          </p:nvPr>
        </p:nvSpPr>
        <p:spPr bwMode="auto">
          <a:xfrm>
            <a:off x="655638" y="1781175"/>
            <a:ext cx="7940675" cy="3571875"/>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2" tx1="lt1" bg2="dk1" tx2="lt2" accent1="accent1" accent2="accent2" accent3="accent3" accent4="accent4" accent5="accent5" accent6="accent6" hlink="hlink" folHlink="folHlink"/>
  <p:sldLayoutIdLst>
    <p:sldLayoutId id="2147483657"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iming>
    <p:tnLst>
      <p:par>
        <p:cTn id="1" dur="indefinite" restart="never" nodeType="tmRoot"/>
      </p:par>
    </p:tnLst>
  </p:timing>
  <p:txStyles>
    <p:titleStyle>
      <a:lvl1pPr algn="l" defTabSz="814388" rtl="0" fontAlgn="base">
        <a:lnSpc>
          <a:spcPct val="90000"/>
        </a:lnSpc>
        <a:spcBef>
          <a:spcPct val="0"/>
        </a:spcBef>
        <a:spcAft>
          <a:spcPct val="0"/>
        </a:spcAft>
        <a:defRPr sz="3200" b="1">
          <a:solidFill>
            <a:schemeClr val="accent1"/>
          </a:solidFill>
          <a:latin typeface="+mj-lt"/>
          <a:ea typeface="+mj-ea"/>
          <a:cs typeface="+mj-cs"/>
        </a:defRPr>
      </a:lvl1pPr>
      <a:lvl2pPr algn="l" defTabSz="814388" rtl="0" fontAlgn="base">
        <a:lnSpc>
          <a:spcPct val="90000"/>
        </a:lnSpc>
        <a:spcBef>
          <a:spcPct val="0"/>
        </a:spcBef>
        <a:spcAft>
          <a:spcPct val="0"/>
        </a:spcAft>
        <a:defRPr sz="3200" b="1">
          <a:solidFill>
            <a:schemeClr val="accent1"/>
          </a:solidFill>
          <a:latin typeface="Arial" charset="0"/>
        </a:defRPr>
      </a:lvl2pPr>
      <a:lvl3pPr algn="l" defTabSz="814388" rtl="0" fontAlgn="base">
        <a:lnSpc>
          <a:spcPct val="90000"/>
        </a:lnSpc>
        <a:spcBef>
          <a:spcPct val="0"/>
        </a:spcBef>
        <a:spcAft>
          <a:spcPct val="0"/>
        </a:spcAft>
        <a:defRPr sz="3200" b="1">
          <a:solidFill>
            <a:schemeClr val="accent1"/>
          </a:solidFill>
          <a:latin typeface="Arial" charset="0"/>
        </a:defRPr>
      </a:lvl3pPr>
      <a:lvl4pPr algn="l" defTabSz="814388" rtl="0" fontAlgn="base">
        <a:lnSpc>
          <a:spcPct val="90000"/>
        </a:lnSpc>
        <a:spcBef>
          <a:spcPct val="0"/>
        </a:spcBef>
        <a:spcAft>
          <a:spcPct val="0"/>
        </a:spcAft>
        <a:defRPr sz="3200" b="1">
          <a:solidFill>
            <a:schemeClr val="accent1"/>
          </a:solidFill>
          <a:latin typeface="Arial" charset="0"/>
        </a:defRPr>
      </a:lvl4pPr>
      <a:lvl5pPr algn="l" defTabSz="814388" rtl="0" fontAlgn="base">
        <a:lnSpc>
          <a:spcPct val="90000"/>
        </a:lnSpc>
        <a:spcBef>
          <a:spcPct val="0"/>
        </a:spcBef>
        <a:spcAft>
          <a:spcPct val="0"/>
        </a:spcAft>
        <a:defRPr sz="3200" b="1">
          <a:solidFill>
            <a:schemeClr val="accent1"/>
          </a:solidFill>
          <a:latin typeface="Arial" charset="0"/>
        </a:defRPr>
      </a:lvl5pPr>
      <a:lvl6pPr marL="457200" algn="l" defTabSz="814388" rtl="0" fontAlgn="base">
        <a:lnSpc>
          <a:spcPct val="90000"/>
        </a:lnSpc>
        <a:spcBef>
          <a:spcPct val="0"/>
        </a:spcBef>
        <a:spcAft>
          <a:spcPct val="0"/>
        </a:spcAft>
        <a:defRPr sz="3200" b="1">
          <a:solidFill>
            <a:schemeClr val="accent1"/>
          </a:solidFill>
          <a:latin typeface="Arial" charset="0"/>
        </a:defRPr>
      </a:lvl6pPr>
      <a:lvl7pPr marL="914400" algn="l" defTabSz="814388" rtl="0" fontAlgn="base">
        <a:lnSpc>
          <a:spcPct val="90000"/>
        </a:lnSpc>
        <a:spcBef>
          <a:spcPct val="0"/>
        </a:spcBef>
        <a:spcAft>
          <a:spcPct val="0"/>
        </a:spcAft>
        <a:defRPr sz="3200" b="1">
          <a:solidFill>
            <a:schemeClr val="accent1"/>
          </a:solidFill>
          <a:latin typeface="Arial" charset="0"/>
        </a:defRPr>
      </a:lvl7pPr>
      <a:lvl8pPr marL="1371600" algn="l" defTabSz="814388" rtl="0" fontAlgn="base">
        <a:lnSpc>
          <a:spcPct val="90000"/>
        </a:lnSpc>
        <a:spcBef>
          <a:spcPct val="0"/>
        </a:spcBef>
        <a:spcAft>
          <a:spcPct val="0"/>
        </a:spcAft>
        <a:defRPr sz="3200" b="1">
          <a:solidFill>
            <a:schemeClr val="accent1"/>
          </a:solidFill>
          <a:latin typeface="Arial" charset="0"/>
        </a:defRPr>
      </a:lvl8pPr>
      <a:lvl9pPr marL="1828800" algn="l" defTabSz="814388" rtl="0" fontAlgn="base">
        <a:lnSpc>
          <a:spcPct val="90000"/>
        </a:lnSpc>
        <a:spcBef>
          <a:spcPct val="0"/>
        </a:spcBef>
        <a:spcAft>
          <a:spcPct val="0"/>
        </a:spcAft>
        <a:defRPr sz="3200" b="1">
          <a:solidFill>
            <a:schemeClr val="accent1"/>
          </a:solidFill>
          <a:latin typeface="Arial" charset="0"/>
        </a:defRPr>
      </a:lvl9pPr>
    </p:titleStyle>
    <p:bodyStyle>
      <a:lvl1pPr marL="177800" indent="-177800" algn="l" defTabSz="814388" rtl="0" eaLnBrk="0" fontAlgn="base" hangingPunct="0">
        <a:lnSpc>
          <a:spcPct val="95000"/>
        </a:lnSpc>
        <a:spcBef>
          <a:spcPct val="50000"/>
        </a:spcBef>
        <a:spcAft>
          <a:spcPct val="0"/>
        </a:spcAft>
        <a:buClr>
          <a:schemeClr val="accent1"/>
        </a:buClr>
        <a:buSzPct val="100000"/>
        <a:buFont typeface="Wingdings" pitchFamily="2" charset="2"/>
        <a:buChar char="§"/>
        <a:defRPr sz="2400">
          <a:solidFill>
            <a:schemeClr val="tx1"/>
          </a:solidFill>
          <a:latin typeface="+mn-lt"/>
          <a:ea typeface="+mn-ea"/>
          <a:cs typeface="+mn-cs"/>
        </a:defRPr>
      </a:lvl1pPr>
      <a:lvl2pPr marL="292100" indent="165100" algn="l" defTabSz="814388" rtl="0" eaLnBrk="0" fontAlgn="base" hangingPunct="0">
        <a:lnSpc>
          <a:spcPct val="95000"/>
        </a:lnSpc>
        <a:spcBef>
          <a:spcPct val="35000"/>
        </a:spcBef>
        <a:spcAft>
          <a:spcPct val="0"/>
        </a:spcAft>
        <a:buFont typeface="Arial" charset="0"/>
        <a:buChar char="–"/>
        <a:defRPr sz="2000">
          <a:solidFill>
            <a:schemeClr val="tx1"/>
          </a:solidFill>
          <a:latin typeface="+mn-lt"/>
        </a:defRPr>
      </a:lvl2pPr>
      <a:lvl3pPr marL="914400" algn="l" defTabSz="814388" rtl="0" eaLnBrk="0" fontAlgn="base" hangingPunct="0">
        <a:lnSpc>
          <a:spcPct val="95000"/>
        </a:lnSpc>
        <a:spcBef>
          <a:spcPct val="35000"/>
        </a:spcBef>
        <a:spcAft>
          <a:spcPct val="0"/>
        </a:spcAft>
        <a:defRPr sz="2000">
          <a:solidFill>
            <a:schemeClr val="tx1"/>
          </a:solidFill>
          <a:latin typeface="+mn-lt"/>
        </a:defRPr>
      </a:lvl3pPr>
      <a:lvl4pPr marL="1254125" algn="l" defTabSz="814388" rtl="0" eaLnBrk="0" fontAlgn="base" hangingPunct="0">
        <a:lnSpc>
          <a:spcPct val="95000"/>
        </a:lnSpc>
        <a:spcBef>
          <a:spcPct val="35000"/>
        </a:spcBef>
        <a:spcAft>
          <a:spcPct val="0"/>
        </a:spcAft>
        <a:defRPr sz="2000">
          <a:solidFill>
            <a:schemeClr val="tx1"/>
          </a:solidFill>
          <a:latin typeface="+mn-lt"/>
        </a:defRPr>
      </a:lvl4pPr>
      <a:lvl5pPr marL="1604963" algn="l" defTabSz="814388" rtl="0" eaLnBrk="0" fontAlgn="base" hangingPunct="0">
        <a:lnSpc>
          <a:spcPct val="95000"/>
        </a:lnSpc>
        <a:spcBef>
          <a:spcPct val="35000"/>
        </a:spcBef>
        <a:spcAft>
          <a:spcPct val="0"/>
        </a:spcAft>
        <a:defRPr sz="2000">
          <a:solidFill>
            <a:schemeClr val="tx1"/>
          </a:solidFill>
          <a:latin typeface="+mn-lt"/>
        </a:defRPr>
      </a:lvl5pPr>
      <a:lvl6pPr marL="2062163" algn="l" defTabSz="814388" rtl="0" eaLnBrk="0" fontAlgn="base" hangingPunct="0">
        <a:lnSpc>
          <a:spcPct val="95000"/>
        </a:lnSpc>
        <a:spcBef>
          <a:spcPct val="35000"/>
        </a:spcBef>
        <a:spcAft>
          <a:spcPct val="0"/>
        </a:spcAft>
        <a:defRPr sz="2000">
          <a:solidFill>
            <a:schemeClr val="tx1"/>
          </a:solidFill>
          <a:latin typeface="+mn-lt"/>
        </a:defRPr>
      </a:lvl6pPr>
      <a:lvl7pPr marL="2519363" algn="l" defTabSz="814388" rtl="0" eaLnBrk="0" fontAlgn="base" hangingPunct="0">
        <a:lnSpc>
          <a:spcPct val="95000"/>
        </a:lnSpc>
        <a:spcBef>
          <a:spcPct val="35000"/>
        </a:spcBef>
        <a:spcAft>
          <a:spcPct val="0"/>
        </a:spcAft>
        <a:defRPr sz="2000">
          <a:solidFill>
            <a:schemeClr val="tx1"/>
          </a:solidFill>
          <a:latin typeface="+mn-lt"/>
        </a:defRPr>
      </a:lvl7pPr>
      <a:lvl8pPr marL="2976563" algn="l" defTabSz="814388" rtl="0" eaLnBrk="0" fontAlgn="base" hangingPunct="0">
        <a:lnSpc>
          <a:spcPct val="95000"/>
        </a:lnSpc>
        <a:spcBef>
          <a:spcPct val="35000"/>
        </a:spcBef>
        <a:spcAft>
          <a:spcPct val="0"/>
        </a:spcAft>
        <a:defRPr sz="2000">
          <a:solidFill>
            <a:schemeClr val="tx1"/>
          </a:solidFill>
          <a:latin typeface="+mn-lt"/>
        </a:defRPr>
      </a:lvl8pPr>
      <a:lvl9pPr marL="3433763" algn="l" defTabSz="814388" rtl="0" eaLnBrk="0" fontAlgn="base" hangingPunct="0">
        <a:lnSpc>
          <a:spcPct val="95000"/>
        </a:lnSpc>
        <a:spcBef>
          <a:spcPct val="35000"/>
        </a:spcBef>
        <a:spcAft>
          <a:spcPct val="0"/>
        </a:spcAft>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0" y="0"/>
            <a:ext cx="9144000" cy="1228725"/>
          </a:xfrm>
          <a:prstGeom prst="rect">
            <a:avLst/>
          </a:prstGeom>
          <a:solidFill>
            <a:srgbClr val="306774"/>
          </a:solidFill>
          <a:ln w="9525" algn="ctr">
            <a:noFill/>
            <a:miter lim="800000"/>
            <a:headEnd/>
            <a:tailEnd/>
          </a:ln>
          <a:effectLst/>
        </p:spPr>
        <p:txBody>
          <a:bodyPr wrap="none" lIns="82124" tIns="41061" rIns="82124" bIns="41061" anchor="ctr"/>
          <a:lstStyle/>
          <a:p>
            <a:endParaRPr lang="en-US"/>
          </a:p>
        </p:txBody>
      </p:sp>
      <p:sp>
        <p:nvSpPr>
          <p:cNvPr id="17411" name="Rectangle 3"/>
          <p:cNvSpPr>
            <a:spLocks noGrp="1" noChangeArrowheads="1"/>
          </p:cNvSpPr>
          <p:nvPr>
            <p:ph type="title"/>
          </p:nvPr>
        </p:nvSpPr>
        <p:spPr bwMode="white">
          <a:xfrm>
            <a:off x="655638" y="301625"/>
            <a:ext cx="7950200" cy="838200"/>
          </a:xfrm>
          <a:prstGeom prst="rect">
            <a:avLst/>
          </a:prstGeom>
          <a:noFill/>
          <a:ln w="9525">
            <a:noFill/>
            <a:miter lim="800000"/>
            <a:headEnd/>
            <a:tailEnd/>
          </a:ln>
          <a:effec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7412" name="Rectangle 4"/>
          <p:cNvSpPr>
            <a:spLocks noGrp="1" noChangeArrowheads="1"/>
          </p:cNvSpPr>
          <p:nvPr>
            <p:ph type="body" idx="1"/>
          </p:nvPr>
        </p:nvSpPr>
        <p:spPr bwMode="auto">
          <a:xfrm>
            <a:off x="655638" y="1641475"/>
            <a:ext cx="7940675" cy="4041775"/>
          </a:xfrm>
          <a:prstGeom prst="rect">
            <a:avLst/>
          </a:prstGeom>
          <a:noFill/>
          <a:ln w="9525">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7413" name="AutoShape 5"/>
          <p:cNvSpPr>
            <a:spLocks noChangeArrowheads="1"/>
          </p:cNvSpPr>
          <p:nvPr/>
        </p:nvSpPr>
        <p:spPr bwMode="white">
          <a:xfrm rot="10800000">
            <a:off x="8756650" y="-9525"/>
            <a:ext cx="387350" cy="377825"/>
          </a:xfrm>
          <a:prstGeom prst="rtTriangle">
            <a:avLst/>
          </a:prstGeom>
          <a:solidFill>
            <a:srgbClr val="000000"/>
          </a:solidFill>
          <a:ln w="9525" algn="ctr">
            <a:noFill/>
            <a:miter lim="800000"/>
            <a:headEnd/>
            <a:tailEnd/>
          </a:ln>
          <a:effectLst/>
        </p:spPr>
        <p:txBody>
          <a:bodyPr wrap="none" lIns="82124" tIns="41061" rIns="82124" bIns="41061" anchor="ctr"/>
          <a:lstStyle/>
          <a:p>
            <a:endParaRPr lang="en-US"/>
          </a:p>
        </p:txBody>
      </p:sp>
      <p:sp>
        <p:nvSpPr>
          <p:cNvPr id="17414" name="Rectangle 6"/>
          <p:cNvSpPr>
            <a:spLocks noChangeArrowheads="1"/>
          </p:cNvSpPr>
          <p:nvPr/>
        </p:nvSpPr>
        <p:spPr bwMode="auto">
          <a:xfrm>
            <a:off x="0" y="6564313"/>
            <a:ext cx="9144000" cy="298450"/>
          </a:xfrm>
          <a:prstGeom prst="rect">
            <a:avLst/>
          </a:prstGeom>
          <a:solidFill>
            <a:srgbClr val="969696"/>
          </a:solidFill>
          <a:ln w="9525" algn="ctr">
            <a:noFill/>
            <a:miter lim="800000"/>
            <a:headEnd/>
            <a:tailEnd/>
          </a:ln>
          <a:effectLst/>
        </p:spPr>
        <p:txBody>
          <a:bodyPr wrap="none" lIns="82124" tIns="41061" rIns="82124" bIns="41061" anchor="ctr"/>
          <a:lstStyle/>
          <a:p>
            <a:endParaRPr lang="en-US"/>
          </a:p>
        </p:txBody>
      </p:sp>
      <p:sp>
        <p:nvSpPr>
          <p:cNvPr id="17415" name="Rectangle 7"/>
          <p:cNvSpPr>
            <a:spLocks noChangeArrowheads="1"/>
          </p:cNvSpPr>
          <p:nvPr/>
        </p:nvSpPr>
        <p:spPr bwMode="white">
          <a:xfrm>
            <a:off x="8820150" y="6597650"/>
            <a:ext cx="320675" cy="234950"/>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fld id="{74045E56-FD53-403B-8619-BC0700A58554}" type="slidenum">
              <a:rPr lang="en-US" sz="1000" b="0">
                <a:solidFill>
                  <a:srgbClr val="5F5F5F"/>
                </a:solidFill>
              </a:rPr>
              <a:pPr defTabSz="814388">
                <a:lnSpc>
                  <a:spcPct val="100000"/>
                </a:lnSpc>
              </a:pPr>
              <a:t>‹#›</a:t>
            </a:fld>
            <a:endParaRPr lang="en-US" sz="1000" b="0">
              <a:solidFill>
                <a:srgbClr val="5F5F5F"/>
              </a:solidFill>
            </a:endParaRPr>
          </a:p>
        </p:txBody>
      </p:sp>
      <p:sp>
        <p:nvSpPr>
          <p:cNvPr id="17416" name="Rectangle 8"/>
          <p:cNvSpPr>
            <a:spLocks noChangeArrowheads="1"/>
          </p:cNvSpPr>
          <p:nvPr/>
        </p:nvSpPr>
        <p:spPr bwMode="white">
          <a:xfrm>
            <a:off x="1863725" y="6669088"/>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5F5F5F"/>
                </a:solidFill>
              </a:rPr>
              <a:t>© 2006 Cisco Systems, Inc. All rights reserved.</a:t>
            </a:r>
          </a:p>
        </p:txBody>
      </p:sp>
      <p:sp>
        <p:nvSpPr>
          <p:cNvPr id="17417" name="Rectangle 9"/>
          <p:cNvSpPr>
            <a:spLocks noChangeArrowheads="1"/>
          </p:cNvSpPr>
          <p:nvPr/>
        </p:nvSpPr>
        <p:spPr bwMode="white">
          <a:xfrm>
            <a:off x="0" y="6565900"/>
            <a:ext cx="1112838" cy="295275"/>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5F5F5F"/>
                </a:solidFill>
              </a:rPr>
              <a:t>Session Number</a:t>
            </a:r>
          </a:p>
          <a:p>
            <a:pPr defTabSz="814388">
              <a:lnSpc>
                <a:spcPct val="100000"/>
              </a:lnSpc>
            </a:pPr>
            <a:r>
              <a:rPr lang="en-US" sz="700" b="0">
                <a:solidFill>
                  <a:srgbClr val="5F5F5F"/>
                </a:solidFill>
              </a:rPr>
              <a:t>Presentation_ID</a:t>
            </a:r>
          </a:p>
        </p:txBody>
      </p:sp>
      <p:sp>
        <p:nvSpPr>
          <p:cNvPr id="17418" name="Rectangle 10"/>
          <p:cNvSpPr>
            <a:spLocks noChangeArrowheads="1"/>
          </p:cNvSpPr>
          <p:nvPr/>
        </p:nvSpPr>
        <p:spPr bwMode="auto">
          <a:xfrm>
            <a:off x="7264400" y="6599238"/>
            <a:ext cx="1277938" cy="234950"/>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1000">
                <a:solidFill>
                  <a:srgbClr val="5F5F5F"/>
                </a:solidFill>
              </a:rPr>
              <a:t>Cisco Confidential</a:t>
            </a:r>
          </a:p>
        </p:txBody>
      </p:sp>
    </p:spTree>
  </p:cSld>
  <p:clrMap bg1="dk2" tx1="lt1" bg2="dk1" tx2="lt2" accent1="accent1" accent2="accent2" accent3="accent3" accent4="accent4" accent5="accent5" accent6="accent6" hlink="hlink" folHlink="folHlink"/>
  <p:sldLayoutIdLst>
    <p:sldLayoutId id="2147483659"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iming>
    <p:tnLst>
      <p:par>
        <p:cTn id="1" dur="indefinite" restart="never" nodeType="tmRoot"/>
      </p:par>
    </p:tnLst>
  </p:timing>
  <p:txStyles>
    <p:titleStyle>
      <a:lvl1pPr algn="l" defTabSz="814388" rtl="0" fontAlgn="base">
        <a:lnSpc>
          <a:spcPct val="90000"/>
        </a:lnSpc>
        <a:spcBef>
          <a:spcPct val="0"/>
        </a:spcBef>
        <a:spcAft>
          <a:spcPct val="0"/>
        </a:spcAft>
        <a:defRPr sz="3000" b="1">
          <a:solidFill>
            <a:srgbClr val="FFFFFF"/>
          </a:solidFill>
          <a:latin typeface="+mj-lt"/>
          <a:ea typeface="+mj-ea"/>
          <a:cs typeface="+mj-cs"/>
        </a:defRPr>
      </a:lvl1pPr>
      <a:lvl2pPr algn="l" defTabSz="814388" rtl="0" fontAlgn="base">
        <a:lnSpc>
          <a:spcPct val="90000"/>
        </a:lnSpc>
        <a:spcBef>
          <a:spcPct val="0"/>
        </a:spcBef>
        <a:spcAft>
          <a:spcPct val="0"/>
        </a:spcAft>
        <a:defRPr sz="3000" b="1">
          <a:solidFill>
            <a:srgbClr val="FFFFFF"/>
          </a:solidFill>
          <a:latin typeface="Arial" charset="0"/>
        </a:defRPr>
      </a:lvl2pPr>
      <a:lvl3pPr algn="l" defTabSz="814388" rtl="0" fontAlgn="base">
        <a:lnSpc>
          <a:spcPct val="90000"/>
        </a:lnSpc>
        <a:spcBef>
          <a:spcPct val="0"/>
        </a:spcBef>
        <a:spcAft>
          <a:spcPct val="0"/>
        </a:spcAft>
        <a:defRPr sz="3000" b="1">
          <a:solidFill>
            <a:srgbClr val="FFFFFF"/>
          </a:solidFill>
          <a:latin typeface="Arial" charset="0"/>
        </a:defRPr>
      </a:lvl3pPr>
      <a:lvl4pPr algn="l" defTabSz="814388" rtl="0" fontAlgn="base">
        <a:lnSpc>
          <a:spcPct val="90000"/>
        </a:lnSpc>
        <a:spcBef>
          <a:spcPct val="0"/>
        </a:spcBef>
        <a:spcAft>
          <a:spcPct val="0"/>
        </a:spcAft>
        <a:defRPr sz="3000" b="1">
          <a:solidFill>
            <a:srgbClr val="FFFFFF"/>
          </a:solidFill>
          <a:latin typeface="Arial" charset="0"/>
        </a:defRPr>
      </a:lvl4pPr>
      <a:lvl5pPr algn="l" defTabSz="814388" rtl="0" fontAlgn="base">
        <a:lnSpc>
          <a:spcPct val="90000"/>
        </a:lnSpc>
        <a:spcBef>
          <a:spcPct val="0"/>
        </a:spcBef>
        <a:spcAft>
          <a:spcPct val="0"/>
        </a:spcAft>
        <a:defRPr sz="3000" b="1">
          <a:solidFill>
            <a:srgbClr val="FFFFFF"/>
          </a:solidFill>
          <a:latin typeface="Arial" charset="0"/>
        </a:defRPr>
      </a:lvl5pPr>
      <a:lvl6pPr marL="457200" algn="l" defTabSz="814388" rtl="0" fontAlgn="base">
        <a:lnSpc>
          <a:spcPct val="90000"/>
        </a:lnSpc>
        <a:spcBef>
          <a:spcPct val="0"/>
        </a:spcBef>
        <a:spcAft>
          <a:spcPct val="0"/>
        </a:spcAft>
        <a:defRPr sz="3000" b="1">
          <a:solidFill>
            <a:srgbClr val="FFFFFF"/>
          </a:solidFill>
          <a:latin typeface="Arial" charset="0"/>
        </a:defRPr>
      </a:lvl6pPr>
      <a:lvl7pPr marL="914400" algn="l" defTabSz="814388" rtl="0" fontAlgn="base">
        <a:lnSpc>
          <a:spcPct val="90000"/>
        </a:lnSpc>
        <a:spcBef>
          <a:spcPct val="0"/>
        </a:spcBef>
        <a:spcAft>
          <a:spcPct val="0"/>
        </a:spcAft>
        <a:defRPr sz="3000" b="1">
          <a:solidFill>
            <a:srgbClr val="FFFFFF"/>
          </a:solidFill>
          <a:latin typeface="Arial" charset="0"/>
        </a:defRPr>
      </a:lvl7pPr>
      <a:lvl8pPr marL="1371600" algn="l" defTabSz="814388" rtl="0" fontAlgn="base">
        <a:lnSpc>
          <a:spcPct val="90000"/>
        </a:lnSpc>
        <a:spcBef>
          <a:spcPct val="0"/>
        </a:spcBef>
        <a:spcAft>
          <a:spcPct val="0"/>
        </a:spcAft>
        <a:defRPr sz="3000" b="1">
          <a:solidFill>
            <a:srgbClr val="FFFFFF"/>
          </a:solidFill>
          <a:latin typeface="Arial" charset="0"/>
        </a:defRPr>
      </a:lvl8pPr>
      <a:lvl9pPr marL="1828800" algn="l" defTabSz="814388" rtl="0" fontAlgn="base">
        <a:lnSpc>
          <a:spcPct val="90000"/>
        </a:lnSpc>
        <a:spcBef>
          <a:spcPct val="0"/>
        </a:spcBef>
        <a:spcAft>
          <a:spcPct val="0"/>
        </a:spcAft>
        <a:defRPr sz="3000" b="1">
          <a:solidFill>
            <a:srgbClr val="FFFFFF"/>
          </a:solidFill>
          <a:latin typeface="Arial" charset="0"/>
        </a:defRPr>
      </a:lvl9pPr>
    </p:titleStyle>
    <p:bodyStyle>
      <a:lvl1pPr marL="236538" indent="-236538" algn="l" defTabSz="814388" rtl="0" fontAlgn="base">
        <a:spcBef>
          <a:spcPct val="0"/>
        </a:spcBef>
        <a:spcAft>
          <a:spcPct val="0"/>
        </a:spcAft>
        <a:buClr>
          <a:schemeClr val="tx1"/>
        </a:buClr>
        <a:buSzPct val="100000"/>
        <a:buChar char="•"/>
        <a:defRPr sz="2400" b="1">
          <a:solidFill>
            <a:schemeClr val="bg1"/>
          </a:solidFill>
          <a:latin typeface="+mn-lt"/>
          <a:ea typeface="+mn-ea"/>
          <a:cs typeface="+mn-cs"/>
        </a:defRPr>
      </a:lvl1pPr>
      <a:lvl2pPr marL="574675" algn="l" defTabSz="814388" rtl="0" fontAlgn="base">
        <a:spcBef>
          <a:spcPct val="0"/>
        </a:spcBef>
        <a:spcAft>
          <a:spcPct val="0"/>
        </a:spcAft>
        <a:defRPr sz="2000" b="1">
          <a:solidFill>
            <a:schemeClr val="bg1"/>
          </a:solidFill>
          <a:latin typeface="+mn-lt"/>
        </a:defRPr>
      </a:lvl2pPr>
      <a:lvl3pPr marL="914400" algn="l" defTabSz="814388" rtl="0" fontAlgn="base">
        <a:spcBef>
          <a:spcPct val="0"/>
        </a:spcBef>
        <a:spcAft>
          <a:spcPct val="0"/>
        </a:spcAft>
        <a:defRPr sz="2000" b="1">
          <a:solidFill>
            <a:schemeClr val="bg1"/>
          </a:solidFill>
          <a:latin typeface="+mn-lt"/>
        </a:defRPr>
      </a:lvl3pPr>
      <a:lvl4pPr marL="1254125" algn="l" defTabSz="814388" rtl="0" fontAlgn="base">
        <a:spcBef>
          <a:spcPct val="0"/>
        </a:spcBef>
        <a:spcAft>
          <a:spcPct val="0"/>
        </a:spcAft>
        <a:defRPr sz="2000" b="1">
          <a:solidFill>
            <a:schemeClr val="bg1"/>
          </a:solidFill>
          <a:latin typeface="+mn-lt"/>
        </a:defRPr>
      </a:lvl4pPr>
      <a:lvl5pPr marL="1604963" algn="l" defTabSz="814388" rtl="0" fontAlgn="base">
        <a:spcBef>
          <a:spcPct val="0"/>
        </a:spcBef>
        <a:spcAft>
          <a:spcPct val="0"/>
        </a:spcAft>
        <a:defRPr sz="2000" b="1">
          <a:solidFill>
            <a:schemeClr val="bg1"/>
          </a:solidFill>
          <a:latin typeface="+mn-lt"/>
        </a:defRPr>
      </a:lvl5pPr>
      <a:lvl6pPr marL="2062163" algn="l" defTabSz="814388" rtl="0" fontAlgn="base">
        <a:spcBef>
          <a:spcPct val="0"/>
        </a:spcBef>
        <a:spcAft>
          <a:spcPct val="0"/>
        </a:spcAft>
        <a:defRPr sz="2000" b="1">
          <a:solidFill>
            <a:schemeClr val="bg1"/>
          </a:solidFill>
          <a:latin typeface="+mn-lt"/>
        </a:defRPr>
      </a:lvl6pPr>
      <a:lvl7pPr marL="2519363" algn="l" defTabSz="814388" rtl="0" fontAlgn="base">
        <a:spcBef>
          <a:spcPct val="0"/>
        </a:spcBef>
        <a:spcAft>
          <a:spcPct val="0"/>
        </a:spcAft>
        <a:defRPr sz="2000" b="1">
          <a:solidFill>
            <a:schemeClr val="bg1"/>
          </a:solidFill>
          <a:latin typeface="+mn-lt"/>
        </a:defRPr>
      </a:lvl7pPr>
      <a:lvl8pPr marL="2976563" algn="l" defTabSz="814388" rtl="0" fontAlgn="base">
        <a:spcBef>
          <a:spcPct val="0"/>
        </a:spcBef>
        <a:spcAft>
          <a:spcPct val="0"/>
        </a:spcAft>
        <a:defRPr sz="2000" b="1">
          <a:solidFill>
            <a:schemeClr val="bg1"/>
          </a:solidFill>
          <a:latin typeface="+mn-lt"/>
        </a:defRPr>
      </a:lvl8pPr>
      <a:lvl9pPr marL="3433763" algn="l" defTabSz="814388" rtl="0" fontAlgn="base">
        <a:spcBef>
          <a:spcPct val="0"/>
        </a:spcBef>
        <a:spcAft>
          <a:spcPct val="0"/>
        </a:spcAft>
        <a:defRPr sz="2000"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0" y="0"/>
            <a:ext cx="9144000" cy="3144838"/>
          </a:xfrm>
          <a:prstGeom prst="rect">
            <a:avLst/>
          </a:prstGeom>
          <a:solidFill>
            <a:srgbClr val="0183B7"/>
          </a:solidFill>
          <a:ln w="25400" algn="ctr">
            <a:noFill/>
            <a:miter lim="800000"/>
            <a:headEnd/>
            <a:tailEnd/>
          </a:ln>
          <a:effectLst/>
        </p:spPr>
        <p:txBody>
          <a:bodyPr wrap="none" anchor="ctr"/>
          <a:lstStyle/>
          <a:p>
            <a:endParaRPr lang="en-US"/>
          </a:p>
        </p:txBody>
      </p:sp>
      <p:sp>
        <p:nvSpPr>
          <p:cNvPr id="19459" name="Rectangle 3"/>
          <p:cNvSpPr>
            <a:spLocks noGrp="1" noChangeArrowheads="1"/>
          </p:cNvSpPr>
          <p:nvPr>
            <p:ph type="title"/>
          </p:nvPr>
        </p:nvSpPr>
        <p:spPr bwMode="white">
          <a:xfrm>
            <a:off x="639763" y="1312863"/>
            <a:ext cx="3703637" cy="838200"/>
          </a:xfrm>
          <a:prstGeom prst="rect">
            <a:avLst/>
          </a:prstGeom>
          <a:noFill/>
          <a:ln w="9525">
            <a:noFill/>
            <a:miter lim="800000"/>
            <a:headEnd/>
            <a:tailEnd/>
          </a:ln>
          <a:effectLst/>
        </p:spPr>
        <p:txBody>
          <a:bodyPr vert="horz" wrap="square" lIns="82124" tIns="41061" rIns="82124" bIns="41061" numCol="1" anchor="ctr" anchorCtr="0" compatLnSpc="1">
            <a:prstTxWarp prst="textNoShape">
              <a:avLst/>
            </a:prstTxWarp>
          </a:bodyPr>
          <a:lstStyle/>
          <a:p>
            <a:pPr lvl="0"/>
            <a:r>
              <a:rPr lang="en-US" smtClean="0"/>
              <a:t>Segue Title</a:t>
            </a:r>
          </a:p>
        </p:txBody>
      </p:sp>
      <p:sp>
        <p:nvSpPr>
          <p:cNvPr id="19460" name="Rectangle 4"/>
          <p:cNvSpPr>
            <a:spLocks noGrp="1" noChangeArrowheads="1"/>
          </p:cNvSpPr>
          <p:nvPr>
            <p:ph type="body" idx="1"/>
          </p:nvPr>
        </p:nvSpPr>
        <p:spPr bwMode="auto">
          <a:xfrm>
            <a:off x="639763" y="3429000"/>
            <a:ext cx="7940675" cy="1855788"/>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Subtitle</a:t>
            </a:r>
          </a:p>
        </p:txBody>
      </p:sp>
      <p:sp>
        <p:nvSpPr>
          <p:cNvPr id="19461" name="Rectangle 5"/>
          <p:cNvSpPr>
            <a:spLocks noChangeArrowheads="1"/>
          </p:cNvSpPr>
          <p:nvPr/>
        </p:nvSpPr>
        <p:spPr bwMode="white">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777777"/>
                </a:solidFill>
              </a:rPr>
              <a:t>© 2006 Cisco Systems, Inc. All rights reserved.</a:t>
            </a:r>
          </a:p>
        </p:txBody>
      </p:sp>
      <p:sp>
        <p:nvSpPr>
          <p:cNvPr id="19462" name="Rectangle 6"/>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777777"/>
                </a:solidFill>
              </a:rPr>
              <a:t>Cisco Confidential</a:t>
            </a:r>
          </a:p>
        </p:txBody>
      </p:sp>
      <p:sp>
        <p:nvSpPr>
          <p:cNvPr id="19463" name="Rectangle 7"/>
          <p:cNvSpPr>
            <a:spLocks noChangeArrowheads="1"/>
          </p:cNvSpPr>
          <p:nvPr/>
        </p:nvSpPr>
        <p:spPr bwMode="white">
          <a:xfrm>
            <a:off x="193675" y="6672263"/>
            <a:ext cx="962025" cy="188912"/>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777777"/>
                </a:solidFill>
              </a:rPr>
              <a:t>Presentation_ID</a:t>
            </a:r>
          </a:p>
        </p:txBody>
      </p:sp>
      <p:sp>
        <p:nvSpPr>
          <p:cNvPr id="19464" name="Rectangle 8"/>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7BFF83A6-DFED-45B3-972D-24766081B45B}" type="slidenum">
              <a:rPr lang="en-US" sz="1000" b="0">
                <a:solidFill>
                  <a:srgbClr val="777777"/>
                </a:solidFill>
              </a:rPr>
              <a:pPr algn="r" defTabSz="814388">
                <a:lnSpc>
                  <a:spcPct val="100000"/>
                </a:lnSpc>
              </a:pPr>
              <a:t>‹#›</a:t>
            </a:fld>
            <a:endParaRPr lang="en-US" sz="1000" b="0">
              <a:solidFill>
                <a:srgbClr val="777777"/>
              </a:solidFill>
            </a:endParaRPr>
          </a:p>
        </p:txBody>
      </p:sp>
      <p:pic>
        <p:nvPicPr>
          <p:cNvPr id="19465" name="Picture 9" descr="MAD10070"/>
          <p:cNvPicPr preferRelativeResize="0">
            <a:picLocks noChangeAspect="1" noChangeArrowheads="1"/>
          </p:cNvPicPr>
          <p:nvPr/>
        </p:nvPicPr>
        <p:blipFill>
          <a:blip r:embed="rId13" cstate="print"/>
          <a:srcRect/>
          <a:stretch>
            <a:fillRect/>
          </a:stretch>
        </p:blipFill>
        <p:spPr bwMode="auto">
          <a:xfrm>
            <a:off x="4416425" y="0"/>
            <a:ext cx="4727575" cy="3144838"/>
          </a:xfrm>
          <a:prstGeom prst="rect">
            <a:avLst/>
          </a:prstGeom>
          <a:noFill/>
        </p:spPr>
      </p:pic>
    </p:spTree>
  </p:cSld>
  <p:clrMap bg1="dk2" tx1="lt1" bg2="dk1" tx2="lt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ransition>
    <p:wipe dir="r"/>
  </p:transition>
  <p:timing>
    <p:tnLst>
      <p:par>
        <p:cTn id="1" dur="indefinite" restart="never" nodeType="tmRoot"/>
      </p:par>
    </p:tnLst>
  </p:timing>
  <p:txStyles>
    <p:titleStyle>
      <a:lvl1pPr algn="l" defTabSz="814388" rtl="0" fontAlgn="base">
        <a:lnSpc>
          <a:spcPct val="90000"/>
        </a:lnSpc>
        <a:spcBef>
          <a:spcPct val="0"/>
        </a:spcBef>
        <a:spcAft>
          <a:spcPct val="0"/>
        </a:spcAft>
        <a:defRPr sz="3000">
          <a:solidFill>
            <a:schemeClr val="tx1"/>
          </a:solidFill>
          <a:latin typeface="+mj-lt"/>
          <a:ea typeface="+mj-ea"/>
          <a:cs typeface="+mj-cs"/>
        </a:defRPr>
      </a:lvl1pPr>
      <a:lvl2pPr algn="l" defTabSz="814388" rtl="0" fontAlgn="base">
        <a:lnSpc>
          <a:spcPct val="90000"/>
        </a:lnSpc>
        <a:spcBef>
          <a:spcPct val="0"/>
        </a:spcBef>
        <a:spcAft>
          <a:spcPct val="0"/>
        </a:spcAft>
        <a:defRPr sz="3000">
          <a:solidFill>
            <a:schemeClr val="tx1"/>
          </a:solidFill>
          <a:latin typeface="Arial" charset="0"/>
        </a:defRPr>
      </a:lvl2pPr>
      <a:lvl3pPr algn="l" defTabSz="814388" rtl="0" fontAlgn="base">
        <a:lnSpc>
          <a:spcPct val="90000"/>
        </a:lnSpc>
        <a:spcBef>
          <a:spcPct val="0"/>
        </a:spcBef>
        <a:spcAft>
          <a:spcPct val="0"/>
        </a:spcAft>
        <a:defRPr sz="3000">
          <a:solidFill>
            <a:schemeClr val="tx1"/>
          </a:solidFill>
          <a:latin typeface="Arial" charset="0"/>
        </a:defRPr>
      </a:lvl3pPr>
      <a:lvl4pPr algn="l" defTabSz="814388" rtl="0" fontAlgn="base">
        <a:lnSpc>
          <a:spcPct val="90000"/>
        </a:lnSpc>
        <a:spcBef>
          <a:spcPct val="0"/>
        </a:spcBef>
        <a:spcAft>
          <a:spcPct val="0"/>
        </a:spcAft>
        <a:defRPr sz="3000">
          <a:solidFill>
            <a:schemeClr val="tx1"/>
          </a:solidFill>
          <a:latin typeface="Arial" charset="0"/>
        </a:defRPr>
      </a:lvl4pPr>
      <a:lvl5pPr algn="l" defTabSz="814388" rtl="0" fontAlgn="base">
        <a:lnSpc>
          <a:spcPct val="90000"/>
        </a:lnSpc>
        <a:spcBef>
          <a:spcPct val="0"/>
        </a:spcBef>
        <a:spcAft>
          <a:spcPct val="0"/>
        </a:spcAft>
        <a:defRPr sz="3000">
          <a:solidFill>
            <a:schemeClr val="tx1"/>
          </a:solidFill>
          <a:latin typeface="Arial" charset="0"/>
        </a:defRPr>
      </a:lvl5pPr>
      <a:lvl6pPr marL="457200" algn="l" defTabSz="814388" rtl="0" fontAlgn="base">
        <a:lnSpc>
          <a:spcPct val="90000"/>
        </a:lnSpc>
        <a:spcBef>
          <a:spcPct val="0"/>
        </a:spcBef>
        <a:spcAft>
          <a:spcPct val="0"/>
        </a:spcAft>
        <a:defRPr sz="3000">
          <a:solidFill>
            <a:schemeClr val="tx1"/>
          </a:solidFill>
          <a:latin typeface="Arial" charset="0"/>
        </a:defRPr>
      </a:lvl6pPr>
      <a:lvl7pPr marL="914400" algn="l" defTabSz="814388" rtl="0" fontAlgn="base">
        <a:lnSpc>
          <a:spcPct val="90000"/>
        </a:lnSpc>
        <a:spcBef>
          <a:spcPct val="0"/>
        </a:spcBef>
        <a:spcAft>
          <a:spcPct val="0"/>
        </a:spcAft>
        <a:defRPr sz="3000">
          <a:solidFill>
            <a:schemeClr val="tx1"/>
          </a:solidFill>
          <a:latin typeface="Arial" charset="0"/>
        </a:defRPr>
      </a:lvl7pPr>
      <a:lvl8pPr marL="1371600" algn="l" defTabSz="814388" rtl="0" fontAlgn="base">
        <a:lnSpc>
          <a:spcPct val="90000"/>
        </a:lnSpc>
        <a:spcBef>
          <a:spcPct val="0"/>
        </a:spcBef>
        <a:spcAft>
          <a:spcPct val="0"/>
        </a:spcAft>
        <a:defRPr sz="3000">
          <a:solidFill>
            <a:schemeClr val="tx1"/>
          </a:solidFill>
          <a:latin typeface="Arial" charset="0"/>
        </a:defRPr>
      </a:lvl8pPr>
      <a:lvl9pPr marL="1828800" algn="l" defTabSz="814388" rtl="0" fontAlgn="base">
        <a:lnSpc>
          <a:spcPct val="90000"/>
        </a:lnSpc>
        <a:spcBef>
          <a:spcPct val="0"/>
        </a:spcBef>
        <a:spcAft>
          <a:spcPct val="0"/>
        </a:spcAft>
        <a:defRPr sz="3000">
          <a:solidFill>
            <a:schemeClr val="tx1"/>
          </a:solidFill>
          <a:latin typeface="Arial" charset="0"/>
        </a:defRPr>
      </a:lvl9pPr>
    </p:titleStyle>
    <p:bodyStyle>
      <a:lvl1pPr algn="l" defTabSz="814388" rtl="0" fontAlgn="base">
        <a:lnSpc>
          <a:spcPct val="90000"/>
        </a:lnSpc>
        <a:spcBef>
          <a:spcPct val="0"/>
        </a:spcBef>
        <a:spcAft>
          <a:spcPct val="0"/>
        </a:spcAft>
        <a:defRPr sz="2000" b="1">
          <a:solidFill>
            <a:srgbClr val="C0C0C4"/>
          </a:solidFill>
          <a:latin typeface="+mn-lt"/>
          <a:ea typeface="+mn-ea"/>
          <a:cs typeface="+mn-cs"/>
        </a:defRPr>
      </a:lvl1pPr>
      <a:lvl2pPr algn="l" defTabSz="814388" rtl="0" fontAlgn="base">
        <a:lnSpc>
          <a:spcPct val="90000"/>
        </a:lnSpc>
        <a:spcBef>
          <a:spcPct val="0"/>
        </a:spcBef>
        <a:spcAft>
          <a:spcPct val="0"/>
        </a:spcAft>
        <a:defRPr sz="3000">
          <a:solidFill>
            <a:srgbClr val="717171"/>
          </a:solidFill>
          <a:latin typeface="+mn-lt"/>
        </a:defRPr>
      </a:lvl2pPr>
      <a:lvl3pPr algn="l" defTabSz="814388" rtl="0" fontAlgn="base">
        <a:lnSpc>
          <a:spcPct val="90000"/>
        </a:lnSpc>
        <a:spcBef>
          <a:spcPct val="0"/>
        </a:spcBef>
        <a:spcAft>
          <a:spcPct val="0"/>
        </a:spcAft>
        <a:defRPr sz="3000">
          <a:solidFill>
            <a:srgbClr val="717171"/>
          </a:solidFill>
          <a:latin typeface="+mn-lt"/>
        </a:defRPr>
      </a:lvl3pPr>
      <a:lvl4pPr algn="l" defTabSz="814388" rtl="0" fontAlgn="base">
        <a:lnSpc>
          <a:spcPct val="90000"/>
        </a:lnSpc>
        <a:spcBef>
          <a:spcPct val="0"/>
        </a:spcBef>
        <a:spcAft>
          <a:spcPct val="0"/>
        </a:spcAft>
        <a:defRPr sz="3000">
          <a:solidFill>
            <a:srgbClr val="717171"/>
          </a:solidFill>
          <a:latin typeface="+mn-lt"/>
        </a:defRPr>
      </a:lvl4pPr>
      <a:lvl5pPr algn="l" defTabSz="814388" rtl="0" fontAlgn="base">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0" y="0"/>
            <a:ext cx="9144000" cy="3144838"/>
          </a:xfrm>
          <a:prstGeom prst="rect">
            <a:avLst/>
          </a:prstGeom>
          <a:solidFill>
            <a:srgbClr val="0183B7"/>
          </a:solidFill>
          <a:ln w="25400" algn="ctr">
            <a:noFill/>
            <a:miter lim="800000"/>
            <a:headEnd/>
            <a:tailEnd/>
          </a:ln>
          <a:effectLst/>
        </p:spPr>
        <p:txBody>
          <a:bodyPr wrap="none" anchor="ctr"/>
          <a:lstStyle/>
          <a:p>
            <a:endParaRPr lang="en-US"/>
          </a:p>
        </p:txBody>
      </p:sp>
      <p:sp>
        <p:nvSpPr>
          <p:cNvPr id="20483" name="Rectangle 3"/>
          <p:cNvSpPr>
            <a:spLocks noGrp="1" noChangeArrowheads="1"/>
          </p:cNvSpPr>
          <p:nvPr>
            <p:ph type="title"/>
          </p:nvPr>
        </p:nvSpPr>
        <p:spPr bwMode="white">
          <a:xfrm>
            <a:off x="639763" y="1312863"/>
            <a:ext cx="3703637" cy="838200"/>
          </a:xfrm>
          <a:prstGeom prst="rect">
            <a:avLst/>
          </a:prstGeom>
          <a:noFill/>
          <a:ln w="9525">
            <a:noFill/>
            <a:miter lim="800000"/>
            <a:headEnd/>
            <a:tailEnd/>
          </a:ln>
          <a:effectLst/>
        </p:spPr>
        <p:txBody>
          <a:bodyPr vert="horz" wrap="square" lIns="82124" tIns="41061" rIns="82124" bIns="41061" numCol="1" anchor="ctr" anchorCtr="0" compatLnSpc="1">
            <a:prstTxWarp prst="textNoShape">
              <a:avLst/>
            </a:prstTxWarp>
          </a:bodyPr>
          <a:lstStyle/>
          <a:p>
            <a:pPr lvl="0"/>
            <a:r>
              <a:rPr lang="en-US" smtClean="0"/>
              <a:t>Segue Title</a:t>
            </a:r>
          </a:p>
        </p:txBody>
      </p:sp>
      <p:sp>
        <p:nvSpPr>
          <p:cNvPr id="20484" name="Rectangle 4"/>
          <p:cNvSpPr>
            <a:spLocks noGrp="1" noChangeArrowheads="1"/>
          </p:cNvSpPr>
          <p:nvPr>
            <p:ph type="body" idx="1"/>
          </p:nvPr>
        </p:nvSpPr>
        <p:spPr bwMode="auto">
          <a:xfrm>
            <a:off x="639763" y="3429000"/>
            <a:ext cx="7940675" cy="1855788"/>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Subtitle</a:t>
            </a:r>
          </a:p>
        </p:txBody>
      </p:sp>
      <p:sp>
        <p:nvSpPr>
          <p:cNvPr id="20485" name="Rectangle 5"/>
          <p:cNvSpPr>
            <a:spLocks noChangeArrowheads="1"/>
          </p:cNvSpPr>
          <p:nvPr/>
        </p:nvSpPr>
        <p:spPr bwMode="white">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777777"/>
                </a:solidFill>
              </a:rPr>
              <a:t>© 2006 Cisco Systems, Inc. All rights reserved.</a:t>
            </a:r>
          </a:p>
        </p:txBody>
      </p:sp>
      <p:sp>
        <p:nvSpPr>
          <p:cNvPr id="20486" name="Rectangle 6"/>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777777"/>
                </a:solidFill>
              </a:rPr>
              <a:t>Cisco Confidential</a:t>
            </a:r>
          </a:p>
        </p:txBody>
      </p:sp>
      <p:sp>
        <p:nvSpPr>
          <p:cNvPr id="20487" name="Rectangle 7"/>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9C30D06E-9883-4A8D-96D8-C14EC3886AE2}" type="slidenum">
              <a:rPr lang="en-US" sz="1000" b="0">
                <a:solidFill>
                  <a:srgbClr val="777777"/>
                </a:solidFill>
              </a:rPr>
              <a:pPr algn="r" defTabSz="814388">
                <a:lnSpc>
                  <a:spcPct val="100000"/>
                </a:lnSpc>
              </a:pPr>
              <a:t>‹#›</a:t>
            </a:fld>
            <a:endParaRPr lang="en-US" sz="1000" b="0">
              <a:solidFill>
                <a:srgbClr val="777777"/>
              </a:solidFill>
            </a:endParaRPr>
          </a:p>
        </p:txBody>
      </p:sp>
      <p:pic>
        <p:nvPicPr>
          <p:cNvPr id="20488" name="Picture 8" descr="MAD10070"/>
          <p:cNvPicPr preferRelativeResize="0">
            <a:picLocks noChangeAspect="1" noChangeArrowheads="1"/>
          </p:cNvPicPr>
          <p:nvPr/>
        </p:nvPicPr>
        <p:blipFill>
          <a:blip r:embed="rId13" cstate="print"/>
          <a:srcRect/>
          <a:stretch>
            <a:fillRect/>
          </a:stretch>
        </p:blipFill>
        <p:spPr bwMode="auto">
          <a:xfrm>
            <a:off x="4416425" y="0"/>
            <a:ext cx="4727575" cy="3144838"/>
          </a:xfrm>
          <a:prstGeom prst="rect">
            <a:avLst/>
          </a:prstGeom>
          <a:noFill/>
        </p:spPr>
      </p:pic>
    </p:spTree>
  </p:cSld>
  <p:clrMap bg1="dk2" tx1="lt1" bg2="dk1"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ransition>
    <p:wipe dir="r"/>
  </p:transition>
  <p:timing>
    <p:tnLst>
      <p:par>
        <p:cTn id="1" dur="indefinite" restart="never" nodeType="tmRoot"/>
      </p:par>
    </p:tnLst>
  </p:timing>
  <p:txStyles>
    <p:titleStyle>
      <a:lvl1pPr algn="l" defTabSz="814388" rtl="0" fontAlgn="base">
        <a:lnSpc>
          <a:spcPct val="90000"/>
        </a:lnSpc>
        <a:spcBef>
          <a:spcPct val="0"/>
        </a:spcBef>
        <a:spcAft>
          <a:spcPct val="0"/>
        </a:spcAft>
        <a:defRPr sz="3000">
          <a:solidFill>
            <a:schemeClr val="tx1"/>
          </a:solidFill>
          <a:latin typeface="+mj-lt"/>
          <a:ea typeface="+mj-ea"/>
          <a:cs typeface="+mj-cs"/>
        </a:defRPr>
      </a:lvl1pPr>
      <a:lvl2pPr algn="l" defTabSz="814388" rtl="0" fontAlgn="base">
        <a:lnSpc>
          <a:spcPct val="90000"/>
        </a:lnSpc>
        <a:spcBef>
          <a:spcPct val="0"/>
        </a:spcBef>
        <a:spcAft>
          <a:spcPct val="0"/>
        </a:spcAft>
        <a:defRPr sz="3000">
          <a:solidFill>
            <a:schemeClr val="tx1"/>
          </a:solidFill>
          <a:latin typeface="Arial" charset="0"/>
        </a:defRPr>
      </a:lvl2pPr>
      <a:lvl3pPr algn="l" defTabSz="814388" rtl="0" fontAlgn="base">
        <a:lnSpc>
          <a:spcPct val="90000"/>
        </a:lnSpc>
        <a:spcBef>
          <a:spcPct val="0"/>
        </a:spcBef>
        <a:spcAft>
          <a:spcPct val="0"/>
        </a:spcAft>
        <a:defRPr sz="3000">
          <a:solidFill>
            <a:schemeClr val="tx1"/>
          </a:solidFill>
          <a:latin typeface="Arial" charset="0"/>
        </a:defRPr>
      </a:lvl3pPr>
      <a:lvl4pPr algn="l" defTabSz="814388" rtl="0" fontAlgn="base">
        <a:lnSpc>
          <a:spcPct val="90000"/>
        </a:lnSpc>
        <a:spcBef>
          <a:spcPct val="0"/>
        </a:spcBef>
        <a:spcAft>
          <a:spcPct val="0"/>
        </a:spcAft>
        <a:defRPr sz="3000">
          <a:solidFill>
            <a:schemeClr val="tx1"/>
          </a:solidFill>
          <a:latin typeface="Arial" charset="0"/>
        </a:defRPr>
      </a:lvl4pPr>
      <a:lvl5pPr algn="l" defTabSz="814388" rtl="0" fontAlgn="base">
        <a:lnSpc>
          <a:spcPct val="90000"/>
        </a:lnSpc>
        <a:spcBef>
          <a:spcPct val="0"/>
        </a:spcBef>
        <a:spcAft>
          <a:spcPct val="0"/>
        </a:spcAft>
        <a:defRPr sz="3000">
          <a:solidFill>
            <a:schemeClr val="tx1"/>
          </a:solidFill>
          <a:latin typeface="Arial" charset="0"/>
        </a:defRPr>
      </a:lvl5pPr>
      <a:lvl6pPr marL="457200" algn="l" defTabSz="814388" rtl="0" fontAlgn="base">
        <a:lnSpc>
          <a:spcPct val="90000"/>
        </a:lnSpc>
        <a:spcBef>
          <a:spcPct val="0"/>
        </a:spcBef>
        <a:spcAft>
          <a:spcPct val="0"/>
        </a:spcAft>
        <a:defRPr sz="3000">
          <a:solidFill>
            <a:schemeClr val="tx1"/>
          </a:solidFill>
          <a:latin typeface="Arial" charset="0"/>
        </a:defRPr>
      </a:lvl6pPr>
      <a:lvl7pPr marL="914400" algn="l" defTabSz="814388" rtl="0" fontAlgn="base">
        <a:lnSpc>
          <a:spcPct val="90000"/>
        </a:lnSpc>
        <a:spcBef>
          <a:spcPct val="0"/>
        </a:spcBef>
        <a:spcAft>
          <a:spcPct val="0"/>
        </a:spcAft>
        <a:defRPr sz="3000">
          <a:solidFill>
            <a:schemeClr val="tx1"/>
          </a:solidFill>
          <a:latin typeface="Arial" charset="0"/>
        </a:defRPr>
      </a:lvl7pPr>
      <a:lvl8pPr marL="1371600" algn="l" defTabSz="814388" rtl="0" fontAlgn="base">
        <a:lnSpc>
          <a:spcPct val="90000"/>
        </a:lnSpc>
        <a:spcBef>
          <a:spcPct val="0"/>
        </a:spcBef>
        <a:spcAft>
          <a:spcPct val="0"/>
        </a:spcAft>
        <a:defRPr sz="3000">
          <a:solidFill>
            <a:schemeClr val="tx1"/>
          </a:solidFill>
          <a:latin typeface="Arial" charset="0"/>
        </a:defRPr>
      </a:lvl8pPr>
      <a:lvl9pPr marL="1828800" algn="l" defTabSz="814388" rtl="0" fontAlgn="base">
        <a:lnSpc>
          <a:spcPct val="90000"/>
        </a:lnSpc>
        <a:spcBef>
          <a:spcPct val="0"/>
        </a:spcBef>
        <a:spcAft>
          <a:spcPct val="0"/>
        </a:spcAft>
        <a:defRPr sz="3000">
          <a:solidFill>
            <a:schemeClr val="tx1"/>
          </a:solidFill>
          <a:latin typeface="Arial" charset="0"/>
        </a:defRPr>
      </a:lvl9pPr>
    </p:titleStyle>
    <p:bodyStyle>
      <a:lvl1pPr algn="l" defTabSz="814388" rtl="0" fontAlgn="base">
        <a:lnSpc>
          <a:spcPct val="90000"/>
        </a:lnSpc>
        <a:spcBef>
          <a:spcPct val="0"/>
        </a:spcBef>
        <a:spcAft>
          <a:spcPct val="0"/>
        </a:spcAft>
        <a:defRPr sz="2000" b="1">
          <a:solidFill>
            <a:srgbClr val="C0C0C4"/>
          </a:solidFill>
          <a:latin typeface="+mn-lt"/>
          <a:ea typeface="+mn-ea"/>
          <a:cs typeface="+mn-cs"/>
        </a:defRPr>
      </a:lvl1pPr>
      <a:lvl2pPr algn="l" defTabSz="814388" rtl="0" fontAlgn="base">
        <a:lnSpc>
          <a:spcPct val="90000"/>
        </a:lnSpc>
        <a:spcBef>
          <a:spcPct val="0"/>
        </a:spcBef>
        <a:spcAft>
          <a:spcPct val="0"/>
        </a:spcAft>
        <a:defRPr sz="3000">
          <a:solidFill>
            <a:srgbClr val="717171"/>
          </a:solidFill>
          <a:latin typeface="+mn-lt"/>
        </a:defRPr>
      </a:lvl2pPr>
      <a:lvl3pPr algn="l" defTabSz="814388" rtl="0" fontAlgn="base">
        <a:lnSpc>
          <a:spcPct val="90000"/>
        </a:lnSpc>
        <a:spcBef>
          <a:spcPct val="0"/>
        </a:spcBef>
        <a:spcAft>
          <a:spcPct val="0"/>
        </a:spcAft>
        <a:defRPr sz="3000">
          <a:solidFill>
            <a:srgbClr val="717171"/>
          </a:solidFill>
          <a:latin typeface="+mn-lt"/>
        </a:defRPr>
      </a:lvl3pPr>
      <a:lvl4pPr algn="l" defTabSz="814388" rtl="0" fontAlgn="base">
        <a:lnSpc>
          <a:spcPct val="90000"/>
        </a:lnSpc>
        <a:spcBef>
          <a:spcPct val="0"/>
        </a:spcBef>
        <a:spcAft>
          <a:spcPct val="0"/>
        </a:spcAft>
        <a:defRPr sz="3000">
          <a:solidFill>
            <a:srgbClr val="717171"/>
          </a:solidFill>
          <a:latin typeface="+mn-lt"/>
        </a:defRPr>
      </a:lvl4pPr>
      <a:lvl5pPr algn="l" defTabSz="814388" rtl="0" fontAlgn="base">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0" y="0"/>
            <a:ext cx="9144000" cy="1228725"/>
          </a:xfrm>
          <a:prstGeom prst="rect">
            <a:avLst/>
          </a:prstGeom>
          <a:solidFill>
            <a:srgbClr val="306774"/>
          </a:solidFill>
          <a:ln w="9525" algn="ctr">
            <a:noFill/>
            <a:miter lim="800000"/>
            <a:headEnd/>
            <a:tailEnd/>
          </a:ln>
          <a:effectLst/>
        </p:spPr>
        <p:txBody>
          <a:bodyPr wrap="none" lIns="82124" tIns="41061" rIns="82124" bIns="41061" anchor="ctr"/>
          <a:lstStyle/>
          <a:p>
            <a:endParaRPr lang="en-US"/>
          </a:p>
        </p:txBody>
      </p:sp>
      <p:sp>
        <p:nvSpPr>
          <p:cNvPr id="30723" name="Rectangle 3"/>
          <p:cNvSpPr>
            <a:spLocks noGrp="1" noChangeArrowheads="1"/>
          </p:cNvSpPr>
          <p:nvPr>
            <p:ph type="title"/>
          </p:nvPr>
        </p:nvSpPr>
        <p:spPr bwMode="white">
          <a:xfrm>
            <a:off x="655638" y="301625"/>
            <a:ext cx="7950200" cy="838200"/>
          </a:xfrm>
          <a:prstGeom prst="rect">
            <a:avLst/>
          </a:prstGeom>
          <a:noFill/>
          <a:ln w="9525">
            <a:noFill/>
            <a:miter lim="800000"/>
            <a:headEnd/>
            <a:tailEnd/>
          </a:ln>
          <a:effec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30724" name="Rectangle 4"/>
          <p:cNvSpPr>
            <a:spLocks noGrp="1" noChangeArrowheads="1"/>
          </p:cNvSpPr>
          <p:nvPr>
            <p:ph type="body" idx="1"/>
          </p:nvPr>
        </p:nvSpPr>
        <p:spPr bwMode="auto">
          <a:xfrm>
            <a:off x="655638" y="1641475"/>
            <a:ext cx="7940675" cy="4041775"/>
          </a:xfrm>
          <a:prstGeom prst="rect">
            <a:avLst/>
          </a:prstGeom>
          <a:noFill/>
          <a:ln w="9525">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0725" name="AutoShape 5"/>
          <p:cNvSpPr>
            <a:spLocks noChangeArrowheads="1"/>
          </p:cNvSpPr>
          <p:nvPr/>
        </p:nvSpPr>
        <p:spPr bwMode="white">
          <a:xfrm rot="10800000">
            <a:off x="8756650" y="-9525"/>
            <a:ext cx="387350" cy="377825"/>
          </a:xfrm>
          <a:prstGeom prst="rtTriangle">
            <a:avLst/>
          </a:prstGeom>
          <a:solidFill>
            <a:srgbClr val="000000"/>
          </a:solidFill>
          <a:ln w="9525" algn="ctr">
            <a:noFill/>
            <a:miter lim="800000"/>
            <a:headEnd/>
            <a:tailEnd/>
          </a:ln>
          <a:effectLst/>
        </p:spPr>
        <p:txBody>
          <a:bodyPr wrap="none" lIns="82124" tIns="41061" rIns="82124" bIns="41061" anchor="ctr"/>
          <a:lstStyle/>
          <a:p>
            <a:endParaRPr lang="en-US"/>
          </a:p>
        </p:txBody>
      </p:sp>
      <p:sp>
        <p:nvSpPr>
          <p:cNvPr id="30726" name="Rectangle 6"/>
          <p:cNvSpPr>
            <a:spLocks noChangeArrowheads="1"/>
          </p:cNvSpPr>
          <p:nvPr/>
        </p:nvSpPr>
        <p:spPr bwMode="auto">
          <a:xfrm>
            <a:off x="0" y="6564313"/>
            <a:ext cx="9144000" cy="298450"/>
          </a:xfrm>
          <a:prstGeom prst="rect">
            <a:avLst/>
          </a:prstGeom>
          <a:solidFill>
            <a:srgbClr val="969696"/>
          </a:solidFill>
          <a:ln w="9525" algn="ctr">
            <a:noFill/>
            <a:miter lim="800000"/>
            <a:headEnd/>
            <a:tailEnd/>
          </a:ln>
          <a:effectLst/>
        </p:spPr>
        <p:txBody>
          <a:bodyPr wrap="none" lIns="82124" tIns="41061" rIns="82124" bIns="41061" anchor="ctr"/>
          <a:lstStyle/>
          <a:p>
            <a:endParaRPr lang="en-US"/>
          </a:p>
        </p:txBody>
      </p:sp>
      <p:sp>
        <p:nvSpPr>
          <p:cNvPr id="30727" name="Rectangle 7"/>
          <p:cNvSpPr>
            <a:spLocks noChangeArrowheads="1"/>
          </p:cNvSpPr>
          <p:nvPr/>
        </p:nvSpPr>
        <p:spPr bwMode="white">
          <a:xfrm>
            <a:off x="8820150" y="6597650"/>
            <a:ext cx="320675" cy="234950"/>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fld id="{D76924B4-64A5-41DF-B8EB-9E013B4B991F}" type="slidenum">
              <a:rPr lang="en-US" sz="1000" b="0">
                <a:solidFill>
                  <a:srgbClr val="5F5F5F"/>
                </a:solidFill>
              </a:rPr>
              <a:pPr defTabSz="814388">
                <a:lnSpc>
                  <a:spcPct val="100000"/>
                </a:lnSpc>
              </a:pPr>
              <a:t>‹#›</a:t>
            </a:fld>
            <a:endParaRPr lang="en-US" sz="1000" b="0">
              <a:solidFill>
                <a:srgbClr val="5F5F5F"/>
              </a:solidFill>
            </a:endParaRPr>
          </a:p>
        </p:txBody>
      </p:sp>
      <p:sp>
        <p:nvSpPr>
          <p:cNvPr id="30728" name="Rectangle 8"/>
          <p:cNvSpPr>
            <a:spLocks noChangeArrowheads="1"/>
          </p:cNvSpPr>
          <p:nvPr/>
        </p:nvSpPr>
        <p:spPr bwMode="white">
          <a:xfrm>
            <a:off x="1863725" y="6669088"/>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5F5F5F"/>
                </a:solidFill>
              </a:rPr>
              <a:t>© 2006 Cisco Systems, Inc. All rights reserved.</a:t>
            </a:r>
          </a:p>
        </p:txBody>
      </p:sp>
      <p:sp>
        <p:nvSpPr>
          <p:cNvPr id="30729" name="Rectangle 9"/>
          <p:cNvSpPr>
            <a:spLocks noChangeArrowheads="1"/>
          </p:cNvSpPr>
          <p:nvPr/>
        </p:nvSpPr>
        <p:spPr bwMode="white">
          <a:xfrm>
            <a:off x="0" y="6565900"/>
            <a:ext cx="1112838" cy="295275"/>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5F5F5F"/>
                </a:solidFill>
              </a:rPr>
              <a:t>Session Number</a:t>
            </a:r>
          </a:p>
          <a:p>
            <a:pPr defTabSz="814388">
              <a:lnSpc>
                <a:spcPct val="100000"/>
              </a:lnSpc>
            </a:pPr>
            <a:r>
              <a:rPr lang="en-US" sz="700" b="0">
                <a:solidFill>
                  <a:srgbClr val="5F5F5F"/>
                </a:solidFill>
              </a:rPr>
              <a:t>Presentation_ID</a:t>
            </a:r>
          </a:p>
        </p:txBody>
      </p:sp>
      <p:sp>
        <p:nvSpPr>
          <p:cNvPr id="30730" name="Rectangle 10"/>
          <p:cNvSpPr>
            <a:spLocks noChangeArrowheads="1"/>
          </p:cNvSpPr>
          <p:nvPr/>
        </p:nvSpPr>
        <p:spPr bwMode="auto">
          <a:xfrm>
            <a:off x="7264400" y="6599238"/>
            <a:ext cx="1277938" cy="234950"/>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1000">
                <a:solidFill>
                  <a:srgbClr val="5F5F5F"/>
                </a:solidFill>
              </a:rPr>
              <a:t>Cisco Confidential</a:t>
            </a:r>
          </a:p>
        </p:txBody>
      </p:sp>
    </p:spTree>
  </p:cSld>
  <p:clrMap bg1="dk2" tx1="lt1" bg2="dk1" tx2="lt2" accent1="accent1" accent2="accent2" accent3="accent3" accent4="accent4" accent5="accent5" accent6="accent6" hlink="hlink" folHlink="folHlink"/>
  <p:sldLayoutIdLst>
    <p:sldLayoutId id="214748366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iming>
    <p:tnLst>
      <p:par>
        <p:cTn id="1" dur="indefinite" restart="never" nodeType="tmRoot"/>
      </p:par>
    </p:tnLst>
  </p:timing>
  <p:txStyles>
    <p:titleStyle>
      <a:lvl1pPr algn="l" defTabSz="814388" rtl="0" fontAlgn="base">
        <a:lnSpc>
          <a:spcPct val="90000"/>
        </a:lnSpc>
        <a:spcBef>
          <a:spcPct val="0"/>
        </a:spcBef>
        <a:spcAft>
          <a:spcPct val="0"/>
        </a:spcAft>
        <a:defRPr sz="3000" b="1">
          <a:solidFill>
            <a:srgbClr val="FFFFFF"/>
          </a:solidFill>
          <a:latin typeface="+mj-lt"/>
          <a:ea typeface="+mj-ea"/>
          <a:cs typeface="+mj-cs"/>
        </a:defRPr>
      </a:lvl1pPr>
      <a:lvl2pPr algn="l" defTabSz="814388" rtl="0" fontAlgn="base">
        <a:lnSpc>
          <a:spcPct val="90000"/>
        </a:lnSpc>
        <a:spcBef>
          <a:spcPct val="0"/>
        </a:spcBef>
        <a:spcAft>
          <a:spcPct val="0"/>
        </a:spcAft>
        <a:defRPr sz="3000" b="1">
          <a:solidFill>
            <a:srgbClr val="FFFFFF"/>
          </a:solidFill>
          <a:latin typeface="Arial" charset="0"/>
        </a:defRPr>
      </a:lvl2pPr>
      <a:lvl3pPr algn="l" defTabSz="814388" rtl="0" fontAlgn="base">
        <a:lnSpc>
          <a:spcPct val="90000"/>
        </a:lnSpc>
        <a:spcBef>
          <a:spcPct val="0"/>
        </a:spcBef>
        <a:spcAft>
          <a:spcPct val="0"/>
        </a:spcAft>
        <a:defRPr sz="3000" b="1">
          <a:solidFill>
            <a:srgbClr val="FFFFFF"/>
          </a:solidFill>
          <a:latin typeface="Arial" charset="0"/>
        </a:defRPr>
      </a:lvl3pPr>
      <a:lvl4pPr algn="l" defTabSz="814388" rtl="0" fontAlgn="base">
        <a:lnSpc>
          <a:spcPct val="90000"/>
        </a:lnSpc>
        <a:spcBef>
          <a:spcPct val="0"/>
        </a:spcBef>
        <a:spcAft>
          <a:spcPct val="0"/>
        </a:spcAft>
        <a:defRPr sz="3000" b="1">
          <a:solidFill>
            <a:srgbClr val="FFFFFF"/>
          </a:solidFill>
          <a:latin typeface="Arial" charset="0"/>
        </a:defRPr>
      </a:lvl4pPr>
      <a:lvl5pPr algn="l" defTabSz="814388" rtl="0" fontAlgn="base">
        <a:lnSpc>
          <a:spcPct val="90000"/>
        </a:lnSpc>
        <a:spcBef>
          <a:spcPct val="0"/>
        </a:spcBef>
        <a:spcAft>
          <a:spcPct val="0"/>
        </a:spcAft>
        <a:defRPr sz="3000" b="1">
          <a:solidFill>
            <a:srgbClr val="FFFFFF"/>
          </a:solidFill>
          <a:latin typeface="Arial" charset="0"/>
        </a:defRPr>
      </a:lvl5pPr>
      <a:lvl6pPr marL="457200" algn="l" defTabSz="814388" rtl="0" fontAlgn="base">
        <a:lnSpc>
          <a:spcPct val="90000"/>
        </a:lnSpc>
        <a:spcBef>
          <a:spcPct val="0"/>
        </a:spcBef>
        <a:spcAft>
          <a:spcPct val="0"/>
        </a:spcAft>
        <a:defRPr sz="3000" b="1">
          <a:solidFill>
            <a:srgbClr val="FFFFFF"/>
          </a:solidFill>
          <a:latin typeface="Arial" charset="0"/>
        </a:defRPr>
      </a:lvl6pPr>
      <a:lvl7pPr marL="914400" algn="l" defTabSz="814388" rtl="0" fontAlgn="base">
        <a:lnSpc>
          <a:spcPct val="90000"/>
        </a:lnSpc>
        <a:spcBef>
          <a:spcPct val="0"/>
        </a:spcBef>
        <a:spcAft>
          <a:spcPct val="0"/>
        </a:spcAft>
        <a:defRPr sz="3000" b="1">
          <a:solidFill>
            <a:srgbClr val="FFFFFF"/>
          </a:solidFill>
          <a:latin typeface="Arial" charset="0"/>
        </a:defRPr>
      </a:lvl7pPr>
      <a:lvl8pPr marL="1371600" algn="l" defTabSz="814388" rtl="0" fontAlgn="base">
        <a:lnSpc>
          <a:spcPct val="90000"/>
        </a:lnSpc>
        <a:spcBef>
          <a:spcPct val="0"/>
        </a:spcBef>
        <a:spcAft>
          <a:spcPct val="0"/>
        </a:spcAft>
        <a:defRPr sz="3000" b="1">
          <a:solidFill>
            <a:srgbClr val="FFFFFF"/>
          </a:solidFill>
          <a:latin typeface="Arial" charset="0"/>
        </a:defRPr>
      </a:lvl8pPr>
      <a:lvl9pPr marL="1828800" algn="l" defTabSz="814388" rtl="0" fontAlgn="base">
        <a:lnSpc>
          <a:spcPct val="90000"/>
        </a:lnSpc>
        <a:spcBef>
          <a:spcPct val="0"/>
        </a:spcBef>
        <a:spcAft>
          <a:spcPct val="0"/>
        </a:spcAft>
        <a:defRPr sz="3000" b="1">
          <a:solidFill>
            <a:srgbClr val="FFFFFF"/>
          </a:solidFill>
          <a:latin typeface="Arial" charset="0"/>
        </a:defRPr>
      </a:lvl9pPr>
    </p:titleStyle>
    <p:bodyStyle>
      <a:lvl1pPr marL="236538" indent="-236538" algn="l" defTabSz="814388" rtl="0" fontAlgn="base">
        <a:spcBef>
          <a:spcPct val="0"/>
        </a:spcBef>
        <a:spcAft>
          <a:spcPct val="0"/>
        </a:spcAft>
        <a:buClr>
          <a:schemeClr val="tx1"/>
        </a:buClr>
        <a:buSzPct val="100000"/>
        <a:buChar char="•"/>
        <a:defRPr sz="2400" b="1">
          <a:solidFill>
            <a:schemeClr val="bg1"/>
          </a:solidFill>
          <a:latin typeface="+mn-lt"/>
          <a:ea typeface="+mn-ea"/>
          <a:cs typeface="+mn-cs"/>
        </a:defRPr>
      </a:lvl1pPr>
      <a:lvl2pPr marL="574675" algn="l" defTabSz="814388" rtl="0" fontAlgn="base">
        <a:spcBef>
          <a:spcPct val="0"/>
        </a:spcBef>
        <a:spcAft>
          <a:spcPct val="0"/>
        </a:spcAft>
        <a:defRPr sz="2000" b="1">
          <a:solidFill>
            <a:schemeClr val="bg1"/>
          </a:solidFill>
          <a:latin typeface="+mn-lt"/>
        </a:defRPr>
      </a:lvl2pPr>
      <a:lvl3pPr marL="914400" algn="l" defTabSz="814388" rtl="0" fontAlgn="base">
        <a:spcBef>
          <a:spcPct val="0"/>
        </a:spcBef>
        <a:spcAft>
          <a:spcPct val="0"/>
        </a:spcAft>
        <a:defRPr sz="2000" b="1">
          <a:solidFill>
            <a:schemeClr val="bg1"/>
          </a:solidFill>
          <a:latin typeface="+mn-lt"/>
        </a:defRPr>
      </a:lvl3pPr>
      <a:lvl4pPr marL="1254125" algn="l" defTabSz="814388" rtl="0" fontAlgn="base">
        <a:spcBef>
          <a:spcPct val="0"/>
        </a:spcBef>
        <a:spcAft>
          <a:spcPct val="0"/>
        </a:spcAft>
        <a:defRPr sz="2000" b="1">
          <a:solidFill>
            <a:schemeClr val="bg1"/>
          </a:solidFill>
          <a:latin typeface="+mn-lt"/>
        </a:defRPr>
      </a:lvl4pPr>
      <a:lvl5pPr marL="1604963" algn="l" defTabSz="814388" rtl="0" fontAlgn="base">
        <a:spcBef>
          <a:spcPct val="0"/>
        </a:spcBef>
        <a:spcAft>
          <a:spcPct val="0"/>
        </a:spcAft>
        <a:defRPr sz="2000" b="1">
          <a:solidFill>
            <a:schemeClr val="bg1"/>
          </a:solidFill>
          <a:latin typeface="+mn-lt"/>
        </a:defRPr>
      </a:lvl5pPr>
      <a:lvl6pPr marL="2062163" algn="l" defTabSz="814388" rtl="0" fontAlgn="base">
        <a:spcBef>
          <a:spcPct val="0"/>
        </a:spcBef>
        <a:spcAft>
          <a:spcPct val="0"/>
        </a:spcAft>
        <a:defRPr sz="2000" b="1">
          <a:solidFill>
            <a:schemeClr val="bg1"/>
          </a:solidFill>
          <a:latin typeface="+mn-lt"/>
        </a:defRPr>
      </a:lvl6pPr>
      <a:lvl7pPr marL="2519363" algn="l" defTabSz="814388" rtl="0" fontAlgn="base">
        <a:spcBef>
          <a:spcPct val="0"/>
        </a:spcBef>
        <a:spcAft>
          <a:spcPct val="0"/>
        </a:spcAft>
        <a:defRPr sz="2000" b="1">
          <a:solidFill>
            <a:schemeClr val="bg1"/>
          </a:solidFill>
          <a:latin typeface="+mn-lt"/>
        </a:defRPr>
      </a:lvl7pPr>
      <a:lvl8pPr marL="2976563" algn="l" defTabSz="814388" rtl="0" fontAlgn="base">
        <a:spcBef>
          <a:spcPct val="0"/>
        </a:spcBef>
        <a:spcAft>
          <a:spcPct val="0"/>
        </a:spcAft>
        <a:defRPr sz="2000" b="1">
          <a:solidFill>
            <a:schemeClr val="bg1"/>
          </a:solidFill>
          <a:latin typeface="+mn-lt"/>
        </a:defRPr>
      </a:lvl8pPr>
      <a:lvl9pPr marL="3433763" algn="l" defTabSz="814388" rtl="0" fontAlgn="base">
        <a:spcBef>
          <a:spcPct val="0"/>
        </a:spcBef>
        <a:spcAft>
          <a:spcPct val="0"/>
        </a:spcAft>
        <a:defRPr sz="2000"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0" y="0"/>
            <a:ext cx="9144000" cy="3144838"/>
          </a:xfrm>
          <a:prstGeom prst="rect">
            <a:avLst/>
          </a:prstGeom>
          <a:solidFill>
            <a:srgbClr val="0183B7"/>
          </a:solidFill>
          <a:ln w="25400" algn="ctr">
            <a:noFill/>
            <a:miter lim="800000"/>
            <a:headEnd/>
            <a:tailEnd/>
          </a:ln>
          <a:effectLst/>
        </p:spPr>
        <p:txBody>
          <a:bodyPr wrap="none" anchor="ctr"/>
          <a:lstStyle/>
          <a:p>
            <a:endParaRPr lang="en-US"/>
          </a:p>
        </p:txBody>
      </p:sp>
      <p:sp>
        <p:nvSpPr>
          <p:cNvPr id="32771" name="Rectangle 3"/>
          <p:cNvSpPr>
            <a:spLocks noGrp="1" noChangeArrowheads="1"/>
          </p:cNvSpPr>
          <p:nvPr>
            <p:ph type="title"/>
          </p:nvPr>
        </p:nvSpPr>
        <p:spPr bwMode="white">
          <a:xfrm>
            <a:off x="639763" y="1312863"/>
            <a:ext cx="3703637" cy="838200"/>
          </a:xfrm>
          <a:prstGeom prst="rect">
            <a:avLst/>
          </a:prstGeom>
          <a:noFill/>
          <a:ln w="9525">
            <a:noFill/>
            <a:miter lim="800000"/>
            <a:headEnd/>
            <a:tailEnd/>
          </a:ln>
          <a:effectLst/>
        </p:spPr>
        <p:txBody>
          <a:bodyPr vert="horz" wrap="square" lIns="82124" tIns="41061" rIns="82124" bIns="41061" numCol="1" anchor="ctr" anchorCtr="0" compatLnSpc="1">
            <a:prstTxWarp prst="textNoShape">
              <a:avLst/>
            </a:prstTxWarp>
          </a:bodyPr>
          <a:lstStyle/>
          <a:p>
            <a:pPr lvl="0"/>
            <a:r>
              <a:rPr lang="en-US" smtClean="0"/>
              <a:t>Segue Title</a:t>
            </a:r>
          </a:p>
        </p:txBody>
      </p:sp>
      <p:sp>
        <p:nvSpPr>
          <p:cNvPr id="32772" name="Rectangle 4"/>
          <p:cNvSpPr>
            <a:spLocks noGrp="1" noChangeArrowheads="1"/>
          </p:cNvSpPr>
          <p:nvPr>
            <p:ph type="body" idx="1"/>
          </p:nvPr>
        </p:nvSpPr>
        <p:spPr bwMode="auto">
          <a:xfrm>
            <a:off x="639763" y="3429000"/>
            <a:ext cx="7940675" cy="1855788"/>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Subtitle</a:t>
            </a:r>
          </a:p>
        </p:txBody>
      </p:sp>
      <p:sp>
        <p:nvSpPr>
          <p:cNvPr id="32773" name="Rectangle 5"/>
          <p:cNvSpPr>
            <a:spLocks noChangeArrowheads="1"/>
          </p:cNvSpPr>
          <p:nvPr/>
        </p:nvSpPr>
        <p:spPr bwMode="white">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777777"/>
                </a:solidFill>
              </a:rPr>
              <a:t>© 2006 Cisco Systems, Inc. All rights reserved.</a:t>
            </a:r>
          </a:p>
        </p:txBody>
      </p:sp>
      <p:sp>
        <p:nvSpPr>
          <p:cNvPr id="32774" name="Rectangle 6"/>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777777"/>
                </a:solidFill>
              </a:rPr>
              <a:t>Cisco Confidential</a:t>
            </a:r>
          </a:p>
        </p:txBody>
      </p:sp>
      <p:sp>
        <p:nvSpPr>
          <p:cNvPr id="32775" name="Rectangle 7"/>
          <p:cNvSpPr>
            <a:spLocks noChangeArrowheads="1"/>
          </p:cNvSpPr>
          <p:nvPr/>
        </p:nvSpPr>
        <p:spPr bwMode="white">
          <a:xfrm>
            <a:off x="193675" y="6672263"/>
            <a:ext cx="962025" cy="188912"/>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777777"/>
                </a:solidFill>
              </a:rPr>
              <a:t>Presentation_ID</a:t>
            </a:r>
          </a:p>
        </p:txBody>
      </p:sp>
      <p:sp>
        <p:nvSpPr>
          <p:cNvPr id="32776" name="Rectangle 8"/>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4B147DED-59CE-49B3-AB01-D9A788411D0D}" type="slidenum">
              <a:rPr lang="en-US" sz="1000" b="0">
                <a:solidFill>
                  <a:srgbClr val="777777"/>
                </a:solidFill>
              </a:rPr>
              <a:pPr algn="r" defTabSz="814388">
                <a:lnSpc>
                  <a:spcPct val="100000"/>
                </a:lnSpc>
              </a:pPr>
              <a:t>‹#›</a:t>
            </a:fld>
            <a:endParaRPr lang="en-US" sz="1000" b="0">
              <a:solidFill>
                <a:srgbClr val="777777"/>
              </a:solidFill>
            </a:endParaRPr>
          </a:p>
        </p:txBody>
      </p:sp>
      <p:pic>
        <p:nvPicPr>
          <p:cNvPr id="32777" name="Picture 9" descr="MAD10070"/>
          <p:cNvPicPr preferRelativeResize="0">
            <a:picLocks noChangeAspect="1" noChangeArrowheads="1"/>
          </p:cNvPicPr>
          <p:nvPr/>
        </p:nvPicPr>
        <p:blipFill>
          <a:blip r:embed="rId13" cstate="print"/>
          <a:srcRect/>
          <a:stretch>
            <a:fillRect/>
          </a:stretch>
        </p:blipFill>
        <p:spPr bwMode="auto">
          <a:xfrm>
            <a:off x="4416425" y="0"/>
            <a:ext cx="4727575" cy="3144838"/>
          </a:xfrm>
          <a:prstGeom prst="rect">
            <a:avLst/>
          </a:prstGeom>
          <a:noFill/>
        </p:spPr>
      </p:pic>
    </p:spTree>
  </p:cSld>
  <p:clrMap bg1="dk2" tx1="lt1" bg2="dk1"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ransition>
    <p:wipe dir="r"/>
  </p:transition>
  <p:timing>
    <p:tnLst>
      <p:par>
        <p:cTn id="1" dur="indefinite" restart="never" nodeType="tmRoot"/>
      </p:par>
    </p:tnLst>
  </p:timing>
  <p:txStyles>
    <p:titleStyle>
      <a:lvl1pPr algn="l" defTabSz="814388" rtl="0" fontAlgn="base">
        <a:lnSpc>
          <a:spcPct val="90000"/>
        </a:lnSpc>
        <a:spcBef>
          <a:spcPct val="0"/>
        </a:spcBef>
        <a:spcAft>
          <a:spcPct val="0"/>
        </a:spcAft>
        <a:defRPr sz="3000">
          <a:solidFill>
            <a:schemeClr val="tx1"/>
          </a:solidFill>
          <a:latin typeface="+mj-lt"/>
          <a:ea typeface="+mj-ea"/>
          <a:cs typeface="+mj-cs"/>
        </a:defRPr>
      </a:lvl1pPr>
      <a:lvl2pPr algn="l" defTabSz="814388" rtl="0" fontAlgn="base">
        <a:lnSpc>
          <a:spcPct val="90000"/>
        </a:lnSpc>
        <a:spcBef>
          <a:spcPct val="0"/>
        </a:spcBef>
        <a:spcAft>
          <a:spcPct val="0"/>
        </a:spcAft>
        <a:defRPr sz="3000">
          <a:solidFill>
            <a:schemeClr val="tx1"/>
          </a:solidFill>
          <a:latin typeface="Arial" charset="0"/>
        </a:defRPr>
      </a:lvl2pPr>
      <a:lvl3pPr algn="l" defTabSz="814388" rtl="0" fontAlgn="base">
        <a:lnSpc>
          <a:spcPct val="90000"/>
        </a:lnSpc>
        <a:spcBef>
          <a:spcPct val="0"/>
        </a:spcBef>
        <a:spcAft>
          <a:spcPct val="0"/>
        </a:spcAft>
        <a:defRPr sz="3000">
          <a:solidFill>
            <a:schemeClr val="tx1"/>
          </a:solidFill>
          <a:latin typeface="Arial" charset="0"/>
        </a:defRPr>
      </a:lvl3pPr>
      <a:lvl4pPr algn="l" defTabSz="814388" rtl="0" fontAlgn="base">
        <a:lnSpc>
          <a:spcPct val="90000"/>
        </a:lnSpc>
        <a:spcBef>
          <a:spcPct val="0"/>
        </a:spcBef>
        <a:spcAft>
          <a:spcPct val="0"/>
        </a:spcAft>
        <a:defRPr sz="3000">
          <a:solidFill>
            <a:schemeClr val="tx1"/>
          </a:solidFill>
          <a:latin typeface="Arial" charset="0"/>
        </a:defRPr>
      </a:lvl4pPr>
      <a:lvl5pPr algn="l" defTabSz="814388" rtl="0" fontAlgn="base">
        <a:lnSpc>
          <a:spcPct val="90000"/>
        </a:lnSpc>
        <a:spcBef>
          <a:spcPct val="0"/>
        </a:spcBef>
        <a:spcAft>
          <a:spcPct val="0"/>
        </a:spcAft>
        <a:defRPr sz="3000">
          <a:solidFill>
            <a:schemeClr val="tx1"/>
          </a:solidFill>
          <a:latin typeface="Arial" charset="0"/>
        </a:defRPr>
      </a:lvl5pPr>
      <a:lvl6pPr marL="457200" algn="l" defTabSz="814388" rtl="0" fontAlgn="base">
        <a:lnSpc>
          <a:spcPct val="90000"/>
        </a:lnSpc>
        <a:spcBef>
          <a:spcPct val="0"/>
        </a:spcBef>
        <a:spcAft>
          <a:spcPct val="0"/>
        </a:spcAft>
        <a:defRPr sz="3000">
          <a:solidFill>
            <a:schemeClr val="tx1"/>
          </a:solidFill>
          <a:latin typeface="Arial" charset="0"/>
        </a:defRPr>
      </a:lvl6pPr>
      <a:lvl7pPr marL="914400" algn="l" defTabSz="814388" rtl="0" fontAlgn="base">
        <a:lnSpc>
          <a:spcPct val="90000"/>
        </a:lnSpc>
        <a:spcBef>
          <a:spcPct val="0"/>
        </a:spcBef>
        <a:spcAft>
          <a:spcPct val="0"/>
        </a:spcAft>
        <a:defRPr sz="3000">
          <a:solidFill>
            <a:schemeClr val="tx1"/>
          </a:solidFill>
          <a:latin typeface="Arial" charset="0"/>
        </a:defRPr>
      </a:lvl7pPr>
      <a:lvl8pPr marL="1371600" algn="l" defTabSz="814388" rtl="0" fontAlgn="base">
        <a:lnSpc>
          <a:spcPct val="90000"/>
        </a:lnSpc>
        <a:spcBef>
          <a:spcPct val="0"/>
        </a:spcBef>
        <a:spcAft>
          <a:spcPct val="0"/>
        </a:spcAft>
        <a:defRPr sz="3000">
          <a:solidFill>
            <a:schemeClr val="tx1"/>
          </a:solidFill>
          <a:latin typeface="Arial" charset="0"/>
        </a:defRPr>
      </a:lvl8pPr>
      <a:lvl9pPr marL="1828800" algn="l" defTabSz="814388" rtl="0" fontAlgn="base">
        <a:lnSpc>
          <a:spcPct val="90000"/>
        </a:lnSpc>
        <a:spcBef>
          <a:spcPct val="0"/>
        </a:spcBef>
        <a:spcAft>
          <a:spcPct val="0"/>
        </a:spcAft>
        <a:defRPr sz="3000">
          <a:solidFill>
            <a:schemeClr val="tx1"/>
          </a:solidFill>
          <a:latin typeface="Arial" charset="0"/>
        </a:defRPr>
      </a:lvl9pPr>
    </p:titleStyle>
    <p:bodyStyle>
      <a:lvl1pPr algn="l" defTabSz="814388" rtl="0" fontAlgn="base">
        <a:lnSpc>
          <a:spcPct val="90000"/>
        </a:lnSpc>
        <a:spcBef>
          <a:spcPct val="0"/>
        </a:spcBef>
        <a:spcAft>
          <a:spcPct val="0"/>
        </a:spcAft>
        <a:defRPr sz="2000" b="1">
          <a:solidFill>
            <a:srgbClr val="C0C0C4"/>
          </a:solidFill>
          <a:latin typeface="+mn-lt"/>
          <a:ea typeface="+mn-ea"/>
          <a:cs typeface="+mn-cs"/>
        </a:defRPr>
      </a:lvl1pPr>
      <a:lvl2pPr algn="l" defTabSz="814388" rtl="0" fontAlgn="base">
        <a:lnSpc>
          <a:spcPct val="90000"/>
        </a:lnSpc>
        <a:spcBef>
          <a:spcPct val="0"/>
        </a:spcBef>
        <a:spcAft>
          <a:spcPct val="0"/>
        </a:spcAft>
        <a:defRPr sz="3000">
          <a:solidFill>
            <a:srgbClr val="717171"/>
          </a:solidFill>
          <a:latin typeface="+mn-lt"/>
        </a:defRPr>
      </a:lvl2pPr>
      <a:lvl3pPr algn="l" defTabSz="814388" rtl="0" fontAlgn="base">
        <a:lnSpc>
          <a:spcPct val="90000"/>
        </a:lnSpc>
        <a:spcBef>
          <a:spcPct val="0"/>
        </a:spcBef>
        <a:spcAft>
          <a:spcPct val="0"/>
        </a:spcAft>
        <a:defRPr sz="3000">
          <a:solidFill>
            <a:srgbClr val="717171"/>
          </a:solidFill>
          <a:latin typeface="+mn-lt"/>
        </a:defRPr>
      </a:lvl3pPr>
      <a:lvl4pPr algn="l" defTabSz="814388" rtl="0" fontAlgn="base">
        <a:lnSpc>
          <a:spcPct val="90000"/>
        </a:lnSpc>
        <a:spcBef>
          <a:spcPct val="0"/>
        </a:spcBef>
        <a:spcAft>
          <a:spcPct val="0"/>
        </a:spcAft>
        <a:defRPr sz="3000">
          <a:solidFill>
            <a:srgbClr val="717171"/>
          </a:solidFill>
          <a:latin typeface="+mn-lt"/>
        </a:defRPr>
      </a:lvl4pPr>
      <a:lvl5pPr algn="l" defTabSz="814388" rtl="0" fontAlgn="base">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0" y="0"/>
            <a:ext cx="9144000" cy="3144838"/>
          </a:xfrm>
          <a:prstGeom prst="rect">
            <a:avLst/>
          </a:prstGeom>
          <a:solidFill>
            <a:srgbClr val="0183B7"/>
          </a:solidFill>
          <a:ln w="25400" algn="ctr">
            <a:noFill/>
            <a:miter lim="800000"/>
            <a:headEnd/>
            <a:tailEnd/>
          </a:ln>
          <a:effectLst/>
        </p:spPr>
        <p:txBody>
          <a:bodyPr wrap="none" anchor="ctr"/>
          <a:lstStyle/>
          <a:p>
            <a:endParaRPr lang="en-US"/>
          </a:p>
        </p:txBody>
      </p:sp>
      <p:sp>
        <p:nvSpPr>
          <p:cNvPr id="33795" name="Rectangle 3"/>
          <p:cNvSpPr>
            <a:spLocks noGrp="1" noChangeArrowheads="1"/>
          </p:cNvSpPr>
          <p:nvPr>
            <p:ph type="title"/>
          </p:nvPr>
        </p:nvSpPr>
        <p:spPr bwMode="white">
          <a:xfrm>
            <a:off x="639763" y="1312863"/>
            <a:ext cx="3703637" cy="838200"/>
          </a:xfrm>
          <a:prstGeom prst="rect">
            <a:avLst/>
          </a:prstGeom>
          <a:noFill/>
          <a:ln w="9525">
            <a:noFill/>
            <a:miter lim="800000"/>
            <a:headEnd/>
            <a:tailEnd/>
          </a:ln>
          <a:effectLst/>
        </p:spPr>
        <p:txBody>
          <a:bodyPr vert="horz" wrap="square" lIns="82124" tIns="41061" rIns="82124" bIns="41061" numCol="1" anchor="ctr" anchorCtr="0" compatLnSpc="1">
            <a:prstTxWarp prst="textNoShape">
              <a:avLst/>
            </a:prstTxWarp>
          </a:bodyPr>
          <a:lstStyle/>
          <a:p>
            <a:pPr lvl="0"/>
            <a:r>
              <a:rPr lang="en-US" smtClean="0"/>
              <a:t>Segue Title</a:t>
            </a:r>
          </a:p>
        </p:txBody>
      </p:sp>
      <p:sp>
        <p:nvSpPr>
          <p:cNvPr id="33796" name="Rectangle 4"/>
          <p:cNvSpPr>
            <a:spLocks noGrp="1" noChangeArrowheads="1"/>
          </p:cNvSpPr>
          <p:nvPr>
            <p:ph type="body" idx="1"/>
          </p:nvPr>
        </p:nvSpPr>
        <p:spPr bwMode="auto">
          <a:xfrm>
            <a:off x="639763" y="3429000"/>
            <a:ext cx="7940675" cy="1855788"/>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Subtitle</a:t>
            </a:r>
          </a:p>
        </p:txBody>
      </p:sp>
      <p:sp>
        <p:nvSpPr>
          <p:cNvPr id="33797" name="Rectangle 5"/>
          <p:cNvSpPr>
            <a:spLocks noChangeArrowheads="1"/>
          </p:cNvSpPr>
          <p:nvPr/>
        </p:nvSpPr>
        <p:spPr bwMode="white">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777777"/>
                </a:solidFill>
              </a:rPr>
              <a:t>© 2006 Cisco Systems, Inc. All rights reserved.</a:t>
            </a:r>
          </a:p>
        </p:txBody>
      </p:sp>
      <p:sp>
        <p:nvSpPr>
          <p:cNvPr id="33798" name="Rectangle 6"/>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777777"/>
                </a:solidFill>
              </a:rPr>
              <a:t>Cisco Confidential</a:t>
            </a:r>
          </a:p>
        </p:txBody>
      </p:sp>
      <p:sp>
        <p:nvSpPr>
          <p:cNvPr id="33799" name="Rectangle 7"/>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B7EFEDDE-9E37-44F2-BF48-12DC0FBC0236}" type="slidenum">
              <a:rPr lang="en-US" sz="1000" b="0">
                <a:solidFill>
                  <a:srgbClr val="777777"/>
                </a:solidFill>
              </a:rPr>
              <a:pPr algn="r" defTabSz="814388">
                <a:lnSpc>
                  <a:spcPct val="100000"/>
                </a:lnSpc>
              </a:pPr>
              <a:t>‹#›</a:t>
            </a:fld>
            <a:endParaRPr lang="en-US" sz="1000" b="0">
              <a:solidFill>
                <a:srgbClr val="777777"/>
              </a:solidFill>
            </a:endParaRPr>
          </a:p>
        </p:txBody>
      </p:sp>
      <p:pic>
        <p:nvPicPr>
          <p:cNvPr id="33800" name="Picture 8" descr="MAD10070"/>
          <p:cNvPicPr preferRelativeResize="0">
            <a:picLocks noChangeAspect="1" noChangeArrowheads="1"/>
          </p:cNvPicPr>
          <p:nvPr/>
        </p:nvPicPr>
        <p:blipFill>
          <a:blip r:embed="rId13" cstate="print"/>
          <a:srcRect/>
          <a:stretch>
            <a:fillRect/>
          </a:stretch>
        </p:blipFill>
        <p:spPr bwMode="auto">
          <a:xfrm>
            <a:off x="4416425" y="0"/>
            <a:ext cx="4727575" cy="3144838"/>
          </a:xfrm>
          <a:prstGeom prst="rect">
            <a:avLst/>
          </a:prstGeom>
          <a:noFill/>
        </p:spPr>
      </p:pic>
    </p:spTree>
  </p:cSld>
  <p:clrMap bg1="dk2" tx1="lt1" bg2="dk1" tx2="lt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ransition>
    <p:wipe dir="r"/>
  </p:transition>
  <p:timing>
    <p:tnLst>
      <p:par>
        <p:cTn id="1" dur="indefinite" restart="never" nodeType="tmRoot"/>
      </p:par>
    </p:tnLst>
  </p:timing>
  <p:txStyles>
    <p:titleStyle>
      <a:lvl1pPr algn="l" defTabSz="814388" rtl="0" fontAlgn="base">
        <a:lnSpc>
          <a:spcPct val="90000"/>
        </a:lnSpc>
        <a:spcBef>
          <a:spcPct val="0"/>
        </a:spcBef>
        <a:spcAft>
          <a:spcPct val="0"/>
        </a:spcAft>
        <a:defRPr sz="3000">
          <a:solidFill>
            <a:schemeClr val="tx1"/>
          </a:solidFill>
          <a:latin typeface="+mj-lt"/>
          <a:ea typeface="+mj-ea"/>
          <a:cs typeface="+mj-cs"/>
        </a:defRPr>
      </a:lvl1pPr>
      <a:lvl2pPr algn="l" defTabSz="814388" rtl="0" fontAlgn="base">
        <a:lnSpc>
          <a:spcPct val="90000"/>
        </a:lnSpc>
        <a:spcBef>
          <a:spcPct val="0"/>
        </a:spcBef>
        <a:spcAft>
          <a:spcPct val="0"/>
        </a:spcAft>
        <a:defRPr sz="3000">
          <a:solidFill>
            <a:schemeClr val="tx1"/>
          </a:solidFill>
          <a:latin typeface="Arial" charset="0"/>
        </a:defRPr>
      </a:lvl2pPr>
      <a:lvl3pPr algn="l" defTabSz="814388" rtl="0" fontAlgn="base">
        <a:lnSpc>
          <a:spcPct val="90000"/>
        </a:lnSpc>
        <a:spcBef>
          <a:spcPct val="0"/>
        </a:spcBef>
        <a:spcAft>
          <a:spcPct val="0"/>
        </a:spcAft>
        <a:defRPr sz="3000">
          <a:solidFill>
            <a:schemeClr val="tx1"/>
          </a:solidFill>
          <a:latin typeface="Arial" charset="0"/>
        </a:defRPr>
      </a:lvl3pPr>
      <a:lvl4pPr algn="l" defTabSz="814388" rtl="0" fontAlgn="base">
        <a:lnSpc>
          <a:spcPct val="90000"/>
        </a:lnSpc>
        <a:spcBef>
          <a:spcPct val="0"/>
        </a:spcBef>
        <a:spcAft>
          <a:spcPct val="0"/>
        </a:spcAft>
        <a:defRPr sz="3000">
          <a:solidFill>
            <a:schemeClr val="tx1"/>
          </a:solidFill>
          <a:latin typeface="Arial" charset="0"/>
        </a:defRPr>
      </a:lvl4pPr>
      <a:lvl5pPr algn="l" defTabSz="814388" rtl="0" fontAlgn="base">
        <a:lnSpc>
          <a:spcPct val="90000"/>
        </a:lnSpc>
        <a:spcBef>
          <a:spcPct val="0"/>
        </a:spcBef>
        <a:spcAft>
          <a:spcPct val="0"/>
        </a:spcAft>
        <a:defRPr sz="3000">
          <a:solidFill>
            <a:schemeClr val="tx1"/>
          </a:solidFill>
          <a:latin typeface="Arial" charset="0"/>
        </a:defRPr>
      </a:lvl5pPr>
      <a:lvl6pPr marL="457200" algn="l" defTabSz="814388" rtl="0" fontAlgn="base">
        <a:lnSpc>
          <a:spcPct val="90000"/>
        </a:lnSpc>
        <a:spcBef>
          <a:spcPct val="0"/>
        </a:spcBef>
        <a:spcAft>
          <a:spcPct val="0"/>
        </a:spcAft>
        <a:defRPr sz="3000">
          <a:solidFill>
            <a:schemeClr val="tx1"/>
          </a:solidFill>
          <a:latin typeface="Arial" charset="0"/>
        </a:defRPr>
      </a:lvl6pPr>
      <a:lvl7pPr marL="914400" algn="l" defTabSz="814388" rtl="0" fontAlgn="base">
        <a:lnSpc>
          <a:spcPct val="90000"/>
        </a:lnSpc>
        <a:spcBef>
          <a:spcPct val="0"/>
        </a:spcBef>
        <a:spcAft>
          <a:spcPct val="0"/>
        </a:spcAft>
        <a:defRPr sz="3000">
          <a:solidFill>
            <a:schemeClr val="tx1"/>
          </a:solidFill>
          <a:latin typeface="Arial" charset="0"/>
        </a:defRPr>
      </a:lvl7pPr>
      <a:lvl8pPr marL="1371600" algn="l" defTabSz="814388" rtl="0" fontAlgn="base">
        <a:lnSpc>
          <a:spcPct val="90000"/>
        </a:lnSpc>
        <a:spcBef>
          <a:spcPct val="0"/>
        </a:spcBef>
        <a:spcAft>
          <a:spcPct val="0"/>
        </a:spcAft>
        <a:defRPr sz="3000">
          <a:solidFill>
            <a:schemeClr val="tx1"/>
          </a:solidFill>
          <a:latin typeface="Arial" charset="0"/>
        </a:defRPr>
      </a:lvl8pPr>
      <a:lvl9pPr marL="1828800" algn="l" defTabSz="814388" rtl="0" fontAlgn="base">
        <a:lnSpc>
          <a:spcPct val="90000"/>
        </a:lnSpc>
        <a:spcBef>
          <a:spcPct val="0"/>
        </a:spcBef>
        <a:spcAft>
          <a:spcPct val="0"/>
        </a:spcAft>
        <a:defRPr sz="3000">
          <a:solidFill>
            <a:schemeClr val="tx1"/>
          </a:solidFill>
          <a:latin typeface="Arial" charset="0"/>
        </a:defRPr>
      </a:lvl9pPr>
    </p:titleStyle>
    <p:bodyStyle>
      <a:lvl1pPr algn="l" defTabSz="814388" rtl="0" fontAlgn="base">
        <a:lnSpc>
          <a:spcPct val="90000"/>
        </a:lnSpc>
        <a:spcBef>
          <a:spcPct val="0"/>
        </a:spcBef>
        <a:spcAft>
          <a:spcPct val="0"/>
        </a:spcAft>
        <a:defRPr sz="2000" b="1">
          <a:solidFill>
            <a:srgbClr val="C0C0C4"/>
          </a:solidFill>
          <a:latin typeface="+mn-lt"/>
          <a:ea typeface="+mn-ea"/>
          <a:cs typeface="+mn-cs"/>
        </a:defRPr>
      </a:lvl1pPr>
      <a:lvl2pPr algn="l" defTabSz="814388" rtl="0" fontAlgn="base">
        <a:lnSpc>
          <a:spcPct val="90000"/>
        </a:lnSpc>
        <a:spcBef>
          <a:spcPct val="0"/>
        </a:spcBef>
        <a:spcAft>
          <a:spcPct val="0"/>
        </a:spcAft>
        <a:defRPr sz="3000">
          <a:solidFill>
            <a:srgbClr val="717171"/>
          </a:solidFill>
          <a:latin typeface="+mn-lt"/>
        </a:defRPr>
      </a:lvl2pPr>
      <a:lvl3pPr algn="l" defTabSz="814388" rtl="0" fontAlgn="base">
        <a:lnSpc>
          <a:spcPct val="90000"/>
        </a:lnSpc>
        <a:spcBef>
          <a:spcPct val="0"/>
        </a:spcBef>
        <a:spcAft>
          <a:spcPct val="0"/>
        </a:spcAft>
        <a:defRPr sz="3000">
          <a:solidFill>
            <a:srgbClr val="717171"/>
          </a:solidFill>
          <a:latin typeface="+mn-lt"/>
        </a:defRPr>
      </a:lvl3pPr>
      <a:lvl4pPr algn="l" defTabSz="814388" rtl="0" fontAlgn="base">
        <a:lnSpc>
          <a:spcPct val="90000"/>
        </a:lnSpc>
        <a:spcBef>
          <a:spcPct val="0"/>
        </a:spcBef>
        <a:spcAft>
          <a:spcPct val="0"/>
        </a:spcAft>
        <a:defRPr sz="3000">
          <a:solidFill>
            <a:srgbClr val="717171"/>
          </a:solidFill>
          <a:latin typeface="+mn-lt"/>
        </a:defRPr>
      </a:lvl4pPr>
      <a:lvl5pPr algn="l" defTabSz="814388" rtl="0" fontAlgn="base">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0" y="0"/>
            <a:ext cx="9144000" cy="1228725"/>
          </a:xfrm>
          <a:prstGeom prst="rect">
            <a:avLst/>
          </a:prstGeom>
          <a:solidFill>
            <a:srgbClr val="306774"/>
          </a:solidFill>
          <a:ln w="9525" algn="ctr">
            <a:noFill/>
            <a:miter lim="800000"/>
            <a:headEnd/>
            <a:tailEnd/>
          </a:ln>
          <a:effectLst/>
        </p:spPr>
        <p:txBody>
          <a:bodyPr wrap="none" lIns="82124" tIns="41061" rIns="82124" bIns="41061" anchor="ctr"/>
          <a:lstStyle/>
          <a:p>
            <a:endParaRPr lang="en-US"/>
          </a:p>
        </p:txBody>
      </p:sp>
      <p:sp>
        <p:nvSpPr>
          <p:cNvPr id="37891" name="Rectangle 3"/>
          <p:cNvSpPr>
            <a:spLocks noGrp="1" noChangeArrowheads="1"/>
          </p:cNvSpPr>
          <p:nvPr>
            <p:ph type="title"/>
          </p:nvPr>
        </p:nvSpPr>
        <p:spPr bwMode="white">
          <a:xfrm>
            <a:off x="655638" y="301625"/>
            <a:ext cx="7950200" cy="838200"/>
          </a:xfrm>
          <a:prstGeom prst="rect">
            <a:avLst/>
          </a:prstGeom>
          <a:noFill/>
          <a:ln w="9525">
            <a:noFill/>
            <a:miter lim="800000"/>
            <a:headEnd/>
            <a:tailEnd/>
          </a:ln>
          <a:effec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37892" name="Rectangle 4"/>
          <p:cNvSpPr>
            <a:spLocks noGrp="1" noChangeArrowheads="1"/>
          </p:cNvSpPr>
          <p:nvPr>
            <p:ph type="body" idx="1"/>
          </p:nvPr>
        </p:nvSpPr>
        <p:spPr bwMode="auto">
          <a:xfrm>
            <a:off x="655638" y="1641475"/>
            <a:ext cx="7940675" cy="4041775"/>
          </a:xfrm>
          <a:prstGeom prst="rect">
            <a:avLst/>
          </a:prstGeom>
          <a:noFill/>
          <a:ln w="9525">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7893" name="AutoShape 5"/>
          <p:cNvSpPr>
            <a:spLocks noChangeArrowheads="1"/>
          </p:cNvSpPr>
          <p:nvPr/>
        </p:nvSpPr>
        <p:spPr bwMode="white">
          <a:xfrm rot="10800000">
            <a:off x="8756650" y="-9525"/>
            <a:ext cx="387350" cy="377825"/>
          </a:xfrm>
          <a:prstGeom prst="rtTriangle">
            <a:avLst/>
          </a:prstGeom>
          <a:solidFill>
            <a:srgbClr val="000000"/>
          </a:solidFill>
          <a:ln w="9525" algn="ctr">
            <a:noFill/>
            <a:miter lim="800000"/>
            <a:headEnd/>
            <a:tailEnd/>
          </a:ln>
          <a:effectLst/>
        </p:spPr>
        <p:txBody>
          <a:bodyPr wrap="none" lIns="82124" tIns="41061" rIns="82124" bIns="41061" anchor="ctr"/>
          <a:lstStyle/>
          <a:p>
            <a:endParaRPr lang="en-US"/>
          </a:p>
        </p:txBody>
      </p:sp>
      <p:sp>
        <p:nvSpPr>
          <p:cNvPr id="37894" name="Rectangle 6"/>
          <p:cNvSpPr>
            <a:spLocks noChangeArrowheads="1"/>
          </p:cNvSpPr>
          <p:nvPr/>
        </p:nvSpPr>
        <p:spPr bwMode="auto">
          <a:xfrm>
            <a:off x="0" y="6564313"/>
            <a:ext cx="9144000" cy="298450"/>
          </a:xfrm>
          <a:prstGeom prst="rect">
            <a:avLst/>
          </a:prstGeom>
          <a:solidFill>
            <a:srgbClr val="969696"/>
          </a:solidFill>
          <a:ln w="9525" algn="ctr">
            <a:noFill/>
            <a:miter lim="800000"/>
            <a:headEnd/>
            <a:tailEnd/>
          </a:ln>
          <a:effectLst/>
        </p:spPr>
        <p:txBody>
          <a:bodyPr wrap="none" lIns="82124" tIns="41061" rIns="82124" bIns="41061" anchor="ctr"/>
          <a:lstStyle/>
          <a:p>
            <a:endParaRPr lang="en-US"/>
          </a:p>
        </p:txBody>
      </p:sp>
      <p:sp>
        <p:nvSpPr>
          <p:cNvPr id="37895" name="Rectangle 7"/>
          <p:cNvSpPr>
            <a:spLocks noChangeArrowheads="1"/>
          </p:cNvSpPr>
          <p:nvPr/>
        </p:nvSpPr>
        <p:spPr bwMode="white">
          <a:xfrm>
            <a:off x="8820150" y="6597650"/>
            <a:ext cx="320675" cy="234950"/>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fld id="{E469E140-225E-44B5-9BEA-BABA2FFC55A2}" type="slidenum">
              <a:rPr lang="en-US" sz="1000" b="0">
                <a:solidFill>
                  <a:srgbClr val="5F5F5F"/>
                </a:solidFill>
              </a:rPr>
              <a:pPr defTabSz="814388">
                <a:lnSpc>
                  <a:spcPct val="100000"/>
                </a:lnSpc>
              </a:pPr>
              <a:t>‹#›</a:t>
            </a:fld>
            <a:endParaRPr lang="en-US" sz="1000" b="0">
              <a:solidFill>
                <a:srgbClr val="5F5F5F"/>
              </a:solidFill>
            </a:endParaRPr>
          </a:p>
        </p:txBody>
      </p:sp>
      <p:sp>
        <p:nvSpPr>
          <p:cNvPr id="37896" name="Rectangle 8"/>
          <p:cNvSpPr>
            <a:spLocks noChangeArrowheads="1"/>
          </p:cNvSpPr>
          <p:nvPr/>
        </p:nvSpPr>
        <p:spPr bwMode="white">
          <a:xfrm>
            <a:off x="1863725" y="6669088"/>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5F5F5F"/>
                </a:solidFill>
              </a:rPr>
              <a:t>© 2006 Cisco Systems, Inc. All rights reserved.</a:t>
            </a:r>
          </a:p>
        </p:txBody>
      </p:sp>
      <p:sp>
        <p:nvSpPr>
          <p:cNvPr id="37897" name="Rectangle 9"/>
          <p:cNvSpPr>
            <a:spLocks noChangeArrowheads="1"/>
          </p:cNvSpPr>
          <p:nvPr/>
        </p:nvSpPr>
        <p:spPr bwMode="white">
          <a:xfrm>
            <a:off x="0" y="6565900"/>
            <a:ext cx="1112838" cy="295275"/>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5F5F5F"/>
                </a:solidFill>
              </a:rPr>
              <a:t>Session Number</a:t>
            </a:r>
          </a:p>
          <a:p>
            <a:pPr defTabSz="814388">
              <a:lnSpc>
                <a:spcPct val="100000"/>
              </a:lnSpc>
            </a:pPr>
            <a:r>
              <a:rPr lang="en-US" sz="700" b="0">
                <a:solidFill>
                  <a:srgbClr val="5F5F5F"/>
                </a:solidFill>
              </a:rPr>
              <a:t>Presentation_ID</a:t>
            </a:r>
          </a:p>
        </p:txBody>
      </p:sp>
      <p:sp>
        <p:nvSpPr>
          <p:cNvPr id="37898" name="Rectangle 10"/>
          <p:cNvSpPr>
            <a:spLocks noChangeArrowheads="1"/>
          </p:cNvSpPr>
          <p:nvPr/>
        </p:nvSpPr>
        <p:spPr bwMode="auto">
          <a:xfrm>
            <a:off x="7264400" y="6599238"/>
            <a:ext cx="1277938" cy="234950"/>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1000">
                <a:solidFill>
                  <a:srgbClr val="5F5F5F"/>
                </a:solidFill>
              </a:rPr>
              <a:t>Cisco Confidential</a:t>
            </a:r>
          </a:p>
        </p:txBody>
      </p:sp>
    </p:spTree>
  </p:cSld>
  <p:clrMap bg1="dk2" tx1="lt1" bg2="dk1" tx2="lt2" accent1="accent1" accent2="accent2" accent3="accent3" accent4="accent4" accent5="accent5" accent6="accent6" hlink="hlink" folHlink="folHlink"/>
  <p:sldLayoutIdLst>
    <p:sldLayoutId id="2147483667"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iming>
    <p:tnLst>
      <p:par>
        <p:cTn id="1" dur="indefinite" restart="never" nodeType="tmRoot"/>
      </p:par>
    </p:tnLst>
  </p:timing>
  <p:txStyles>
    <p:titleStyle>
      <a:lvl1pPr algn="l" defTabSz="814388" rtl="0" fontAlgn="base">
        <a:lnSpc>
          <a:spcPct val="90000"/>
        </a:lnSpc>
        <a:spcBef>
          <a:spcPct val="0"/>
        </a:spcBef>
        <a:spcAft>
          <a:spcPct val="0"/>
        </a:spcAft>
        <a:defRPr sz="3000" b="1">
          <a:solidFill>
            <a:srgbClr val="FFFFFF"/>
          </a:solidFill>
          <a:latin typeface="+mj-lt"/>
          <a:ea typeface="+mj-ea"/>
          <a:cs typeface="+mj-cs"/>
        </a:defRPr>
      </a:lvl1pPr>
      <a:lvl2pPr algn="l" defTabSz="814388" rtl="0" fontAlgn="base">
        <a:lnSpc>
          <a:spcPct val="90000"/>
        </a:lnSpc>
        <a:spcBef>
          <a:spcPct val="0"/>
        </a:spcBef>
        <a:spcAft>
          <a:spcPct val="0"/>
        </a:spcAft>
        <a:defRPr sz="3000" b="1">
          <a:solidFill>
            <a:srgbClr val="FFFFFF"/>
          </a:solidFill>
          <a:latin typeface="Arial" charset="0"/>
        </a:defRPr>
      </a:lvl2pPr>
      <a:lvl3pPr algn="l" defTabSz="814388" rtl="0" fontAlgn="base">
        <a:lnSpc>
          <a:spcPct val="90000"/>
        </a:lnSpc>
        <a:spcBef>
          <a:spcPct val="0"/>
        </a:spcBef>
        <a:spcAft>
          <a:spcPct val="0"/>
        </a:spcAft>
        <a:defRPr sz="3000" b="1">
          <a:solidFill>
            <a:srgbClr val="FFFFFF"/>
          </a:solidFill>
          <a:latin typeface="Arial" charset="0"/>
        </a:defRPr>
      </a:lvl3pPr>
      <a:lvl4pPr algn="l" defTabSz="814388" rtl="0" fontAlgn="base">
        <a:lnSpc>
          <a:spcPct val="90000"/>
        </a:lnSpc>
        <a:spcBef>
          <a:spcPct val="0"/>
        </a:spcBef>
        <a:spcAft>
          <a:spcPct val="0"/>
        </a:spcAft>
        <a:defRPr sz="3000" b="1">
          <a:solidFill>
            <a:srgbClr val="FFFFFF"/>
          </a:solidFill>
          <a:latin typeface="Arial" charset="0"/>
        </a:defRPr>
      </a:lvl4pPr>
      <a:lvl5pPr algn="l" defTabSz="814388" rtl="0" fontAlgn="base">
        <a:lnSpc>
          <a:spcPct val="90000"/>
        </a:lnSpc>
        <a:spcBef>
          <a:spcPct val="0"/>
        </a:spcBef>
        <a:spcAft>
          <a:spcPct val="0"/>
        </a:spcAft>
        <a:defRPr sz="3000" b="1">
          <a:solidFill>
            <a:srgbClr val="FFFFFF"/>
          </a:solidFill>
          <a:latin typeface="Arial" charset="0"/>
        </a:defRPr>
      </a:lvl5pPr>
      <a:lvl6pPr marL="457200" algn="l" defTabSz="814388" rtl="0" fontAlgn="base">
        <a:lnSpc>
          <a:spcPct val="90000"/>
        </a:lnSpc>
        <a:spcBef>
          <a:spcPct val="0"/>
        </a:spcBef>
        <a:spcAft>
          <a:spcPct val="0"/>
        </a:spcAft>
        <a:defRPr sz="3000" b="1">
          <a:solidFill>
            <a:srgbClr val="FFFFFF"/>
          </a:solidFill>
          <a:latin typeface="Arial" charset="0"/>
        </a:defRPr>
      </a:lvl6pPr>
      <a:lvl7pPr marL="914400" algn="l" defTabSz="814388" rtl="0" fontAlgn="base">
        <a:lnSpc>
          <a:spcPct val="90000"/>
        </a:lnSpc>
        <a:spcBef>
          <a:spcPct val="0"/>
        </a:spcBef>
        <a:spcAft>
          <a:spcPct val="0"/>
        </a:spcAft>
        <a:defRPr sz="3000" b="1">
          <a:solidFill>
            <a:srgbClr val="FFFFFF"/>
          </a:solidFill>
          <a:latin typeface="Arial" charset="0"/>
        </a:defRPr>
      </a:lvl7pPr>
      <a:lvl8pPr marL="1371600" algn="l" defTabSz="814388" rtl="0" fontAlgn="base">
        <a:lnSpc>
          <a:spcPct val="90000"/>
        </a:lnSpc>
        <a:spcBef>
          <a:spcPct val="0"/>
        </a:spcBef>
        <a:spcAft>
          <a:spcPct val="0"/>
        </a:spcAft>
        <a:defRPr sz="3000" b="1">
          <a:solidFill>
            <a:srgbClr val="FFFFFF"/>
          </a:solidFill>
          <a:latin typeface="Arial" charset="0"/>
        </a:defRPr>
      </a:lvl8pPr>
      <a:lvl9pPr marL="1828800" algn="l" defTabSz="814388" rtl="0" fontAlgn="base">
        <a:lnSpc>
          <a:spcPct val="90000"/>
        </a:lnSpc>
        <a:spcBef>
          <a:spcPct val="0"/>
        </a:spcBef>
        <a:spcAft>
          <a:spcPct val="0"/>
        </a:spcAft>
        <a:defRPr sz="3000" b="1">
          <a:solidFill>
            <a:srgbClr val="FFFFFF"/>
          </a:solidFill>
          <a:latin typeface="Arial" charset="0"/>
        </a:defRPr>
      </a:lvl9pPr>
    </p:titleStyle>
    <p:bodyStyle>
      <a:lvl1pPr marL="236538" indent="-236538" algn="l" defTabSz="814388" rtl="0" fontAlgn="base">
        <a:spcBef>
          <a:spcPct val="0"/>
        </a:spcBef>
        <a:spcAft>
          <a:spcPct val="0"/>
        </a:spcAft>
        <a:buClr>
          <a:schemeClr val="tx1"/>
        </a:buClr>
        <a:buSzPct val="100000"/>
        <a:buChar char="•"/>
        <a:defRPr sz="2400" b="1">
          <a:solidFill>
            <a:schemeClr val="bg1"/>
          </a:solidFill>
          <a:latin typeface="+mn-lt"/>
          <a:ea typeface="+mn-ea"/>
          <a:cs typeface="+mn-cs"/>
        </a:defRPr>
      </a:lvl1pPr>
      <a:lvl2pPr marL="574675" algn="l" defTabSz="814388" rtl="0" fontAlgn="base">
        <a:spcBef>
          <a:spcPct val="0"/>
        </a:spcBef>
        <a:spcAft>
          <a:spcPct val="0"/>
        </a:spcAft>
        <a:defRPr sz="2000" b="1">
          <a:solidFill>
            <a:schemeClr val="bg1"/>
          </a:solidFill>
          <a:latin typeface="+mn-lt"/>
        </a:defRPr>
      </a:lvl2pPr>
      <a:lvl3pPr marL="914400" algn="l" defTabSz="814388" rtl="0" fontAlgn="base">
        <a:spcBef>
          <a:spcPct val="0"/>
        </a:spcBef>
        <a:spcAft>
          <a:spcPct val="0"/>
        </a:spcAft>
        <a:defRPr sz="2000" b="1">
          <a:solidFill>
            <a:schemeClr val="bg1"/>
          </a:solidFill>
          <a:latin typeface="+mn-lt"/>
        </a:defRPr>
      </a:lvl3pPr>
      <a:lvl4pPr marL="1254125" algn="l" defTabSz="814388" rtl="0" fontAlgn="base">
        <a:spcBef>
          <a:spcPct val="0"/>
        </a:spcBef>
        <a:spcAft>
          <a:spcPct val="0"/>
        </a:spcAft>
        <a:defRPr sz="2000" b="1">
          <a:solidFill>
            <a:schemeClr val="bg1"/>
          </a:solidFill>
          <a:latin typeface="+mn-lt"/>
        </a:defRPr>
      </a:lvl4pPr>
      <a:lvl5pPr marL="1604963" algn="l" defTabSz="814388" rtl="0" fontAlgn="base">
        <a:spcBef>
          <a:spcPct val="0"/>
        </a:spcBef>
        <a:spcAft>
          <a:spcPct val="0"/>
        </a:spcAft>
        <a:defRPr sz="2000" b="1">
          <a:solidFill>
            <a:schemeClr val="bg1"/>
          </a:solidFill>
          <a:latin typeface="+mn-lt"/>
        </a:defRPr>
      </a:lvl5pPr>
      <a:lvl6pPr marL="2062163" algn="l" defTabSz="814388" rtl="0" fontAlgn="base">
        <a:spcBef>
          <a:spcPct val="0"/>
        </a:spcBef>
        <a:spcAft>
          <a:spcPct val="0"/>
        </a:spcAft>
        <a:defRPr sz="2000" b="1">
          <a:solidFill>
            <a:schemeClr val="bg1"/>
          </a:solidFill>
          <a:latin typeface="+mn-lt"/>
        </a:defRPr>
      </a:lvl6pPr>
      <a:lvl7pPr marL="2519363" algn="l" defTabSz="814388" rtl="0" fontAlgn="base">
        <a:spcBef>
          <a:spcPct val="0"/>
        </a:spcBef>
        <a:spcAft>
          <a:spcPct val="0"/>
        </a:spcAft>
        <a:defRPr sz="2000" b="1">
          <a:solidFill>
            <a:schemeClr val="bg1"/>
          </a:solidFill>
          <a:latin typeface="+mn-lt"/>
        </a:defRPr>
      </a:lvl7pPr>
      <a:lvl8pPr marL="2976563" algn="l" defTabSz="814388" rtl="0" fontAlgn="base">
        <a:spcBef>
          <a:spcPct val="0"/>
        </a:spcBef>
        <a:spcAft>
          <a:spcPct val="0"/>
        </a:spcAft>
        <a:defRPr sz="2000" b="1">
          <a:solidFill>
            <a:schemeClr val="bg1"/>
          </a:solidFill>
          <a:latin typeface="+mn-lt"/>
        </a:defRPr>
      </a:lvl8pPr>
      <a:lvl9pPr marL="3433763" algn="l" defTabSz="814388" rtl="0" fontAlgn="base">
        <a:spcBef>
          <a:spcPct val="0"/>
        </a:spcBef>
        <a:spcAft>
          <a:spcPct val="0"/>
        </a:spcAft>
        <a:defRPr sz="2000" b="1">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3144838"/>
          </a:xfrm>
          <a:prstGeom prst="rect">
            <a:avLst/>
          </a:prstGeom>
          <a:solidFill>
            <a:srgbClr val="0183B7"/>
          </a:solidFill>
          <a:ln w="25400" algn="ctr">
            <a:noFill/>
            <a:miter lim="800000"/>
            <a:headEnd/>
            <a:tailEnd/>
          </a:ln>
          <a:effectLst/>
        </p:spPr>
        <p:txBody>
          <a:bodyPr wrap="none" anchor="ctr"/>
          <a:lstStyle/>
          <a:p>
            <a:endParaRPr lang="en-US"/>
          </a:p>
        </p:txBody>
      </p:sp>
      <p:sp>
        <p:nvSpPr>
          <p:cNvPr id="39939" name="Rectangle 3"/>
          <p:cNvSpPr>
            <a:spLocks noGrp="1" noChangeArrowheads="1"/>
          </p:cNvSpPr>
          <p:nvPr>
            <p:ph type="title"/>
          </p:nvPr>
        </p:nvSpPr>
        <p:spPr bwMode="white">
          <a:xfrm>
            <a:off x="639763" y="1312863"/>
            <a:ext cx="3703637" cy="838200"/>
          </a:xfrm>
          <a:prstGeom prst="rect">
            <a:avLst/>
          </a:prstGeom>
          <a:noFill/>
          <a:ln w="9525">
            <a:noFill/>
            <a:miter lim="800000"/>
            <a:headEnd/>
            <a:tailEnd/>
          </a:ln>
          <a:effectLst/>
        </p:spPr>
        <p:txBody>
          <a:bodyPr vert="horz" wrap="square" lIns="82124" tIns="41061" rIns="82124" bIns="41061" numCol="1" anchor="ctr" anchorCtr="0" compatLnSpc="1">
            <a:prstTxWarp prst="textNoShape">
              <a:avLst/>
            </a:prstTxWarp>
          </a:bodyPr>
          <a:lstStyle/>
          <a:p>
            <a:pPr lvl="0"/>
            <a:r>
              <a:rPr lang="en-US" smtClean="0"/>
              <a:t>Segue Title</a:t>
            </a:r>
          </a:p>
        </p:txBody>
      </p:sp>
      <p:sp>
        <p:nvSpPr>
          <p:cNvPr id="39940" name="Rectangle 4"/>
          <p:cNvSpPr>
            <a:spLocks noGrp="1" noChangeArrowheads="1"/>
          </p:cNvSpPr>
          <p:nvPr>
            <p:ph type="body" idx="1"/>
          </p:nvPr>
        </p:nvSpPr>
        <p:spPr bwMode="auto">
          <a:xfrm>
            <a:off x="639763" y="3429000"/>
            <a:ext cx="7940675" cy="1855788"/>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Subtitle</a:t>
            </a:r>
          </a:p>
        </p:txBody>
      </p:sp>
      <p:sp>
        <p:nvSpPr>
          <p:cNvPr id="39941" name="Rectangle 5"/>
          <p:cNvSpPr>
            <a:spLocks noChangeArrowheads="1"/>
          </p:cNvSpPr>
          <p:nvPr/>
        </p:nvSpPr>
        <p:spPr bwMode="white">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777777"/>
                </a:solidFill>
              </a:rPr>
              <a:t>© 2006 Cisco Systems, Inc. All rights reserved.</a:t>
            </a:r>
          </a:p>
        </p:txBody>
      </p:sp>
      <p:sp>
        <p:nvSpPr>
          <p:cNvPr id="39942" name="Rectangle 6"/>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777777"/>
                </a:solidFill>
              </a:rPr>
              <a:t>Cisco Confidential</a:t>
            </a:r>
          </a:p>
        </p:txBody>
      </p:sp>
      <p:sp>
        <p:nvSpPr>
          <p:cNvPr id="39943" name="Rectangle 7"/>
          <p:cNvSpPr>
            <a:spLocks noChangeArrowheads="1"/>
          </p:cNvSpPr>
          <p:nvPr/>
        </p:nvSpPr>
        <p:spPr bwMode="white">
          <a:xfrm>
            <a:off x="193675" y="6672263"/>
            <a:ext cx="962025" cy="188912"/>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777777"/>
                </a:solidFill>
              </a:rPr>
              <a:t>Presentation_ID</a:t>
            </a:r>
          </a:p>
        </p:txBody>
      </p:sp>
      <p:sp>
        <p:nvSpPr>
          <p:cNvPr id="39944" name="Rectangle 8"/>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BE5A33CA-54EA-4343-BBF3-D0221754ED8A}" type="slidenum">
              <a:rPr lang="en-US" sz="1000" b="0">
                <a:solidFill>
                  <a:srgbClr val="777777"/>
                </a:solidFill>
              </a:rPr>
              <a:pPr algn="r" defTabSz="814388">
                <a:lnSpc>
                  <a:spcPct val="100000"/>
                </a:lnSpc>
              </a:pPr>
              <a:t>‹#›</a:t>
            </a:fld>
            <a:endParaRPr lang="en-US" sz="1000" b="0">
              <a:solidFill>
                <a:srgbClr val="777777"/>
              </a:solidFill>
            </a:endParaRPr>
          </a:p>
        </p:txBody>
      </p:sp>
      <p:pic>
        <p:nvPicPr>
          <p:cNvPr id="39945" name="Picture 9" descr="MAD10070"/>
          <p:cNvPicPr preferRelativeResize="0">
            <a:picLocks noChangeAspect="1" noChangeArrowheads="1"/>
          </p:cNvPicPr>
          <p:nvPr/>
        </p:nvPicPr>
        <p:blipFill>
          <a:blip r:embed="rId13" cstate="print"/>
          <a:srcRect/>
          <a:stretch>
            <a:fillRect/>
          </a:stretch>
        </p:blipFill>
        <p:spPr bwMode="auto">
          <a:xfrm>
            <a:off x="4416425" y="0"/>
            <a:ext cx="4727575" cy="3144838"/>
          </a:xfrm>
          <a:prstGeom prst="rect">
            <a:avLst/>
          </a:prstGeom>
          <a:noFill/>
        </p:spPr>
      </p:pic>
    </p:spTree>
  </p:cSld>
  <p:clrMap bg1="dk2" tx1="lt1" bg2="dk1" tx2="lt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ransition>
    <p:wipe dir="r"/>
  </p:transition>
  <p:timing>
    <p:tnLst>
      <p:par>
        <p:cTn id="1" dur="indefinite" restart="never" nodeType="tmRoot"/>
      </p:par>
    </p:tnLst>
  </p:timing>
  <p:txStyles>
    <p:titleStyle>
      <a:lvl1pPr algn="l" defTabSz="814388" rtl="0" fontAlgn="base">
        <a:lnSpc>
          <a:spcPct val="90000"/>
        </a:lnSpc>
        <a:spcBef>
          <a:spcPct val="0"/>
        </a:spcBef>
        <a:spcAft>
          <a:spcPct val="0"/>
        </a:spcAft>
        <a:defRPr sz="3000">
          <a:solidFill>
            <a:schemeClr val="tx1"/>
          </a:solidFill>
          <a:latin typeface="+mj-lt"/>
          <a:ea typeface="+mj-ea"/>
          <a:cs typeface="+mj-cs"/>
        </a:defRPr>
      </a:lvl1pPr>
      <a:lvl2pPr algn="l" defTabSz="814388" rtl="0" fontAlgn="base">
        <a:lnSpc>
          <a:spcPct val="90000"/>
        </a:lnSpc>
        <a:spcBef>
          <a:spcPct val="0"/>
        </a:spcBef>
        <a:spcAft>
          <a:spcPct val="0"/>
        </a:spcAft>
        <a:defRPr sz="3000">
          <a:solidFill>
            <a:schemeClr val="tx1"/>
          </a:solidFill>
          <a:latin typeface="Arial" charset="0"/>
        </a:defRPr>
      </a:lvl2pPr>
      <a:lvl3pPr algn="l" defTabSz="814388" rtl="0" fontAlgn="base">
        <a:lnSpc>
          <a:spcPct val="90000"/>
        </a:lnSpc>
        <a:spcBef>
          <a:spcPct val="0"/>
        </a:spcBef>
        <a:spcAft>
          <a:spcPct val="0"/>
        </a:spcAft>
        <a:defRPr sz="3000">
          <a:solidFill>
            <a:schemeClr val="tx1"/>
          </a:solidFill>
          <a:latin typeface="Arial" charset="0"/>
        </a:defRPr>
      </a:lvl3pPr>
      <a:lvl4pPr algn="l" defTabSz="814388" rtl="0" fontAlgn="base">
        <a:lnSpc>
          <a:spcPct val="90000"/>
        </a:lnSpc>
        <a:spcBef>
          <a:spcPct val="0"/>
        </a:spcBef>
        <a:spcAft>
          <a:spcPct val="0"/>
        </a:spcAft>
        <a:defRPr sz="3000">
          <a:solidFill>
            <a:schemeClr val="tx1"/>
          </a:solidFill>
          <a:latin typeface="Arial" charset="0"/>
        </a:defRPr>
      </a:lvl4pPr>
      <a:lvl5pPr algn="l" defTabSz="814388" rtl="0" fontAlgn="base">
        <a:lnSpc>
          <a:spcPct val="90000"/>
        </a:lnSpc>
        <a:spcBef>
          <a:spcPct val="0"/>
        </a:spcBef>
        <a:spcAft>
          <a:spcPct val="0"/>
        </a:spcAft>
        <a:defRPr sz="3000">
          <a:solidFill>
            <a:schemeClr val="tx1"/>
          </a:solidFill>
          <a:latin typeface="Arial" charset="0"/>
        </a:defRPr>
      </a:lvl5pPr>
      <a:lvl6pPr marL="457200" algn="l" defTabSz="814388" rtl="0" fontAlgn="base">
        <a:lnSpc>
          <a:spcPct val="90000"/>
        </a:lnSpc>
        <a:spcBef>
          <a:spcPct val="0"/>
        </a:spcBef>
        <a:spcAft>
          <a:spcPct val="0"/>
        </a:spcAft>
        <a:defRPr sz="3000">
          <a:solidFill>
            <a:schemeClr val="tx1"/>
          </a:solidFill>
          <a:latin typeface="Arial" charset="0"/>
        </a:defRPr>
      </a:lvl6pPr>
      <a:lvl7pPr marL="914400" algn="l" defTabSz="814388" rtl="0" fontAlgn="base">
        <a:lnSpc>
          <a:spcPct val="90000"/>
        </a:lnSpc>
        <a:spcBef>
          <a:spcPct val="0"/>
        </a:spcBef>
        <a:spcAft>
          <a:spcPct val="0"/>
        </a:spcAft>
        <a:defRPr sz="3000">
          <a:solidFill>
            <a:schemeClr val="tx1"/>
          </a:solidFill>
          <a:latin typeface="Arial" charset="0"/>
        </a:defRPr>
      </a:lvl7pPr>
      <a:lvl8pPr marL="1371600" algn="l" defTabSz="814388" rtl="0" fontAlgn="base">
        <a:lnSpc>
          <a:spcPct val="90000"/>
        </a:lnSpc>
        <a:spcBef>
          <a:spcPct val="0"/>
        </a:spcBef>
        <a:spcAft>
          <a:spcPct val="0"/>
        </a:spcAft>
        <a:defRPr sz="3000">
          <a:solidFill>
            <a:schemeClr val="tx1"/>
          </a:solidFill>
          <a:latin typeface="Arial" charset="0"/>
        </a:defRPr>
      </a:lvl8pPr>
      <a:lvl9pPr marL="1828800" algn="l" defTabSz="814388" rtl="0" fontAlgn="base">
        <a:lnSpc>
          <a:spcPct val="90000"/>
        </a:lnSpc>
        <a:spcBef>
          <a:spcPct val="0"/>
        </a:spcBef>
        <a:spcAft>
          <a:spcPct val="0"/>
        </a:spcAft>
        <a:defRPr sz="3000">
          <a:solidFill>
            <a:schemeClr val="tx1"/>
          </a:solidFill>
          <a:latin typeface="Arial" charset="0"/>
        </a:defRPr>
      </a:lvl9pPr>
    </p:titleStyle>
    <p:bodyStyle>
      <a:lvl1pPr algn="l" defTabSz="814388" rtl="0" fontAlgn="base">
        <a:lnSpc>
          <a:spcPct val="90000"/>
        </a:lnSpc>
        <a:spcBef>
          <a:spcPct val="0"/>
        </a:spcBef>
        <a:spcAft>
          <a:spcPct val="0"/>
        </a:spcAft>
        <a:defRPr sz="2000" b="1">
          <a:solidFill>
            <a:srgbClr val="C0C0C4"/>
          </a:solidFill>
          <a:latin typeface="+mn-lt"/>
          <a:ea typeface="+mn-ea"/>
          <a:cs typeface="+mn-cs"/>
        </a:defRPr>
      </a:lvl1pPr>
      <a:lvl2pPr algn="l" defTabSz="814388" rtl="0" fontAlgn="base">
        <a:lnSpc>
          <a:spcPct val="90000"/>
        </a:lnSpc>
        <a:spcBef>
          <a:spcPct val="0"/>
        </a:spcBef>
        <a:spcAft>
          <a:spcPct val="0"/>
        </a:spcAft>
        <a:defRPr sz="3000">
          <a:solidFill>
            <a:srgbClr val="717171"/>
          </a:solidFill>
          <a:latin typeface="+mn-lt"/>
        </a:defRPr>
      </a:lvl2pPr>
      <a:lvl3pPr algn="l" defTabSz="814388" rtl="0" fontAlgn="base">
        <a:lnSpc>
          <a:spcPct val="90000"/>
        </a:lnSpc>
        <a:spcBef>
          <a:spcPct val="0"/>
        </a:spcBef>
        <a:spcAft>
          <a:spcPct val="0"/>
        </a:spcAft>
        <a:defRPr sz="3000">
          <a:solidFill>
            <a:srgbClr val="717171"/>
          </a:solidFill>
          <a:latin typeface="+mn-lt"/>
        </a:defRPr>
      </a:lvl3pPr>
      <a:lvl4pPr algn="l" defTabSz="814388" rtl="0" fontAlgn="base">
        <a:lnSpc>
          <a:spcPct val="90000"/>
        </a:lnSpc>
        <a:spcBef>
          <a:spcPct val="0"/>
        </a:spcBef>
        <a:spcAft>
          <a:spcPct val="0"/>
        </a:spcAft>
        <a:defRPr sz="3000">
          <a:solidFill>
            <a:srgbClr val="717171"/>
          </a:solidFill>
          <a:latin typeface="+mn-lt"/>
        </a:defRPr>
      </a:lvl4pPr>
      <a:lvl5pPr algn="l" defTabSz="814388" rtl="0" fontAlgn="base">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0" y="0"/>
            <a:ext cx="9144000" cy="3144838"/>
          </a:xfrm>
          <a:prstGeom prst="rect">
            <a:avLst/>
          </a:prstGeom>
          <a:solidFill>
            <a:srgbClr val="0183B7"/>
          </a:solidFill>
          <a:ln w="25400" algn="ctr">
            <a:noFill/>
            <a:miter lim="800000"/>
            <a:headEnd/>
            <a:tailEnd/>
          </a:ln>
          <a:effectLst/>
        </p:spPr>
        <p:txBody>
          <a:bodyPr wrap="none" anchor="ctr"/>
          <a:lstStyle/>
          <a:p>
            <a:endParaRPr lang="en-US"/>
          </a:p>
        </p:txBody>
      </p:sp>
      <p:sp>
        <p:nvSpPr>
          <p:cNvPr id="40963" name="Rectangle 3"/>
          <p:cNvSpPr>
            <a:spLocks noGrp="1" noChangeArrowheads="1"/>
          </p:cNvSpPr>
          <p:nvPr>
            <p:ph type="title"/>
          </p:nvPr>
        </p:nvSpPr>
        <p:spPr bwMode="white">
          <a:xfrm>
            <a:off x="639763" y="1312863"/>
            <a:ext cx="3703637" cy="838200"/>
          </a:xfrm>
          <a:prstGeom prst="rect">
            <a:avLst/>
          </a:prstGeom>
          <a:noFill/>
          <a:ln w="9525">
            <a:noFill/>
            <a:miter lim="800000"/>
            <a:headEnd/>
            <a:tailEnd/>
          </a:ln>
          <a:effectLst/>
        </p:spPr>
        <p:txBody>
          <a:bodyPr vert="horz" wrap="square" lIns="82124" tIns="41061" rIns="82124" bIns="41061" numCol="1" anchor="ctr" anchorCtr="0" compatLnSpc="1">
            <a:prstTxWarp prst="textNoShape">
              <a:avLst/>
            </a:prstTxWarp>
          </a:bodyPr>
          <a:lstStyle/>
          <a:p>
            <a:pPr lvl="0"/>
            <a:r>
              <a:rPr lang="en-US" smtClean="0"/>
              <a:t>Segue Title</a:t>
            </a:r>
          </a:p>
        </p:txBody>
      </p:sp>
      <p:sp>
        <p:nvSpPr>
          <p:cNvPr id="40964" name="Rectangle 4"/>
          <p:cNvSpPr>
            <a:spLocks noGrp="1" noChangeArrowheads="1"/>
          </p:cNvSpPr>
          <p:nvPr>
            <p:ph type="body" idx="1"/>
          </p:nvPr>
        </p:nvSpPr>
        <p:spPr bwMode="auto">
          <a:xfrm>
            <a:off x="639763" y="3429000"/>
            <a:ext cx="7940675" cy="1855788"/>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Subtitle</a:t>
            </a:r>
          </a:p>
        </p:txBody>
      </p:sp>
      <p:sp>
        <p:nvSpPr>
          <p:cNvPr id="40965" name="Rectangle 5"/>
          <p:cNvSpPr>
            <a:spLocks noChangeArrowheads="1"/>
          </p:cNvSpPr>
          <p:nvPr/>
        </p:nvSpPr>
        <p:spPr bwMode="white">
          <a:xfrm>
            <a:off x="1150938"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777777"/>
                </a:solidFill>
              </a:rPr>
              <a:t>© 2006 Cisco Systems, Inc. All rights reserved.</a:t>
            </a:r>
          </a:p>
        </p:txBody>
      </p:sp>
      <p:sp>
        <p:nvSpPr>
          <p:cNvPr id="40966" name="Rectangle 6"/>
          <p:cNvSpPr>
            <a:spLocks noChangeArrowheads="1"/>
          </p:cNvSpPr>
          <p:nvPr/>
        </p:nvSpPr>
        <p:spPr bwMode="auto">
          <a:xfrm>
            <a:off x="3173413" y="6672263"/>
            <a:ext cx="877887"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777777"/>
                </a:solidFill>
              </a:rPr>
              <a:t>Cisco Confidential</a:t>
            </a:r>
          </a:p>
        </p:txBody>
      </p:sp>
      <p:sp>
        <p:nvSpPr>
          <p:cNvPr id="40967" name="Rectangle 7"/>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E1DA8DEE-F482-4DAF-846E-2F77AC4A2F00}" type="slidenum">
              <a:rPr lang="en-US" sz="1000" b="0">
                <a:solidFill>
                  <a:srgbClr val="777777"/>
                </a:solidFill>
              </a:rPr>
              <a:pPr algn="r" defTabSz="814388">
                <a:lnSpc>
                  <a:spcPct val="100000"/>
                </a:lnSpc>
              </a:pPr>
              <a:t>‹#›</a:t>
            </a:fld>
            <a:endParaRPr lang="en-US" sz="1000" b="0">
              <a:solidFill>
                <a:srgbClr val="777777"/>
              </a:solidFill>
            </a:endParaRPr>
          </a:p>
        </p:txBody>
      </p:sp>
      <p:pic>
        <p:nvPicPr>
          <p:cNvPr id="40968" name="Picture 8" descr="MAD10070"/>
          <p:cNvPicPr preferRelativeResize="0">
            <a:picLocks noChangeAspect="1" noChangeArrowheads="1"/>
          </p:cNvPicPr>
          <p:nvPr/>
        </p:nvPicPr>
        <p:blipFill>
          <a:blip r:embed="rId13" cstate="print"/>
          <a:srcRect/>
          <a:stretch>
            <a:fillRect/>
          </a:stretch>
        </p:blipFill>
        <p:spPr bwMode="auto">
          <a:xfrm>
            <a:off x="4416425" y="0"/>
            <a:ext cx="4727575" cy="3144838"/>
          </a:xfrm>
          <a:prstGeom prst="rect">
            <a:avLst/>
          </a:prstGeom>
          <a:noFill/>
        </p:spPr>
      </p:pic>
    </p:spTree>
  </p:cSld>
  <p:clrMap bg1="dk2" tx1="lt1" bg2="dk1"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ransition>
    <p:wipe dir="r"/>
  </p:transition>
  <p:timing>
    <p:tnLst>
      <p:par>
        <p:cTn id="1" dur="indefinite" restart="never" nodeType="tmRoot"/>
      </p:par>
    </p:tnLst>
  </p:timing>
  <p:txStyles>
    <p:titleStyle>
      <a:lvl1pPr algn="l" defTabSz="814388" rtl="0" fontAlgn="base">
        <a:lnSpc>
          <a:spcPct val="90000"/>
        </a:lnSpc>
        <a:spcBef>
          <a:spcPct val="0"/>
        </a:spcBef>
        <a:spcAft>
          <a:spcPct val="0"/>
        </a:spcAft>
        <a:defRPr sz="3000">
          <a:solidFill>
            <a:schemeClr val="tx1"/>
          </a:solidFill>
          <a:latin typeface="+mj-lt"/>
          <a:ea typeface="+mj-ea"/>
          <a:cs typeface="+mj-cs"/>
        </a:defRPr>
      </a:lvl1pPr>
      <a:lvl2pPr algn="l" defTabSz="814388" rtl="0" fontAlgn="base">
        <a:lnSpc>
          <a:spcPct val="90000"/>
        </a:lnSpc>
        <a:spcBef>
          <a:spcPct val="0"/>
        </a:spcBef>
        <a:spcAft>
          <a:spcPct val="0"/>
        </a:spcAft>
        <a:defRPr sz="3000">
          <a:solidFill>
            <a:schemeClr val="tx1"/>
          </a:solidFill>
          <a:latin typeface="Arial" charset="0"/>
        </a:defRPr>
      </a:lvl2pPr>
      <a:lvl3pPr algn="l" defTabSz="814388" rtl="0" fontAlgn="base">
        <a:lnSpc>
          <a:spcPct val="90000"/>
        </a:lnSpc>
        <a:spcBef>
          <a:spcPct val="0"/>
        </a:spcBef>
        <a:spcAft>
          <a:spcPct val="0"/>
        </a:spcAft>
        <a:defRPr sz="3000">
          <a:solidFill>
            <a:schemeClr val="tx1"/>
          </a:solidFill>
          <a:latin typeface="Arial" charset="0"/>
        </a:defRPr>
      </a:lvl3pPr>
      <a:lvl4pPr algn="l" defTabSz="814388" rtl="0" fontAlgn="base">
        <a:lnSpc>
          <a:spcPct val="90000"/>
        </a:lnSpc>
        <a:spcBef>
          <a:spcPct val="0"/>
        </a:spcBef>
        <a:spcAft>
          <a:spcPct val="0"/>
        </a:spcAft>
        <a:defRPr sz="3000">
          <a:solidFill>
            <a:schemeClr val="tx1"/>
          </a:solidFill>
          <a:latin typeface="Arial" charset="0"/>
        </a:defRPr>
      </a:lvl4pPr>
      <a:lvl5pPr algn="l" defTabSz="814388" rtl="0" fontAlgn="base">
        <a:lnSpc>
          <a:spcPct val="90000"/>
        </a:lnSpc>
        <a:spcBef>
          <a:spcPct val="0"/>
        </a:spcBef>
        <a:spcAft>
          <a:spcPct val="0"/>
        </a:spcAft>
        <a:defRPr sz="3000">
          <a:solidFill>
            <a:schemeClr val="tx1"/>
          </a:solidFill>
          <a:latin typeface="Arial" charset="0"/>
        </a:defRPr>
      </a:lvl5pPr>
      <a:lvl6pPr marL="457200" algn="l" defTabSz="814388" rtl="0" fontAlgn="base">
        <a:lnSpc>
          <a:spcPct val="90000"/>
        </a:lnSpc>
        <a:spcBef>
          <a:spcPct val="0"/>
        </a:spcBef>
        <a:spcAft>
          <a:spcPct val="0"/>
        </a:spcAft>
        <a:defRPr sz="3000">
          <a:solidFill>
            <a:schemeClr val="tx1"/>
          </a:solidFill>
          <a:latin typeface="Arial" charset="0"/>
        </a:defRPr>
      </a:lvl6pPr>
      <a:lvl7pPr marL="914400" algn="l" defTabSz="814388" rtl="0" fontAlgn="base">
        <a:lnSpc>
          <a:spcPct val="90000"/>
        </a:lnSpc>
        <a:spcBef>
          <a:spcPct val="0"/>
        </a:spcBef>
        <a:spcAft>
          <a:spcPct val="0"/>
        </a:spcAft>
        <a:defRPr sz="3000">
          <a:solidFill>
            <a:schemeClr val="tx1"/>
          </a:solidFill>
          <a:latin typeface="Arial" charset="0"/>
        </a:defRPr>
      </a:lvl7pPr>
      <a:lvl8pPr marL="1371600" algn="l" defTabSz="814388" rtl="0" fontAlgn="base">
        <a:lnSpc>
          <a:spcPct val="90000"/>
        </a:lnSpc>
        <a:spcBef>
          <a:spcPct val="0"/>
        </a:spcBef>
        <a:spcAft>
          <a:spcPct val="0"/>
        </a:spcAft>
        <a:defRPr sz="3000">
          <a:solidFill>
            <a:schemeClr val="tx1"/>
          </a:solidFill>
          <a:latin typeface="Arial" charset="0"/>
        </a:defRPr>
      </a:lvl8pPr>
      <a:lvl9pPr marL="1828800" algn="l" defTabSz="814388" rtl="0" fontAlgn="base">
        <a:lnSpc>
          <a:spcPct val="90000"/>
        </a:lnSpc>
        <a:spcBef>
          <a:spcPct val="0"/>
        </a:spcBef>
        <a:spcAft>
          <a:spcPct val="0"/>
        </a:spcAft>
        <a:defRPr sz="3000">
          <a:solidFill>
            <a:schemeClr val="tx1"/>
          </a:solidFill>
          <a:latin typeface="Arial" charset="0"/>
        </a:defRPr>
      </a:lvl9pPr>
    </p:titleStyle>
    <p:bodyStyle>
      <a:lvl1pPr algn="l" defTabSz="814388" rtl="0" fontAlgn="base">
        <a:lnSpc>
          <a:spcPct val="90000"/>
        </a:lnSpc>
        <a:spcBef>
          <a:spcPct val="0"/>
        </a:spcBef>
        <a:spcAft>
          <a:spcPct val="0"/>
        </a:spcAft>
        <a:defRPr sz="2000" b="1">
          <a:solidFill>
            <a:srgbClr val="C0C0C4"/>
          </a:solidFill>
          <a:latin typeface="+mn-lt"/>
          <a:ea typeface="+mn-ea"/>
          <a:cs typeface="+mn-cs"/>
        </a:defRPr>
      </a:lvl1pPr>
      <a:lvl2pPr algn="l" defTabSz="814388" rtl="0" fontAlgn="base">
        <a:lnSpc>
          <a:spcPct val="90000"/>
        </a:lnSpc>
        <a:spcBef>
          <a:spcPct val="0"/>
        </a:spcBef>
        <a:spcAft>
          <a:spcPct val="0"/>
        </a:spcAft>
        <a:defRPr sz="3000">
          <a:solidFill>
            <a:srgbClr val="717171"/>
          </a:solidFill>
          <a:latin typeface="+mn-lt"/>
        </a:defRPr>
      </a:lvl2pPr>
      <a:lvl3pPr algn="l" defTabSz="814388" rtl="0" fontAlgn="base">
        <a:lnSpc>
          <a:spcPct val="90000"/>
        </a:lnSpc>
        <a:spcBef>
          <a:spcPct val="0"/>
        </a:spcBef>
        <a:spcAft>
          <a:spcPct val="0"/>
        </a:spcAft>
        <a:defRPr sz="3000">
          <a:solidFill>
            <a:srgbClr val="717171"/>
          </a:solidFill>
          <a:latin typeface="+mn-lt"/>
        </a:defRPr>
      </a:lvl3pPr>
      <a:lvl4pPr algn="l" defTabSz="814388" rtl="0" fontAlgn="base">
        <a:lnSpc>
          <a:spcPct val="90000"/>
        </a:lnSpc>
        <a:spcBef>
          <a:spcPct val="0"/>
        </a:spcBef>
        <a:spcAft>
          <a:spcPct val="0"/>
        </a:spcAft>
        <a:defRPr sz="3000">
          <a:solidFill>
            <a:srgbClr val="717171"/>
          </a:solidFill>
          <a:latin typeface="+mn-lt"/>
        </a:defRPr>
      </a:lvl4pPr>
      <a:lvl5pPr algn="l" defTabSz="814388" rtl="0" fontAlgn="base">
        <a:lnSpc>
          <a:spcPct val="90000"/>
        </a:lnSpc>
        <a:spcBef>
          <a:spcPct val="0"/>
        </a:spcBef>
        <a:spcAft>
          <a:spcPct val="0"/>
        </a:spcAft>
        <a:defRPr sz="3000">
          <a:solidFill>
            <a:srgbClr val="717171"/>
          </a:solidFill>
          <a:latin typeface="+mn-lt"/>
        </a:defRPr>
      </a:lvl5pPr>
      <a:lvl6pPr marL="457200" algn="l" defTabSz="814388" rtl="0" fontAlgn="base">
        <a:lnSpc>
          <a:spcPct val="90000"/>
        </a:lnSpc>
        <a:spcBef>
          <a:spcPct val="0"/>
        </a:spcBef>
        <a:spcAft>
          <a:spcPct val="0"/>
        </a:spcAft>
        <a:defRPr sz="3000">
          <a:solidFill>
            <a:srgbClr val="717171"/>
          </a:solidFill>
          <a:latin typeface="+mn-lt"/>
        </a:defRPr>
      </a:lvl6pPr>
      <a:lvl7pPr marL="914400" algn="l" defTabSz="814388" rtl="0" fontAlgn="base">
        <a:lnSpc>
          <a:spcPct val="90000"/>
        </a:lnSpc>
        <a:spcBef>
          <a:spcPct val="0"/>
        </a:spcBef>
        <a:spcAft>
          <a:spcPct val="0"/>
        </a:spcAft>
        <a:defRPr sz="3000">
          <a:solidFill>
            <a:srgbClr val="717171"/>
          </a:solidFill>
          <a:latin typeface="+mn-lt"/>
        </a:defRPr>
      </a:lvl7pPr>
      <a:lvl8pPr marL="1371600" algn="l" defTabSz="814388" rtl="0" fontAlgn="base">
        <a:lnSpc>
          <a:spcPct val="90000"/>
        </a:lnSpc>
        <a:spcBef>
          <a:spcPct val="0"/>
        </a:spcBef>
        <a:spcAft>
          <a:spcPct val="0"/>
        </a:spcAft>
        <a:defRPr sz="3000">
          <a:solidFill>
            <a:srgbClr val="717171"/>
          </a:solidFill>
          <a:latin typeface="+mn-lt"/>
        </a:defRPr>
      </a:lvl8pPr>
      <a:lvl9pPr marL="1828800" algn="l" defTabSz="814388" rtl="0" fontAlgn="base">
        <a:lnSpc>
          <a:spcPct val="90000"/>
        </a:lnSpc>
        <a:spcBef>
          <a:spcPct val="0"/>
        </a:spcBef>
        <a:spcAft>
          <a:spcPct val="0"/>
        </a:spcAft>
        <a:defRPr sz="3000">
          <a:solidFill>
            <a:srgbClr val="71717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bwMode="auto">
          <a:xfrm>
            <a:off x="655638" y="798513"/>
            <a:ext cx="8145462" cy="838200"/>
          </a:xfrm>
          <a:prstGeom prst="rect">
            <a:avLst/>
          </a:prstGeom>
          <a:noFill/>
          <a:ln w="9525" algn="ctr">
            <a:noFill/>
            <a:miter lim="800000"/>
            <a:headEnd/>
            <a:tailEnd/>
          </a:ln>
          <a:effec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143364" name="Rectangle 4"/>
          <p:cNvSpPr>
            <a:spLocks noChangeArrowheads="1"/>
          </p:cNvSpPr>
          <p:nvPr/>
        </p:nvSpPr>
        <p:spPr bwMode="auto">
          <a:xfrm>
            <a:off x="193675" y="6672263"/>
            <a:ext cx="962025" cy="188912"/>
          </a:xfrm>
          <a:prstGeom prst="rect">
            <a:avLst/>
          </a:prstGeom>
          <a:noFill/>
          <a:ln w="9525">
            <a:noFill/>
            <a:miter lim="800000"/>
            <a:headEnd/>
            <a:tailEnd/>
          </a:ln>
          <a:effectLst/>
        </p:spPr>
        <p:txBody>
          <a:bodyPr lIns="82124" tIns="41061" rIns="82124" bIns="41061" anchor="b">
            <a:spAutoFit/>
          </a:bodyPr>
          <a:lstStyle/>
          <a:p>
            <a:pPr defTabSz="814388">
              <a:lnSpc>
                <a:spcPct val="100000"/>
              </a:lnSpc>
            </a:pPr>
            <a:r>
              <a:rPr lang="en-US" sz="700" b="0">
                <a:solidFill>
                  <a:srgbClr val="D3D3D3"/>
                </a:solidFill>
              </a:rPr>
              <a:t>Presentation_ID</a:t>
            </a:r>
          </a:p>
        </p:txBody>
      </p:sp>
      <p:sp>
        <p:nvSpPr>
          <p:cNvPr id="143365" name="Rectangle 5"/>
          <p:cNvSpPr>
            <a:spLocks noChangeArrowheads="1"/>
          </p:cNvSpPr>
          <p:nvPr/>
        </p:nvSpPr>
        <p:spPr bwMode="auto">
          <a:xfrm>
            <a:off x="8596313" y="6626225"/>
            <a:ext cx="320675" cy="234950"/>
          </a:xfrm>
          <a:prstGeom prst="rect">
            <a:avLst/>
          </a:prstGeom>
          <a:noFill/>
          <a:ln w="9525" algn="ctr">
            <a:noFill/>
            <a:miter lim="800000"/>
            <a:headEnd/>
            <a:tailEnd/>
          </a:ln>
          <a:effectLst/>
        </p:spPr>
        <p:txBody>
          <a:bodyPr wrap="none" lIns="82124" tIns="41061" rIns="82124" bIns="41061" anchor="b">
            <a:spAutoFit/>
          </a:bodyPr>
          <a:lstStyle/>
          <a:p>
            <a:pPr algn="r" defTabSz="814388">
              <a:lnSpc>
                <a:spcPct val="100000"/>
              </a:lnSpc>
            </a:pPr>
            <a:fld id="{374330F2-5492-4DF9-934C-3630D0BC03E4}" type="slidenum">
              <a:rPr lang="en-US" sz="1000" b="0">
                <a:solidFill>
                  <a:srgbClr val="D3D3D3"/>
                </a:solidFill>
              </a:rPr>
              <a:pPr algn="r" defTabSz="814388">
                <a:lnSpc>
                  <a:spcPct val="100000"/>
                </a:lnSpc>
              </a:pPr>
              <a:t>‹#›</a:t>
            </a:fld>
            <a:endParaRPr lang="en-US" sz="1000" b="0">
              <a:solidFill>
                <a:srgbClr val="D3D3D3"/>
              </a:solidFill>
            </a:endParaRPr>
          </a:p>
        </p:txBody>
      </p:sp>
      <p:sp>
        <p:nvSpPr>
          <p:cNvPr id="143366" name="Rectangle 6"/>
          <p:cNvSpPr>
            <a:spLocks noGrp="1" noChangeArrowheads="1"/>
          </p:cNvSpPr>
          <p:nvPr>
            <p:ph type="body" idx="1"/>
          </p:nvPr>
        </p:nvSpPr>
        <p:spPr bwMode="auto">
          <a:xfrm>
            <a:off x="655638" y="2014538"/>
            <a:ext cx="7940675" cy="3571875"/>
          </a:xfrm>
          <a:prstGeom prst="rect">
            <a:avLst/>
          </a:prstGeom>
          <a:noFill/>
          <a:ln w="9525" algn="ctr">
            <a:noFill/>
            <a:miter lim="800000"/>
            <a:headEnd/>
            <a:tailEnd/>
          </a:ln>
          <a:effec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43367" name="Picture 7" descr="PPt_TopBand_Artwork"/>
          <p:cNvPicPr>
            <a:picLocks noChangeAspect="1" noChangeArrowheads="1"/>
          </p:cNvPicPr>
          <p:nvPr/>
        </p:nvPicPr>
        <p:blipFill>
          <a:blip r:embed="rId17" cstate="print"/>
          <a:srcRect/>
          <a:stretch>
            <a:fillRect/>
          </a:stretch>
        </p:blipFill>
        <p:spPr bwMode="auto">
          <a:xfrm>
            <a:off x="0" y="0"/>
            <a:ext cx="9140825" cy="685800"/>
          </a:xfrm>
          <a:prstGeom prst="rect">
            <a:avLst/>
          </a:prstGeom>
          <a:noFill/>
        </p:spPr>
      </p:pic>
      <p:sp>
        <p:nvSpPr>
          <p:cNvPr id="143368" name="Rectangle 8"/>
          <p:cNvSpPr>
            <a:spLocks noChangeArrowheads="1"/>
          </p:cNvSpPr>
          <p:nvPr/>
        </p:nvSpPr>
        <p:spPr bwMode="auto">
          <a:xfrm>
            <a:off x="4498975" y="6672263"/>
            <a:ext cx="2022475" cy="188912"/>
          </a:xfrm>
          <a:prstGeom prst="rect">
            <a:avLst/>
          </a:prstGeom>
          <a:noFill/>
          <a:ln w="9525">
            <a:noFill/>
            <a:miter lim="800000"/>
            <a:headEnd/>
            <a:tailEnd/>
          </a:ln>
          <a:effectLst/>
        </p:spPr>
        <p:txBody>
          <a:bodyPr wrap="none" lIns="82124" tIns="41061" rIns="82124" bIns="41061" anchor="b" anchorCtr="1">
            <a:spAutoFit/>
          </a:bodyPr>
          <a:lstStyle/>
          <a:p>
            <a:pPr defTabSz="814388">
              <a:lnSpc>
                <a:spcPct val="100000"/>
              </a:lnSpc>
            </a:pPr>
            <a:r>
              <a:rPr lang="en-US" sz="700" b="0">
                <a:solidFill>
                  <a:srgbClr val="D3D3D3"/>
                </a:solidFill>
              </a:rPr>
              <a:t>© 2007 Cisco Systems, Inc. All rights reserved.</a:t>
            </a:r>
          </a:p>
        </p:txBody>
      </p:sp>
      <p:sp>
        <p:nvSpPr>
          <p:cNvPr id="143369" name="Rectangle 9"/>
          <p:cNvSpPr>
            <a:spLocks noChangeArrowheads="1"/>
          </p:cNvSpPr>
          <p:nvPr/>
        </p:nvSpPr>
        <p:spPr bwMode="auto">
          <a:xfrm>
            <a:off x="6896100" y="6672263"/>
            <a:ext cx="877888" cy="188912"/>
          </a:xfrm>
          <a:prstGeom prst="rect">
            <a:avLst/>
          </a:prstGeom>
          <a:noFill/>
          <a:ln w="9525">
            <a:noFill/>
            <a:miter lim="800000"/>
            <a:headEnd/>
            <a:tailEnd/>
          </a:ln>
          <a:effectLst/>
        </p:spPr>
        <p:txBody>
          <a:bodyPr wrap="none" lIns="82124" tIns="41061" rIns="82124" bIns="41061" anchor="b">
            <a:spAutoFit/>
          </a:bodyPr>
          <a:lstStyle/>
          <a:p>
            <a:pPr algn="r" defTabSz="814388">
              <a:lnSpc>
                <a:spcPct val="100000"/>
              </a:lnSpc>
            </a:pPr>
            <a:r>
              <a:rPr lang="en-US" sz="700" b="0">
                <a:solidFill>
                  <a:srgbClr val="D3D3D3"/>
                </a:solidFill>
              </a:rPr>
              <a:t>Cisco Confidential</a:t>
            </a:r>
          </a:p>
        </p:txBody>
      </p:sp>
    </p:spTree>
  </p:cSld>
  <p:clrMap bg1="lt1" tx1="dk1" bg2="lt2" tx2="dk2" accent1="accent1" accent2="accent2" accent3="accent3" accent4="accent4" accent5="accent5" accent6="accent6" hlink="hlink" folHlink="folHlink"/>
  <p:sldLayoutIdLst>
    <p:sldLayoutId id="2147483671"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Lst>
  <p:timing>
    <p:tnLst>
      <p:par>
        <p:cTn id="1" dur="indefinite" restart="never" nodeType="tmRoot"/>
      </p:par>
    </p:tnLst>
  </p:timing>
  <p:txStyles>
    <p:titleStyle>
      <a:lvl1pPr algn="l" defTabSz="814388" rtl="0" fontAlgn="base">
        <a:lnSpc>
          <a:spcPct val="90000"/>
        </a:lnSpc>
        <a:spcBef>
          <a:spcPct val="0"/>
        </a:spcBef>
        <a:spcAft>
          <a:spcPct val="0"/>
        </a:spcAft>
        <a:defRPr sz="3200" b="1">
          <a:solidFill>
            <a:srgbClr val="708CA1"/>
          </a:solidFill>
          <a:latin typeface="+mj-lt"/>
          <a:ea typeface="+mj-ea"/>
          <a:cs typeface="+mj-cs"/>
        </a:defRPr>
      </a:lvl1pPr>
      <a:lvl2pPr algn="l" defTabSz="814388" rtl="0" fontAlgn="base">
        <a:lnSpc>
          <a:spcPct val="90000"/>
        </a:lnSpc>
        <a:spcBef>
          <a:spcPct val="0"/>
        </a:spcBef>
        <a:spcAft>
          <a:spcPct val="0"/>
        </a:spcAft>
        <a:defRPr sz="3200" b="1">
          <a:solidFill>
            <a:srgbClr val="708CA1"/>
          </a:solidFill>
          <a:latin typeface="Arial" charset="0"/>
        </a:defRPr>
      </a:lvl2pPr>
      <a:lvl3pPr algn="l" defTabSz="814388" rtl="0" fontAlgn="base">
        <a:lnSpc>
          <a:spcPct val="90000"/>
        </a:lnSpc>
        <a:spcBef>
          <a:spcPct val="0"/>
        </a:spcBef>
        <a:spcAft>
          <a:spcPct val="0"/>
        </a:spcAft>
        <a:defRPr sz="3200" b="1">
          <a:solidFill>
            <a:srgbClr val="708CA1"/>
          </a:solidFill>
          <a:latin typeface="Arial" charset="0"/>
        </a:defRPr>
      </a:lvl3pPr>
      <a:lvl4pPr algn="l" defTabSz="814388" rtl="0" fontAlgn="base">
        <a:lnSpc>
          <a:spcPct val="90000"/>
        </a:lnSpc>
        <a:spcBef>
          <a:spcPct val="0"/>
        </a:spcBef>
        <a:spcAft>
          <a:spcPct val="0"/>
        </a:spcAft>
        <a:defRPr sz="3200" b="1">
          <a:solidFill>
            <a:srgbClr val="708CA1"/>
          </a:solidFill>
          <a:latin typeface="Arial" charset="0"/>
        </a:defRPr>
      </a:lvl4pPr>
      <a:lvl5pPr algn="l" defTabSz="814388" rtl="0" fontAlgn="base">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image" Target="../media/image21.png"/><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9.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algn="ctr"/>
            <a:r>
              <a:rPr lang="en-US" sz="2600" b="1" dirty="0"/>
              <a:t/>
            </a:r>
            <a:br>
              <a:rPr lang="en-US" sz="2600" b="1" dirty="0"/>
            </a:br>
            <a:r>
              <a:rPr lang="en-US" sz="2600" b="1" dirty="0" smtClean="0"/>
              <a:t>Access Control List</a:t>
            </a:r>
            <a:r>
              <a:rPr lang="en-US" sz="2600" b="1" dirty="0"/>
              <a:t/>
            </a:r>
            <a:br>
              <a:rPr lang="en-US" sz="2600" b="1" dirty="0"/>
            </a:br>
            <a:r>
              <a:rPr lang="en-US" sz="2600" b="1" dirty="0"/>
              <a:t>(ACL)?</a:t>
            </a:r>
            <a:r>
              <a:rPr lang="en-US" sz="2600" dirty="0"/>
              <a:t> </a:t>
            </a:r>
          </a:p>
        </p:txBody>
      </p:sp>
      <p:sp>
        <p:nvSpPr>
          <p:cNvPr id="4" name="Subtitle 3"/>
          <p:cNvSpPr>
            <a:spLocks noGrp="1"/>
          </p:cNvSpPr>
          <p:nvPr>
            <p:ph type="subTitle" idx="1"/>
          </p:nvPr>
        </p:nvSpPr>
        <p:spPr>
          <a:xfrm>
            <a:off x="5075754" y="4953000"/>
            <a:ext cx="4103688" cy="658812"/>
          </a:xfrm>
        </p:spPr>
        <p:txBody>
          <a:bodyPr/>
          <a:lstStyle/>
          <a:p>
            <a:r>
              <a:rPr lang="en-US" dirty="0" smtClean="0"/>
              <a:t>Dr. Muazzam A. Khan</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ox(in)">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2" name="Rectangle 8"/>
          <p:cNvSpPr>
            <a:spLocks noGrp="1" noChangeArrowheads="1"/>
          </p:cNvSpPr>
          <p:nvPr>
            <p:ph type="title"/>
          </p:nvPr>
        </p:nvSpPr>
        <p:spPr>
          <a:xfrm>
            <a:off x="541338" y="203200"/>
            <a:ext cx="8145462" cy="1473200"/>
          </a:xfrm>
        </p:spPr>
        <p:txBody>
          <a:bodyPr/>
          <a:lstStyle/>
          <a:p>
            <a:r>
              <a:rPr lang="en-US"/>
              <a:t>Access Control Lists (ACLs)?</a:t>
            </a:r>
            <a:br>
              <a:rPr lang="en-US"/>
            </a:br>
            <a:r>
              <a:rPr lang="en-US"/>
              <a:t>Learning Objective: </a:t>
            </a:r>
          </a:p>
        </p:txBody>
      </p:sp>
      <p:sp>
        <p:nvSpPr>
          <p:cNvPr id="26633" name="Rectangle 9"/>
          <p:cNvSpPr>
            <a:spLocks noGrp="1" noChangeArrowheads="1"/>
          </p:cNvSpPr>
          <p:nvPr>
            <p:ph type="body" idx="1"/>
          </p:nvPr>
        </p:nvSpPr>
        <p:spPr>
          <a:xfrm>
            <a:off x="655638" y="2438400"/>
            <a:ext cx="7940675" cy="3733800"/>
          </a:xfrm>
        </p:spPr>
        <p:txBody>
          <a:bodyPr/>
          <a:lstStyle/>
          <a:p>
            <a:pPr>
              <a:lnSpc>
                <a:spcPct val="75000"/>
              </a:lnSpc>
            </a:pPr>
            <a:r>
              <a:rPr lang="en-US" sz="2800" dirty="0">
                <a:latin typeface="Arial Unicode MS" pitchFamily="34" charset="-128"/>
              </a:rPr>
              <a:t>explain the differences between standard and extended ACLs </a:t>
            </a:r>
          </a:p>
          <a:p>
            <a:pPr>
              <a:lnSpc>
                <a:spcPct val="75000"/>
              </a:lnSpc>
            </a:pPr>
            <a:r>
              <a:rPr lang="en-US" sz="2800" dirty="0">
                <a:latin typeface="Arial Unicode MS" pitchFamily="34" charset="-128"/>
              </a:rPr>
              <a:t>Explain the rules for placement of ACLs </a:t>
            </a:r>
          </a:p>
          <a:p>
            <a:pPr>
              <a:lnSpc>
                <a:spcPct val="75000"/>
              </a:lnSpc>
            </a:pPr>
            <a:r>
              <a:rPr lang="en-US" sz="2800" dirty="0" smtClean="0">
                <a:latin typeface="Arial Unicode MS" pitchFamily="34" charset="-128"/>
              </a:rPr>
              <a:t>Use </a:t>
            </a:r>
            <a:r>
              <a:rPr lang="en-US" sz="2800" dirty="0">
                <a:latin typeface="Arial Unicode MS" pitchFamily="34" charset="-128"/>
              </a:rPr>
              <a:t>ACLs to restrict virtual terminal access</a:t>
            </a:r>
            <a:endParaRPr lang="en-US" sz="2800"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t>Introduction</a:t>
            </a:r>
          </a:p>
        </p:txBody>
      </p:sp>
      <p:sp>
        <p:nvSpPr>
          <p:cNvPr id="27651" name="Rectangle 3"/>
          <p:cNvSpPr>
            <a:spLocks noGrp="1" noChangeArrowheads="1"/>
          </p:cNvSpPr>
          <p:nvPr>
            <p:ph type="body" idx="1"/>
          </p:nvPr>
        </p:nvSpPr>
        <p:spPr/>
        <p:txBody>
          <a:bodyPr/>
          <a:lstStyle/>
          <a:p>
            <a:endParaRPr lang="en-US" dirty="0"/>
          </a:p>
          <a:p>
            <a:r>
              <a:rPr lang="en-US" dirty="0"/>
              <a:t>Access control list (ACL) consist of a table that tells a </a:t>
            </a:r>
            <a:r>
              <a:rPr lang="en-US" dirty="0" smtClean="0"/>
              <a:t>router/System </a:t>
            </a:r>
            <a:r>
              <a:rPr lang="en-US" dirty="0"/>
              <a:t>(OS) which access rights each user has to a particular system object, such as a file directory or individual file. </a:t>
            </a:r>
          </a:p>
          <a:p>
            <a:r>
              <a:rPr lang="en-US" dirty="0"/>
              <a:t>Each object has a security attribute that identifies its access control list.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7651">
                                            <p:txEl>
                                              <p:pRg st="2" end="2"/>
                                            </p:txEl>
                                          </p:spTgt>
                                        </p:tgtEl>
                                        <p:attrNameLst>
                                          <p:attrName>style.visibility</p:attrName>
                                        </p:attrNameLst>
                                      </p:cBhvr>
                                      <p:to>
                                        <p:strVal val="visible"/>
                                      </p:to>
                                    </p:set>
                                    <p:animEffect transition="in" filter="box(in)">
                                      <p:cBhvr>
                                        <p:cTn id="7"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4"/>
          <p:cNvSpPr>
            <a:spLocks noGrp="1" noChangeArrowheads="1"/>
          </p:cNvSpPr>
          <p:nvPr>
            <p:ph type="title"/>
          </p:nvPr>
        </p:nvSpPr>
        <p:spPr>
          <a:xfrm>
            <a:off x="304800" y="838200"/>
            <a:ext cx="8145463" cy="838200"/>
          </a:xfrm>
        </p:spPr>
        <p:txBody>
          <a:bodyPr/>
          <a:lstStyle/>
          <a:p>
            <a:r>
              <a:rPr lang="en-US"/>
              <a:t>Cisco application view  </a:t>
            </a:r>
          </a:p>
        </p:txBody>
      </p:sp>
      <p:pic>
        <p:nvPicPr>
          <p:cNvPr id="46092" name="Picture 12" descr="acl_wp-02"/>
          <p:cNvPicPr>
            <a:picLocks noGrp="1" noChangeAspect="1" noChangeArrowheads="1"/>
          </p:cNvPicPr>
          <p:nvPr>
            <p:ph sz="half" idx="1"/>
          </p:nvPr>
        </p:nvPicPr>
        <p:blipFill>
          <a:blip r:embed="rId2" cstate="print"/>
          <a:srcRect/>
          <a:stretch>
            <a:fillRect/>
          </a:stretch>
        </p:blipFill>
        <p:spPr>
          <a:xfrm>
            <a:off x="655638" y="2828925"/>
            <a:ext cx="3894137" cy="1943100"/>
          </a:xfrm>
          <a:noFill/>
        </p:spPr>
      </p:pic>
      <p:sp>
        <p:nvSpPr>
          <p:cNvPr id="46086" name="Rectangle 6"/>
          <p:cNvSpPr>
            <a:spLocks noGrp="1" noChangeArrowheads="1"/>
          </p:cNvSpPr>
          <p:nvPr>
            <p:ph type="body" sz="half" idx="2"/>
          </p:nvPr>
        </p:nvSpPr>
        <p:spPr>
          <a:xfrm>
            <a:off x="4648200" y="1676400"/>
            <a:ext cx="4495800" cy="4953000"/>
          </a:xfrm>
        </p:spPr>
        <p:txBody>
          <a:bodyPr/>
          <a:lstStyle/>
          <a:p>
            <a:r>
              <a:rPr lang="en-US" dirty="0"/>
              <a:t>ACLs are lists of conditions used to test network traffic that tries to travel across a router interface.   </a:t>
            </a:r>
            <a:endParaRPr lang="en-US" dirty="0" smtClean="0"/>
          </a:p>
          <a:p>
            <a:r>
              <a:rPr lang="en-US" dirty="0" smtClean="0"/>
              <a:t>These </a:t>
            </a:r>
            <a:r>
              <a:rPr lang="en-US" dirty="0"/>
              <a:t>lists tell the router what types of packets to accept or deny. </a:t>
            </a:r>
            <a:endParaRPr lang="en-US" dirty="0" smtClean="0"/>
          </a:p>
          <a:p>
            <a:r>
              <a:rPr lang="en-US" dirty="0" smtClean="0"/>
              <a:t>Acceptance </a:t>
            </a:r>
            <a:r>
              <a:rPr lang="en-US" dirty="0"/>
              <a:t>and denial can be based on specified conditions. </a:t>
            </a:r>
            <a:endParaRPr lang="en-US"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55638" y="798513"/>
            <a:ext cx="8145462" cy="573087"/>
          </a:xfrm>
        </p:spPr>
        <p:txBody>
          <a:bodyPr/>
          <a:lstStyle/>
          <a:p>
            <a:r>
              <a:rPr lang="en-US"/>
              <a:t>ACLs benefits </a:t>
            </a:r>
          </a:p>
        </p:txBody>
      </p:sp>
      <p:sp>
        <p:nvSpPr>
          <p:cNvPr id="50179" name="Rectangle 3"/>
          <p:cNvSpPr>
            <a:spLocks noGrp="1" noChangeArrowheads="1"/>
          </p:cNvSpPr>
          <p:nvPr>
            <p:ph type="body" idx="1"/>
          </p:nvPr>
        </p:nvSpPr>
        <p:spPr>
          <a:xfrm>
            <a:off x="669925" y="1447800"/>
            <a:ext cx="7940675" cy="4238625"/>
          </a:xfrm>
        </p:spPr>
        <p:txBody>
          <a:bodyPr/>
          <a:lstStyle/>
          <a:p>
            <a:r>
              <a:rPr lang="en-US" dirty="0"/>
              <a:t>Limit network traffic and increase network performance. </a:t>
            </a:r>
          </a:p>
          <a:p>
            <a:r>
              <a:rPr lang="en-US" dirty="0"/>
              <a:t>Provide traffic flow control. </a:t>
            </a:r>
          </a:p>
          <a:p>
            <a:r>
              <a:rPr lang="en-US" dirty="0"/>
              <a:t>Provide a basic level of security for network access. </a:t>
            </a:r>
          </a:p>
          <a:p>
            <a:r>
              <a:rPr lang="en-US" dirty="0"/>
              <a:t>Traffic decision  ( forwarded or blocked at the router interfaces). </a:t>
            </a:r>
          </a:p>
          <a:p>
            <a:r>
              <a:rPr lang="en-US" dirty="0" smtClean="0">
                <a:solidFill>
                  <a:schemeClr val="accent2"/>
                </a:solidFill>
              </a:rPr>
              <a:t>Permit</a:t>
            </a:r>
            <a:r>
              <a:rPr lang="en-US" dirty="0" smtClean="0"/>
              <a:t> </a:t>
            </a:r>
            <a:r>
              <a:rPr lang="en-US" dirty="0"/>
              <a:t>or </a:t>
            </a:r>
            <a:r>
              <a:rPr lang="en-US" dirty="0" smtClean="0">
                <a:solidFill>
                  <a:schemeClr val="accent2"/>
                </a:solidFill>
              </a:rPr>
              <a:t>deny</a:t>
            </a:r>
            <a:r>
              <a:rPr lang="en-US" dirty="0" smtClean="0"/>
              <a:t> hosts </a:t>
            </a:r>
            <a:r>
              <a:rPr lang="en-US" dirty="0"/>
              <a:t>to access  a network segment.</a:t>
            </a:r>
          </a:p>
          <a:p>
            <a:r>
              <a:rPr lang="en-US" dirty="0"/>
              <a:t>can provide access control based on Layer 3 addresses for IP and IPX protocols.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Rectangle 6"/>
          <p:cNvSpPr>
            <a:spLocks noGrp="1" noChangeArrowheads="1"/>
          </p:cNvSpPr>
          <p:nvPr>
            <p:ph type="title"/>
          </p:nvPr>
        </p:nvSpPr>
        <p:spPr/>
        <p:txBody>
          <a:bodyPr/>
          <a:lstStyle/>
          <a:p>
            <a:r>
              <a:rPr lang="en-US"/>
              <a:t>How ACL executed  </a:t>
            </a:r>
          </a:p>
        </p:txBody>
      </p:sp>
      <p:sp>
        <p:nvSpPr>
          <p:cNvPr id="51208" name="Rectangle 8"/>
          <p:cNvSpPr>
            <a:spLocks noGrp="1" noChangeArrowheads="1"/>
          </p:cNvSpPr>
          <p:nvPr>
            <p:ph type="body" sz="half" idx="2"/>
          </p:nvPr>
        </p:nvSpPr>
        <p:spPr>
          <a:xfrm>
            <a:off x="5334000" y="2014538"/>
            <a:ext cx="3810000" cy="4310062"/>
          </a:xfrm>
        </p:spPr>
        <p:txBody>
          <a:bodyPr/>
          <a:lstStyle/>
          <a:p>
            <a:r>
              <a:rPr lang="en-US" sz="2000" dirty="0"/>
              <a:t>Made decisions by matching a condition statement in an access </a:t>
            </a:r>
            <a:r>
              <a:rPr lang="en-US" sz="2000" dirty="0" smtClean="0"/>
              <a:t>list,</a:t>
            </a:r>
          </a:p>
          <a:p>
            <a:r>
              <a:rPr lang="en-US" sz="2000" dirty="0" smtClean="0"/>
              <a:t>And </a:t>
            </a:r>
            <a:r>
              <a:rPr lang="en-US" sz="2000" dirty="0"/>
              <a:t>then performing the accept or reject action defined in the statement.</a:t>
            </a:r>
          </a:p>
          <a:p>
            <a:r>
              <a:rPr lang="en-US" sz="2000" dirty="0"/>
              <a:t>ACL statements operate in sequential, logical order</a:t>
            </a:r>
            <a:r>
              <a:rPr lang="en-US" sz="1800" dirty="0"/>
              <a:t> </a:t>
            </a:r>
            <a:r>
              <a:rPr lang="en-US" sz="2000" dirty="0"/>
              <a:t> </a:t>
            </a:r>
          </a:p>
        </p:txBody>
      </p:sp>
      <p:pic>
        <p:nvPicPr>
          <p:cNvPr id="51209" name="Picture 9" descr="How ACL work"/>
          <p:cNvPicPr>
            <a:picLocks noGrp="1" noChangeAspect="1" noChangeArrowheads="1"/>
          </p:cNvPicPr>
          <p:nvPr>
            <p:ph sz="half" idx="1"/>
          </p:nvPr>
        </p:nvPicPr>
        <p:blipFill>
          <a:blip r:embed="rId2" cstate="print"/>
          <a:srcRect/>
          <a:stretch>
            <a:fillRect/>
          </a:stretch>
        </p:blipFill>
        <p:spPr>
          <a:xfrm>
            <a:off x="228600" y="1900238"/>
            <a:ext cx="5181600" cy="3890962"/>
          </a:xfr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algn="ctr"/>
            <a:r>
              <a:rPr lang="en-US"/>
              <a:t>Entering Frame to a Router</a:t>
            </a:r>
          </a:p>
        </p:txBody>
      </p:sp>
      <p:sp>
        <p:nvSpPr>
          <p:cNvPr id="54275" name="Rectangle 3"/>
          <p:cNvSpPr>
            <a:spLocks noGrp="1" noChangeArrowheads="1"/>
          </p:cNvSpPr>
          <p:nvPr>
            <p:ph type="body" idx="1"/>
          </p:nvPr>
        </p:nvSpPr>
        <p:spPr/>
        <p:txBody>
          <a:bodyPr/>
          <a:lstStyle/>
          <a:p>
            <a:pPr>
              <a:lnSpc>
                <a:spcPct val="85000"/>
              </a:lnSpc>
            </a:pPr>
            <a:r>
              <a:rPr lang="en-US" dirty="0"/>
              <a:t>After indicate  if the frame have a </a:t>
            </a:r>
            <a:r>
              <a:rPr lang="en-US" dirty="0" smtClean="0"/>
              <a:t>matched </a:t>
            </a:r>
            <a:r>
              <a:rPr lang="en-US" dirty="0"/>
              <a:t>address or it’s a broadcast form, the router will check if there ACLs command present</a:t>
            </a:r>
          </a:p>
          <a:p>
            <a:pPr>
              <a:lnSpc>
                <a:spcPct val="85000"/>
              </a:lnSpc>
            </a:pPr>
            <a:r>
              <a:rPr lang="en-US" dirty="0"/>
              <a:t>If the packet is accepted or no ACL : the packet is encapsulated in the new Layer 2 protocol and forwarded out the interface to the next device.</a:t>
            </a:r>
          </a:p>
          <a:p>
            <a:pPr>
              <a:lnSpc>
                <a:spcPct val="85000"/>
              </a:lnSpc>
            </a:pPr>
            <a:r>
              <a:rPr lang="en-US" dirty="0"/>
              <a:t>ACL exists: the packet is tested against the statements in the list. If the packet matches a statement, it is either accepted or rejected.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t>ACL range for each protocols</a:t>
            </a:r>
          </a:p>
        </p:txBody>
      </p:sp>
      <p:sp>
        <p:nvSpPr>
          <p:cNvPr id="149507" name="Rectangle 3"/>
          <p:cNvSpPr>
            <a:spLocks noGrp="1" noChangeArrowheads="1"/>
          </p:cNvSpPr>
          <p:nvPr>
            <p:ph type="body" idx="1"/>
          </p:nvPr>
        </p:nvSpPr>
        <p:spPr/>
        <p:txBody>
          <a:bodyPr/>
          <a:lstStyle/>
          <a:p>
            <a:endParaRPr lang="en-US"/>
          </a:p>
          <a:p>
            <a:endParaRPr lang="en-US"/>
          </a:p>
          <a:p>
            <a:r>
              <a:rPr lang="en-US"/>
              <a:t>ACLs can be created for all routed network protocols such as IP and Internetwork Packet Exchange (IPX)</a:t>
            </a:r>
          </a:p>
          <a:p>
            <a:endParaRPr lang="en-US"/>
          </a:p>
          <a:p>
            <a:r>
              <a:rPr lang="en-US"/>
              <a:t>ACLs can be configured at the router to control access to a network or subnet.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ChangeArrowheads="1"/>
          </p:cNvSpPr>
          <p:nvPr>
            <p:ph type="title"/>
          </p:nvPr>
        </p:nvSpPr>
        <p:spPr/>
        <p:txBody>
          <a:bodyPr/>
          <a:lstStyle/>
          <a:p>
            <a:r>
              <a:rPr lang="en-US"/>
              <a:t>ACL range for each protocols</a:t>
            </a:r>
          </a:p>
        </p:txBody>
      </p:sp>
      <p:sp>
        <p:nvSpPr>
          <p:cNvPr id="55302" name="Rectangle 6"/>
          <p:cNvSpPr>
            <a:spLocks noGrp="1" noChangeArrowheads="1"/>
          </p:cNvSpPr>
          <p:nvPr>
            <p:ph type="body" sz="half" idx="2"/>
          </p:nvPr>
        </p:nvSpPr>
        <p:spPr>
          <a:xfrm>
            <a:off x="914400" y="2085975"/>
            <a:ext cx="7467600" cy="3933825"/>
          </a:xfrm>
        </p:spPr>
        <p:txBody>
          <a:bodyPr/>
          <a:lstStyle/>
          <a:p>
            <a:r>
              <a:rPr lang="en-US" dirty="0"/>
              <a:t>Each ACL must have a unique identification </a:t>
            </a:r>
            <a:r>
              <a:rPr lang="en-US" dirty="0" smtClean="0"/>
              <a:t>number.</a:t>
            </a:r>
          </a:p>
          <a:p>
            <a:r>
              <a:rPr lang="en-US" dirty="0" smtClean="0"/>
              <a:t> </a:t>
            </a:r>
            <a:r>
              <a:rPr lang="en-US" dirty="0"/>
              <a:t>This number identifies the type of access list created and must fall within the specific range of numbers that is valid for that type of list</a:t>
            </a:r>
            <a:r>
              <a:rPr lang="en-US" dirty="0" smtClean="0"/>
              <a:t>.</a:t>
            </a:r>
          </a:p>
          <a:p>
            <a:r>
              <a:rPr lang="en-US" dirty="0" smtClean="0"/>
              <a:t>Ranges </a:t>
            </a:r>
          </a:p>
          <a:p>
            <a:pPr lvl="1"/>
            <a:r>
              <a:rPr lang="en-US" dirty="0" smtClean="0"/>
              <a:t>Standard ACL  1-99</a:t>
            </a:r>
          </a:p>
          <a:p>
            <a:pPr lvl="1"/>
            <a:r>
              <a:rPr lang="en-US" dirty="0" smtClean="0"/>
              <a:t>Extended ACL 100-199</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90" name="Picture 6" descr="3_acl05"/>
          <p:cNvPicPr>
            <a:picLocks noGrp="1" noChangeAspect="1" noChangeArrowheads="1"/>
          </p:cNvPicPr>
          <p:nvPr>
            <p:ph/>
          </p:nvPr>
        </p:nvPicPr>
        <p:blipFill>
          <a:blip r:embed="rId2" cstate="print"/>
          <a:srcRect/>
          <a:stretch>
            <a:fillRect/>
          </a:stretch>
        </p:blipFill>
        <p:spPr>
          <a:xfrm>
            <a:off x="381000" y="914400"/>
            <a:ext cx="8305800" cy="5478463"/>
          </a:xfr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dirty="0"/>
              <a:t>ACL configuration</a:t>
            </a:r>
          </a:p>
        </p:txBody>
      </p:sp>
      <p:sp>
        <p:nvSpPr>
          <p:cNvPr id="57347" name="Rectangle 3"/>
          <p:cNvSpPr>
            <a:spLocks noGrp="1" noChangeArrowheads="1"/>
          </p:cNvSpPr>
          <p:nvPr>
            <p:ph type="body" idx="1"/>
          </p:nvPr>
        </p:nvSpPr>
        <p:spPr>
          <a:xfrm>
            <a:off x="655638" y="2014538"/>
            <a:ext cx="7940675" cy="4005262"/>
          </a:xfrm>
        </p:spPr>
        <p:txBody>
          <a:bodyPr/>
          <a:lstStyle/>
          <a:p>
            <a:r>
              <a:rPr lang="en-US" dirty="0"/>
              <a:t>Step 1:Router (</a:t>
            </a:r>
            <a:r>
              <a:rPr lang="en-US" dirty="0" err="1"/>
              <a:t>config</a:t>
            </a:r>
            <a:r>
              <a:rPr lang="en-US" dirty="0"/>
              <a:t>)# access-list access-list-number {permit/deny} {test condition</a:t>
            </a:r>
            <a:r>
              <a:rPr lang="en-US" dirty="0" smtClean="0"/>
              <a:t>}</a:t>
            </a:r>
          </a:p>
          <a:p>
            <a:endParaRPr lang="en-US" dirty="0"/>
          </a:p>
          <a:p>
            <a:r>
              <a:rPr lang="en-US" dirty="0"/>
              <a:t> Step 2:Router (</a:t>
            </a:r>
            <a:r>
              <a:rPr lang="en-US" dirty="0" err="1"/>
              <a:t>config</a:t>
            </a:r>
            <a:r>
              <a:rPr lang="en-US" dirty="0"/>
              <a:t>)# {protocol} access-group access-list-number</a:t>
            </a:r>
          </a:p>
          <a:p>
            <a:endParaRPr lang="en-US" dirty="0" smtClean="0"/>
          </a:p>
          <a:p>
            <a:r>
              <a:rPr lang="en-US" dirty="0" smtClean="0"/>
              <a:t>An </a:t>
            </a:r>
            <a:r>
              <a:rPr lang="en-US" dirty="0"/>
              <a:t>ACL containing numbered ACL statements cannot be altered. It must be deleted by using the </a:t>
            </a:r>
            <a:r>
              <a:rPr lang="en-US" b="1" dirty="0"/>
              <a:t>no access-list list-number</a:t>
            </a:r>
            <a:r>
              <a:rPr lang="en-US" dirty="0"/>
              <a:t> command and then recreated.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33400" y="533400"/>
            <a:ext cx="8145463" cy="1244600"/>
          </a:xfrm>
        </p:spPr>
        <p:txBody>
          <a:bodyPr/>
          <a:lstStyle/>
          <a:p>
            <a:r>
              <a:rPr lang="en-US"/>
              <a:t>ACL configuration –</a:t>
            </a:r>
            <a:br>
              <a:rPr lang="en-US"/>
            </a:br>
            <a:r>
              <a:rPr lang="en-US"/>
              <a:t>Permit </a:t>
            </a:r>
            <a:r>
              <a:rPr lang="en-US" b="0"/>
              <a:t>ACL line with L3 information only</a:t>
            </a:r>
          </a:p>
        </p:txBody>
      </p:sp>
      <p:sp>
        <p:nvSpPr>
          <p:cNvPr id="60420" name="Rectangle 4"/>
          <p:cNvSpPr>
            <a:spLocks noGrp="1" noChangeArrowheads="1"/>
          </p:cNvSpPr>
          <p:nvPr>
            <p:ph type="body" idx="1"/>
          </p:nvPr>
        </p:nvSpPr>
        <p:spPr/>
        <p:txBody>
          <a:bodyPr/>
          <a:lstStyle/>
          <a:p>
            <a:r>
              <a:rPr lang="en-US" dirty="0"/>
              <a:t>If a packet's L3 information matches the L3 information in the ACL line , the packet's </a:t>
            </a:r>
            <a:r>
              <a:rPr lang="en-US" dirty="0" smtClean="0"/>
              <a:t>is </a:t>
            </a:r>
            <a:r>
              <a:rPr lang="en-US" dirty="0"/>
              <a:t>permitted</a:t>
            </a:r>
            <a:r>
              <a:rPr lang="en-US" dirty="0" smtClean="0"/>
              <a:t>.</a:t>
            </a:r>
          </a:p>
          <a:p>
            <a:endParaRPr lang="en-US" dirty="0"/>
          </a:p>
          <a:p>
            <a:r>
              <a:rPr lang="en-US" dirty="0"/>
              <a:t>If a packet's L3 information does not match the L3 information in the ACL line, the next ACL entry is processed.</a:t>
            </a:r>
            <a:endParaRPr lang="en-US" b="1" dirty="0"/>
          </a:p>
          <a:p>
            <a:pPr>
              <a:buFont typeface="Wingdings" pitchFamily="2" charset="2"/>
              <a:buNone/>
            </a:pPr>
            <a:r>
              <a:rPr lang="en-US" dirty="0" smtClean="0">
                <a:sym typeface="Wingdings" pitchFamily="2" charset="2"/>
              </a:rPr>
              <a:t></a:t>
            </a:r>
            <a:r>
              <a:rPr lang="en-US" dirty="0" smtClean="0"/>
              <a:t>If </a:t>
            </a:r>
            <a:r>
              <a:rPr lang="en-US" dirty="0"/>
              <a:t>a packet's FO &gt; 0, the packet is permitted. </a:t>
            </a:r>
          </a:p>
          <a:p>
            <a:pPr>
              <a:buFont typeface="Wingdings" pitchFamily="2" charset="2"/>
              <a:buNone/>
            </a:pPr>
            <a:r>
              <a:rPr lang="en-US" dirty="0"/>
              <a:t>   Else , the next ACL entry is processed.</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ACL configuration - Example</a:t>
            </a:r>
          </a:p>
        </p:txBody>
      </p:sp>
      <p:sp>
        <p:nvSpPr>
          <p:cNvPr id="58371" name="Rectangle 3"/>
          <p:cNvSpPr>
            <a:spLocks noGrp="1" noChangeArrowheads="1"/>
          </p:cNvSpPr>
          <p:nvPr>
            <p:ph type="body" idx="1"/>
          </p:nvPr>
        </p:nvSpPr>
        <p:spPr/>
        <p:txBody>
          <a:bodyPr/>
          <a:lstStyle/>
          <a:p>
            <a:pPr marL="457200" indent="-457200">
              <a:buFont typeface="Arial Unicode MS" pitchFamily="34" charset="-128"/>
              <a:buAutoNum type="arabicPeriod"/>
            </a:pPr>
            <a:r>
              <a:rPr lang="en-US" dirty="0"/>
              <a:t>Router (</a:t>
            </a:r>
            <a:r>
              <a:rPr lang="en-US" dirty="0" err="1"/>
              <a:t>config</a:t>
            </a:r>
            <a:r>
              <a:rPr lang="en-US" dirty="0"/>
              <a:t>)# access-list 6 deny 172.13.0.0 0.0.255.255</a:t>
            </a:r>
          </a:p>
          <a:p>
            <a:pPr marL="457200" indent="-457200">
              <a:buFont typeface="Arial Unicode MS" pitchFamily="34" charset="-128"/>
              <a:buAutoNum type="arabicPeriod"/>
            </a:pPr>
            <a:r>
              <a:rPr lang="en-US" dirty="0"/>
              <a:t>Router (</a:t>
            </a:r>
            <a:r>
              <a:rPr lang="en-US" dirty="0" err="1"/>
              <a:t>config</a:t>
            </a:r>
            <a:r>
              <a:rPr lang="en-US" dirty="0"/>
              <a:t>)# access-list 6 permit 172.0.0.0 0.255.255.255</a:t>
            </a:r>
          </a:p>
          <a:p>
            <a:pPr marL="457200" indent="-457200">
              <a:buFont typeface="Arial Unicode MS" pitchFamily="34" charset="-128"/>
              <a:buAutoNum type="arabicPeriod"/>
            </a:pPr>
            <a:r>
              <a:rPr lang="en-US" dirty="0"/>
              <a:t>Router (</a:t>
            </a:r>
            <a:r>
              <a:rPr lang="en-US" dirty="0" err="1"/>
              <a:t>config</a:t>
            </a:r>
            <a:r>
              <a:rPr lang="en-US" dirty="0"/>
              <a:t>)# interface e0</a:t>
            </a:r>
          </a:p>
          <a:p>
            <a:pPr marL="457200" indent="-457200">
              <a:buFont typeface="Arial Unicode MS" pitchFamily="34" charset="-128"/>
              <a:buAutoNum type="arabicPeriod"/>
            </a:pPr>
            <a:r>
              <a:rPr lang="en-US" dirty="0"/>
              <a:t>Router (</a:t>
            </a:r>
            <a:r>
              <a:rPr lang="en-US" dirty="0" err="1"/>
              <a:t>config</a:t>
            </a:r>
            <a:r>
              <a:rPr lang="en-US" dirty="0"/>
              <a:t>-if)# </a:t>
            </a:r>
            <a:r>
              <a:rPr lang="en-US" dirty="0" err="1"/>
              <a:t>ip</a:t>
            </a:r>
            <a:r>
              <a:rPr lang="en-US" dirty="0"/>
              <a:t> access-group 6 in </a:t>
            </a:r>
          </a:p>
          <a:p>
            <a:pPr marL="457200" indent="-457200">
              <a:buFont typeface="Arial Unicode MS" pitchFamily="34" charset="-128"/>
              <a:buNone/>
            </a:pPr>
            <a:endParaRPr lang="en-US" dirty="0"/>
          </a:p>
          <a:p>
            <a:pPr marL="457200" indent="-457200">
              <a:buFont typeface="Arial Unicode MS" pitchFamily="34" charset="-128"/>
              <a:buNone/>
            </a:pPr>
            <a:r>
              <a:rPr lang="en-US" dirty="0"/>
              <a:t>If we want to delete or modify the ACL: </a:t>
            </a:r>
          </a:p>
          <a:p>
            <a:pPr marL="457200" indent="-457200">
              <a:buFont typeface="Arial Unicode MS" pitchFamily="34" charset="-128"/>
              <a:buNone/>
            </a:pPr>
            <a:r>
              <a:rPr lang="en-US" dirty="0"/>
              <a:t>       Router (</a:t>
            </a:r>
            <a:r>
              <a:rPr lang="en-US" dirty="0" err="1"/>
              <a:t>config</a:t>
            </a:r>
            <a:r>
              <a:rPr lang="en-US" dirty="0"/>
              <a:t>)# no access-list 6</a:t>
            </a:r>
          </a:p>
          <a:p>
            <a:pPr marL="457200" indent="-457200">
              <a:buFont typeface="Wingdings" pitchFamily="2" charset="2"/>
              <a:buNone/>
            </a:pP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t>Wildcard Mask</a:t>
            </a:r>
          </a:p>
        </p:txBody>
      </p:sp>
      <p:sp>
        <p:nvSpPr>
          <p:cNvPr id="112643" name="Rectangle 3"/>
          <p:cNvSpPr>
            <a:spLocks noGrp="1" noChangeArrowheads="1"/>
          </p:cNvSpPr>
          <p:nvPr>
            <p:ph type="body" idx="1"/>
          </p:nvPr>
        </p:nvSpPr>
        <p:spPr>
          <a:xfrm>
            <a:off x="152400" y="2014538"/>
            <a:ext cx="8443913" cy="3571875"/>
          </a:xfrm>
        </p:spPr>
        <p:txBody>
          <a:bodyPr/>
          <a:lstStyle/>
          <a:p>
            <a:pPr marL="457200" indent="-457200">
              <a:spcBef>
                <a:spcPts val="500"/>
              </a:spcBef>
              <a:spcAft>
                <a:spcPts val="500"/>
              </a:spcAft>
            </a:pPr>
            <a:r>
              <a:rPr lang="en-US" dirty="0"/>
              <a:t>Wildcard Masking for IP address bits uses the number 1 and the number 0 to identify how to treat the corresponding IP address bits. </a:t>
            </a:r>
            <a:endParaRPr lang="en-US" dirty="0" smtClean="0"/>
          </a:p>
          <a:p>
            <a:pPr marL="457200" indent="-457200">
              <a:spcBef>
                <a:spcPts val="500"/>
              </a:spcBef>
              <a:spcAft>
                <a:spcPts val="500"/>
              </a:spcAft>
            </a:pPr>
            <a:endParaRPr lang="en-US" dirty="0"/>
          </a:p>
          <a:p>
            <a:pPr marL="1635125" lvl="3" indent="-381000">
              <a:spcBef>
                <a:spcPts val="500"/>
              </a:spcBef>
              <a:spcAft>
                <a:spcPts val="500"/>
              </a:spcAft>
              <a:buFont typeface="Wingdings" pitchFamily="2" charset="2"/>
              <a:buChar char="ü"/>
            </a:pPr>
            <a:r>
              <a:rPr lang="en-US" sz="2800" dirty="0"/>
              <a:t>A wildcard mask bit 0 means “check the corresponding bit value.” </a:t>
            </a:r>
          </a:p>
          <a:p>
            <a:pPr marL="1635125" lvl="3" indent="-381000">
              <a:spcBef>
                <a:spcPts val="500"/>
              </a:spcBef>
              <a:spcAft>
                <a:spcPts val="500"/>
              </a:spcAft>
              <a:buFont typeface="Wingdings" pitchFamily="2" charset="2"/>
              <a:buChar char="ü"/>
            </a:pPr>
            <a:r>
              <a:rPr lang="en-US" sz="2800" dirty="0"/>
              <a:t>A wildcard mask bit 1 means “do not check (ignore) that corresponding bit value.” </a:t>
            </a:r>
          </a:p>
          <a:p>
            <a:pPr marL="457200" indent="-457200"/>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Wildcard Mask</a:t>
            </a:r>
          </a:p>
        </p:txBody>
      </p:sp>
      <p:sp>
        <p:nvSpPr>
          <p:cNvPr id="114691" name="Rectangle 3"/>
          <p:cNvSpPr>
            <a:spLocks noGrp="1" noChangeArrowheads="1"/>
          </p:cNvSpPr>
          <p:nvPr>
            <p:ph type="body" idx="1"/>
          </p:nvPr>
        </p:nvSpPr>
        <p:spPr/>
        <p:txBody>
          <a:bodyPr/>
          <a:lstStyle/>
          <a:p>
            <a:pPr>
              <a:spcBef>
                <a:spcPts val="500"/>
              </a:spcBef>
              <a:spcAft>
                <a:spcPts val="500"/>
              </a:spcAft>
            </a:pPr>
            <a:r>
              <a:rPr lang="en-US"/>
              <a:t>Wildcard masking for access lists operates differently from an IP subnet mask. </a:t>
            </a:r>
          </a:p>
          <a:p>
            <a:pPr>
              <a:spcBef>
                <a:spcPts val="500"/>
              </a:spcBef>
              <a:spcAft>
                <a:spcPts val="500"/>
              </a:spcAft>
            </a:pPr>
            <a:r>
              <a:rPr lang="en-US"/>
              <a:t>A </a:t>
            </a:r>
            <a:r>
              <a:rPr lang="en-US" b="1"/>
              <a:t>zero</a:t>
            </a:r>
            <a:r>
              <a:rPr lang="en-US"/>
              <a:t> in a bit position of the access list mask indicates that the corresponding bit in the address must be checked; </a:t>
            </a:r>
          </a:p>
          <a:p>
            <a:pPr>
              <a:spcBef>
                <a:spcPts val="500"/>
              </a:spcBef>
              <a:spcAft>
                <a:spcPts val="500"/>
              </a:spcAft>
            </a:pPr>
            <a:r>
              <a:rPr lang="en-US"/>
              <a:t>A </a:t>
            </a:r>
            <a:r>
              <a:rPr lang="en-US" b="1"/>
              <a:t>one</a:t>
            </a:r>
            <a:r>
              <a:rPr lang="en-US"/>
              <a:t> in a bit position of the access list mask indicates the corresponding bit in the address is not “interesting” and can be ignored.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Wildcard Mask</a:t>
            </a:r>
          </a:p>
        </p:txBody>
      </p:sp>
      <p:sp>
        <p:nvSpPr>
          <p:cNvPr id="115715" name="Rectangle 3"/>
          <p:cNvSpPr>
            <a:spLocks noGrp="1" noChangeArrowheads="1"/>
          </p:cNvSpPr>
          <p:nvPr>
            <p:ph type="body" idx="1"/>
          </p:nvPr>
        </p:nvSpPr>
        <p:spPr/>
        <p:txBody>
          <a:bodyPr/>
          <a:lstStyle/>
          <a:p>
            <a:pPr>
              <a:spcBef>
                <a:spcPts val="500"/>
              </a:spcBef>
              <a:spcAft>
                <a:spcPts val="500"/>
              </a:spcAft>
            </a:pPr>
            <a:r>
              <a:rPr lang="en-US" dirty="0"/>
              <a:t>An administrator wants to test an IP address for sub-nets that will be permitted or denied. </a:t>
            </a:r>
          </a:p>
          <a:p>
            <a:pPr>
              <a:spcBef>
                <a:spcPts val="500"/>
              </a:spcBef>
              <a:spcAft>
                <a:spcPts val="500"/>
              </a:spcAft>
            </a:pPr>
            <a:r>
              <a:rPr lang="en-US" dirty="0"/>
              <a:t>Assume the IP address is Class B (first two octets are the network number) with eight bits of sub-netting (the third octet is for sub-nets). </a:t>
            </a:r>
          </a:p>
          <a:p>
            <a:pPr>
              <a:spcBef>
                <a:spcPts val="500"/>
              </a:spcBef>
              <a:spcAft>
                <a:spcPts val="500"/>
              </a:spcAft>
            </a:pPr>
            <a:r>
              <a:rPr lang="en-US" dirty="0"/>
              <a:t>The administrator wants to use IP wildcard masking bits to match sub-nets </a:t>
            </a:r>
            <a:r>
              <a:rPr lang="en-US" dirty="0" smtClean="0"/>
              <a:t>172.30.16.0.</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sz="3600"/>
              <a:t>Wildcard Mask</a:t>
            </a:r>
          </a:p>
        </p:txBody>
      </p:sp>
      <p:sp>
        <p:nvSpPr>
          <p:cNvPr id="113667" name="Rectangle 3"/>
          <p:cNvSpPr>
            <a:spLocks noGrp="1" noChangeArrowheads="1"/>
          </p:cNvSpPr>
          <p:nvPr>
            <p:ph type="body" idx="1"/>
          </p:nvPr>
        </p:nvSpPr>
        <p:spPr/>
        <p:txBody>
          <a:bodyPr/>
          <a:lstStyle/>
          <a:p>
            <a:pPr>
              <a:spcBef>
                <a:spcPts val="500"/>
              </a:spcBef>
              <a:spcAft>
                <a:spcPts val="500"/>
              </a:spcAft>
            </a:pPr>
            <a:r>
              <a:rPr lang="en-US" sz="2800"/>
              <a:t>By carefully setting wildcard masks, </a:t>
            </a:r>
          </a:p>
          <a:p>
            <a:pPr lvl="1">
              <a:spcBef>
                <a:spcPts val="500"/>
              </a:spcBef>
              <a:spcAft>
                <a:spcPts val="500"/>
              </a:spcAft>
            </a:pPr>
            <a:r>
              <a:rPr lang="en-US" sz="2800"/>
              <a:t>an administrator can select single or </a:t>
            </a:r>
          </a:p>
          <a:p>
            <a:pPr lvl="1">
              <a:spcBef>
                <a:spcPts val="500"/>
              </a:spcBef>
              <a:spcAft>
                <a:spcPts val="500"/>
              </a:spcAft>
            </a:pPr>
            <a:r>
              <a:rPr lang="en-US" sz="2800"/>
              <a:t>several IP addresses for permit or deny tests.</a:t>
            </a:r>
          </a:p>
          <a:p>
            <a:pPr lvl="1">
              <a:spcBef>
                <a:spcPts val="500"/>
              </a:spcBef>
              <a:spcAft>
                <a:spcPts val="500"/>
              </a:spcAft>
            </a:pPr>
            <a:r>
              <a:rPr lang="en-US" sz="2800"/>
              <a:t> Refer to the example in the graphic </a:t>
            </a:r>
            <a:r>
              <a:rPr lang="en-US" sz="2800">
                <a:sym typeface="Wingdings" pitchFamily="2" charset="2"/>
              </a:rPr>
              <a:t></a:t>
            </a:r>
            <a:endParaRPr 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Wildcard Mask Application</a:t>
            </a:r>
          </a:p>
        </p:txBody>
      </p:sp>
      <p:pic>
        <p:nvPicPr>
          <p:cNvPr id="61446" name="Picture 6" descr="WildCard mask"/>
          <p:cNvPicPr>
            <a:picLocks noGrp="1" noChangeAspect="1" noChangeArrowheads="1"/>
          </p:cNvPicPr>
          <p:nvPr>
            <p:ph idx="1"/>
          </p:nvPr>
        </p:nvPicPr>
        <p:blipFill>
          <a:blip r:embed="rId3" cstate="print"/>
          <a:srcRect/>
          <a:stretch>
            <a:fillRect/>
          </a:stretch>
        </p:blipFill>
        <p:spPr>
          <a:xfrm>
            <a:off x="533400" y="1676400"/>
            <a:ext cx="7924800" cy="4829175"/>
          </a:xfr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Grp="1" noChangeArrowheads="1"/>
          </p:cNvSpPr>
          <p:nvPr>
            <p:ph type="title"/>
          </p:nvPr>
        </p:nvSpPr>
        <p:spPr/>
        <p:txBody>
          <a:bodyPr/>
          <a:lstStyle/>
          <a:p>
            <a:r>
              <a:rPr lang="en-US"/>
              <a:t>Any, Host, Optional Format</a:t>
            </a:r>
          </a:p>
        </p:txBody>
      </p:sp>
      <p:pic>
        <p:nvPicPr>
          <p:cNvPr id="59399" name="Picture 7" descr="Formats"/>
          <p:cNvPicPr>
            <a:picLocks noGrp="1" noChangeAspect="1" noChangeArrowheads="1"/>
          </p:cNvPicPr>
          <p:nvPr>
            <p:ph sz="half" idx="1"/>
          </p:nvPr>
        </p:nvPicPr>
        <p:blipFill>
          <a:blip r:embed="rId3" cstate="print"/>
          <a:srcRect/>
          <a:stretch>
            <a:fillRect/>
          </a:stretch>
        </p:blipFill>
        <p:spPr>
          <a:xfrm>
            <a:off x="1066800" y="1752600"/>
            <a:ext cx="6781800" cy="1966913"/>
          </a:xfrm>
          <a:noFill/>
        </p:spPr>
      </p:pic>
      <p:sp>
        <p:nvSpPr>
          <p:cNvPr id="59398" name="Rectangle 6"/>
          <p:cNvSpPr>
            <a:spLocks noGrp="1" noChangeArrowheads="1"/>
          </p:cNvSpPr>
          <p:nvPr>
            <p:ph type="body" sz="half" idx="2"/>
          </p:nvPr>
        </p:nvSpPr>
        <p:spPr>
          <a:xfrm>
            <a:off x="685800" y="4114800"/>
            <a:ext cx="7940675" cy="1709738"/>
          </a:xfrm>
        </p:spPr>
        <p:txBody>
          <a:bodyPr/>
          <a:lstStyle/>
          <a:p>
            <a:pPr algn="just">
              <a:lnSpc>
                <a:spcPct val="85000"/>
              </a:lnSpc>
            </a:pPr>
            <a:r>
              <a:rPr lang="en-US" sz="1800" dirty="0"/>
              <a:t>The </a:t>
            </a:r>
            <a:r>
              <a:rPr lang="en-US" sz="1800" b="1" dirty="0"/>
              <a:t>any</a:t>
            </a:r>
            <a:r>
              <a:rPr lang="en-US" sz="1800" dirty="0"/>
              <a:t> option substitutes 0.0.0.0 for the IP address and 255.255.255.255 for the wildcard mask. This option will match any address that it is compared against.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US"/>
              <a:t>Verifying the ACL configuration </a:t>
            </a:r>
          </a:p>
        </p:txBody>
      </p:sp>
      <p:sp>
        <p:nvSpPr>
          <p:cNvPr id="66566" name="Rectangle 6"/>
          <p:cNvSpPr>
            <a:spLocks noGrp="1" noChangeArrowheads="1"/>
          </p:cNvSpPr>
          <p:nvPr>
            <p:ph type="body" sz="half" idx="2"/>
          </p:nvPr>
        </p:nvSpPr>
        <p:spPr>
          <a:xfrm>
            <a:off x="5029200" y="2014538"/>
            <a:ext cx="3567113" cy="3571875"/>
          </a:xfrm>
        </p:spPr>
        <p:txBody>
          <a:bodyPr/>
          <a:lstStyle/>
          <a:p>
            <a:endParaRPr lang="en-US" sz="2000" b="1"/>
          </a:p>
          <a:p>
            <a:pPr>
              <a:buFont typeface="Wingdings" pitchFamily="2" charset="2"/>
              <a:buNone/>
            </a:pPr>
            <a:endParaRPr lang="en-US" sz="2000" b="1"/>
          </a:p>
          <a:p>
            <a:r>
              <a:rPr lang="en-US" sz="2000" b="1"/>
              <a:t>Show  access-lists </a:t>
            </a:r>
            <a:r>
              <a:rPr lang="en-US" sz="2000"/>
              <a:t>command:</a:t>
            </a:r>
          </a:p>
          <a:p>
            <a:pPr>
              <a:buFont typeface="Wingdings" pitchFamily="2" charset="2"/>
              <a:buNone/>
            </a:pPr>
            <a:r>
              <a:rPr lang="en-US" sz="2000"/>
              <a:t>  display the access-lists configuration</a:t>
            </a:r>
          </a:p>
        </p:txBody>
      </p:sp>
      <p:pic>
        <p:nvPicPr>
          <p:cNvPr id="66567" name="Picture 7" descr="show access-lists"/>
          <p:cNvPicPr>
            <a:picLocks noGrp="1" noChangeAspect="1" noChangeArrowheads="1"/>
          </p:cNvPicPr>
          <p:nvPr>
            <p:ph sz="half" idx="1"/>
          </p:nvPr>
        </p:nvPicPr>
        <p:blipFill>
          <a:blip r:embed="rId2" cstate="print"/>
          <a:srcRect/>
          <a:stretch>
            <a:fillRect/>
          </a:stretch>
        </p:blipFill>
        <p:spPr>
          <a:xfrm>
            <a:off x="152400" y="2133600"/>
            <a:ext cx="4800600" cy="3200400"/>
          </a:xfr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Verifying the ACL configuration </a:t>
            </a:r>
          </a:p>
        </p:txBody>
      </p:sp>
      <p:sp>
        <p:nvSpPr>
          <p:cNvPr id="69635" name="Rectangle 3"/>
          <p:cNvSpPr>
            <a:spLocks noGrp="1" noChangeArrowheads="1"/>
          </p:cNvSpPr>
          <p:nvPr>
            <p:ph type="body" sz="half" idx="2"/>
          </p:nvPr>
        </p:nvSpPr>
        <p:spPr>
          <a:xfrm>
            <a:off x="5029200" y="2014538"/>
            <a:ext cx="3567113" cy="3571875"/>
          </a:xfrm>
        </p:spPr>
        <p:txBody>
          <a:bodyPr/>
          <a:lstStyle/>
          <a:p>
            <a:endParaRPr lang="en-US" sz="2000" b="1"/>
          </a:p>
          <a:p>
            <a:pPr>
              <a:buFont typeface="Wingdings" pitchFamily="2" charset="2"/>
              <a:buNone/>
            </a:pPr>
            <a:endParaRPr lang="en-US" sz="2000" b="1"/>
          </a:p>
          <a:p>
            <a:r>
              <a:rPr lang="en-US" sz="2000" b="1"/>
              <a:t>Show  ip interface </a:t>
            </a:r>
            <a:r>
              <a:rPr lang="en-US" sz="2000"/>
              <a:t>command:</a:t>
            </a:r>
          </a:p>
          <a:p>
            <a:pPr>
              <a:buFont typeface="Wingdings" pitchFamily="2" charset="2"/>
              <a:buNone/>
            </a:pPr>
            <a:r>
              <a:rPr lang="en-US" sz="2000"/>
              <a:t>  display the access-lists interface assignments</a:t>
            </a:r>
          </a:p>
        </p:txBody>
      </p:sp>
      <p:pic>
        <p:nvPicPr>
          <p:cNvPr id="69638" name="Picture 6" descr="show ip interface"/>
          <p:cNvPicPr>
            <a:picLocks noGrp="1" noChangeAspect="1" noChangeArrowheads="1"/>
          </p:cNvPicPr>
          <p:nvPr>
            <p:ph sz="half" idx="1"/>
          </p:nvPr>
        </p:nvPicPr>
        <p:blipFill>
          <a:blip r:embed="rId2" cstate="print"/>
          <a:srcRect/>
          <a:stretch>
            <a:fillRect/>
          </a:stretch>
        </p:blipFill>
        <p:spPr>
          <a:xfrm>
            <a:off x="152400" y="2133600"/>
            <a:ext cx="4876800" cy="3352800"/>
          </a:xfr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t>Verifying the ACL configuration </a:t>
            </a:r>
          </a:p>
        </p:txBody>
      </p:sp>
      <p:sp>
        <p:nvSpPr>
          <p:cNvPr id="70659" name="Rectangle 3"/>
          <p:cNvSpPr>
            <a:spLocks noGrp="1" noChangeArrowheads="1"/>
          </p:cNvSpPr>
          <p:nvPr>
            <p:ph type="body" sz="half" idx="2"/>
          </p:nvPr>
        </p:nvSpPr>
        <p:spPr>
          <a:xfrm>
            <a:off x="5029200" y="2014538"/>
            <a:ext cx="3567113" cy="3571875"/>
          </a:xfrm>
        </p:spPr>
        <p:txBody>
          <a:bodyPr/>
          <a:lstStyle/>
          <a:p>
            <a:endParaRPr lang="en-US" sz="2000" b="1"/>
          </a:p>
          <a:p>
            <a:pPr>
              <a:buFont typeface="Wingdings" pitchFamily="2" charset="2"/>
              <a:buNone/>
            </a:pPr>
            <a:endParaRPr lang="en-US" sz="2000" b="1"/>
          </a:p>
          <a:p>
            <a:r>
              <a:rPr lang="en-US" sz="2000" b="1"/>
              <a:t>Show  running-config </a:t>
            </a:r>
            <a:r>
              <a:rPr lang="en-US" sz="2000"/>
              <a:t>command:</a:t>
            </a:r>
          </a:p>
          <a:p>
            <a:pPr>
              <a:buFont typeface="Wingdings" pitchFamily="2" charset="2"/>
              <a:buNone/>
            </a:pPr>
            <a:r>
              <a:rPr lang="en-US" sz="2000"/>
              <a:t>  display the configuration output, including access-lists and assignments</a:t>
            </a:r>
          </a:p>
        </p:txBody>
      </p:sp>
      <p:pic>
        <p:nvPicPr>
          <p:cNvPr id="70662" name="Picture 6" descr="show running-config"/>
          <p:cNvPicPr>
            <a:picLocks noGrp="1" noChangeAspect="1" noChangeArrowheads="1"/>
          </p:cNvPicPr>
          <p:nvPr>
            <p:ph sz="half" idx="1"/>
          </p:nvPr>
        </p:nvPicPr>
        <p:blipFill>
          <a:blip r:embed="rId2" cstate="print"/>
          <a:srcRect/>
          <a:stretch>
            <a:fillRect/>
          </a:stretch>
        </p:blipFill>
        <p:spPr>
          <a:xfrm>
            <a:off x="304800" y="1905000"/>
            <a:ext cx="4724400" cy="3352800"/>
          </a:xfr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t>Standard ACLs</a:t>
            </a:r>
          </a:p>
        </p:txBody>
      </p:sp>
      <p:sp>
        <p:nvSpPr>
          <p:cNvPr id="68611" name="Rectangle 3"/>
          <p:cNvSpPr>
            <a:spLocks noGrp="1" noChangeArrowheads="1"/>
          </p:cNvSpPr>
          <p:nvPr>
            <p:ph type="body" idx="1"/>
          </p:nvPr>
        </p:nvSpPr>
        <p:spPr>
          <a:xfrm>
            <a:off x="655638" y="2014538"/>
            <a:ext cx="7940675" cy="4386262"/>
          </a:xfrm>
        </p:spPr>
        <p:txBody>
          <a:bodyPr/>
          <a:lstStyle/>
          <a:p>
            <a:r>
              <a:rPr lang="en-US" dirty="0">
                <a:solidFill>
                  <a:schemeClr val="tx1"/>
                </a:solidFill>
                <a:latin typeface="+mn-lt"/>
                <a:ea typeface="+mn-ea"/>
                <a:cs typeface="+mn-cs"/>
              </a:rPr>
              <a:t>A </a:t>
            </a:r>
            <a:r>
              <a:rPr lang="en-US" b="1" dirty="0">
                <a:solidFill>
                  <a:schemeClr val="tx1"/>
                </a:solidFill>
                <a:latin typeface="+mn-lt"/>
                <a:ea typeface="+mn-ea"/>
                <a:cs typeface="+mn-cs"/>
              </a:rPr>
              <a:t>standard ACL</a:t>
            </a:r>
            <a:r>
              <a:rPr lang="en-US" dirty="0">
                <a:solidFill>
                  <a:schemeClr val="tx1"/>
                </a:solidFill>
                <a:latin typeface="+mn-lt"/>
                <a:ea typeface="+mn-ea"/>
                <a:cs typeface="+mn-cs"/>
              </a:rPr>
              <a:t> can permit or deny </a:t>
            </a:r>
            <a:r>
              <a:rPr lang="en-US" dirty="0" err="1">
                <a:solidFill>
                  <a:schemeClr val="tx1"/>
                </a:solidFill>
                <a:latin typeface="+mn-lt"/>
                <a:ea typeface="+mn-ea"/>
                <a:cs typeface="+mn-cs"/>
              </a:rPr>
              <a:t>trafiic</a:t>
            </a:r>
            <a:r>
              <a:rPr lang="en-US" dirty="0">
                <a:solidFill>
                  <a:schemeClr val="tx1"/>
                </a:solidFill>
                <a:latin typeface="+mn-lt"/>
                <a:ea typeface="+mn-ea"/>
                <a:cs typeface="+mn-cs"/>
              </a:rPr>
              <a:t> based only on the source address(s).</a:t>
            </a:r>
            <a:endParaRPr lang="en-US" dirty="0" smtClean="0"/>
          </a:p>
          <a:p>
            <a:r>
              <a:rPr lang="en-US" dirty="0" smtClean="0"/>
              <a:t>checks </a:t>
            </a:r>
            <a:r>
              <a:rPr lang="en-US" dirty="0"/>
              <a:t>the source address of IP packets that are routed.   </a:t>
            </a:r>
          </a:p>
          <a:p>
            <a:r>
              <a:rPr lang="en-US" dirty="0"/>
              <a:t>The ACL will either permit or deny access for an entire protocol suite, based on the network, subnet, and host addresses. </a:t>
            </a:r>
          </a:p>
          <a:p>
            <a:r>
              <a:rPr lang="en-US" dirty="0"/>
              <a:t>the standard ACL command is as follows:</a:t>
            </a:r>
          </a:p>
          <a:p>
            <a:pPr>
              <a:buFont typeface="Wingdings" pitchFamily="2" charset="2"/>
              <a:buNone/>
            </a:pPr>
            <a:r>
              <a:rPr lang="en-US" dirty="0"/>
              <a:t>  Router(</a:t>
            </a:r>
            <a:r>
              <a:rPr lang="en-US" dirty="0" err="1"/>
              <a:t>config</a:t>
            </a:r>
            <a:r>
              <a:rPr lang="en-US" dirty="0"/>
              <a:t>)#</a:t>
            </a:r>
            <a:r>
              <a:rPr lang="en-US" b="1" dirty="0"/>
              <a:t>access-list </a:t>
            </a:r>
            <a:r>
              <a:rPr lang="en-US" i="1" dirty="0"/>
              <a:t>access-list-number </a:t>
            </a:r>
            <a:r>
              <a:rPr lang="en-US" b="1" dirty="0"/>
              <a:t>deny / permit / </a:t>
            </a:r>
            <a:r>
              <a:rPr lang="en-US" b="1" dirty="0" err="1"/>
              <a:t>remark</a:t>
            </a:r>
            <a:r>
              <a:rPr lang="en-US" i="1" dirty="0" err="1"/>
              <a:t>source</a:t>
            </a:r>
            <a:r>
              <a:rPr lang="en-US" i="1" dirty="0"/>
              <a:t> </a:t>
            </a:r>
            <a:r>
              <a:rPr lang="en-US" dirty="0"/>
              <a:t>[</a:t>
            </a:r>
            <a:r>
              <a:rPr lang="en-US" i="1" dirty="0"/>
              <a:t>source-wildcard </a:t>
            </a:r>
            <a:r>
              <a:rPr lang="en-US" dirty="0"/>
              <a:t>] [</a:t>
            </a:r>
            <a:r>
              <a:rPr lang="en-US" b="1" dirty="0"/>
              <a:t>log</a:t>
            </a:r>
            <a:r>
              <a:rPr lang="en-US"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Standard ACLs, the remark </a:t>
            </a:r>
            <a:r>
              <a:rPr lang="en-US" b="0"/>
              <a:t>keyword</a:t>
            </a:r>
            <a:r>
              <a:rPr lang="en-US"/>
              <a:t> </a:t>
            </a:r>
          </a:p>
        </p:txBody>
      </p:sp>
      <p:sp>
        <p:nvSpPr>
          <p:cNvPr id="72707" name="Rectangle 3"/>
          <p:cNvSpPr>
            <a:spLocks noGrp="1" noChangeArrowheads="1"/>
          </p:cNvSpPr>
          <p:nvPr>
            <p:ph type="body" idx="1"/>
          </p:nvPr>
        </p:nvSpPr>
        <p:spPr>
          <a:xfrm>
            <a:off x="655638" y="2014538"/>
            <a:ext cx="7940675" cy="4081462"/>
          </a:xfrm>
        </p:spPr>
        <p:txBody>
          <a:bodyPr/>
          <a:lstStyle/>
          <a:p>
            <a:pPr algn="just">
              <a:lnSpc>
                <a:spcPct val="85000"/>
              </a:lnSpc>
            </a:pPr>
            <a:r>
              <a:rPr lang="en-US" dirty="0" smtClean="0"/>
              <a:t>The </a:t>
            </a:r>
            <a:r>
              <a:rPr lang="en-US" dirty="0"/>
              <a:t>following entry is not right away clear it’s objective</a:t>
            </a:r>
            <a:r>
              <a:rPr lang="en-US" dirty="0" smtClean="0"/>
              <a:t>:</a:t>
            </a:r>
          </a:p>
          <a:p>
            <a:pPr algn="just">
              <a:lnSpc>
                <a:spcPct val="85000"/>
              </a:lnSpc>
              <a:buNone/>
            </a:pPr>
            <a:r>
              <a:rPr lang="en-US" dirty="0" smtClean="0"/>
              <a:t> </a:t>
            </a:r>
            <a:endParaRPr lang="en-US" dirty="0"/>
          </a:p>
          <a:p>
            <a:pPr algn="just">
              <a:lnSpc>
                <a:spcPct val="85000"/>
              </a:lnSpc>
              <a:buFont typeface="Wingdings" pitchFamily="2" charset="2"/>
              <a:buNone/>
            </a:pPr>
            <a:r>
              <a:rPr lang="en-US" dirty="0"/>
              <a:t> Router(</a:t>
            </a:r>
            <a:r>
              <a:rPr lang="en-US" dirty="0" err="1"/>
              <a:t>config</a:t>
            </a:r>
            <a:r>
              <a:rPr lang="en-US" dirty="0"/>
              <a:t>)#</a:t>
            </a:r>
            <a:r>
              <a:rPr lang="en-US" b="1" dirty="0"/>
              <a:t>access-list 1 permit 171.69.2.88</a:t>
            </a:r>
            <a:r>
              <a:rPr lang="en-US" dirty="0"/>
              <a:t> </a:t>
            </a:r>
          </a:p>
          <a:p>
            <a:pPr algn="just">
              <a:lnSpc>
                <a:spcPct val="85000"/>
              </a:lnSpc>
              <a:buFont typeface="Wingdings" pitchFamily="2" charset="2"/>
              <a:buNone/>
            </a:pPr>
            <a:r>
              <a:rPr lang="en-US" dirty="0">
                <a:sym typeface="Wingdings" pitchFamily="2" charset="2"/>
              </a:rPr>
              <a:t></a:t>
            </a:r>
            <a:r>
              <a:rPr lang="en-US" dirty="0"/>
              <a:t>It is much easier to read a remark about the entry to understand its effect, as follows: </a:t>
            </a:r>
          </a:p>
          <a:p>
            <a:pPr algn="just">
              <a:lnSpc>
                <a:spcPct val="85000"/>
              </a:lnSpc>
              <a:buFont typeface="Wingdings" pitchFamily="2" charset="2"/>
              <a:buNone/>
            </a:pPr>
            <a:endParaRPr lang="en-US" dirty="0" smtClean="0"/>
          </a:p>
          <a:p>
            <a:pPr algn="just">
              <a:lnSpc>
                <a:spcPct val="85000"/>
              </a:lnSpc>
              <a:buFont typeface="Wingdings" pitchFamily="2" charset="2"/>
              <a:buNone/>
            </a:pPr>
            <a:r>
              <a:rPr lang="en-US" dirty="0" smtClean="0"/>
              <a:t> </a:t>
            </a:r>
            <a:r>
              <a:rPr lang="en-US" dirty="0"/>
              <a:t>Router(</a:t>
            </a:r>
            <a:r>
              <a:rPr lang="en-US" dirty="0" err="1"/>
              <a:t>config</a:t>
            </a:r>
            <a:r>
              <a:rPr lang="en-US" dirty="0"/>
              <a:t>)#</a:t>
            </a:r>
            <a:r>
              <a:rPr lang="en-US" b="1" dirty="0"/>
              <a:t>access-list 1 remark Permit only Jones workstation through access-list 1 permit 171.69.2.88</a:t>
            </a:r>
            <a:r>
              <a:rPr lang="en-US"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t>Standard ACLs</a:t>
            </a:r>
          </a:p>
        </p:txBody>
      </p:sp>
      <p:sp>
        <p:nvSpPr>
          <p:cNvPr id="74755" name="Rectangle 3"/>
          <p:cNvSpPr>
            <a:spLocks noGrp="1" noChangeArrowheads="1"/>
          </p:cNvSpPr>
          <p:nvPr>
            <p:ph type="body" idx="1"/>
          </p:nvPr>
        </p:nvSpPr>
        <p:spPr/>
        <p:txBody>
          <a:bodyPr/>
          <a:lstStyle/>
          <a:p>
            <a:r>
              <a:rPr lang="en-US"/>
              <a:t>To remove a standard ACL use </a:t>
            </a:r>
            <a:r>
              <a:rPr lang="en-US" sz="2800" b="1"/>
              <a:t>no</a:t>
            </a:r>
            <a:r>
              <a:rPr lang="en-US"/>
              <a:t> statement. The syntax is as follows: </a:t>
            </a:r>
          </a:p>
          <a:p>
            <a:pPr>
              <a:buFont typeface="Wingdings" pitchFamily="2" charset="2"/>
              <a:buNone/>
            </a:pPr>
            <a:r>
              <a:rPr lang="en-US">
                <a:sym typeface="Wingdings" pitchFamily="2" charset="2"/>
              </a:rPr>
              <a:t></a:t>
            </a:r>
            <a:r>
              <a:rPr lang="en-US"/>
              <a:t>Router(config)#</a:t>
            </a:r>
            <a:r>
              <a:rPr lang="en-US" b="1"/>
              <a:t>no access-list </a:t>
            </a:r>
            <a:r>
              <a:rPr lang="en-US" i="1"/>
              <a:t>access-list-number </a:t>
            </a:r>
          </a:p>
          <a:p>
            <a:r>
              <a:rPr lang="en-US"/>
              <a:t>The </a:t>
            </a:r>
            <a:r>
              <a:rPr lang="en-US" b="1"/>
              <a:t>ip access-group</a:t>
            </a:r>
            <a:r>
              <a:rPr lang="en-US"/>
              <a:t> command links an existing standard ACL to an interface: </a:t>
            </a:r>
          </a:p>
          <a:p>
            <a:pPr>
              <a:buFont typeface="Wingdings" pitchFamily="2" charset="2"/>
              <a:buNone/>
            </a:pPr>
            <a:r>
              <a:rPr lang="en-US">
                <a:sym typeface="Wingdings" pitchFamily="2" charset="2"/>
              </a:rPr>
              <a:t></a:t>
            </a:r>
            <a:r>
              <a:rPr lang="en-US"/>
              <a:t>Router(config-if)#</a:t>
            </a:r>
            <a:r>
              <a:rPr lang="en-US" b="1"/>
              <a:t>ip access-group</a:t>
            </a:r>
            <a:r>
              <a:rPr lang="en-US"/>
              <a:t> {</a:t>
            </a:r>
            <a:r>
              <a:rPr lang="en-US" i="1"/>
              <a:t>access-list-number </a:t>
            </a:r>
            <a:r>
              <a:rPr lang="en-US"/>
              <a:t>| </a:t>
            </a:r>
            <a:r>
              <a:rPr lang="en-US" i="1"/>
              <a:t>access-list-name </a:t>
            </a:r>
            <a:r>
              <a:rPr lang="en-US"/>
              <a:t>} {</a:t>
            </a:r>
            <a:r>
              <a:rPr lang="en-US" i="1"/>
              <a:t>in </a:t>
            </a:r>
            <a:r>
              <a:rPr lang="en-US"/>
              <a:t>| </a:t>
            </a:r>
            <a:r>
              <a:rPr lang="en-US" i="1"/>
              <a:t>out </a:t>
            </a:r>
            <a:r>
              <a:rPr lang="en-US"/>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t>Extended ACLs </a:t>
            </a:r>
          </a:p>
        </p:txBody>
      </p:sp>
      <p:sp>
        <p:nvSpPr>
          <p:cNvPr id="75779" name="Rectangle 3"/>
          <p:cNvSpPr>
            <a:spLocks noGrp="1" noChangeArrowheads="1"/>
          </p:cNvSpPr>
          <p:nvPr>
            <p:ph type="body" idx="1"/>
          </p:nvPr>
        </p:nvSpPr>
        <p:spPr>
          <a:xfrm>
            <a:off x="457200" y="1781175"/>
            <a:ext cx="8139113" cy="4467225"/>
          </a:xfrm>
        </p:spPr>
        <p:txBody>
          <a:bodyPr/>
          <a:lstStyle/>
          <a:p>
            <a:pPr>
              <a:lnSpc>
                <a:spcPct val="85000"/>
              </a:lnSpc>
            </a:pPr>
            <a:r>
              <a:rPr lang="en-US" dirty="0" smtClean="0">
                <a:solidFill>
                  <a:schemeClr val="tx1"/>
                </a:solidFill>
                <a:latin typeface="+mn-lt"/>
                <a:ea typeface="+mn-ea"/>
                <a:cs typeface="+mn-cs"/>
              </a:rPr>
              <a:t>Extended</a:t>
            </a:r>
            <a:r>
              <a:rPr lang="en-US" dirty="0">
                <a:solidFill>
                  <a:schemeClr val="tx1"/>
                </a:solidFill>
                <a:latin typeface="+mn-lt"/>
                <a:ea typeface="+mn-ea"/>
                <a:cs typeface="+mn-cs"/>
              </a:rPr>
              <a:t> </a:t>
            </a:r>
            <a:r>
              <a:rPr lang="en-US" b="1" dirty="0">
                <a:solidFill>
                  <a:schemeClr val="tx1"/>
                </a:solidFill>
                <a:latin typeface="+mn-lt"/>
                <a:ea typeface="+mn-ea"/>
                <a:cs typeface="+mn-cs"/>
              </a:rPr>
              <a:t>ACL</a:t>
            </a:r>
            <a:r>
              <a:rPr lang="en-US" dirty="0">
                <a:solidFill>
                  <a:schemeClr val="tx1"/>
                </a:solidFill>
                <a:latin typeface="+mn-lt"/>
                <a:ea typeface="+mn-ea"/>
                <a:cs typeface="+mn-cs"/>
              </a:rPr>
              <a:t> can permit or deny traffic based on both the source and destination address(s) as well as </a:t>
            </a:r>
            <a:r>
              <a:rPr lang="en-US" dirty="0" err="1">
                <a:solidFill>
                  <a:schemeClr val="tx1"/>
                </a:solidFill>
                <a:latin typeface="+mn-lt"/>
                <a:ea typeface="+mn-ea"/>
                <a:cs typeface="+mn-cs"/>
              </a:rPr>
              <a:t>tcp</a:t>
            </a:r>
            <a:r>
              <a:rPr lang="en-US" dirty="0">
                <a:solidFill>
                  <a:schemeClr val="tx1"/>
                </a:solidFill>
                <a:latin typeface="+mn-lt"/>
                <a:ea typeface="+mn-ea"/>
                <a:cs typeface="+mn-cs"/>
              </a:rPr>
              <a:t>/</a:t>
            </a:r>
            <a:r>
              <a:rPr lang="en-US" dirty="0" err="1">
                <a:solidFill>
                  <a:schemeClr val="tx1"/>
                </a:solidFill>
                <a:latin typeface="+mn-lt"/>
                <a:ea typeface="+mn-ea"/>
                <a:cs typeface="+mn-cs"/>
              </a:rPr>
              <a:t>udp</a:t>
            </a:r>
            <a:r>
              <a:rPr lang="en-US" dirty="0">
                <a:solidFill>
                  <a:schemeClr val="tx1"/>
                </a:solidFill>
                <a:latin typeface="+mn-lt"/>
                <a:ea typeface="+mn-ea"/>
                <a:cs typeface="+mn-cs"/>
              </a:rPr>
              <a:t>/</a:t>
            </a:r>
            <a:r>
              <a:rPr lang="en-US" dirty="0" err="1">
                <a:solidFill>
                  <a:schemeClr val="tx1"/>
                </a:solidFill>
                <a:latin typeface="+mn-lt"/>
                <a:ea typeface="+mn-ea"/>
                <a:cs typeface="+mn-cs"/>
              </a:rPr>
              <a:t>icmp</a:t>
            </a:r>
            <a:r>
              <a:rPr lang="en-US" dirty="0">
                <a:solidFill>
                  <a:schemeClr val="tx1"/>
                </a:solidFill>
                <a:latin typeface="+mn-lt"/>
                <a:ea typeface="+mn-ea"/>
                <a:cs typeface="+mn-cs"/>
              </a:rPr>
              <a:t> </a:t>
            </a:r>
            <a:r>
              <a:rPr lang="en-US" dirty="0" err="1">
                <a:solidFill>
                  <a:schemeClr val="tx1"/>
                </a:solidFill>
                <a:latin typeface="+mn-lt"/>
                <a:ea typeface="+mn-ea"/>
                <a:cs typeface="+mn-cs"/>
              </a:rPr>
              <a:t>trafic</a:t>
            </a:r>
            <a:r>
              <a:rPr lang="en-US" dirty="0">
                <a:solidFill>
                  <a:schemeClr val="tx1"/>
                </a:solidFill>
                <a:latin typeface="+mn-lt"/>
                <a:ea typeface="+mn-ea"/>
                <a:cs typeface="+mn-cs"/>
              </a:rPr>
              <a:t> types.</a:t>
            </a:r>
            <a:endParaRPr lang="en-US" dirty="0"/>
          </a:p>
          <a:p>
            <a:pPr>
              <a:lnSpc>
                <a:spcPct val="85000"/>
              </a:lnSpc>
            </a:pPr>
            <a:endParaRPr lang="en-US" dirty="0" smtClean="0"/>
          </a:p>
          <a:p>
            <a:pPr>
              <a:lnSpc>
                <a:spcPct val="85000"/>
              </a:lnSpc>
            </a:pPr>
            <a:r>
              <a:rPr lang="en-US" dirty="0" smtClean="0"/>
              <a:t>Access </a:t>
            </a:r>
            <a:r>
              <a:rPr lang="en-US" dirty="0"/>
              <a:t>can be permitted or denied based on where a packet originates, its destination, protocol type, and port addresses. </a:t>
            </a:r>
          </a:p>
          <a:p>
            <a:pPr>
              <a:lnSpc>
                <a:spcPct val="85000"/>
              </a:lnSpc>
            </a:pPr>
            <a:endParaRPr lang="en-US" dirty="0" smtClean="0"/>
          </a:p>
          <a:p>
            <a:pPr>
              <a:lnSpc>
                <a:spcPct val="85000"/>
              </a:lnSpc>
            </a:pPr>
            <a:r>
              <a:rPr lang="en-US" dirty="0" smtClean="0"/>
              <a:t>When </a:t>
            </a:r>
            <a:r>
              <a:rPr lang="en-US" dirty="0"/>
              <a:t>packets are discarded, some protocols send an echo packet to the sender, stating that the destination was unreachable.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4"/>
          <p:cNvSpPr>
            <a:spLocks noGrp="1" noChangeArrowheads="1"/>
          </p:cNvSpPr>
          <p:nvPr>
            <p:ph type="title"/>
          </p:nvPr>
        </p:nvSpPr>
        <p:spPr/>
        <p:txBody>
          <a:bodyPr/>
          <a:lstStyle/>
          <a:p>
            <a:r>
              <a:rPr lang="en-US"/>
              <a:t>Extended ACLs - Statements</a:t>
            </a:r>
          </a:p>
        </p:txBody>
      </p:sp>
      <p:sp>
        <p:nvSpPr>
          <p:cNvPr id="77830" name="Rectangle 6"/>
          <p:cNvSpPr>
            <a:spLocks noGrp="1" noChangeArrowheads="1"/>
          </p:cNvSpPr>
          <p:nvPr>
            <p:ph type="body" sz="half" idx="2"/>
          </p:nvPr>
        </p:nvSpPr>
        <p:spPr/>
        <p:txBody>
          <a:bodyPr/>
          <a:lstStyle/>
          <a:p>
            <a:pPr>
              <a:lnSpc>
                <a:spcPct val="75000"/>
              </a:lnSpc>
            </a:pPr>
            <a:r>
              <a:rPr lang="en-US"/>
              <a:t>Access list number range of 100 – 199 and 2000 – 2699</a:t>
            </a:r>
          </a:p>
          <a:p>
            <a:pPr>
              <a:lnSpc>
                <a:spcPct val="75000"/>
              </a:lnSpc>
            </a:pPr>
            <a:r>
              <a:rPr lang="en-US"/>
              <a:t>Source destination IP address</a:t>
            </a:r>
          </a:p>
          <a:p>
            <a:pPr>
              <a:lnSpc>
                <a:spcPct val="75000"/>
              </a:lnSpc>
            </a:pPr>
            <a:r>
              <a:rPr lang="en-US"/>
              <a:t>Layer 4 protocol number</a:t>
            </a:r>
          </a:p>
          <a:p>
            <a:pPr>
              <a:lnSpc>
                <a:spcPct val="75000"/>
              </a:lnSpc>
            </a:pPr>
            <a:r>
              <a:rPr lang="en-US"/>
              <a:t>Applied to port closest to source host</a:t>
            </a:r>
            <a:r>
              <a:rPr lang="en-US" sz="1200"/>
              <a:t> </a:t>
            </a:r>
          </a:p>
        </p:txBody>
      </p:sp>
      <p:pic>
        <p:nvPicPr>
          <p:cNvPr id="77831" name="Picture 7" descr="ex-ACL"/>
          <p:cNvPicPr>
            <a:picLocks noGrp="1" noChangeAspect="1" noChangeArrowheads="1"/>
          </p:cNvPicPr>
          <p:nvPr>
            <p:ph sz="half" idx="1"/>
          </p:nvPr>
        </p:nvPicPr>
        <p:blipFill>
          <a:blip r:embed="rId2" cstate="print"/>
          <a:srcRect/>
          <a:stretch>
            <a:fillRect/>
          </a:stretch>
        </p:blipFill>
        <p:spPr>
          <a:xfrm>
            <a:off x="533400" y="1905000"/>
            <a:ext cx="8077200" cy="963613"/>
          </a:xfr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655638" y="798513"/>
            <a:ext cx="8145462" cy="649287"/>
          </a:xfrm>
        </p:spPr>
        <p:txBody>
          <a:bodyPr/>
          <a:lstStyle/>
          <a:p>
            <a:r>
              <a:rPr lang="en-US"/>
              <a:t>Extended ACLs - Parameter</a:t>
            </a:r>
          </a:p>
        </p:txBody>
      </p:sp>
      <p:sp>
        <p:nvSpPr>
          <p:cNvPr id="79877" name="Rectangle 5"/>
          <p:cNvSpPr>
            <a:spLocks noGrp="1" noChangeArrowheads="1"/>
          </p:cNvSpPr>
          <p:nvPr>
            <p:ph type="body" sz="half" idx="2"/>
          </p:nvPr>
        </p:nvSpPr>
        <p:spPr>
          <a:xfrm>
            <a:off x="457200" y="3505200"/>
            <a:ext cx="8305800" cy="2514600"/>
          </a:xfrm>
        </p:spPr>
        <p:txBody>
          <a:bodyPr/>
          <a:lstStyle/>
          <a:p>
            <a:pPr>
              <a:lnSpc>
                <a:spcPct val="85000"/>
              </a:lnSpc>
            </a:pPr>
            <a:r>
              <a:rPr lang="en-US" sz="2000"/>
              <a:t>Dynamic: Identifies the access-list as a dynamic access list</a:t>
            </a:r>
          </a:p>
          <a:p>
            <a:pPr>
              <a:lnSpc>
                <a:spcPct val="85000"/>
              </a:lnSpc>
            </a:pPr>
            <a:r>
              <a:rPr lang="en-US" sz="2000"/>
              <a:t>Timeout: specifies the absolute length of time</a:t>
            </a:r>
          </a:p>
          <a:p>
            <a:pPr>
              <a:lnSpc>
                <a:spcPct val="85000"/>
              </a:lnSpc>
            </a:pPr>
            <a:r>
              <a:rPr lang="en-US" sz="2000"/>
              <a:t>Protocol: name or number (0 – 255) of an Internet protocol</a:t>
            </a:r>
          </a:p>
          <a:p>
            <a:pPr>
              <a:lnSpc>
                <a:spcPct val="85000"/>
              </a:lnSpc>
            </a:pPr>
            <a:r>
              <a:rPr lang="en-US" sz="2000"/>
              <a:t>Source: Number of the network or host which it being send from (32 bit quantity in four part – any – host)</a:t>
            </a:r>
          </a:p>
          <a:p>
            <a:pPr>
              <a:lnSpc>
                <a:spcPct val="85000"/>
              </a:lnSpc>
            </a:pPr>
            <a:r>
              <a:rPr lang="en-US" sz="2000"/>
              <a:t>Destination: Number of the network or host to which the packet is being sent(32 bit quantity in four part – any – host)</a:t>
            </a:r>
          </a:p>
          <a:p>
            <a:pPr>
              <a:lnSpc>
                <a:spcPct val="85000"/>
              </a:lnSpc>
            </a:pPr>
            <a:endParaRPr lang="en-US" sz="2000"/>
          </a:p>
        </p:txBody>
      </p:sp>
      <p:pic>
        <p:nvPicPr>
          <p:cNvPr id="79878" name="Picture 6" descr="ex-ACL config"/>
          <p:cNvPicPr>
            <a:picLocks noGrp="1" noChangeAspect="1" noChangeArrowheads="1"/>
          </p:cNvPicPr>
          <p:nvPr>
            <p:ph sz="half" idx="1"/>
          </p:nvPr>
        </p:nvPicPr>
        <p:blipFill>
          <a:blip r:embed="rId2" cstate="print"/>
          <a:srcRect/>
          <a:stretch>
            <a:fillRect/>
          </a:stretch>
        </p:blipFill>
        <p:spPr>
          <a:xfrm>
            <a:off x="685800" y="1524000"/>
            <a:ext cx="7772400" cy="1930400"/>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t>Extended ACLs - Parameter</a:t>
            </a:r>
          </a:p>
        </p:txBody>
      </p:sp>
      <p:sp>
        <p:nvSpPr>
          <p:cNvPr id="81923" name="Rectangle 3"/>
          <p:cNvSpPr>
            <a:spLocks noGrp="1" noChangeArrowheads="1"/>
          </p:cNvSpPr>
          <p:nvPr>
            <p:ph type="body" idx="1"/>
          </p:nvPr>
        </p:nvSpPr>
        <p:spPr/>
        <p:txBody>
          <a:bodyPr/>
          <a:lstStyle/>
          <a:p>
            <a:r>
              <a:rPr lang="en-US" dirty="0" smtClean="0"/>
              <a:t>Source </a:t>
            </a:r>
            <a:r>
              <a:rPr lang="en-US" dirty="0"/>
              <a:t>– Wildcard: Wildcard bits to be applied to source (32 bit quantity in four part – any – host)</a:t>
            </a:r>
          </a:p>
          <a:p>
            <a:r>
              <a:rPr lang="en-US" dirty="0"/>
              <a:t>Destination – Wildcard: Wildcard bits to be applied to destination (32 bit quantity in four part – any – host)</a:t>
            </a:r>
          </a:p>
          <a:p>
            <a:r>
              <a:rPr lang="en-US" dirty="0"/>
              <a:t>Other parameters included in the Extended ACLs:</a:t>
            </a:r>
          </a:p>
          <a:p>
            <a:pPr>
              <a:buFont typeface="Wingdings" pitchFamily="2" charset="2"/>
              <a:buNone/>
            </a:pPr>
            <a:r>
              <a:rPr lang="en-US" dirty="0" smtClean="0"/>
              <a:t>	Procedure</a:t>
            </a:r>
            <a:r>
              <a:rPr lang="en-US" dirty="0"/>
              <a:t>, </a:t>
            </a:r>
            <a:r>
              <a:rPr lang="en-US" dirty="0" err="1" smtClean="0"/>
              <a:t>tos</a:t>
            </a:r>
            <a:r>
              <a:rPr lang="en-US" dirty="0" smtClean="0"/>
              <a:t> (type of service), log (keep history), </a:t>
            </a:r>
            <a:r>
              <a:rPr lang="en-US" dirty="0"/>
              <a:t>log – input, time range, </a:t>
            </a:r>
            <a:r>
              <a:rPr lang="en-US" dirty="0" err="1"/>
              <a:t>icmp</a:t>
            </a:r>
            <a:r>
              <a:rPr lang="en-US" dirty="0"/>
              <a:t> – type…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US"/>
              <a:t>Transport – Application layer Ports</a:t>
            </a:r>
          </a:p>
        </p:txBody>
      </p:sp>
      <p:pic>
        <p:nvPicPr>
          <p:cNvPr id="82950" name="Picture 6" descr="protocols"/>
          <p:cNvPicPr>
            <a:picLocks noGrp="1" noChangeAspect="1" noChangeArrowheads="1"/>
          </p:cNvPicPr>
          <p:nvPr>
            <p:ph idx="1"/>
          </p:nvPr>
        </p:nvPicPr>
        <p:blipFill>
          <a:blip r:embed="rId2" cstate="print"/>
          <a:srcRect/>
          <a:stretch>
            <a:fillRect/>
          </a:stretch>
        </p:blipFill>
        <p:spPr>
          <a:xfrm>
            <a:off x="685800" y="1579563"/>
            <a:ext cx="7848600" cy="4211637"/>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Named ACL</a:t>
            </a:r>
            <a:endParaRPr lang="en-US" dirty="0"/>
          </a:p>
        </p:txBody>
      </p:sp>
      <p:sp>
        <p:nvSpPr>
          <p:cNvPr id="3" name="Content Placeholder 2"/>
          <p:cNvSpPr>
            <a:spLocks noGrp="1"/>
          </p:cNvSpPr>
          <p:nvPr>
            <p:ph idx="1"/>
          </p:nvPr>
        </p:nvSpPr>
        <p:spPr>
          <a:xfrm>
            <a:off x="655638" y="2014538"/>
            <a:ext cx="7940675" cy="4538662"/>
          </a:xfrm>
        </p:spPr>
        <p:txBody>
          <a:bodyPr/>
          <a:lstStyle/>
          <a:p>
            <a:r>
              <a:rPr lang="en-US" dirty="0">
                <a:solidFill>
                  <a:schemeClr val="tx1"/>
                </a:solidFill>
                <a:latin typeface="+mn-lt"/>
                <a:ea typeface="+mn-ea"/>
                <a:cs typeface="+mn-cs"/>
              </a:rPr>
              <a:t>Access control lists (ACLs) perform packet filtering to control </a:t>
            </a:r>
            <a:r>
              <a:rPr lang="en-US" dirty="0" smtClean="0">
                <a:solidFill>
                  <a:schemeClr val="tx1"/>
                </a:solidFill>
                <a:latin typeface="+mn-lt"/>
                <a:ea typeface="+mn-ea"/>
                <a:cs typeface="+mn-cs"/>
              </a:rPr>
              <a:t>the </a:t>
            </a:r>
            <a:r>
              <a:rPr lang="en-US" dirty="0">
                <a:solidFill>
                  <a:schemeClr val="tx1"/>
                </a:solidFill>
                <a:latin typeface="+mn-lt"/>
                <a:ea typeface="+mn-ea"/>
                <a:cs typeface="+mn-cs"/>
              </a:rPr>
              <a:t>movement of packets through a network. </a:t>
            </a:r>
            <a:endParaRPr lang="en-US" dirty="0"/>
          </a:p>
          <a:p>
            <a:r>
              <a:rPr lang="en-US" dirty="0">
                <a:solidFill>
                  <a:schemeClr val="tx1"/>
                </a:solidFill>
                <a:latin typeface="+mn-lt"/>
                <a:ea typeface="+mn-ea"/>
                <a:cs typeface="+mn-cs"/>
              </a:rPr>
              <a:t>The IP Named Access Control Lists feature gives network administrators the option of using names to identify their access lists</a:t>
            </a:r>
            <a:r>
              <a:rPr lang="en-US" dirty="0" smtClean="0">
                <a:solidFill>
                  <a:schemeClr val="tx1"/>
                </a:solidFill>
                <a:latin typeface="+mn-lt"/>
                <a:ea typeface="+mn-ea"/>
                <a:cs typeface="+mn-cs"/>
              </a:rPr>
              <a:t>.</a:t>
            </a:r>
          </a:p>
          <a:p>
            <a:r>
              <a:rPr lang="en-US" dirty="0">
                <a:solidFill>
                  <a:schemeClr val="tx1"/>
                </a:solidFill>
                <a:latin typeface="+mn-lt"/>
                <a:ea typeface="+mn-ea"/>
                <a:cs typeface="+mn-cs"/>
              </a:rPr>
              <a:t>Named access lists support the following features that are not supported by numbered access lists:</a:t>
            </a:r>
          </a:p>
          <a:p>
            <a:r>
              <a:rPr lang="en-US" sz="1800" dirty="0">
                <a:solidFill>
                  <a:schemeClr val="tx1"/>
                </a:solidFill>
                <a:latin typeface="+mn-lt"/>
                <a:ea typeface="+mn-ea"/>
                <a:cs typeface="+mn-cs"/>
              </a:rPr>
              <a:t>IP options filtering</a:t>
            </a:r>
          </a:p>
          <a:p>
            <a:r>
              <a:rPr lang="en-US" sz="1800" dirty="0">
                <a:solidFill>
                  <a:schemeClr val="tx1"/>
                </a:solidFill>
                <a:latin typeface="+mn-lt"/>
                <a:ea typeface="+mn-ea"/>
                <a:cs typeface="+mn-cs"/>
              </a:rPr>
              <a:t>Noncontiguous ports</a:t>
            </a:r>
          </a:p>
          <a:p>
            <a:r>
              <a:rPr lang="en-US" sz="1800" dirty="0">
                <a:solidFill>
                  <a:schemeClr val="tx1"/>
                </a:solidFill>
                <a:latin typeface="+mn-lt"/>
                <a:ea typeface="+mn-ea"/>
                <a:cs typeface="+mn-cs"/>
              </a:rPr>
              <a:t>TCP flag filtering</a:t>
            </a:r>
          </a:p>
          <a:p>
            <a:r>
              <a:rPr lang="en-US" sz="1800" dirty="0">
                <a:solidFill>
                  <a:schemeClr val="tx1"/>
                </a:solidFill>
                <a:latin typeface="+mn-lt"/>
                <a:ea typeface="+mn-ea"/>
                <a:cs typeface="+mn-cs"/>
              </a:rPr>
              <a:t>Deleting of entries with the </a:t>
            </a:r>
            <a:r>
              <a:rPr lang="en-US" sz="1800" b="1" dirty="0">
                <a:solidFill>
                  <a:schemeClr val="tx1"/>
                </a:solidFill>
                <a:latin typeface="+mn-lt"/>
                <a:ea typeface="+mn-ea"/>
                <a:cs typeface="+mn-cs"/>
              </a:rPr>
              <a:t>no</a:t>
            </a:r>
            <a:r>
              <a:rPr lang="en-US" sz="1800" dirty="0">
                <a:solidFill>
                  <a:schemeClr val="tx1"/>
                </a:solidFill>
                <a:latin typeface="+mn-lt"/>
                <a:ea typeface="+mn-ea"/>
                <a:cs typeface="+mn-cs"/>
              </a:rPr>
              <a:t> </a:t>
            </a:r>
            <a:r>
              <a:rPr lang="en-US" sz="1800" b="1" dirty="0">
                <a:solidFill>
                  <a:schemeClr val="tx1"/>
                </a:solidFill>
                <a:latin typeface="+mn-lt"/>
                <a:ea typeface="+mn-ea"/>
                <a:cs typeface="+mn-cs"/>
              </a:rPr>
              <a:t>permit</a:t>
            </a:r>
            <a:r>
              <a:rPr lang="en-US" sz="1800" dirty="0">
                <a:solidFill>
                  <a:schemeClr val="tx1"/>
                </a:solidFill>
                <a:latin typeface="+mn-lt"/>
                <a:ea typeface="+mn-ea"/>
                <a:cs typeface="+mn-cs"/>
              </a:rPr>
              <a:t> or </a:t>
            </a:r>
            <a:r>
              <a:rPr lang="en-US" sz="1800" b="1" dirty="0">
                <a:solidFill>
                  <a:schemeClr val="tx1"/>
                </a:solidFill>
                <a:latin typeface="+mn-lt"/>
                <a:ea typeface="+mn-ea"/>
                <a:cs typeface="+mn-cs"/>
              </a:rPr>
              <a:t>no</a:t>
            </a:r>
            <a:r>
              <a:rPr lang="en-US" sz="1800" dirty="0">
                <a:solidFill>
                  <a:schemeClr val="tx1"/>
                </a:solidFill>
                <a:latin typeface="+mn-lt"/>
                <a:ea typeface="+mn-ea"/>
                <a:cs typeface="+mn-cs"/>
              </a:rPr>
              <a:t> </a:t>
            </a:r>
            <a:r>
              <a:rPr lang="en-US" sz="1800" b="1" dirty="0">
                <a:solidFill>
                  <a:schemeClr val="tx1"/>
                </a:solidFill>
                <a:latin typeface="+mn-lt"/>
                <a:ea typeface="+mn-ea"/>
                <a:cs typeface="+mn-cs"/>
              </a:rPr>
              <a:t>deny</a:t>
            </a:r>
            <a:r>
              <a:rPr lang="en-US" sz="1800" dirty="0">
                <a:solidFill>
                  <a:schemeClr val="tx1"/>
                </a:solidFill>
                <a:latin typeface="+mn-lt"/>
                <a:ea typeface="+mn-ea"/>
                <a:cs typeface="+mn-cs"/>
              </a:rPr>
              <a:t> command</a:t>
            </a:r>
          </a:p>
          <a:p>
            <a:endParaRPr lang="en-US" dirty="0" smtClean="0">
              <a:solidFill>
                <a:schemeClr val="tx1"/>
              </a:solidFill>
              <a:latin typeface="+mn-lt"/>
              <a:ea typeface="+mn-ea"/>
              <a:cs typeface="+mn-cs"/>
            </a:endParaRP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6" name="Rectangle 8"/>
          <p:cNvSpPr>
            <a:spLocks noGrp="1" noChangeArrowheads="1"/>
          </p:cNvSpPr>
          <p:nvPr>
            <p:ph type="title"/>
          </p:nvPr>
        </p:nvSpPr>
        <p:spPr/>
        <p:txBody>
          <a:bodyPr/>
          <a:lstStyle/>
          <a:p>
            <a:r>
              <a:rPr lang="en-US"/>
              <a:t>Named Access list</a:t>
            </a:r>
          </a:p>
        </p:txBody>
      </p:sp>
      <p:pic>
        <p:nvPicPr>
          <p:cNvPr id="89095" name="Picture 7" descr="name config"/>
          <p:cNvPicPr>
            <a:picLocks noGrp="1" noChangeAspect="1" noChangeArrowheads="1"/>
          </p:cNvPicPr>
          <p:nvPr>
            <p:ph sz="quarter" idx="1"/>
          </p:nvPr>
        </p:nvPicPr>
        <p:blipFill>
          <a:blip r:embed="rId2" cstate="print"/>
          <a:srcRect/>
          <a:stretch>
            <a:fillRect/>
          </a:stretch>
        </p:blipFill>
        <p:spPr>
          <a:xfrm>
            <a:off x="152400" y="1676400"/>
            <a:ext cx="4724400" cy="3146425"/>
          </a:xfrm>
          <a:noFill/>
        </p:spPr>
      </p:pic>
      <p:sp>
        <p:nvSpPr>
          <p:cNvPr id="89098" name="Rectangle 10"/>
          <p:cNvSpPr>
            <a:spLocks noGrp="1" noChangeArrowheads="1"/>
          </p:cNvSpPr>
          <p:nvPr>
            <p:ph type="body" sz="half" idx="3"/>
          </p:nvPr>
        </p:nvSpPr>
        <p:spPr>
          <a:xfrm>
            <a:off x="4953000" y="2014538"/>
            <a:ext cx="3643313" cy="3571875"/>
          </a:xfrm>
        </p:spPr>
        <p:txBody>
          <a:bodyPr/>
          <a:lstStyle/>
          <a:p>
            <a:pPr>
              <a:buFont typeface="Wingdings" pitchFamily="2" charset="2"/>
              <a:buNone/>
            </a:pPr>
            <a:endParaRPr lang="en-US"/>
          </a:p>
          <a:p>
            <a:r>
              <a:rPr lang="en-US"/>
              <a:t>Modifying a Named Access list: any additions will be made to the end of the ACL</a:t>
            </a:r>
          </a:p>
          <a:p>
            <a:pPr>
              <a:buFont typeface="Wingdings" pitchFamily="2" charset="2"/>
              <a:buNone/>
            </a:pPr>
            <a:endParaRPr lang="en-US"/>
          </a:p>
          <a:p>
            <a:r>
              <a:rPr lang="en-US"/>
              <a:t>Creating Named Access list</a:t>
            </a:r>
          </a:p>
        </p:txBody>
      </p:sp>
      <p:pic>
        <p:nvPicPr>
          <p:cNvPr id="89099" name="Picture 11" descr="name config ext"/>
          <p:cNvPicPr>
            <a:picLocks noGrp="1" noChangeAspect="1" noChangeArrowheads="1"/>
          </p:cNvPicPr>
          <p:nvPr>
            <p:ph sz="quarter" idx="2"/>
          </p:nvPr>
        </p:nvPicPr>
        <p:blipFill>
          <a:blip r:embed="rId3" cstate="print"/>
          <a:srcRect/>
          <a:stretch>
            <a:fillRect/>
          </a:stretch>
        </p:blipFill>
        <p:spPr>
          <a:xfrm>
            <a:off x="152400" y="5029200"/>
            <a:ext cx="4724400" cy="622300"/>
          </a:xfr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4"/>
          <p:cNvSpPr>
            <a:spLocks noGrp="1" noChangeArrowheads="1"/>
          </p:cNvSpPr>
          <p:nvPr>
            <p:ph type="title"/>
          </p:nvPr>
        </p:nvSpPr>
        <p:spPr/>
        <p:txBody>
          <a:bodyPr/>
          <a:lstStyle/>
          <a:p>
            <a:r>
              <a:rPr lang="en-US" sz="2800"/>
              <a:t>Advantages that are provided by a named access list</a:t>
            </a:r>
          </a:p>
        </p:txBody>
      </p:sp>
      <p:pic>
        <p:nvPicPr>
          <p:cNvPr id="84999" name="Picture 7" descr="name ex acl"/>
          <p:cNvPicPr>
            <a:picLocks noGrp="1" noChangeAspect="1" noChangeArrowheads="1"/>
          </p:cNvPicPr>
          <p:nvPr>
            <p:ph sz="half" idx="1"/>
          </p:nvPr>
        </p:nvPicPr>
        <p:blipFill>
          <a:blip r:embed="rId3" cstate="print"/>
          <a:srcRect/>
          <a:stretch>
            <a:fillRect/>
          </a:stretch>
        </p:blipFill>
        <p:spPr>
          <a:xfrm>
            <a:off x="152400" y="2057400"/>
            <a:ext cx="4549775" cy="3124200"/>
          </a:xfrm>
          <a:noFill/>
        </p:spPr>
      </p:pic>
      <p:sp>
        <p:nvSpPr>
          <p:cNvPr id="84998" name="Rectangle 6"/>
          <p:cNvSpPr>
            <a:spLocks noGrp="1" noChangeArrowheads="1"/>
          </p:cNvSpPr>
          <p:nvPr>
            <p:ph type="body" sz="half" idx="2"/>
          </p:nvPr>
        </p:nvSpPr>
        <p:spPr>
          <a:xfrm>
            <a:off x="4702175" y="1781175"/>
            <a:ext cx="3894138" cy="3933825"/>
          </a:xfrm>
        </p:spPr>
        <p:txBody>
          <a:bodyPr/>
          <a:lstStyle/>
          <a:p>
            <a:r>
              <a:rPr lang="en-US"/>
              <a:t>Alphanumeric names can be used to identify ACLs. </a:t>
            </a:r>
          </a:p>
          <a:p>
            <a:r>
              <a:rPr lang="en-US"/>
              <a:t>The IOS does not limit the number of named ACLs that can be configured. </a:t>
            </a:r>
          </a:p>
          <a:p>
            <a:r>
              <a:rPr lang="en-US"/>
              <a:t>Named ACLs provide the ability to modify ACLs without deletion and reconfiguration.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t>Placing ACLs </a:t>
            </a:r>
          </a:p>
        </p:txBody>
      </p:sp>
      <p:sp>
        <p:nvSpPr>
          <p:cNvPr id="92165" name="Rectangle 5"/>
          <p:cNvSpPr>
            <a:spLocks noGrp="1" noChangeArrowheads="1"/>
          </p:cNvSpPr>
          <p:nvPr>
            <p:ph type="body" sz="half" idx="2"/>
          </p:nvPr>
        </p:nvSpPr>
        <p:spPr>
          <a:xfrm>
            <a:off x="5867400" y="1371600"/>
            <a:ext cx="2805113" cy="4724400"/>
          </a:xfrm>
        </p:spPr>
        <p:txBody>
          <a:bodyPr/>
          <a:lstStyle/>
          <a:p>
            <a:r>
              <a:rPr lang="en-US"/>
              <a:t>Extended ACLs as close as possible to the source of the traffic denied.</a:t>
            </a:r>
          </a:p>
          <a:p>
            <a:r>
              <a:rPr lang="en-US"/>
              <a:t> Standard ACLs do not specify destination addresses, so they should be placed as close to the destination as possible. </a:t>
            </a:r>
          </a:p>
        </p:txBody>
      </p:sp>
      <p:pic>
        <p:nvPicPr>
          <p:cNvPr id="92168" name="Picture 8" descr="placing ACL"/>
          <p:cNvPicPr>
            <a:picLocks noGrp="1" noChangeAspect="1" noChangeArrowheads="1"/>
          </p:cNvPicPr>
          <p:nvPr>
            <p:ph sz="half" idx="1"/>
          </p:nvPr>
        </p:nvPicPr>
        <p:blipFill>
          <a:blip r:embed="rId2" cstate="print"/>
          <a:srcRect/>
          <a:stretch>
            <a:fillRect/>
          </a:stretch>
        </p:blipFill>
        <p:spPr>
          <a:xfrm>
            <a:off x="228600" y="1828800"/>
            <a:ext cx="5410200" cy="3886200"/>
          </a:xfr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4"/>
          <p:cNvSpPr>
            <a:spLocks noGrp="1" noChangeArrowheads="1"/>
          </p:cNvSpPr>
          <p:nvPr>
            <p:ph type="title"/>
          </p:nvPr>
        </p:nvSpPr>
        <p:spPr/>
        <p:txBody>
          <a:bodyPr/>
          <a:lstStyle/>
          <a:p>
            <a:r>
              <a:rPr lang="en-US"/>
              <a:t>Firewall</a:t>
            </a:r>
          </a:p>
        </p:txBody>
      </p:sp>
      <p:sp>
        <p:nvSpPr>
          <p:cNvPr id="94214" name="Rectangle 6"/>
          <p:cNvSpPr>
            <a:spLocks noGrp="1" noChangeArrowheads="1"/>
          </p:cNvSpPr>
          <p:nvPr>
            <p:ph type="body" sz="half" idx="2"/>
          </p:nvPr>
        </p:nvSpPr>
        <p:spPr>
          <a:xfrm>
            <a:off x="5943600" y="838200"/>
            <a:ext cx="2805113" cy="5029200"/>
          </a:xfrm>
        </p:spPr>
        <p:txBody>
          <a:bodyPr/>
          <a:lstStyle/>
          <a:p>
            <a:pPr>
              <a:lnSpc>
                <a:spcPct val="85000"/>
              </a:lnSpc>
            </a:pPr>
            <a:r>
              <a:rPr lang="en-US" sz="2000" dirty="0"/>
              <a:t>It is an architectural structure that exists between the user and the outside world to protect the internal network from intruders. </a:t>
            </a:r>
          </a:p>
          <a:p>
            <a:pPr>
              <a:lnSpc>
                <a:spcPct val="85000"/>
              </a:lnSpc>
            </a:pPr>
            <a:r>
              <a:rPr lang="en-US" sz="2000" dirty="0"/>
              <a:t>ACLs should be used in firewall routers, which are often positioned between the internal network and an external network, such as the Internet. </a:t>
            </a:r>
          </a:p>
          <a:p>
            <a:pPr>
              <a:lnSpc>
                <a:spcPct val="85000"/>
              </a:lnSpc>
            </a:pPr>
            <a:r>
              <a:rPr lang="en-US" sz="2000" dirty="0"/>
              <a:t>The firewall router provides a point of isolation so that the rest of the internal network structure is not affected. </a:t>
            </a:r>
          </a:p>
          <a:p>
            <a:pPr>
              <a:lnSpc>
                <a:spcPct val="85000"/>
              </a:lnSpc>
            </a:pPr>
            <a:endParaRPr lang="en-US" sz="2000" dirty="0"/>
          </a:p>
          <a:p>
            <a:pPr>
              <a:lnSpc>
                <a:spcPct val="85000"/>
              </a:lnSpc>
            </a:pPr>
            <a:endParaRPr lang="en-US" sz="2000" dirty="0"/>
          </a:p>
          <a:p>
            <a:pPr>
              <a:lnSpc>
                <a:spcPct val="85000"/>
              </a:lnSpc>
            </a:pPr>
            <a:endParaRPr lang="en-US" sz="1800" dirty="0"/>
          </a:p>
        </p:txBody>
      </p:sp>
      <p:pic>
        <p:nvPicPr>
          <p:cNvPr id="94215" name="Picture 7" descr="Firwall"/>
          <p:cNvPicPr>
            <a:picLocks noGrp="1" noChangeAspect="1" noChangeArrowheads="1"/>
          </p:cNvPicPr>
          <p:nvPr>
            <p:ph sz="half" idx="1"/>
          </p:nvPr>
        </p:nvPicPr>
        <p:blipFill>
          <a:blip r:embed="rId3" cstate="print"/>
          <a:srcRect/>
          <a:stretch>
            <a:fillRect/>
          </a:stretch>
        </p:blipFill>
        <p:spPr>
          <a:xfrm>
            <a:off x="228600" y="1828800"/>
            <a:ext cx="5516563" cy="4038600"/>
          </a:xfrm>
          <a:noFill/>
        </p:spPr>
      </p:pic>
    </p:spTree>
  </p:cSld>
  <p:clrMapOvr>
    <a:masterClrMapping/>
  </p:clrMapOvr>
</p:sld>
</file>

<file path=ppt/theme/theme1.xml><?xml version="1.0" encoding="utf-8"?>
<a:theme xmlns:a="http://schemas.openxmlformats.org/drawingml/2006/main" name="20061002_new_cisco_black_template">
  <a:themeElements>
    <a:clrScheme name="20061002_new_cisco_black_template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20061002_new_cisco_black_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20061002_new_cisco_black_template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5_blank">
  <a:themeElements>
    <a:clrScheme name="">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8DBAE7"/>
      </a:hlink>
      <a:folHlink>
        <a:srgbClr val="FF9900"/>
      </a:folHlink>
    </a:clrScheme>
    <a:fontScheme name="5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5_blank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5_blan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5_blank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5_blank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5_blank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5_blank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5_blank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5_blank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5_blank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5_blank 10">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9999CC"/>
        </a:hlink>
        <a:folHlink>
          <a:srgbClr val="FF9900"/>
        </a:folHlink>
      </a:clrScheme>
      <a:clrMap bg1="dk2" tx1="lt1" bg2="dk1" tx2="lt2" accent1="accent1" accent2="accent2" accent3="accent3" accent4="accent4" accent5="accent5" accent6="accent6" hlink="hlink" folHlink="folHlink"/>
    </a:extraClrScheme>
    <a:extraClrScheme>
      <a:clrScheme name="5_blank 11">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9999CC"/>
        </a:hlink>
        <a:folHlink>
          <a:srgbClr val="EEB30E"/>
        </a:folHlink>
      </a:clrScheme>
      <a:clrMap bg1="dk2" tx1="lt1" bg2="dk1" tx2="lt2" accent1="accent1" accent2="accent2" accent3="accent3" accent4="accent4" accent5="accent5" accent6="accent6" hlink="hlink" folHlink="folHlink"/>
    </a:extraClrScheme>
    <a:extraClrScheme>
      <a:clrScheme name="5_blank 12">
        <a:dk1>
          <a:srgbClr val="000000"/>
        </a:dk1>
        <a:lt1>
          <a:srgbClr val="FFFFFF"/>
        </a:lt1>
        <a:dk2>
          <a:srgbClr val="000000"/>
        </a:dk2>
        <a:lt2>
          <a:srgbClr val="FFFFFF"/>
        </a:lt2>
        <a:accent1>
          <a:srgbClr val="306774"/>
        </a:accent1>
        <a:accent2>
          <a:srgbClr val="B92B38"/>
        </a:accent2>
        <a:accent3>
          <a:srgbClr val="AAAAAA"/>
        </a:accent3>
        <a:accent4>
          <a:srgbClr val="DADADA"/>
        </a:accent4>
        <a:accent5>
          <a:srgbClr val="ADB8BC"/>
        </a:accent5>
        <a:accent6>
          <a:srgbClr val="A72632"/>
        </a:accent6>
        <a:hlink>
          <a:srgbClr val="9999CC"/>
        </a:hlink>
        <a:folHlink>
          <a:srgbClr val="EEB30E"/>
        </a:folHlink>
      </a:clrScheme>
      <a:clrMap bg1="dk2" tx1="lt1" bg2="dk1" tx2="lt2" accent1="accent1" accent2="accent2" accent3="accent3" accent4="accent4" accent5="accent5" accent6="accent6" hlink="hlink" folHlink="folHlink"/>
    </a:extraClrScheme>
    <a:extraClrScheme>
      <a:clrScheme name="5_blank 13">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336599"/>
        </a:hlink>
        <a:folHlink>
          <a:srgbClr val="FF9900"/>
        </a:folHlink>
      </a:clrScheme>
      <a:clrMap bg1="dk2" tx1="lt1" bg2="dk1" tx2="lt2" accent1="accent1" accent2="accent2" accent3="accent3" accent4="accent4" accent5="accent5" accent6="accent6" hlink="hlink" folHlink="folHlink"/>
    </a:extraClrScheme>
    <a:extraClrScheme>
      <a:clrScheme name="5_blank 14">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3D7BB9"/>
        </a:hlink>
        <a:folHlink>
          <a:srgbClr val="FF9900"/>
        </a:folHlink>
      </a:clrScheme>
      <a:clrMap bg1="dk2" tx1="lt1" bg2="dk1" tx2="lt2" accent1="accent1" accent2="accent2" accent3="accent3" accent4="accent4" accent5="accent5" accent6="accent6" hlink="hlink" folHlink="folHlink"/>
    </a:extraClrScheme>
    <a:extraClrScheme>
      <a:clrScheme name="5_blank 15">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689BCE"/>
        </a:hlink>
        <a:folHlink>
          <a:srgbClr val="FF9900"/>
        </a:folHlink>
      </a:clrScheme>
      <a:clrMap bg1="dk2" tx1="lt1" bg2="dk1" tx2="lt2" accent1="accent1" accent2="accent2" accent3="accent3" accent4="accent4" accent5="accent5" accent6="accent6" hlink="hlink" folHlink="folHlink"/>
    </a:extraClrScheme>
    <a:extraClrScheme>
      <a:clrScheme name="5_blank 16">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4B87C3"/>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006_Segue/Q&amp;A_Cisco Black Temp">
  <a:themeElements>
    <a:clrScheme name="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2006_Segue/Q&amp;A_Cisco Black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2006_Segue/Q&amp;A_Cisco Black Temp">
  <a:themeElements>
    <a:clrScheme name="1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1_2006_Segue/Q&amp;A_Cisco Black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1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6_blank">
  <a:themeElements>
    <a:clrScheme name="">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8DBAE7"/>
      </a:hlink>
      <a:folHlink>
        <a:srgbClr val="FF9900"/>
      </a:folHlink>
    </a:clrScheme>
    <a:fontScheme name="6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6_blank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6_blan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6_blank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6_blank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6_blank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6_blank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6_blank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6_blank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6_blank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6_blank 10">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9999CC"/>
        </a:hlink>
        <a:folHlink>
          <a:srgbClr val="FF9900"/>
        </a:folHlink>
      </a:clrScheme>
      <a:clrMap bg1="dk2" tx1="lt1" bg2="dk1" tx2="lt2" accent1="accent1" accent2="accent2" accent3="accent3" accent4="accent4" accent5="accent5" accent6="accent6" hlink="hlink" folHlink="folHlink"/>
    </a:extraClrScheme>
    <a:extraClrScheme>
      <a:clrScheme name="6_blank 11">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9999CC"/>
        </a:hlink>
        <a:folHlink>
          <a:srgbClr val="EEB30E"/>
        </a:folHlink>
      </a:clrScheme>
      <a:clrMap bg1="dk2" tx1="lt1" bg2="dk1" tx2="lt2" accent1="accent1" accent2="accent2" accent3="accent3" accent4="accent4" accent5="accent5" accent6="accent6" hlink="hlink" folHlink="folHlink"/>
    </a:extraClrScheme>
    <a:extraClrScheme>
      <a:clrScheme name="6_blank 12">
        <a:dk1>
          <a:srgbClr val="000000"/>
        </a:dk1>
        <a:lt1>
          <a:srgbClr val="FFFFFF"/>
        </a:lt1>
        <a:dk2>
          <a:srgbClr val="000000"/>
        </a:dk2>
        <a:lt2>
          <a:srgbClr val="FFFFFF"/>
        </a:lt2>
        <a:accent1>
          <a:srgbClr val="306774"/>
        </a:accent1>
        <a:accent2>
          <a:srgbClr val="B92B38"/>
        </a:accent2>
        <a:accent3>
          <a:srgbClr val="AAAAAA"/>
        </a:accent3>
        <a:accent4>
          <a:srgbClr val="DADADA"/>
        </a:accent4>
        <a:accent5>
          <a:srgbClr val="ADB8BC"/>
        </a:accent5>
        <a:accent6>
          <a:srgbClr val="A72632"/>
        </a:accent6>
        <a:hlink>
          <a:srgbClr val="9999CC"/>
        </a:hlink>
        <a:folHlink>
          <a:srgbClr val="EEB30E"/>
        </a:folHlink>
      </a:clrScheme>
      <a:clrMap bg1="dk2" tx1="lt1" bg2="dk1" tx2="lt2" accent1="accent1" accent2="accent2" accent3="accent3" accent4="accent4" accent5="accent5" accent6="accent6" hlink="hlink" folHlink="folHlink"/>
    </a:extraClrScheme>
    <a:extraClrScheme>
      <a:clrScheme name="6_blank 13">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336599"/>
        </a:hlink>
        <a:folHlink>
          <a:srgbClr val="FF9900"/>
        </a:folHlink>
      </a:clrScheme>
      <a:clrMap bg1="dk2" tx1="lt1" bg2="dk1" tx2="lt2" accent1="accent1" accent2="accent2" accent3="accent3" accent4="accent4" accent5="accent5" accent6="accent6" hlink="hlink" folHlink="folHlink"/>
    </a:extraClrScheme>
    <a:extraClrScheme>
      <a:clrScheme name="6_blank 14">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3D7BB9"/>
        </a:hlink>
        <a:folHlink>
          <a:srgbClr val="FF9900"/>
        </a:folHlink>
      </a:clrScheme>
      <a:clrMap bg1="dk2" tx1="lt1" bg2="dk1" tx2="lt2" accent1="accent1" accent2="accent2" accent3="accent3" accent4="accent4" accent5="accent5" accent6="accent6" hlink="hlink" folHlink="folHlink"/>
    </a:extraClrScheme>
    <a:extraClrScheme>
      <a:clrScheme name="6_blank 15">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689BCE"/>
        </a:hlink>
        <a:folHlink>
          <a:srgbClr val="FF9900"/>
        </a:folHlink>
      </a:clrScheme>
      <a:clrMap bg1="dk2" tx1="lt1" bg2="dk1" tx2="lt2" accent1="accent1" accent2="accent2" accent3="accent3" accent4="accent4" accent5="accent5" accent6="accent6" hlink="hlink" folHlink="folHlink"/>
    </a:extraClrScheme>
    <a:extraClrScheme>
      <a:clrScheme name="6_blank 16">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4B87C3"/>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2006_Segue/Q&amp;A_Cisco Black Temp">
  <a:themeElements>
    <a:clrScheme name="2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2_2006_Segue/Q&amp;A_Cisco Black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2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2006_Segue/Q&amp;A_Cisco Black Temp">
  <a:themeElements>
    <a:clrScheme name="3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3_2006_Segue/Q&amp;A_Cisco Black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3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7_blank">
  <a:themeElements>
    <a:clrScheme name="">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8DBAE7"/>
      </a:hlink>
      <a:folHlink>
        <a:srgbClr val="FF9900"/>
      </a:folHlink>
    </a:clrScheme>
    <a:fontScheme name="7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7_blank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7_blank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7_blank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7_blank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7_blank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7_blank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7_blank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7_blank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7_blank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7_blank 10">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9999CC"/>
        </a:hlink>
        <a:folHlink>
          <a:srgbClr val="FF9900"/>
        </a:folHlink>
      </a:clrScheme>
      <a:clrMap bg1="dk2" tx1="lt1" bg2="dk1" tx2="lt2" accent1="accent1" accent2="accent2" accent3="accent3" accent4="accent4" accent5="accent5" accent6="accent6" hlink="hlink" folHlink="folHlink"/>
    </a:extraClrScheme>
    <a:extraClrScheme>
      <a:clrScheme name="7_blank 11">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9999CC"/>
        </a:hlink>
        <a:folHlink>
          <a:srgbClr val="EEB30E"/>
        </a:folHlink>
      </a:clrScheme>
      <a:clrMap bg1="dk2" tx1="lt1" bg2="dk1" tx2="lt2" accent1="accent1" accent2="accent2" accent3="accent3" accent4="accent4" accent5="accent5" accent6="accent6" hlink="hlink" folHlink="folHlink"/>
    </a:extraClrScheme>
    <a:extraClrScheme>
      <a:clrScheme name="7_blank 12">
        <a:dk1>
          <a:srgbClr val="000000"/>
        </a:dk1>
        <a:lt1>
          <a:srgbClr val="FFFFFF"/>
        </a:lt1>
        <a:dk2>
          <a:srgbClr val="000000"/>
        </a:dk2>
        <a:lt2>
          <a:srgbClr val="FFFFFF"/>
        </a:lt2>
        <a:accent1>
          <a:srgbClr val="306774"/>
        </a:accent1>
        <a:accent2>
          <a:srgbClr val="B92B38"/>
        </a:accent2>
        <a:accent3>
          <a:srgbClr val="AAAAAA"/>
        </a:accent3>
        <a:accent4>
          <a:srgbClr val="DADADA"/>
        </a:accent4>
        <a:accent5>
          <a:srgbClr val="ADB8BC"/>
        </a:accent5>
        <a:accent6>
          <a:srgbClr val="A72632"/>
        </a:accent6>
        <a:hlink>
          <a:srgbClr val="9999CC"/>
        </a:hlink>
        <a:folHlink>
          <a:srgbClr val="EEB30E"/>
        </a:folHlink>
      </a:clrScheme>
      <a:clrMap bg1="dk2" tx1="lt1" bg2="dk1" tx2="lt2" accent1="accent1" accent2="accent2" accent3="accent3" accent4="accent4" accent5="accent5" accent6="accent6" hlink="hlink" folHlink="folHlink"/>
    </a:extraClrScheme>
    <a:extraClrScheme>
      <a:clrScheme name="7_blank 13">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336599"/>
        </a:hlink>
        <a:folHlink>
          <a:srgbClr val="FF9900"/>
        </a:folHlink>
      </a:clrScheme>
      <a:clrMap bg1="dk2" tx1="lt1" bg2="dk1" tx2="lt2" accent1="accent1" accent2="accent2" accent3="accent3" accent4="accent4" accent5="accent5" accent6="accent6" hlink="hlink" folHlink="folHlink"/>
    </a:extraClrScheme>
    <a:extraClrScheme>
      <a:clrScheme name="7_blank 14">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3D7BB9"/>
        </a:hlink>
        <a:folHlink>
          <a:srgbClr val="FF9900"/>
        </a:folHlink>
      </a:clrScheme>
      <a:clrMap bg1="dk2" tx1="lt1" bg2="dk1" tx2="lt2" accent1="accent1" accent2="accent2" accent3="accent3" accent4="accent4" accent5="accent5" accent6="accent6" hlink="hlink" folHlink="folHlink"/>
    </a:extraClrScheme>
    <a:extraClrScheme>
      <a:clrScheme name="7_blank 15">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689BCE"/>
        </a:hlink>
        <a:folHlink>
          <a:srgbClr val="FF9900"/>
        </a:folHlink>
      </a:clrScheme>
      <a:clrMap bg1="dk2" tx1="lt1" bg2="dk1" tx2="lt2" accent1="accent1" accent2="accent2" accent3="accent3" accent4="accent4" accent5="accent5" accent6="accent6" hlink="hlink" folHlink="folHlink"/>
    </a:extraClrScheme>
    <a:extraClrScheme>
      <a:clrScheme name="7_blank 16">
        <a:dk1>
          <a:srgbClr val="000000"/>
        </a:dk1>
        <a:lt1>
          <a:srgbClr val="FFFFFF"/>
        </a:lt1>
        <a:dk2>
          <a:srgbClr val="000000"/>
        </a:dk2>
        <a:lt2>
          <a:srgbClr val="FFFFFF"/>
        </a:lt2>
        <a:accent1>
          <a:srgbClr val="339999"/>
        </a:accent1>
        <a:accent2>
          <a:srgbClr val="B92B38"/>
        </a:accent2>
        <a:accent3>
          <a:srgbClr val="AAAAAA"/>
        </a:accent3>
        <a:accent4>
          <a:srgbClr val="DADADA"/>
        </a:accent4>
        <a:accent5>
          <a:srgbClr val="ADCACA"/>
        </a:accent5>
        <a:accent6>
          <a:srgbClr val="A72632"/>
        </a:accent6>
        <a:hlink>
          <a:srgbClr val="4B87C3"/>
        </a:hlink>
        <a:folHlink>
          <a:srgbClr val="FF990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2006_Segue/Q&amp;A_Cisco Black Temp">
  <a:themeElements>
    <a:clrScheme name="4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4_2006_Segue/Q&amp;A_Cisco Black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4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2006_Segue/Q&amp;A_Cisco Black Temp">
  <a:themeElements>
    <a:clrScheme name="5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fontScheme name="5_2006_Segue/Q&amp;A_Cisco Black Temp">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5_2006_Segue/Q&amp;A_Cisco Black Temp 1">
        <a:dk1>
          <a:srgbClr val="8E8E95"/>
        </a:dk1>
        <a:lt1>
          <a:srgbClr val="FFFFFF"/>
        </a:lt1>
        <a:dk2>
          <a:srgbClr val="000000"/>
        </a:dk2>
        <a:lt2>
          <a:srgbClr val="59B7D9"/>
        </a:lt2>
        <a:accent1>
          <a:srgbClr val="0183B7"/>
        </a:accent1>
        <a:accent2>
          <a:srgbClr val="B21A1A"/>
        </a:accent2>
        <a:accent3>
          <a:srgbClr val="AAAAAA"/>
        </a:accent3>
        <a:accent4>
          <a:srgbClr val="DADADA"/>
        </a:accent4>
        <a:accent5>
          <a:srgbClr val="AAC1D8"/>
        </a:accent5>
        <a:accent6>
          <a:srgbClr val="A11616"/>
        </a:accent6>
        <a:hlink>
          <a:srgbClr val="83A2CF"/>
        </a:hlink>
        <a:folHlink>
          <a:srgbClr val="EFB525"/>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82124" tIns="41061" rIns="82124" bIns="41061" numCol="1" anchor="t" anchorCtr="0" compatLnSpc="1">
        <a:prstTxWarp prst="textNoShape">
          <a:avLst/>
        </a:prstTxWarp>
      </a:bodyPr>
      <a:lstStyle>
        <a:defPPr marL="0" marR="0" indent="0" algn="l" defTabSz="814388" rtl="0" eaLnBrk="0" fontAlgn="base" latinLnBrk="0" hangingPunct="0">
          <a:lnSpc>
            <a:spcPct val="90000"/>
          </a:lnSpc>
          <a:spcBef>
            <a:spcPct val="0"/>
          </a:spcBef>
          <a:spcAft>
            <a:spcPct val="0"/>
          </a:spcAft>
          <a:buClrTx/>
          <a:buSzTx/>
          <a:buFontTx/>
          <a:buNone/>
          <a:tabLst/>
          <a:defRPr kumimoji="0" lang="en-US" sz="3800" b="1"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18469</TotalTime>
  <Words>1827</Words>
  <Application>Microsoft Macintosh PowerPoint</Application>
  <PresentationFormat>On-screen Show (4:3)</PresentationFormat>
  <Paragraphs>192</Paragraphs>
  <Slides>35</Slides>
  <Notes>9</Notes>
  <HiddenSlides>0</HiddenSlides>
  <MMClips>0</MMClips>
  <ScaleCrop>false</ScaleCrop>
  <HeadingPairs>
    <vt:vector size="6" baseType="variant">
      <vt:variant>
        <vt:lpstr>Fonts Used</vt:lpstr>
      </vt:variant>
      <vt:variant>
        <vt:i4>4</vt:i4>
      </vt:variant>
      <vt:variant>
        <vt:lpstr>Theme</vt:lpstr>
      </vt:variant>
      <vt:variant>
        <vt:i4>11</vt:i4>
      </vt:variant>
      <vt:variant>
        <vt:lpstr>Slide Titles</vt:lpstr>
      </vt:variant>
      <vt:variant>
        <vt:i4>35</vt:i4>
      </vt:variant>
    </vt:vector>
  </HeadingPairs>
  <TitlesOfParts>
    <vt:vector size="50" baseType="lpstr">
      <vt:lpstr>Arial Unicode MS</vt:lpstr>
      <vt:lpstr>Symbol</vt:lpstr>
      <vt:lpstr>Wingdings</vt:lpstr>
      <vt:lpstr>Arial</vt:lpstr>
      <vt:lpstr>20061002_new_cisco_black_template</vt:lpstr>
      <vt:lpstr>5_blank</vt:lpstr>
      <vt:lpstr>2006_Segue/Q&amp;A_Cisco Black Temp</vt:lpstr>
      <vt:lpstr>1_2006_Segue/Q&amp;A_Cisco Black Temp</vt:lpstr>
      <vt:lpstr>6_blank</vt:lpstr>
      <vt:lpstr>2_2006_Segue/Q&amp;A_Cisco Black Temp</vt:lpstr>
      <vt:lpstr>3_2006_Segue/Q&amp;A_Cisco Black Temp</vt:lpstr>
      <vt:lpstr>7_blank</vt:lpstr>
      <vt:lpstr>4_2006_Segue/Q&amp;A_Cisco Black Temp</vt:lpstr>
      <vt:lpstr>5_2006_Segue/Q&amp;A_Cisco Black Temp</vt:lpstr>
      <vt:lpstr>PPT-TMPLT-WHT_C</vt:lpstr>
      <vt:lpstr> Access Control List (ACL)? </vt:lpstr>
      <vt:lpstr>Access Control Lists (ACLs)? Learning Objective: </vt:lpstr>
      <vt:lpstr>Introduction</vt:lpstr>
      <vt:lpstr>Cisco application view  </vt:lpstr>
      <vt:lpstr>ACLs benefits </vt:lpstr>
      <vt:lpstr>How ACL executed  </vt:lpstr>
      <vt:lpstr>Entering Frame to a Router</vt:lpstr>
      <vt:lpstr>ACL range for each protocols</vt:lpstr>
      <vt:lpstr>ACL range for each protocols</vt:lpstr>
      <vt:lpstr>PowerPoint Presentation</vt:lpstr>
      <vt:lpstr>ACL configuration</vt:lpstr>
      <vt:lpstr>ACL configuration – Permit ACL line with L3 information only</vt:lpstr>
      <vt:lpstr>ACL configuration - Example</vt:lpstr>
      <vt:lpstr>Wildcard Mask</vt:lpstr>
      <vt:lpstr>Wildcard Mask</vt:lpstr>
      <vt:lpstr>Wildcard Mask</vt:lpstr>
      <vt:lpstr>Wildcard Mask</vt:lpstr>
      <vt:lpstr>Wildcard Mask Application</vt:lpstr>
      <vt:lpstr>Any, Host, Optional Format</vt:lpstr>
      <vt:lpstr>Verifying the ACL configuration </vt:lpstr>
      <vt:lpstr>Verifying the ACL configuration </vt:lpstr>
      <vt:lpstr>Verifying the ACL configuration </vt:lpstr>
      <vt:lpstr>Standard ACLs</vt:lpstr>
      <vt:lpstr>Standard ACLs, the remark keyword </vt:lpstr>
      <vt:lpstr>Standard ACLs</vt:lpstr>
      <vt:lpstr>Extended ACLs </vt:lpstr>
      <vt:lpstr>Extended ACLs - Statements</vt:lpstr>
      <vt:lpstr>Extended ACLs - Parameter</vt:lpstr>
      <vt:lpstr>Extended ACLs - Parameter</vt:lpstr>
      <vt:lpstr>Transport – Application layer Ports</vt:lpstr>
      <vt:lpstr>Named ACL</vt:lpstr>
      <vt:lpstr>Named Access list</vt:lpstr>
      <vt:lpstr>Advantages that are provided by a named access list</vt:lpstr>
      <vt:lpstr>Placing ACLs </vt:lpstr>
      <vt:lpstr>Firewall</vt:lpstr>
    </vt:vector>
  </TitlesOfParts>
  <Company>Cisco Systems,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access control list (ACL)?</dc:title>
  <dc:creator>Cisco Systems, Inc.</dc:creator>
  <cp:lastModifiedBy>Microsoft Office User</cp:lastModifiedBy>
  <cp:revision>34</cp:revision>
  <dcterms:created xsi:type="dcterms:W3CDTF">2007-04-27T16:42:46Z</dcterms:created>
  <dcterms:modified xsi:type="dcterms:W3CDTF">2018-05-20T12:05:25Z</dcterms:modified>
</cp:coreProperties>
</file>