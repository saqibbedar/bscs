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36" r:id="rId2"/>
    <p:sldId id="378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55" r:id="rId11"/>
    <p:sldId id="345" r:id="rId12"/>
    <p:sldId id="354" r:id="rId13"/>
    <p:sldId id="353" r:id="rId14"/>
    <p:sldId id="377" r:id="rId15"/>
    <p:sldId id="349" r:id="rId16"/>
    <p:sldId id="356" r:id="rId17"/>
    <p:sldId id="350" r:id="rId18"/>
    <p:sldId id="379" r:id="rId19"/>
    <p:sldId id="351" r:id="rId20"/>
    <p:sldId id="381" r:id="rId21"/>
    <p:sldId id="352" r:id="rId22"/>
    <p:sldId id="347" r:id="rId23"/>
    <p:sldId id="357" r:id="rId24"/>
    <p:sldId id="359" r:id="rId25"/>
    <p:sldId id="360" r:id="rId26"/>
    <p:sldId id="361" r:id="rId27"/>
    <p:sldId id="383" r:id="rId28"/>
    <p:sldId id="362" r:id="rId29"/>
    <p:sldId id="376" r:id="rId30"/>
    <p:sldId id="369" r:id="rId31"/>
    <p:sldId id="370" r:id="rId32"/>
    <p:sldId id="385" r:id="rId33"/>
    <p:sldId id="384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145A"/>
    <a:srgbClr val="001E5A"/>
    <a:srgbClr val="5F5F5F"/>
    <a:srgbClr val="6699FF"/>
    <a:srgbClr val="3399FF"/>
    <a:srgbClr val="FF66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4780" autoAdjust="0"/>
  </p:normalViewPr>
  <p:slideViewPr>
    <p:cSldViewPr snapToGrid="0">
      <p:cViewPr varScale="1">
        <p:scale>
          <a:sx n="124" d="100"/>
          <a:sy n="124" d="100"/>
        </p:scale>
        <p:origin x="1224" y="102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144"/>
    </p:cViewPr>
  </p:sorterViewPr>
  <p:notesViewPr>
    <p:cSldViewPr snapToGrid="0">
      <p:cViewPr varScale="1">
        <p:scale>
          <a:sx n="50" d="100"/>
          <a:sy n="50" d="100"/>
        </p:scale>
        <p:origin x="281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9.xml"/><Relationship Id="rId3" Type="http://schemas.openxmlformats.org/officeDocument/2006/relationships/slide" Target="slides/slide19.xml"/><Relationship Id="rId7" Type="http://schemas.openxmlformats.org/officeDocument/2006/relationships/slide" Target="slides/slide25.xml"/><Relationship Id="rId2" Type="http://schemas.openxmlformats.org/officeDocument/2006/relationships/slide" Target="slides/slide15.xml"/><Relationship Id="rId1" Type="http://schemas.openxmlformats.org/officeDocument/2006/relationships/slide" Target="slides/slide10.xml"/><Relationship Id="rId6" Type="http://schemas.openxmlformats.org/officeDocument/2006/relationships/slide" Target="slides/slide24.xml"/><Relationship Id="rId5" Type="http://schemas.openxmlformats.org/officeDocument/2006/relationships/slide" Target="slides/slide23.xml"/><Relationship Id="rId4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17C8DB8-67ED-7750-8851-CC04B0EA5C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9" tIns="0" rIns="19409" bIns="0" numCol="1" anchor="t" anchorCtr="0" compatLnSpc="1">
            <a:prstTxWarp prst="textNoShape">
              <a:avLst/>
            </a:prstTxWarp>
          </a:bodyPr>
          <a:lstStyle>
            <a:lvl1pPr defTabSz="930973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EF49EAB-55A3-3266-7ECA-B496537E82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9" tIns="0" rIns="19409" bIns="0" numCol="1" anchor="t" anchorCtr="0" compatLnSpc="1">
            <a:prstTxWarp prst="textNoShape">
              <a:avLst/>
            </a:prstTxWarp>
          </a:bodyPr>
          <a:lstStyle>
            <a:lvl1pPr algn="r" defTabSz="930973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7F52951-A870-3465-574A-0BE9B47300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9" tIns="0" rIns="19409" bIns="0" numCol="1" anchor="b" anchorCtr="0" compatLnSpc="1">
            <a:prstTxWarp prst="textNoShape">
              <a:avLst/>
            </a:prstTxWarp>
          </a:bodyPr>
          <a:lstStyle>
            <a:lvl1pPr defTabSz="930973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4412618-CBA5-4072-FCB6-331A608D57B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9" tIns="0" rIns="19409" bIns="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100" b="0" i="1"/>
            </a:lvl1pPr>
          </a:lstStyle>
          <a:p>
            <a:pPr>
              <a:defRPr/>
            </a:pPr>
            <a:fld id="{0D30BE4F-1455-4869-8FFC-E575B37044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1639 3520 0 0 0,'0'0'4536'0'0,"-13"-6"-3620"0"0,10 5-799 0 0,0 1 1 0 0,0-1-1 0 0,0 0 1 0 0,0 0-1 0 0,0 0 0 0 0,0 0 1 0 0,0 0-1 0 0,-4-3 1 0 0,7 3-79 0 0,-16-12 147 0 0,16 12-171 0 0,-1 0 0 0 0,1 0 0 0 0,-1 1 0 0 0,1-1-1 0 0,-1 0 1 0 0,0 0 0 0 0,0 1 0 0 0,1-1 0 0 0,-1 0 0 0 0,0 1 0 0 0,0-1 0 0 0,0 1-1 0 0,0-1 1 0 0,0 1 0 0 0,0-1 0 0 0,0 1 0 0 0,0 0 0 0 0,-1-1 0 0 0,2 1-12 0 0,0-1 0 0 0,0 1-1 0 0,0-1 1 0 0,0 1 0 0 0,0-1 0 0 0,0 1 0 0 0,0-1 0 0 0,0 1 0 0 0,0-1 0 0 0,0 1 0 0 0,0 0 0 0 0,0-1 0 0 0,0 1 0 0 0,0-1 0 0 0,0 1 0 0 0,0-1 0 0 0,0 1 0 0 0,-1-1 0 0 0,1 1 0 0 0,0 0 0 0 0,0-1 0 0 0,-1 1 0 0 0,1-1-1 0 0,0 1 1 0 0,-1 0 0 0 0,1-1 0 0 0,0 1 0 0 0,-1 0 0 0 0,1 0 0 0 0,0-1 0 0 0,-1 1 0 0 0,1 0 0 0 0,-1 0 0 0 0,0-1 0 0 0,-3-4 18 0 0,-1-1-11 0 0,5 6-9 0 0,0 0 0 0 0,-1-1 0 0 0,1 1-1 0 0,-1 0 1 0 0,1 0 0 0 0,0-1-1 0 0,-1 1 1 0 0,1 0 0 0 0,0-1 0 0 0,-1 1-1 0 0,1 0 1 0 0,0-1 0 0 0,-1 1-1 0 0,1 0 1 0 0,0-1 0 0 0,0 1 0 0 0,0-1-1 0 0,-1 1 1 0 0,1-1 0 0 0,0 1-1 0 0,0 0 1 0 0,0-1 0 0 0,0 1-1 0 0,0-1 1 0 0,0 1 0 0 0,0-1 0 0 0,0 0-1 0 0,-11-12 118 0 0,8 7-68 0 0,-1-1-1 0 0,0 1 0 0 0,0 1 0 0 0,0-1 0 0 0,-8-7 0 0 0,12 13-44 0 0,-15-25 224 0 0,13 21-193 0 0,1 1 0 0 0,-1 0 0 0 0,0 0 0 0 0,0 0 0 0 0,0 0 0 0 0,0 0 0 0 0,-4-4 0 0 0,0 1 51 0 0,2 1-1 0 0,-1-1 0 0 0,1 0 1 0 0,0 0-1 0 0,0-1 1 0 0,-5-9-1 0 0,-10-18 212 0 0,-4-4 50 0 0,19 29-247 0 0,-2 0 0 0 0,1 0 0 0 0,-11-13 1 0 0,-6-21 124 0 0,17 37-186 0 0,0-1 1 0 0,0 0-1 0 0,-6-15 1 0 0,-7-8 52 0 0,-25-52 85 0 0,21 40-125 0 0,18 37-45 0 0,1 1 1 0 0,1-1 0 0 0,-1 0-1 0 0,1 0 1 0 0,-1 0 0 0 0,2 0-1 0 0,-3-10 1 0 0,2 10-3 0 0,1 0 1 0 0,-1 0-1 0 0,0-1 1 0 0,0 1-1 0 0,-1 1 0 0 0,1-1 1 0 0,-6-7-1 0 0,6 9 1 0 0,0 0 0 0 0,0 0 0 0 0,0-1 0 0 0,0 1 1 0 0,1-1-1 0 0,-1 1 0 0 0,1-1 0 0 0,-2-5 0 0 0,-4-12 36 0 0,-32-59 60 0 0,34 60-87 0 0,5 19-14 0 0,0 0 0 0 0,0-1 0 0 0,0 1-1 0 0,0-1 1 0 0,0 1 0 0 0,-1 0 0 0 0,1-1-1 0 0,0 1 1 0 0,-1 0 0 0 0,1 0 0 0 0,-1-1 0 0 0,0 1-1 0 0,1 0 1 0 0,-1 0 0 0 0,0 0 0 0 0,-1-2-1 0 0,-4-4 28 0 0,1-1 0 0 0,0 0 0 0 0,0 0 0 0 0,-5-14 0 0 0,-14-22 105 0 0,-20-20 114 0 0,16 20-16 0 0,-41-45-1 0 0,47 52-162 0 0,0 0-38 0 0,0 5-30 0 0,21 31-1 0 0,0 0 0 0 0,-1-1-1 0 0,1 0 1 0 0,0 1 0 0 0,0-1-1 0 0,0 0 1 0 0,0 1 0 0 0,1-1 0 0 0,-1 0-1 0 0,0-3 1 0 0,-10-15-1 0 0,9 17 1 0 0,0 1 1 0 0,0-1-1 0 0,0 0 1 0 0,0 1-1 0 0,0-1 0 0 0,0 0 1 0 0,1 0-1 0 0,0 0 0 0 0,-1-1 1 0 0,1 1-1 0 0,0 0 0 0 0,0-4 1 0 0,0 5 0 0 0,1 0-1 0 0,-1 0 1 0 0,1 0 0 0 0,-1 0 0 0 0,1 0-1 0 0,-1 0 1 0 0,0 1 0 0 0,0-1 0 0 0,0 0 0 0 0,0 0-1 0 0,0 1 1 0 0,0-1 0 0 0,-1 1 0 0 0,1-1 0 0 0,0 1-1 0 0,-3-2 1 0 0,3 2 0 0 0,0 0-1 0 0,-1 0 0 0 0,1-1 1 0 0,0 1-1 0 0,0 0 1 0 0,0-1-1 0 0,0 1 0 0 0,0-1 1 0 0,0 0-1 0 0,0 1 1 0 0,1-1-1 0 0,-1 1 1 0 0,0-1-1 0 0,1 0 0 0 0,-1-3 1 0 0,0-1 0 0 0,-1-1 0 0 0,1 0 1 0 0,-1 1-1 0 0,-1-1 0 0 0,1 1 1 0 0,-1-1-1 0 0,-5-7 0 0 0,-1-4-4 0 0,-24-74-69 0 0,16 42 42 0 0,15 41 32 0 0,-1 0 0 0 0,0-1 0 0 0,0 1 0 0 0,-1 0-1 0 0,-1 1 1 0 0,1-1 0 0 0,-11-13 0 0 0,9 14 6 0 0,1-1 1 0 0,0 1-1 0 0,0-1 1 0 0,1 0-1 0 0,-4-12 1 0 0,-1-1-9 0 0,-13-28 10 0 0,11 19-17 0 0,9 27 6 0 0,0 0-1 0 0,1-1 1 0 0,-1 0-1 0 0,1 1 1 0 0,-2-9-1 0 0,-7-19-15 0 0,6-3 7 0 0,1 30 10 0 0,0-1 0 0 0,0 1-1 0 0,1-1 1 0 0,0 1 0 0 0,0-1-1 0 0,0 0 1 0 0,-1-11 0 0 0,-8-20-4 0 0,11 35 4 0 0,0 0 0 0 0,-1 0 1 0 0,1 0-1 0 0,-1 0 0 0 0,0 0 1 0 0,1 0-1 0 0,-1 0 0 0 0,0 0 1 0 0,0 0-1 0 0,0 1 0 0 0,-2-4 1 0 0,1 3-1 0 0,1 1 0 0 0,0-1 0 0 0,0 0 0 0 0,0 0 0 0 0,0-1-1 0 0,0 1 1 0 0,0 0 0 0 0,0 0 0 0 0,1 0 0 0 0,-1-1 0 0 0,0-3 0 0 0,1 3 0 0 0,0 1-1 0 0,-1-1 1 0 0,1 1-1 0 0,-1-1 1 0 0,0 1-1 0 0,0-1 1 0 0,0 1-1 0 0,0 0 1 0 0,0-1-1 0 0,-2-2 1 0 0,1 3-2 0 0,1-1 1 0 0,-1 1 0 0 0,1-1 0 0 0,0 1 0 0 0,0-1-1 0 0,0 1 1 0 0,1-1 0 0 0,-1 0 0 0 0,0 1 0 0 0,1-5-1 0 0,-1 1 3 0 0,0 1-1 0 0,0 0 0 0 0,0-1 1 0 0,-1 1-1 0 0,0 0 1 0 0,0 0-1 0 0,-5-9 0 0 0,5 9 4 0 0,-1 0-1 0 0,1 0 1 0 0,0 0-1 0 0,0 0 1 0 0,1 0-1 0 0,-1-1 1 0 0,0-10-1 0 0,1 12-1 0 0,0-1 0 0 0,0 0 1 0 0,0 0-1 0 0,0 0 0 0 0,-1 1 0 0 0,0-1 0 0 0,0 1 0 0 0,-4-6 1 0 0,4 6 0 0 0,-1-1 0 0 0,1 1 0 0 0,1 0 0 0 0,-1-1 0 0 0,0 1 0 0 0,1-1 0 0 0,0 1 0 0 0,-1-7 0 0 0,0 2-7 0 0,0 0 0 0 0,0-1 0 0 0,-1 1 0 0 0,-1 0 1 0 0,0 0-1 0 0,0 1 0 0 0,-9-15 0 0 0,11 20 3 0 0,1 2-1 0 0,0-1 1 0 0,0 0 0 0 0,0 1 0 0 0,1-1 0 0 0,-1 0 0 0 0,0 0 0 0 0,1 0 0 0 0,-1 1 0 0 0,1-1 0 0 0,0 0 0 0 0,0 0 0 0 0,-1 0 0 0 0,2-3 0 0 0,-2 3 0 0 0,1 0 0 0 0,-1 0 0 0 0,1-1 0 0 0,-1 1-1 0 0,1 0 1 0 0,-1 0 0 0 0,0 0 0 0 0,0 1 0 0 0,0-1 0 0 0,0 0 0 0 0,-2-2-1 0 0,2 2 0 0 0,-1 0-1 0 0,1 0 1 0 0,0 0 0 0 0,0 0-1 0 0,0 0 1 0 0,0 0-1 0 0,0-1 1 0 0,1 1-1 0 0,-1 0 1 0 0,0-1-1 0 0,1-2 1 0 0,-5-10-3 0 0,4 13 5 0 0,0 1 0 0 0,0-1-1 0 0,1 1 1 0 0,-1-1 0 0 0,1 0-1 0 0,-1 1 1 0 0,1-1 0 0 0,-1 0-1 0 0,1 0 1 0 0,0 1-1 0 0,0-3 1 0 0,-5-13-7 0 0,-1-8 6 0 0,1 13 5 0 0,-1-7-12 0 0,6-85-256 0 0,-11 74 265 0 0,0-6 29 0 0,0 5-17 0 0,11 28-13 0 0,0 1 1 0 0,-1-1-1 0 0,0 0 0 0 0,0 0 1 0 0,0 1-1 0 0,0-1 0 0 0,0 1 1 0 0,0-1-1 0 0,0 1 0 0 0,-3-3 1 0 0,3 3-1 0 0,0 0 0 0 0,0 0 0 0 0,0 0 0 0 0,0 0 0 0 0,0 0 0 0 0,0 0 0 0 0,0 0 0 0 0,1-1 0 0 0,-1-2 0 0 0,-5-11 0 0 0,1-1 0 0 0,4 14 1 0 0,1 1-1 0 0,-1-1 1 0 0,1 1 0 0 0,-1-1-1 0 0,0 1 1 0 0,0-1 0 0 0,0 1-1 0 0,0-1 1 0 0,-2-2 0 0 0,1 2-1 0 0,1 0 1 0 0,-1 0 0 0 0,1 0 0 0 0,-1 0 0 0 0,1-1-1 0 0,0 1 1 0 0,1 0 0 0 0,-1 0 0 0 0,0-7 0 0 0,1 9-2 0 0,0-1 0 0 0,0 1 1 0 0,0 0-1 0 0,1 0 1 0 0,-2 0-1 0 0,1 0 0 0 0,0 0 1 0 0,0 0-1 0 0,0 0 0 0 0,0-1 1 0 0,-1 1-1 0 0,1 0 0 0 0,0 0 1 0 0,-1 0-1 0 0,1 0 0 0 0,-1 0 1 0 0,1 0-1 0 0,-1 0 0 0 0,0 0 1 0 0,1 0-1 0 0,-2-1 1 0 0,0 0-2 0 0,0-7-4 0 0,0-35-11 0 0,1 42 10 0 0,-1-1 1 0 0,1 1-1 0 0,0-1 0 0 0,0 1 1 0 0,0-1-1 0 0,0 1 0 0 0,1-1 0 0 0,-1 1 1 0 0,1-1-1 0 0,-1 0 0 0 0,1 0 1 0 0,0 1-1 0 0,0-1 0 0 0,1-5 0 0 0,-5-2-5 0 0,-3-10-2 0 0,7 18 14 0 0,0 1 0 0 0,1-1 1 0 0,-1 1-1 0 0,0 0 0 0 0,0 0 0 0 0,0 0 0 0 0,0 0 0 0 0,0 0 0 0 0,0 0 0 0 0,0 0 0 0 0,-1-1 0 0 0,1 1 0 0 0,0 0 0 0 0,-1 0 1 0 0,1 0-1 0 0,0 0 0 0 0,-1 0 0 0 0,0 0 0 0 0,1 0 0 0 0,-1 0 0 0 0,1 0 0 0 0,-1 0 0 0 0,0 1 0 0 0,0-1 0 0 0,-1-1 0 0 0,1-1 0 0 0,0 0 0 0 0,1 1 0 0 0,-1-1-1 0 0,1 0 1 0 0,0 0 0 0 0,0 1 0 0 0,0-1-1 0 0,0 0 1 0 0,0 0 0 0 0,1-3-1 0 0,-1 2-11 0 0,0-50-239 0 0,0 53 227 0 0,0-42-265 0 0,0 11 49 0 0,0 1 133 0 0,0 31 107 0 0,0-1 0 0 0,0 1 0 0 0,0-1 0 0 0,0 1 0 0 0,0-1 0 0 0,0 0 0 0 0,0 1-1 0 0,-1-1 1 0 0,1 1 0 0 0,0-1 0 0 0,0 1 0 0 0,0-1 0 0 0,-1 1 0 0 0,1-1 0 0 0,0 1 0 0 0,-1-1 0 0 0,1 1 0 0 0,-1-1 0 0 0,1 1 0 0 0,-1-1 0 0 0,-5-10-57 0 0,6 10 43 0 0,-1-12-611 0 0,0 12 625 0 0,0 1-10 0 0,1 0 0 0 0,-1 0 1 0 0,1-1-1 0 0,-1 1 0 0 0,1 0 0 0 0,-1-1 1 0 0,1 1-1 0 0,-1-1 0 0 0,1 1 0 0 0,-1-1 1 0 0,1 1-1 0 0,0 0 0 0 0,-1-1 0 0 0,1 1 1 0 0,0-1-1 0 0,-1 0 0 0 0,1 1 0 0 0,0-1 1 0 0,0 1-1 0 0,0-1 0 0 0,-1 1 1 0 0,1-1-1 0 0,0 0 0 0 0,0 1 0 0 0,0-1 1 0 0,0 1-1 0 0,0-1 0 0 0,0 0 0 0 0,0 1 1 0 0,0-2-1 0 0,0 1-33 0 0,-1-12-96 0 0,0 12 125 0 0,0 0 0 0 0,0 1 0 0 0,0-1 0 0 0,1 0 0 0 0,-1 0 1 0 0,0 0-1 0 0,1 0 0 0 0,-1 0 0 0 0,1 0 0 0 0,-1 0 0 0 0,1-1 0 0 0,0 1 0 0 0,-1 0 0 0 0,1 0 1 0 0,0-2-1 0 0,-20 16-757 0 0,18-12 763 0 0,1 0 1 0 0,0 1-1 0 0,0-1 0 0 0,0 1 0 0 0,0-1 1 0 0,0 1-1 0 0,0-1 0 0 0,0 1 0 0 0,0 0 1 0 0,1-1-1 0 0,-1 1 0 0 0,1 0 0 0 0,-1-1 1 0 0,1 1-1 0 0,0 0 0 0 0,-1 0 0 0 0,1 0 1 0 0,0-1-1 0 0,0 1 0 0 0,1 3 0 0 0,-6 7-26 0 0,-1 6-1 0 0,1-5 1 0 0,4-12 33 0 0,1 0-1 0 0,-1 0 1 0 0,0 0-1 0 0,1 0 0 0 0,-1 0 1 0 0,1 1-1 0 0,-1-1 1 0 0,1 0-1 0 0,0 1 0 0 0,-1-1 1 0 0,1 0-1 0 0,0 0 1 0 0,0 2-1 0 0,0 0 0 0 0,0-1 0 0 0,0 1 0 0 0,0 0 0 0 0,0-1 0 0 0,-1 1 0 0 0,1 0 0 0 0,-1-1 0 0 0,0 1 0 0 0,1-1 0 0 0,-1 1 0 0 0,0-1-1 0 0,-3 5 1 0 0,3-3 1 0 0,0 1 0 0 0,0-1-1 0 0,0 1 1 0 0,1 0 0 0 0,-1-1-1 0 0,1 1 1 0 0,1 0 0 0 0,0 7-1 0 0,0 6-2 0 0,-1-15 4 0 0,0 1 0 0 0,0-1 0 0 0,0 0 1 0 0,0 0-1 0 0,0 0 0 0 0,-1 0 0 0 0,0 0 0 0 0,0 0 1 0 0,0 0-1 0 0,0 0 0 0 0,0 0 0 0 0,-2 3 0 0 0,2 0 1 0 0,-1 0-1 0 0,1 0 0 0 0,1 0 1 0 0,-1-1-1 0 0,1 1 1 0 0,0 0-1 0 0,1 0 0 0 0,0 7 1 0 0,0 5 1 0 0,-1-16-2 0 0,1 1 1 0 0,-1-1-1 0 0,0 1 1 0 0,-1-1-1 0 0,1 1 1 0 0,0-1-1 0 0,-1 1 1 0 0,1-1-1 0 0,-1 1 1 0 0,0-1-1 0 0,0 0 1 0 0,0 1-1 0 0,0-1 1 0 0,-2 3-1 0 0,2-1-2 0 0,0 1 0 0 0,0 0 1 0 0,0-1-1 0 0,1 1 0 0 0,0 0 0 0 0,0-1 0 0 0,0 1 1 0 0,1 7-1 0 0,0 4-5 0 0,4-4 1 0 0,-4-11 6 0 0,0-1-1 0 0,-1 1 1 0 0,1-1-1 0 0,-1 1 1 0 0,0 0 0 0 0,1-1-1 0 0,-1 1 1 0 0,1 0-1 0 0,-1-1 1 0 0,0 1-1 0 0,0 0 1 0 0,1 0-1 0 0,-1-1 1 0 0,0 1-1 0 0,0 0 1 0 0,0 0-1 0 0,0 0 1 0 0,0 1-1 0 0,0 75-32 0 0,0-76 28 0 0,-1 12-59 0 0,1-13 64 0 0,0 0-1 0 0,0 0 0 0 0,0 0 1 0 0,0 1-1 0 0,0-1 0 0 0,0 0 0 0 0,0 0 1 0 0,0 1-1 0 0,0-1 0 0 0,0 0 1 0 0,0 0-1 0 0,0 0 0 0 0,0 1 1 0 0,0-1-1 0 0,0 0 0 0 0,0 0 1 0 0,0 1-1 0 0,0-1 0 0 0,0 0 0 0 0,-1 0 1 0 0,1 0-1 0 0,0 0 0 0 0,0 1 1 0 0,0-1-1 0 0,0 0 0 0 0,0 0 1 0 0,-1 0-1 0 0,1 0 0 0 0,0 1 0 0 0,0-1 1 0 0,0 0-1 0 0,0 0 0 0 0,-1 0 1 0 0,1 0-1 0 0,0 0 0 0 0,0 0 1 0 0,0 0-1 0 0,-1 0 0 0 0,1 1 1 0 0,0-1-1 0 0,0 0 0 0 0,-1 0 0 0 0,1 0 1 0 0,0 0-1 0 0,0 0 0 0 0,0 0 1 0 0,-1 0-1 0 0,1 0 0 0 0,0 0 1 0 0,0-1-1 0 0,-1 1 0 0 0,1 0 0 0 0,0 0 1 0 0,0 0-1 0 0,0 0 0 0 0,-1 0 1 0 0,-1 30-464 0 0,-1-24 468 0 0,2-5-3 0 0,0 0-1 0 0,1 0 1 0 0,-1 0 0 0 0,0 1-1 0 0,1-1 1 0 0,-1 0 0 0 0,1 0 0 0 0,-1 0-1 0 0,1 0 1 0 0,-1 1 0 0 0,1-1-1 0 0,0 0 1 0 0,0 0 0 0 0,-1 3-1 0 0,2 2 1 0 0,-1-1 0 0 0,0 1 0 0 0,0 0 0 0 0,0-1 0 0 0,-2 8 0 0 0,1-13-2 0 0,0 1 1 0 0,1-1 0 0 0,-1 1 0 0 0,0-1 0 0 0,1 1-1 0 0,-1-1 1 0 0,0 1 0 0 0,1 0 0 0 0,-1-1 0 0 0,1 1-1 0 0,-1 0 1 0 0,1-1 0 0 0,0 1 0 0 0,-1 0-1 0 0,1-1 1 0 0,0 1 0 0 0,-1 0 0 0 0,1 0 0 0 0,0 0-1 0 0,0-1 1 0 0,0 1 0 0 0,0 0 0 0 0,0 0 0 0 0,0 0-1 0 0,0-1 1 0 0,0 1 0 0 0,0 0 0 0 0,0 0-1 0 0,0 0 1 0 0,1 0 0 0 0,-1 1 1 0 0,0-1-3 0 0,0 0-9 0 0,0 4 10 0 0,0-3 3 0 0,0 6 1 0 0,0-6-1 0 0,0-1-1 0 0,1 0 1 0 0,-1 1 0 0 0,0-1 0 0 0,0 0 0 0 0,0 1 0 0 0,0-1 0 0 0,0 0-1 0 0,0 1 1 0 0,-1-1 0 0 0,1 0 0 0 0,0 0 0 0 0,0 1 0 0 0,-1-1-1 0 0,1 0 1 0 0,-1 0 0 0 0,0 1 0 0 0,1-1 0 0 0,-1 0 0 0 0,0 0 0 0 0,1 0-1 0 0,-1 0 1 0 0,0 0 0 0 0,-2 1 0 0 0,0 11-21 0 0,1-12 20 0 0,1 0-1 0 0,-1 0 0 0 0,1 0 1 0 0,0 0-1 0 0,-1 0 0 0 0,1 0 1 0 0,0 1-1 0 0,0-1 1 0 0,0 0-1 0 0,0 1 0 0 0,0-1 1 0 0,0 1-1 0 0,0-1 0 0 0,0 1 1 0 0,1 0-1 0 0,-1-1 0 0 0,0 1 1 0 0,1 0-1 0 0,0-1 0 0 0,-1 1 1 0 0,1 0-1 0 0,0 0 1 0 0,0-1-1 0 0,0 1 0 0 0,0 0 1 0 0,0 0-1 0 0,1 2 0 0 0,-4 2-2 0 0,3-6 2 0 0,0 0 0 0 0,0 0 1 0 0,0 0-1 0 0,0 0 0 0 0,1 0 0 0 0,-1 0 1 0 0,0 0-1 0 0,0 0 0 0 0,0 0 0 0 0,0 0 1 0 0,0 0-1 0 0,0 0 0 0 0,1 0 0 0 0,-1 0 1 0 0,0 0-1 0 0,0 0 0 0 0,0 0 0 0 0,0 0 1 0 0,0 1-1 0 0,0-1 0 0 0,0 0 0 0 0,1 0 0 0 0,-1 0 1 0 0,0 0-1 0 0,0 0 0 0 0,0 0 0 0 0,0 0 1 0 0,0 1-1 0 0,0-1 0 0 0,0 0 0 0 0,0 0 1 0 0,0 0-1 0 0,0 0 0 0 0,0 0 0 0 0,0 0 1 0 0,0 1-1 0 0,0-1 0 0 0,0 0 0 0 0,0 0 1 0 0,0 0-1 0 0,0 0 0 0 0,0 0 0 0 0,0 1 1 0 0,0-1-1 0 0,0 0 0 0 0,0 0 0 0 0,0 0 1 0 0,0 0-1 0 0,0 0 0 0 0,0 0 0 0 0,0 1 0 0 0,0-1 1 0 0,0 0-1 0 0,0 0 0 0 0,0 0 0 0 0,-1 0 1 0 0,1 0-1 0 0,0 0 0 0 0,0 0 0 0 0,0 0 1 0 0,0 1-1 0 0,0-1 0 0 0,0 0 0 0 0,0 0 1 0 0,-1 0-1 0 0,1 0 0 0 0,0 0 0 0 0,2 0 2 0 0,29-19 4 0 0,-31 18-6 0 0,0 1 0 0 0,1-1 0 0 0,-1 1 1 0 0,0 0-1 0 0,0-1 0 0 0,1 1 0 0 0,-1-1 0 0 0,0 1 1 0 0,0 0-1 0 0,0-1 0 0 0,0 1 0 0 0,0-1 0 0 0,1 1 1 0 0,-1-1-1 0 0,0 1 0 0 0,0-1 0 0 0,0 1 0 0 0,0-1 1 0 0,0 1-1 0 0,0 0 0 0 0,-1-1 0 0 0,1 1 1 0 0,0-1-1 0 0,0 0 0 0 0,1-11 7 0 0,1 9-4 0 0,0 0 0 0 0,-1 0 0 0 0,0 0 0 0 0,1 0 0 0 0,-1 0 0 0 0,0-1 0 0 0,-1 1 0 0 0,1 0 0 0 0,0 0 1 0 0,-1-1-1 0 0,0-6 0 0 0,-1-50 13 0 0,-1 30-29 0 0,7 11 15 0 0,1-6-1 0 0,-6 20 0 0 0,0 1 1 0 0,1-1-1 0 0,-1 0 1 0 0,1 0-1 0 0,0 1 0 0 0,0-1 1 0 0,0 0-1 0 0,3-5 1 0 0,7-33 6 0 0,0 1-12 0 0,-10 41 3 0 0,-1-1 0 0 0,1 0 0 0 0,-1 1 0 0 0,1-1 0 0 0,-1 0 1 0 0,0 1-1 0 0,0-1 0 0 0,0 0 0 0 0,0 1 0 0 0,0-1 0 0 0,0 0 0 0 0,-1 1 1 0 0,1-3-1 0 0,-1 3 0 0 0,1-1 0 0 0,-1 1 0 0 0,1 0 0 0 0,0-1 0 0 0,0 1 0 0 0,0 0 0 0 0,0 0 0 0 0,0-1 0 0 0,0 1 0 0 0,0 0 1 0 0,0-1-1 0 0,1 1 0 0 0,-1 0 0 0 0,0 0 0 0 0,1-1 0 0 0,-1 1 0 0 0,2-2 0 0 0,0-1 3 0 0,0-1-1 0 0,-1 1 1 0 0,1-1-1 0 0,-1 0 1 0 0,0 0-1 0 0,-1 0 1 0 0,1 1-1 0 0,-1-1 1 0 0,0 0 0 0 0,0 0-1 0 0,-1-8 1 0 0,1-2 12 0 0,0 14-14 0 0,-1-1 2 0 0,11-6-5 0 0,-10 8 2 0 0,1-1-1 0 0,-1 0 1 0 0,1 1 0 0 0,-1-1-1 0 0,0 0 1 0 0,0 1 0 0 0,1-1 0 0 0,-1 0-1 0 0,0 0 1 0 0,0 1 0 0 0,0-1-1 0 0,0 0 1 0 0,0 0 0 0 0,0 1-1 0 0,0-1 1 0 0,0 0 0 0 0,0 1-1 0 0,0-1 1 0 0,-1-1 0 0 0,1-8 7 0 0,0-32 23 0 0,0 41-22 0 0,0 0-2 0 0,0-6-4 0 0,1 6-1 0 0,-1 0 0 0 0,0 0 0 0 0,0 0 1 0 0,0 0-1 0 0,0 1 0 0 0,0-1 0 0 0,0 0 0 0 0,0 0 0 0 0,0 0 0 0 0,0 0 0 0 0,0 1 0 0 0,0-1 0 0 0,0 0 0 0 0,-1 0 0 0 0,1 0 1 0 0,0 1-1 0 0,-1-1 0 0 0,1 0 0 0 0,-1 0 0 0 0,1 1 0 0 0,0-1 0 0 0,-1 0 0 0 0,0 1 0 0 0,1-1 0 0 0,-1 0 0 0 0,1 1 0 0 0,-1-1 0 0 0,0 1 1 0 0,1-1-1 0 0,-2 0 0 0 0,0-23 1 0 0,2-31 10 0 0,0 54-11 0 0,0-1-1 0 0,0 1 1 0 0,0-1 0 0 0,0 1 0 0 0,0-1 0 0 0,0 0-1 0 0,0 1 1 0 0,-1-1 0 0 0,1 1 0 0 0,0-1 0 0 0,-1 1 0 0 0,1-1-1 0 0,-1 1 1 0 0,0-1 0 0 0,0 1 0 0 0,1 0 0 0 0,-1-1 0 0 0,-2-1-1 0 0,2 0 4 0 0,0 1-1 0 0,1-1 0 0 0,-1 1 0 0 0,1-1 0 0 0,-1 0 1 0 0,1 1-1 0 0,0-1 0 0 0,0 0 0 0 0,0 1 1 0 0,1-6-1 0 0,0 0 9 0 0,-5 2-7 0 0,-3-8 6 0 0,7 13-9 0 0,1-1 0 0 0,-1 1 0 0 0,0-1 0 0 0,0 1 0 0 0,-1-1 0 0 0,1 0 0 0 0,0 1-1 0 0,0-1 1 0 0,-1 1 0 0 0,1-1 0 0 0,-1 1 0 0 0,1-1 0 0 0,-1 1 0 0 0,0-1 0 0 0,1 1-1 0 0,-1 0 1 0 0,0-1 0 0 0,-2-1 0 0 0,1-13 1 0 0,2 7 17 0 0,5 20-24 0 0,-4-10 5 0 0,-1-1-1 0 0,1 1 1 0 0,-1-1 0 0 0,1 1 0 0 0,-1 0 0 0 0,1-1 0 0 0,-1 1-1 0 0,0 0 1 0 0,1-1 0 0 0,-1 1 0 0 0,0 0 0 0 0,0 0 0 0 0,1-1-1 0 0,-1 1 1 0 0,0 0 0 0 0,0 0 0 0 0,0 1 0 0 0,5 8 0 0 0,-5-9 0 0 0,1 0 0 0 0,0-1 0 0 0,-1 1 0 0 0,1 0 0 0 0,-1-1 0 0 0,1 1 0 0 0,-1 0 0 0 0,0 0 0 0 0,1-1 0 0 0,-1 1 0 0 0,0 0 0 0 0,0 0 0 0 0,1 0 0 0 0,-1 0 0 0 0,0 0 0 0 0,0-1 0 0 0,0 1 0 0 0,0 1 0 0 0,11 21-19 0 0,-11-23 19 0 0,0 1 0 0 0,0-1 0 0 0,0 1 0 0 0,0-1 0 0 0,0 1 0 0 0,0-1 0 0 0,0 0 0 0 0,0 1 0 0 0,0-1 0 0 0,0 1-1 0 0,0-1 1 0 0,0 1 0 0 0,1-1 0 0 0,-1 0 0 0 0,0 1 0 0 0,0-1 0 0 0,1 1 0 0 0,-1-1 0 0 0,0 0 0 0 0,0 1 0 0 0,1-1 0 0 0,-1 0 0 0 0,0 1 0 0 0,1-1 0 0 0,-1 0 0 0 0,0 0 0 0 0,1 1 0 0 0,0-1 0 0 0,-1 0 0 0 0,1 0-1 0 0,-1 1 1 0 0,0-1 0 0 0,0 0 0 0 0,1 0 0 0 0,-1 0 0 0 0,0 1 0 0 0,0-1 0 0 0,1 0 0 0 0,-1 0 0 0 0,0 1 0 0 0,0-1 0 0 0,1 0 0 0 0,-1 0 0 0 0,0 1 0 0 0,0-1 0 0 0,0 0 0 0 0,0 0 0 0 0,0 1 0 0 0,1-1 0 0 0,-1 0 0 0 0,0 1 0 0 0,0-1 0 0 0,0 0 0 0 0,0 1-1 0 0,0-1 1 0 0,0 0 0 0 0,0 1 0 0 0,20 16-7 0 0,-18-16 4 0 0,10 4-8 0 0,41 21 30 0 0,-9-2 17 0 0,-12-5-16 0 0,-20-10 1 0 0,2-1 0 0 0,26 12 1 0 0,5 22 2 0 0,-37-34-9 0 0,-4-5-9 0 0,-1 1 0 0 0,1-1 0 0 0,-1 1 0 0 0,0-1 0 0 0,0 1 0 0 0,0 0 0 0 0,-1 0 0 0 0,1 0 0 0 0,-1 1-1 0 0,2 4 1 0 0,-3-6-3 0 0,0 0 0 0 0,1 1 0 0 0,-1-1 0 0 0,1 0 0 0 0,0-1 0 0 0,-1 1 0 0 0,1 0 0 0 0,1 0 0 0 0,-1-1-1 0 0,0 1 1 0 0,4 2 0 0 0,0 1 2 0 0,12 17-5 0 0,-13-16-1 0 0,0 1 1 0 0,1-1-1 0 0,-1-1 0 0 0,2 1 0 0 0,12 10 1 0 0,-4-7-6 0 0,-12-8 4 0 0,-1 0-1 0 0,1 0 1 0 0,0 0 0 0 0,0 0 0 0 0,0 0 0 0 0,0-1 0 0 0,0 0-1 0 0,0 1 1 0 0,0-1 0 0 0,1 0 0 0 0,3 0 0 0 0,7 5-80 0 0,26 13-1310 0 0,-38-19 968 0 0,9 6-3804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47 0 0 0,'0'0'811'0'0,"-2"-19"2213"0"0,1 18-2856 0 0,-7-6-33 0 0,8-3 3429 0 0,-12 4 223 0 0,5 2-346 0 0,4 7-1824 0 0,3-2-1566 0 0,0 30 41 0 0,11 17-13 0 0,-11-46-76 0 0,1 0 0 0 0,-1 0 0 0 0,1-1 0 0 0,-1 1 0 0 0,1 0 0 0 0,0 0 0 0 0,0 0 0 0 0,0-1 0 0 0,0 1 0 0 0,0 0 0 0 0,2 1 0 0 0,-2-1-1 0 0,0 0 0 0 0,0-1-1 0 0,1 1 1 0 0,-1 0 0 0 0,0 0-1 0 0,-1 0 1 0 0,1 0 0 0 0,0 0-1 0 0,-1 0 1 0 0,1 0 0 0 0,0 3 0 0 0,-1-2 2 0 0,1-1 0 0 0,0 1 0 0 0,-1 0 1 0 0,1-1-1 0 0,0 1 0 0 0,0-1 0 0 0,0 1 1 0 0,1-1-1 0 0,2 4 0 0 0,4 10 18 0 0,79 221 206 0 0,-76-199-208 0 0,0-2 19 0 0,-7-6 4 0 0,-2-25-43 0 0,-1 1 1 0 0,1-1-1 0 0,-1 1 0 0 0,1-1 0 0 0,-1 1 0 0 0,-1-1 0 0 0,1 1 1 0 0,-1 0-1 0 0,-1 10 0 0 0,1-2-20 0 0,1-13 11 0 0,7-1-1 0 0,-6 0 5 0 0,-13 1-6247 0 0,3-3 5008 0 0,2 1 318 0 0,0-1 1 0 0,0 1 0 0 0,1-1-1 0 0,-1 0 1 0 0,1-1 0 0 0,0 1-1 0 0,0-1 1 0 0,-7-5-1 0 0,10 2-427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135 510 0 0 0,'0'0'2144'0'0,"-11"-13"1483"0"0,11 9-3271 0 0,-1 2-282 0 0,1 1 1 0 0,0 0 0 0 0,0-1 0 0 0,0 1-1 0 0,0-1 1 0 0,0 1 0 0 0,0 0-1 0 0,0-1 1 0 0,0 1 0 0 0,1 0-1 0 0,-1-1 1 0 0,1 1 0 0 0,-1 0-1 0 0,1-1 1 0 0,-1 1 0 0 0,1 0 0 0 0,-1 0-1 0 0,1 0 1 0 0,0-1 0 0 0,0 1-1 0 0,0 0 1 0 0,1-1 0 0 0,-2 2-47 0 0,0-1 0 0 0,1 1 0 0 0,-1-1 0 0 0,0 1 0 0 0,0-1 1 0 0,1 1-1 0 0,-1-1 0 0 0,0 1 0 0 0,0-1 0 0 0,0 1 0 0 0,0-1 0 0 0,0 1 1 0 0,0-1-1 0 0,0 1 0 0 0,0-1 0 0 0,0 1 0 0 0,0-1 0 0 0,0 1 0 0 0,0-1 1 0 0,0 1-1 0 0,0-1 0 0 0,-1 0 0 0 0,1 0-2 0 0,0 1 0 0 0,0-1 1 0 0,0 1-1 0 0,-1-1 0 0 0,1 0 0 0 0,0 1 0 0 0,0-1 1 0 0,0 1-1 0 0,0-1 0 0 0,0 0 0 0 0,0 1 0 0 0,0-1 1 0 0,0 1-1 0 0,1-1 0 0 0,-1 1 0 0 0,0-1 0 0 0,0 0 1 0 0,0 1-1 0 0,1-1 0 0 0,-1 1 0 0 0,0-1 0 0 0,0 1 1 0 0,1-1-1 0 0,0 0-26 0 0,-1 1 23 0 0,1 0 0 0 0,-1 0 0 0 0,1-1 0 0 0,0 1 0 0 0,-1 0 0 0 0,1-1 1 0 0,-1 1-1 0 0,1-1 0 0 0,-1 1 0 0 0,0-1 0 0 0,1 1 0 0 0,-1-1 0 0 0,1 1 0 0 0,-1-1 0 0 0,0 1 0 0 0,0-1 0 0 0,1 1 0 0 0,-1-1 1 0 0,0 1-1 0 0,0-1 0 0 0,1 0 0 0 0,-1 1 0 0 0,0-1 0 0 0,0 0 0 0 0,0 1 0 0 0,0-1 0 0 0,0 1 0 0 0,0-1 0 0 0,0 0 0 0 0,0 1 0 0 0,-1-2 1 0 0,6-2 187 0 0,-5 4-203 0 0,1 0 0 0 0,-1 0 0 0 0,0 0 0 0 0,1 0 0 0 0,-1-1 0 0 0,0 1 0 0 0,1 0 0 0 0,-1 0-1 0 0,0 0 1 0 0,0-1 0 0 0,1 1 0 0 0,-1 0 0 0 0,0 0 0 0 0,0-1 0 0 0,1 1 0 0 0,-1 0-1 0 0,0-1 1 0 0,0 1 0 0 0,0 0 0 0 0,1-1 0 0 0,-1 1 0 0 0,0 0 0 0 0,0-1 0 0 0,0 1-1 0 0,0 0 1 0 0,0-1 0 0 0,0 1 0 0 0,0 0 0 0 0,0-1 0 0 0,0 1 0 0 0,0-1 0 0 0,1 0 7 0 0,-1 0 0 0 0,0 0 1 0 0,0 1-1 0 0,1-1 0 0 0,-1 0 1 0 0,1 0-1 0 0,-1 1 1 0 0,0-1-1 0 0,1 0 0 0 0,-1 0 1 0 0,1 1-1 0 0,0-1 0 0 0,-1 1 1 0 0,1-1-1 0 0,0 0 0 0 0,-1 1 1 0 0,2-1-1 0 0,-1 0-1 0 0,0 1 1 0 0,0-1-1 0 0,0 0 0 0 0,0 1 1 0 0,-1-1-1 0 0,1 0 0 0 0,0 0 1 0 0,-1 1-1 0 0,1-1 0 0 0,0 0 1 0 0,-1 0-1 0 0,1 0 0 0 0,-1 0 1 0 0,1 0-1 0 0,-1 0 0 0 0,0 0 1 0 0,1 0-1 0 0,-1-2 0 0 0,1 1 1 0 0,0 0 1 0 0,0 0-1 0 0,0 0 0 0 0,0 0 0 0 0,0 0 0 0 0,1 0 0 0 0,-1 0 0 0 0,1 0 0 0 0,-1 0 0 0 0,4-2 0 0 0,-4 2-5 0 0,1 1 0 0 0,0-1 0 0 0,-1 0 1 0 0,1 1-1 0 0,-1-1 0 0 0,0 0 0 0 0,1 0 0 0 0,-1 0 0 0 0,0 0 0 0 0,1-4 0 0 0,-1 4-4 0 0,-1 0 1 0 0,1 0-1 0 0,0 0 0 0 0,0 0 0 0 0,0 0 1 0 0,1 0-1 0 0,-1 0 0 0 0,0 0 0 0 0,1 0 1 0 0,0 0-1 0 0,2-2 0 0 0,-2 3 1 0 0,-1-1 1 0 0,1 1-1 0 0,-1-1 0 0 0,1 0 1 0 0,-1 1-1 0 0,0-1 0 0 0,0 0 0 0 0,0 0 1 0 0,0 0-1 0 0,0 0 0 0 0,1-2 1 0 0,-2 3-5 0 0,0-1 1 0 0,1 1 0 0 0,-1 0-1 0 0,1-1 1 0 0,-1 1 0 0 0,1 0-1 0 0,0 0 1 0 0,0-1 0 0 0,0 1-1 0 0,-1 0 1 0 0,1 0 0 0 0,0 0-1 0 0,2-1 1 0 0,-2 1-1 0 0,0 0 0 0 0,0 0 0 0 0,0 0-1 0 0,-1 0 1 0 0,1-1 0 0 0,0 1 0 0 0,0 0 0 0 0,-1 0-1 0 0,1-1 1 0 0,0 1 0 0 0,-1 0 0 0 0,1-1 0 0 0,-1-1-1 0 0,11-26 100 0 0,0 10-29 0 0,-7 14-36 0 0,-3 4-33 0 0,-1 1-1 0 0,1-1 0 0 0,-1 1 1 0 0,1-1-1 0 0,-1 1 0 0 0,1-1 0 0 0,-1 1 1 0 0,1-1-1 0 0,-1 1 0 0 0,0-1 1 0 0,1 0-1 0 0,-1 1 0 0 0,0-1 1 0 0,0 0-1 0 0,1 1 0 0 0,-1-1 0 0 0,0 0 1 0 0,0-1-1 0 0,2 1 3 0 0,0 1 1 0 0,-1-1-1 0 0,1 0 1 0 0,0 1-1 0 0,-1-1 1 0 0,1 0-1 0 0,0 0 0 0 0,-1-1 1 0 0,1 1-1 0 0,-1 0 1 0 0,0 0-1 0 0,2-2 0 0 0,-1-3-1 0 0,-1 6-5 0 0,0 0-1 0 0,0 0 1 0 0,0-1 0 0 0,0 1 0 0 0,0 0 0 0 0,0-1 0 0 0,0 1-1 0 0,0-1 1 0 0,0 1 0 0 0,0-1 0 0 0,0 0 0 0 0,-1 1 0 0 0,1-1 0 0 0,0 0-1 0 0,0 1 1 0 0,-1-1 0 0 0,1 0 0 0 0,1-2 0 0 0,32-15-1 0 0,-14 5-1 0 0,-16 10 4 0 0,0 0 0 0 0,-1 1 0 0 0,1 0 0 0 0,0-1 1 0 0,1 2-1 0 0,6-4 0 0 0,12-9 31 0 0,-3-1 10 0 0,-18 14-39 0 0,6-3 29 0 0,-1-1 0 0 0,0 1-1 0 0,0-1 1 0 0,8-7 0 0 0,16-3 49 0 0,-11 6-17 0 0,-14 8-55 0 0,0-1 0 0 0,0 0 1 0 0,0 1-1 0 0,0 0 0 0 0,0 1 0 0 0,0-1 0 0 0,0 1 0 0 0,10 1 0 0 0,-4-1 4 0 0,-10 0-7 0 0,0 0 0 0 0,30 6 13 0 0,-27-4-17 0 0,-1-1-1 0 0,1 0 1 0 0,-1 1-1 0 0,0 0 1 0 0,1 0-1 0 0,-1 0 1 0 0,4 3-1 0 0,-7-4 0 0 0,1 0 6 0 0,18 6 22 0 0,-16-5-26 0 0,-1 0 0 0 0,1 0 0 0 0,-1 0 0 0 0,0 1 0 0 0,0-1 0 0 0,0 1 0 0 0,5 4 0 0 0,7 6 4 0 0,-6-7-11 0 0,0 2-1 0 0,0-1 0 0 0,-1 1 1 0 0,8 9-1 0 0,20 18 4 0 0,18 24 11 0 0,-50-55-7 0 0,0 0-1 0 0,-1 0 0 0 0,0 0 1 0 0,0 1-1 0 0,0-1 1 0 0,4 10-1 0 0,-5-9-1 0 0,1 0 1 0 0,-1 0-1 0 0,1-1 0 0 0,1 1 1 0 0,-1-1-1 0 0,8 8 0 0 0,-5-4 5 0 0,0-1 0 0 0,0 1 0 0 0,0 0 0 0 0,-1 0 0 0 0,-1 0 1 0 0,1 1-1 0 0,3 10 0 0 0,9 17-11 0 0,-14-32 7 0 0,-1 1-1 0 0,0-1 1 0 0,-1 1 0 0 0,1-1 0 0 0,-1 1-1 0 0,1 5 1 0 0,-1-6-2 0 0,-1 0 1 0 0,1-1-1 0 0,0 1 0 0 0,0 0 0 0 0,0 0 1 0 0,1-1-1 0 0,-1 1 0 0 0,1 0 0 0 0,0-1 1 0 0,3 5-1 0 0,-3-5 1 0 0,0 0 0 0 0,0 0 0 0 0,0 0 0 0 0,-1 1 0 0 0,1-1 0 0 0,-1 0 0 0 0,0 1 1 0 0,0-1-1 0 0,0 1 0 0 0,0 4 0 0 0,10 23 5 0 0,0 6-16 0 0,0 5-13 0 0,-11-39 22 0 0,0-1 0 0 0,1 1 0 0 0,-1 0 0 0 0,1-1 0 0 0,0 1 0 0 0,0-1 0 0 0,0 1 0 0 0,0-1 0 0 0,0 1 1 0 0,2 2-1 0 0,-1-3 0 0 0,-1 1-1 0 0,1-1 1 0 0,-1 1 0 0 0,0-1 0 0 0,0 1 0 0 0,0 0 0 0 0,-1-1 0 0 0,1 1 0 0 0,0 0 0 0 0,-1 3 0 0 0,11 54 15 0 0,-10-46-10 0 0,-1-11-3 0 0,0 1-1 0 0,1-1 1 0 0,-1 1-1 0 0,0 0 1 0 0,-1-1 0 0 0,1 1-1 0 0,-1-1 1 0 0,1 1 0 0 0,-1-1-1 0 0,0 1 1 0 0,0-1 0 0 0,-1 0-1 0 0,-2 6 1 0 0,4-8-1 0 0,-1-1-1 0 0,1 1 0 0 0,0 0 1 0 0,-1-1-1 0 0,1 1 0 0 0,0 0 1 0 0,0-1-1 0 0,-1 1 0 0 0,1 0 1 0 0,0-1-1 0 0,0 1 0 0 0,0 0 1 0 0,0 0-1 0 0,0-1 0 0 0,0 1 1 0 0,0 0-1 0 0,0-1 0 0 0,0 1 1 0 0,1 1-1 0 0,-2 15 17 0 0,-3-12-11 0 0,1 1-1 0 0,0 0 0 0 0,0 1 1 0 0,1-1-1 0 0,-3 11 1 0 0,-6 7 31 0 0,10-22-33 0 0,1-1 0 0 0,0 1 1 0 0,0-1-1 0 0,-1 1 0 0 0,1-1 0 0 0,-1 1 0 0 0,0-1 1 0 0,1 0-1 0 0,-1 1 0 0 0,0-1 0 0 0,0 0 0 0 0,0 1 0 0 0,1-1 1 0 0,-3 2-1 0 0,2-2 1 0 0,0 0 1 0 0,0 0 0 0 0,0 0-1 0 0,0 1 1 0 0,0-1-1 0 0,0 0 1 0 0,0 0 0 0 0,1 1-1 0 0,-1-1 1 0 0,1 1-1 0 0,-1-1 1 0 0,1 1 0 0 0,-1-1-1 0 0,1 3 1 0 0,-2 2 30 0 0,1 0 1 0 0,-1 0-1 0 0,0 0 0 0 0,-1 0 1 0 0,0-1-1 0 0,0 1 0 0 0,0-1 1 0 0,0 0-1 0 0,-1 0 1 0 0,-5 6-1 0 0,-2 4 69 0 0,9-11-85 0 0,-1 0 1 0 0,1-1-1 0 0,-1 1 0 0 0,0-1 0 0 0,0 1 1 0 0,0-1-1 0 0,-1 0 0 0 0,-3 3 0 0 0,-15 18 124 0 0,-11 7 42 0 0,-11 12 20 0 0,41-41-195 0 0,1 0 1 0 0,-1 1 0 0 0,0 0-1 0 0,1-1 1 0 0,-1 1-1 0 0,1 0 1 0 0,0 0 0 0 0,-2 4-1 0 0,1-3-1 0 0,1-1 0 0 0,0 1 0 0 0,-1-1 0 0 0,0 1 0 0 0,0-1-1 0 0,0 0 1 0 0,0 0 0 0 0,-5 3 0 0 0,5-4 3 0 0,0 0 0 0 0,0 1 0 0 0,0-1 0 0 0,1 1 0 0 0,-1-1 0 0 0,1 1 0 0 0,-1 0 0 0 0,-1 3 0 0 0,2-2 6 0 0,-1-1-1 0 0,1 0 1 0 0,-1 1 0 0 0,0-1-1 0 0,0-1 1 0 0,0 1-1 0 0,-1 0 1 0 0,-3 2 0 0 0,-2 1 67 0 0,0 1 0 0 0,1 0 0 0 0,-10 9 0 0 0,14-12-20 0 0,1-1-1 0 0,-1 0 1 0 0,0 0-1 0 0,-1 0 1 0 0,1 0-1 0 0,0-1 0 0 0,-1 1 1 0 0,-6 1-1 0 0,-21 12 476 0 0,-8-4-46 0 0,36-10-405 0 0,1 0 0 0 0,0-1 0 0 0,-1 0 1 0 0,1 0-1 0 0,-1 0 0 0 0,0 0 0 0 0,1 0 1 0 0,-1-1-1 0 0,0 1 0 0 0,0-1 0 0 0,1 0 1 0 0,-1 0-1 0 0,0-1 0 0 0,1 1 1 0 0,-1-1-1 0 0,0 1 0 0 0,-3-3 0 0 0,-16-2 664 0 0,20 5-642 0 0,-1-1 1 0 0,1 0-1 0 0,-1 1 1 0 0,1-1 0 0 0,-1 0-1 0 0,1-1 1 0 0,-5-1-1 0 0,-11-5 369 0 0,16 6-355 0 0,-1 1-1 0 0,1 0 1 0 0,-1-1 0 0 0,1 0-1 0 0,0 0 1 0 0,-1 0 0 0 0,1 0-1 0 0,-5-6 1 0 0,-36-22 944 0 0,-9-8-414 0 0,-3-10-391 0 0,19 19-179 0 0,10 10-34 0 0,18 12-28 0 0,-5-7 64 0 0,11 11-58 0 0,0-1-1 0 0,0 1 1 0 0,0 0 0 0 0,0 0 0 0 0,0 0 0 0 0,-6-4-1 0 0,5 5 15 0 0,1-1-1 0 0,-1 0 0 0 0,1 0 1 0 0,0 0-1 0 0,-1-1 1 0 0,-3-5-1 0 0,-14-11 237 0 0,-23-41 138 0 0,37 51-392 0 0,6 8-21 0 0,-1 1-1 0 0,1-1 1 0 0,0 0 0 0 0,-1 0-1 0 0,1 1 1 0 0,0-1-1 0 0,0 0 1 0 0,1 0 0 0 0,-1 0-1 0 0,0 0 1 0 0,0-3-1 0 0,1 3-3 0 0,-1 1 0 0 0,1-1 0 0 0,0 1-1 0 0,-1-1 1 0 0,1 0 0 0 0,-1 1 0 0 0,0-1 0 0 0,1 1-1 0 0,-1 0 1 0 0,0-1 0 0 0,0 1 0 0 0,0 0 0 0 0,0-1-1 0 0,-1 0 1 0 0,1 1-1 0 0,0 0-1 0 0,0 0 0 0 0,0-1 1 0 0,0 1-1 0 0,0 0 1 0 0,0 0-1 0 0,1-1 1 0 0,-1 1-1 0 0,0 0 1 0 0,1-1-1 0 0,-1 1 0 0 0,1-1 1 0 0,-1-2-1 0 0,1 1 2 0 0,-1 1-1 0 0,1-1 0 0 0,-1 0 1 0 0,0 1-1 0 0,0-1 0 0 0,0 1 0 0 0,0-1 1 0 0,0 1-1 0 0,-2-3 0 0 0,1 2 2 0 0,1 1-1 0 0,-1-1 0 0 0,1 0 1 0 0,0 0-1 0 0,0 0 1 0 0,0 0-1 0 0,0 0 0 0 0,0 0 1 0 0,0-5-1 0 0,-3-8 3 0 0,3 15-4 0 0,0-1 0 0 0,0 1 1 0 0,0-1-1 0 0,1 1 0 0 0,-1-1 0 0 0,1 0 1 0 0,-1 1-1 0 0,1-1 0 0 0,0 0 1 0 0,0 1-1 0 0,-1-3 0 0 0,-9-45 5 0 0,5 34 1 0 0,4 13-6 0 0,0 1 1 0 0,0-1 0 0 0,1 0 0 0 0,-1 1-1 0 0,0-1 1 0 0,1 1 0 0 0,0-1 0 0 0,-1 0-1 0 0,1 1 1 0 0,0-1 0 0 0,0-2 0 0 0,0 0-1 0 0,0 1 0 0 0,-1-1 0 0 0,1 1 0 0 0,0-1 0 0 0,-1 1 0 0 0,0 0 0 0 0,0-1 0 0 0,0 1 0 0 0,0 0 0 0 0,-2-4 0 0 0,1 3 0 0 0,1-1 0 0 0,0 1 0 0 0,1-1 0 0 0,-1 1 0 0 0,1-1 0 0 0,0 0 0 0 0,0 1 0 0 0,0-1-1 0 0,2-5 1 0 0,-1-8-3 0 0,-1-60-21 0 0,11 46 28 0 0,-11 27-5 0 0,0 0 0 0 0,0 0 0 0 0,1 0 0 0 0,0 0 0 0 0,0 0 0 0 0,0 0 0 0 0,4-9 0 0 0,6-28-3 0 0,-9 38 1 0 0,0 0 0 0 0,0-1 0 0 0,0 1 1 0 0,-1-1-1 0 0,0 0 0 0 0,1-5 0 0 0,-1 9 3 0 0,-1 0-1 0 0,0 0 0 0 0,1-1 1 0 0,-1 1-1 0 0,0 0 1 0 0,1 0-1 0 0,0-1 0 0 0,-1 1 1 0 0,1 0-1 0 0,0 0 0 0 0,0 0 1 0 0,-1 0-1 0 0,1 0 1 0 0,0 0-1 0 0,1-1 0 0 0,-1 1 1 0 0,0 0-1 0 0,0 0 0 0 0,0 0 1 0 0,0 0-1 0 0,0 0 1 0 0,-1 0-1 0 0,1 0 0 0 0,0 0 1 0 0,-1 0-1 0 0,1-1 0 0 0,-1 1 1 0 0,1 0-1 0 0,-1 0 1 0 0,1-1-1 0 0,-1 0 0 0 0,0 1 1 0 0,0 0 0 0 0,0 1-1 0 0,0-1 1 0 0,0 1 0 0 0,1-1-1 0 0,-1 0 1 0 0,0 1 0 0 0,0-1 0 0 0,0 1-1 0 0,1-1 1 0 0,-1 1 0 0 0,0-1-1 0 0,0 1 1 0 0,1-1 0 0 0,-1 1-1 0 0,1-1 1 0 0,-1 1 0 0 0,0-1 0 0 0,1 1-1 0 0,0-1 1 0 0,4-9-4 0 0,0 4 9 0 0,-5 5-4 0 0,1 1-1 0 0,-1 0 1 0 0,0 0-1 0 0,1 0 0 0 0,-1 0 1 0 0,0-1-1 0 0,1 1 1 0 0,-1 0-1 0 0,0 0 1 0 0,0-1-1 0 0,1 1 0 0 0,-1 0 1 0 0,0 0-1 0 0,0-1 1 0 0,1 1-1 0 0,-1 0 0 0 0,0-1 1 0 0,0 1-1 0 0,0 0 1 0 0,0-1-1 0 0,1 1 1 0 0,-1 0-1 0 0,0-1 0 0 0,0 1 1 0 0,0 0-1 0 0,0-1 1 0 0,0 1-1 0 0,0-1 1 0 0,9-10-1 0 0,-1 5 3 0 0,-7 6-3 0 0,-1 0 0 0 0,0 0 0 0 0,0 0 1 0 0,0 0-1 0 0,1 0 0 0 0,-1 0 0 0 0,0 0 0 0 0,0 0 0 0 0,0 0 0 0 0,1-1 0 0 0,-1 1 0 0 0,0 0 0 0 0,0 0 1 0 0,0 0-1 0 0,0 0 0 0 0,1 0 0 0 0,-1-1 0 0 0,0 1 0 0 0,0 0 0 0 0,0 0 0 0 0,0 0 0 0 0,0 0 1 0 0,0-1-1 0 0,1 1 0 0 0,-1 0 0 0 0,0 0 0 0 0,0 0 0 0 0,0-1 0 0 0,0 1 0 0 0,0 0 0 0 0,0 0 0 0 0,0-1 1 0 0,0 1-1 0 0,0 0 0 0 0,0 0 0 0 0,0-1 0 0 0,0 0-4 0 0,-14-2-11833 0 0,-27 0 6679 0 0,7-3-852 0 0,14 6 4214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36 456 0 0,'-1'0'119'0'0,"0"0"1"0"0,0 0-1 0 0,0 0 1 0 0,0 0-1 0 0,-1 0 0 0 0,1-1 1 0 0,0 1-1 0 0,0 0 1 0 0,0-1-1 0 0,0 1 0 0 0,0-1 1 0 0,1 1-1 0 0,-1-1 1 0 0,0 1-1 0 0,0-1 0 0 0,-1-1 1 0 0,-11-3 826 0 0,11 5-722 0 0,-21-7 752 0 0,4-3-232 0 0,18 9 35 0 0,-10-5 4116 0 0,10 9-4892 0 0,1-1 0 0 0,0 0 0 0 0,0 0 1 0 0,0 0-1 0 0,1 0 0 0 0,-1 0 0 0 0,0 0 0 0 0,1 0 1 0 0,-1 0-1 0 0,1 0 0 0 0,0 0 0 0 0,0 0 0 0 0,-1 0 1 0 0,1 0-1 0 0,3 3 0 0 0,-1 19 14 0 0,10 5 9 0 0,-11-23-24 0 0,0 0 0 0 0,0 1 0 0 0,1-1 0 0 0,6 9 0 0 0,-6-10-1 0 0,0 1 0 0 0,0-1 1 0 0,-1 0-1 0 0,0 1 0 0 0,0-1 0 0 0,1 7 1 0 0,12 29 4 0 0,-10-31-3 0 0,0 0-1 0 0,-1 0 1 0 0,4 13-1 0 0,-5-12 2 0 0,1-1-1 0 0,0 0 1 0 0,7 12-1 0 0,10 31 13 0 0,1 3-8 0 0,0-2-23 0 0,-16-45 14 0 0,-1 1 0 0 0,-1 0 1 0 0,1 1-1 0 0,-2-1 1 0 0,4 13-1 0 0,8 21-12 0 0,-3-23 18 0 0,-10-17-3 0 0,1 0 0 0 0,-1 0 0 0 0,0 0 0 0 0,0 0 0 0 0,0 0 0 0 0,-1 1 0 0 0,1-1 0 0 0,-1 0 0 0 0,0 1 0 0 0,0 5 0 0 0,0-7-2 0 0,1 0 1 0 0,-1 1-1 0 0,1-1 1 0 0,0 0 0 0 0,0 0-1 0 0,0 0 1 0 0,0-1-1 0 0,4 6 1 0 0,-6-8-1 0 0,2 6 0 0 0,-2-6 0 0 0,0 1 0 0 0,0 0 0 0 0,0-1-1 0 0,0 1 1 0 0,0-1 0 0 0,0 1 0 0 0,0 0 0 0 0,0-1-1 0 0,1 1 1 0 0,-1-1 0 0 0,0 1 0 0 0,0-1 0 0 0,1 1 0 0 0,-1 0-1 0 0,0-1 1 0 0,1 1 0 0 0,-1-1 0 0 0,0 1 0 0 0,1-1 0 0 0,-1 0-1 0 0,1 1 1 0 0,0 0 0 0 0,-1-1 0 0 0,1 1 0 0 0,-1-1 0 0 0,0 0 0 0 0,1 1 0 0 0,-1-1 0 0 0,0 0 0 0 0,1 1 0 0 0,-1-1 0 0 0,0 1 0 0 0,1-1 0 0 0,-1 1 0 0 0,0-1 0 0 0,0 1 0 0 0,0-1 0 0 0,1 1 0 0 0,-1-1 0 0 0,0 1 0 0 0,0-1-1 0 0,0 1 1 0 0,0-1 0 0 0,0 1 0 0 0,0 0 0 0 0,5 10 5 0 0,-4-10-5 0 0,-1-1 0 0 0,1 1-1 0 0,-1-1 1 0 0,1 1 0 0 0,-1-1 0 0 0,0 1 0 0 0,1-1-1 0 0,-1 1 1 0 0,0-1 0 0 0,1 1 0 0 0,-1-1 0 0 0,0 1-1 0 0,0 0 1 0 0,0-1 0 0 0,1 1 0 0 0,-1 0 0 0 0,0-1-1 0 0,0 1 1 0 0,0 1 0 0 0,4 4 7 0 0,-4-6-7 0 0,1 1 0 0 0,-1-1 0 0 0,1 1 0 0 0,0-1 1 0 0,-1 1-1 0 0,0-1 0 0 0,1 1 0 0 0,-1-1 0 0 0,1 1 0 0 0,-1 0 0 0 0,0-1 0 0 0,1 1 0 0 0,-1 0 0 0 0,0-1 0 0 0,0 1 0 0 0,0 0 0 0 0,1-1 0 0 0,-1 1 0 0 0,0 0 1 0 0,0-1-1 0 0,0 2 0 0 0,5 14 47 0 0,1 4-3 0 0,-6 27 114 0 0,0-27-2962 0 0,-24-7-1310 0 0,22-12 3829 0 0,1 0 0 0 0,-1 1 1 0 0,0-1-1 0 0,0 0 0 0 0,0 0 0 0 0,0 0 0 0 0,0 0 1 0 0,0 0-1 0 0,-1-1 0 0 0,-3 2 0 0 0,1-1-277 0 0,-6 4-296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62 0 0 0,'-1'0'176'0'0,"0"0"0"0"0,1-1 0 0 0,-1 1 0 0 0,0 0 0 0 0,1 0 0 0 0,-1 0 0 0 0,1-1 0 0 0,-1 1 0 0 0,1 0 0 0 0,-1-1 0 0 0,0 1 0 0 0,1-1 0 0 0,-1 1 0 0 0,1-1-1 0 0,0 1 1 0 0,-1 0 0 0 0,1-1 0 0 0,-1 0 0 0 0,1 1 0 0 0,0-1 0 0 0,-1 1 0 0 0,1-1 0 0 0,0 1 0 0 0,0-1 0 0 0,-1 0 0 0 0,1 1 0 0 0,0-1 0 0 0,0 0 0 0 0,0 1 0 0 0,0-1 0 0 0,0 0 0 0 0,0 1 0 0 0,0-1 0 0 0,0 0 0 0 0,0 1 0 0 0,0-1 0 0 0,0 1 0 0 0,0-1 0 0 0,0 0 0 0 0,1 1 0 0 0,-1-1 0 0 0,0 0-1 0 0,1-8 1070 0 0,1-9 177 0 0,50 6-779 0 0,-17 14-470 0 0,-1 1-1 0 0,64 16 1 0 0,-34-6-43 0 0,30 12 22 0 0,-88-24-135 0 0,0 1-1 0 0,0 0 1 0 0,-1 1-1 0 0,1-1 0 0 0,9 7 1 0 0,-12-7-10 0 0,0 0 0 0 0,1 0 0 0 0,-1 0 0 0 0,1 0 0 0 0,0-1 0 0 0,-1 0 0 0 0,1 1 0 0 0,0-1-1 0 0,8 1 1 0 0,2 4 18 0 0,15 0-43 0 0,-27-6-3 0 0,-4 11-2738 0 0,-5-6 839 0 0,6-4 1456 0 0,-1 0-1 0 0,1 0 1 0 0,-1 0 0 0 0,1-1-1 0 0,0 1 1 0 0,-1 0-1 0 0,1-1 1 0 0,-1 1 0 0 0,1-1-1 0 0,-1 1 1 0 0,0-1-1 0 0,1 0 1 0 0,-4 0-1 0 0,-5 0-184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131 240 0 0 0,'0'-3'462'0'0,"-1"0"-1"0"0,1 0 1 0 0,1 0 0 0 0,-1 0-1 0 0,0-1 1 0 0,1 1 0 0 0,-1 0-1 0 0,1 0 1 0 0,0 0 0 0 0,0 0 0 0 0,0 1-1 0 0,3-6 1 0 0,7-22 431 0 0,-7 12-340 0 0,-4 17-524 0 0,1 0 0 0 0,0 1 0 0 0,0-1 0 0 0,0 0 0 0 0,-1 0 0 0 0,1 0 1 0 0,-1 0-1 0 0,1 0 0 0 0,-1-1 0 0 0,1 1 0 0 0,-1 0 0 0 0,1 0 0 0 0,-1 0 0 0 0,0 0 0 0 0,0 0 0 0 0,1-1 0 0 0,-1 1 0 0 0,0 0 0 0 0,0-2 0 0 0,3-3 148 0 0,-2 6-166 0 0,-1-1 1 0 0,1 1-1 0 0,0-1 1 0 0,-1 0-1 0 0,1 1 0 0 0,-1-1 1 0 0,1 0-1 0 0,-1 0 1 0 0,0 1-1 0 0,1-1 1 0 0,-1 0-1 0 0,0 0 1 0 0,1 0-1 0 0,-1 1 1 0 0,0-1-1 0 0,0 0 1 0 0,0 0-1 0 0,1-1 0 0 0,-2-5 469 0 0,3 9 361 0 0,-1-2-841 0 0,0 0 0 0 0,0 0 0 0 0,0 0 0 0 0,0 0 0 0 0,0-1 0 0 0,0 1 0 0 0,0 0 0 0 0,0-1-1 0 0,0 1 1 0 0,0 0 0 0 0,0-1 0 0 0,0 1 0 0 0,0-1 0 0 0,0 0 0 0 0,0 1 0 0 0,-1-1 0 0 0,1 1 0 0 0,0-1 0 0 0,0 0 0 0 0,-1 0 0 0 0,2-1-1 0 0,-1 1 3 0 0,1-2-1 0 0,1 1 0 0 0,-1-1 1 0 0,1 1-1 0 0,0 0 0 0 0,0 0 0 0 0,-1 0 0 0 0,1 1 0 0 0,0-1 0 0 0,1 1 0 0 0,-1-1 0 0 0,6-1 1 0 0,-5 1 3 0 0,-1 1 1 0 0,1-1 0 0 0,-1-1 0 0 0,0 1-1 0 0,0 0 1 0 0,0-1 0 0 0,4-3 0 0 0,10-9 18 0 0,5 1-78 0 0,-15 6 140 0 0,-7 8-73 0 0,0 0 0 0 0,0 0 0 0 0,0-1 0 0 0,0 1 1 0 0,0 0-1 0 0,-1 0 0 0 0,1 0 0 0 0,0 0 0 0 0,0-1 0 0 0,0 1 0 0 0,0 0 0 0 0,0 0 1 0 0,0 0-1 0 0,0 0 0 0 0,-1 0 0 0 0,1-1 0 0 0,0 1 0 0 0,0 0 0 0 0,0 0 0 0 0,0 0 1 0 0,-1 0-1 0 0,1 0 0 0 0,0 0 0 0 0,0 0 0 0 0,0 0 0 0 0,-1-1 0 0 0,1 1 0 0 0,0 0 1 0 0,0 0-1 0 0,0 0 0 0 0,-1 0 0 0 0,1 0 0 0 0,0 0 0 0 0,0 0 0 0 0,0 0 0 0 0,-1 0 1 0 0,1 0-1 0 0,0 1 0 0 0,0-1 0 0 0,0 0 0 0 0,0 0 0 0 0,-1 0 0 0 0,-1 0 5 0 0,0 0 0 0 0,1 1 1 0 0,-1-1-1 0 0,0 1 0 0 0,0-1 0 0 0,0 1 0 0 0,1-1 0 0 0,-1 1 0 0 0,0 0 0 0 0,-1 1 0 0 0,-9 3 36 0 0,9-3-50 0 0,0-1 0 0 0,-1 1 0 0 0,1 0 1 0 0,0 0-1 0 0,0 0 0 0 0,0 1 0 0 0,0-1 0 0 0,1 1 0 0 0,-1 0 0 0 0,1 0 1 0 0,-1-1-1 0 0,-1 5 0 0 0,-4 2-1 0 0,-6 19 17 0 0,13-24-19 0 0,-1 0 0 0 0,1 0 0 0 0,-1 0 0 0 0,0 0 0 0 0,0 0 0 0 0,-5 5 0 0 0,4-5-2 0 0,1 0 0 0 0,-1 1 0 0 0,1-1 1 0 0,0 0-1 0 0,0 1 0 0 0,0 0 0 0 0,0 4 0 0 0,-12 24-3 0 0,10-27 3 0 0,1 0 0 0 0,-1 0 0 0 0,2 0-1 0 0,-1 1 1 0 0,-2 10 0 0 0,3-10-1 0 0,0 0 1 0 0,-1 0-1 0 0,0 0 0 0 0,0 0 1 0 0,-7 10-1 0 0,-12 37-2 0 0,0 1 13 0 0,16-42-1 0 0,0-1 0 0 0,-8 26 0 0 0,-1 4 3 0 0,4-6-16 0 0,0-11-51 0 0,7-16 1632 0 0,6 0-5764 0 0,-4-21-3321 0 0,-7 0 6918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26 0 0 0,'0'-5'6348'0'0,"-2"-15"-3136"0"0,-5 20-2807 0 0,-15 0 474 0 0,21 0-866 0 0,1 0-1 0 0,-1 0 1 0 0,1 0 0 0 0,-1 0-1 0 0,1 0 1 0 0,-1 0 0 0 0,1 0 0 0 0,-1 0-1 0 0,1 0 1 0 0,-1 0 0 0 0,1 0-1 0 0,-1 0 1 0 0,1 1 0 0 0,-1-1-1 0 0,1 0 1 0 0,-1 0 0 0 0,1 1 0 0 0,0-1-1 0 0,-1 0 1 0 0,1 0 0 0 0,0 1-1 0 0,-1-1 1 0 0,1 0 0 0 0,-1 1 0 0 0,1-1-1 0 0,0 1 1 0 0,-1 0 0 0 0,1 0 64 0 0,-12 11 265 0 0,9-10-325 0 0,-4 8 94 0 0,3-3-71 0 0,4-7-38 0 0,-1 0 0 0 0,1 1 0 0 0,-1-1-1 0 0,1 0 1 0 0,-1 1 0 0 0,1-1 0 0 0,0 0-1 0 0,-1 1 1 0 0,1-1 0 0 0,0 1 0 0 0,-1-1 0 0 0,1 0-1 0 0,0 1 1 0 0,0-1 0 0 0,-1 1 0 0 0,1-1-1 0 0,0 1 1 0 0,0-1 0 0 0,0 1 0 0 0,0-1-1 0 0,-1 1 1 0 0,1-1 0 0 0,0 1 0 0 0,0-1 0 0 0,0 1-1 0 0,0-1 1 0 0,0 1 0 0 0,0-1 0 0 0,1 2-1 0 0,-6 11 32 0 0,4-12-28 0 0,0 1 0 0 0,1 0 0 0 0,-1-1 0 0 0,0 1 0 0 0,1 0 0 0 0,-1 0 0 0 0,1-1 0 0 0,-1 1 0 0 0,1 0 0 0 0,0 3 0 0 0,-1-2-3 0 0,1-1 0 0 0,-1 0 0 0 0,1 1 0 0 0,-1-1 0 0 0,0 0-1 0 0,0 0 1 0 0,0 1 0 0 0,0-1 0 0 0,-2 3 0 0 0,1-2 0 0 0,1-1 1 0 0,-1 1 0 0 0,1 0 0 0 0,0 0-1 0 0,0 0 1 0 0,0 0 0 0 0,0 0-1 0 0,0 0 1 0 0,1 0 0 0 0,-1 4-1 0 0,0-2 0 0 0,-1 1-1 0 0,0 0 1 0 0,0-1 0 0 0,0 1-1 0 0,0-1 1 0 0,-1 0-1 0 0,0 0 1 0 0,-5 7-1 0 0,2-2 2 0 0,-1-1-1 0 0,7-8-2 0 0,-1 0 0 0 0,1-1 0 0 0,-1 1 0 0 0,1 0 0 0 0,-1-1 0 0 0,1 1 0 0 0,-1 0 0 0 0,1 0 0 0 0,0 0 0 0 0,-1 0 0 0 0,1-1 0 0 0,0 1 1 0 0,0 0-1 0 0,-1 0 0 0 0,1 0 0 0 0,0 0 0 0 0,0 0 0 0 0,0 1 0 0 0,0-1-2 0 0,0 1 0 0 0,-1-1 0 0 0,1 1 0 0 0,0-1 0 0 0,-1 1 0 0 0,0-1 0 0 0,1 0 0 0 0,-1 1 0 0 0,0-1 0 0 0,0 0 0 0 0,0 1 0 0 0,1-1 0 0 0,-3 2 0 0 0,1-2 0 0 0,1 0-1 0 0,0 1 1 0 0,0-1 0 0 0,0 0 0 0 0,1 0 0 0 0,-1 1 0 0 0,0-1 0 0 0,0 1 0 0 0,1-1 0 0 0,-1 1 0 0 0,1-1 0 0 0,-1 1 0 0 0,0 3-1 0 0,8-6 9 0 0,0 0-1 0 0,0 0 1 0 0,-1 0 0 0 0,1-1-1 0 0,-1 0 1 0 0,11-5-1 0 0,-5 1-7 0 0,0 1 1 0 0,0 0-1 0 0,1 1 1 0 0,23-5-1 0 0,-1 5 15 0 0,-29 2-13 0 0,0 1 0 0 0,1 0 1 0 0,-1 1-1 0 0,1 0 1 0 0,-1 0-1 0 0,1 0 1 0 0,11 2-1 0 0,25 9-5 0 0,43 14 25 0 0,2 12-3 0 0,-80-33-13 0 0,1 1 1 0 0,0 0-1 0 0,-1 0 0 0 0,8 6 0 0 0,10 7 4 0 0,-19-14 5 0 0,-1 1-1 0 0,1 0 1 0 0,-1 0 0 0 0,0 1-1 0 0,0 0 1 0 0,-1 0 0 0 0,1 0 0 0 0,-2 0-1 0 0,8 12 1 0 0,-10-15 3 0 0,-1-1-1 0 0,1 1 1 0 0,-1-1-1 0 0,0 1 1 0 0,0-1-1 0 0,0 1 1 0 0,0-1-1 0 0,0 1 1 0 0,-1 0-1 0 0,1-1 1 0 0,-1 1-1 0 0,0 0 1 0 0,0 0-1 0 0,0 0 1 0 0,0-1-1 0 0,0 1 1 0 0,0 0-1 0 0,-1 0 1 0 0,1-1 0 0 0,-1 1-1 0 0,0 0 1 0 0,0-1-1 0 0,0 1 1 0 0,-2 3-1 0 0,0 10 98 0 0,3-15-107 0 0,0-1-1 0 0,0 1 0 0 0,0 0 1 0 0,0 0-1 0 0,0 0 1 0 0,0-1-1 0 0,0 1 0 0 0,0 0 1 0 0,0 0-1 0 0,-1 0 1 0 0,1-1-1 0 0,0 1 1 0 0,0 0-1 0 0,-1 0 0 0 0,1-1 1 0 0,-1 1-1 0 0,1 0 1 0 0,0-1-1 0 0,-1 1 1 0 0,1 0-1 0 0,-1-1 0 0 0,0 1 1 0 0,1-1-1 0 0,-1 1 1 0 0,1-1-1 0 0,-1 1 0 0 0,-1 0 1 0 0,0 0 10 0 0,0 1 1 0 0,0-1-1 0 0,1 1 0 0 0,-1 0 1 0 0,0-1-1 0 0,1 1 1 0 0,-1 0-1 0 0,1 0 0 0 0,0 0 1 0 0,-2 3-1 0 0,2-3 1 0 0,-1 1-1 0 0,1-1 1 0 0,-1 1 0 0 0,0-1-1 0 0,0 0 1 0 0,0 1 0 0 0,0-1-1 0 0,0 0 1 0 0,0-1 0 0 0,-4 4-1 0 0,-38 32 220 0 0,26-27-177 0 0,8-4-34 0 0,-1 1 1 0 0,0-2-1 0 0,0 0 0 0 0,-1 0 0 0 0,0-1 0 0 0,-14 4 0 0 0,-12 0-14 0 0,16-3-12 0 0,0-1 0 0 0,0-1 1 0 0,-25 0-1 0 0,42-4-98 0 0,-1 0 1 0 0,0 0-1 0 0,1-1 1 0 0,-1 0-1 0 0,1 0 1 0 0,0 0-1 0 0,-1-1 1 0 0,1 1-1 0 0,-9-8 1 0 0,-21-8-1621 0 0,33 17 1583 0 0,0 0 1 0 0,0 0 0 0 0,0 0-1 0 0,0-1 1 0 0,1 1 0 0 0,-1-1 0 0 0,0 1-1 0 0,0-1 1 0 0,1 0 0 0 0,-1 1-1 0 0,1-1 1 0 0,0 0 0 0 0,0 0-1 0 0,-2-3 1 0 0,-14-18-1457 0 0,13 18 1089 0 0,0-1 0 0 0,1 1 0 0 0,0-1 0 0 0,0 0 0 0 0,0 0 0 0 0,1 0 1 0 0,-3-12-1 0 0,1 5-314 0 0,2-1-186 0 0,2 2 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9 193 268 0 0,'0'0'7556'0'0,"-1"0"-7482"0"0,1 0 0 0 0,-1-1 0 0 0,1 1 0 0 0,-1 0 0 0 0,1-1 0 0 0,-1 1 0 0 0,1-1 0 0 0,-1 1 0 0 0,1-1 0 0 0,-1 1 0 0 0,1-1 0 0 0,-1 1 0 0 0,1-1 0 0 0,0 1 0 0 0,-1-1 0 0 0,1 0 0 0 0,0 1 0 0 0,0-1 0 0 0,0 1 0 0 0,-1-1 0 0 0,1-1 0 0 0,3 0-27 0 0,-3 1-24 0 0,1 1 0 0 0,-1 0-1 0 0,1 0 1 0 0,-1-1-1 0 0,0 1 1 0 0,1 0-1 0 0,-1-1 1 0 0,0 1 0 0 0,1 0-1 0 0,-1-1 1 0 0,0 1-1 0 0,1-1 1 0 0,-1 1-1 0 0,0-1 1 0 0,0 1-1 0 0,0 0 1 0 0,1-1 0 0 0,-1 1-1 0 0,0-1 1 0 0,0 1-1 0 0,0-1 1 0 0,0 1-1 0 0,0-1 1 0 0,0 0 0 0 0,3-3 95 0 0,0 0 1 0 0,1 0 0 0 0,-1 0 0 0 0,1 1 0 0 0,0 0-1 0 0,0-1 1 0 0,0 1 0 0 0,1 1 0 0 0,5-4 0 0 0,22-16 269 0 0,-19 16-275 0 0,-1 1 0 0 0,-1-1 0 0 0,19-13 0 0 0,3-2-1 0 0,-17 13-85 0 0,1 0 0 0 0,0 0 0 0 0,1 2 0 0 0,29-7 0 0 0,-32 8-26 0 0,26 2-63 0 0,-27 5-2494 0 0,-14-1 2494 0 0,0-1 0 0 0,0 0 0 0 0,0 1 0 0 0,0-1 1 0 0,0 1-1 0 0,0-1 0 0 0,0 0 0 0 0,0 1 0 0 0,0-1 1 0 0,-1 0-1 0 0,1 1 0 0 0,0-1 0 0 0,0 0 0 0 0,0 1 1 0 0,0-1-1 0 0,-1 0 0 0 0,1 1 0 0 0,0-1 0 0 0,0 0 1 0 0,0 0-1 0 0,-1 1 0 0 0,1-1 0 0 0,0 0 1 0 0,-1 0-1 0 0,1 1 0 0 0,0-1 0 0 0,-1 0 0 0 0,1 0 1 0 0,0 0-1 0 0,-1 0 0 0 0,1 1 0 0 0,0-1 0 0 0,-1 0 1 0 0,1 0-1 0 0,-1 0 0 0 0,-13 8-2349 0 0,-10-1-2038 0 0,15-7 3812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567 12 616 0 0,'0'0'639'0'0,"-21"-11"1900"0"0,-21 10-1157 0 0,-16 13 21 0 0,51-10-1325 0 0,1-1 0 0 0,-1 1 0 0 0,1 0 0 0 0,-1 0 0 0 0,1 0 0 0 0,0 1 0 0 0,-8 4-1 0 0,-35 14 337 0 0,40-18-283 0 0,3-2-68 0 0,0 0-1 0 0,0 1 0 0 0,0 0 1 0 0,1 0-1 0 0,-1 0 1 0 0,1 0-1 0 0,0 1 0 0 0,-8 5 1 0 0,10-6-18 0 0,0 0 1 0 0,-1 0-1 0 0,1 0 1 0 0,-1 0 0 0 0,0 0-1 0 0,0-1 1 0 0,1 0-1 0 0,-9 2 1 0 0,-13 5 355 0 0,-59 41 225 0 0,81-38-627 0 0,0-10 2 0 0,2-1 0 0 0,0 1-1 0 0,0-1 1 0 0,0 1 0 0 0,0-1 0 0 0,0 1 0 0 0,0-1 0 0 0,0 1 0 0 0,0 0 0 0 0,0-1-1 0 0,1 1 1 0 0,-1 0 0 0 0,0-1 0 0 0,1 1 0 0 0,-1 0 0 0 0,0 0 0 0 0,1 0-1 0 0,-1 0 1 0 0,1 0 0 0 0,-1 0 0 0 0,1 0 0 0 0,-1 0 0 0 0,1 1 0 0 0,-5 9 15 0 0,4-11-14 0 0,1 1 0 0 0,-1 0 0 0 0,1-1 0 0 0,-1 1 1 0 0,1 0-1 0 0,-1-1 0 0 0,1 1 0 0 0,-1 0 0 0 0,1-1 1 0 0,0 1-1 0 0,0 0 0 0 0,-1 0 0 0 0,1-1 0 0 0,0 1 0 0 0,0 0 1 0 0,0 0-1 0 0,0 1 0 0 0,-5 12 34 0 0,-1 3 11 0 0,1 0-14 0 0,4-15-25 0 0,0 0 0 0 0,0 0 0 0 0,1 1 0 0 0,-1-1 0 0 0,0 0 0 0 0,1 0 0 0 0,-1 1 0 0 0,1-1 0 0 0,0 4 0 0 0,0-3-2 0 0,0 0 0 0 0,0-1 0 0 0,0 1 0 0 0,-1 0-1 0 0,1 0 1 0 0,-1-1 0 0 0,1 1 0 0 0,-1-1 0 0 0,0 1 0 0 0,0-1 0 0 0,0 1 0 0 0,-2 2 0 0 0,2-3-3 0 0,1-1 0 0 0,-1 1 0 0 0,1 0 0 0 0,0 0 1 0 0,-1 0-1 0 0,1-1 0 0 0,0 1 0 0 0,0 0 0 0 0,0 0 0 0 0,0 0 1 0 0,1-1-1 0 0,-1 4 0 0 0,1-3 2 0 0,-1 0-1 0 0,1 0 1 0 0,-1 0 0 0 0,0 0 0 0 0,0 0 0 0 0,0 0-1 0 0,0 0 1 0 0,-1 0 0 0 0,1 0 0 0 0,0 0-1 0 0,-1 0 1 0 0,-1 3 0 0 0,0 0 8 0 0,1-1 0 0 0,-1 0-1 0 0,1 1 1 0 0,0 0 0 0 0,0-1 0 0 0,0 1 0 0 0,1 0-1 0 0,0-1 1 0 0,0 1 0 0 0,0 5 0 0 0,0-5 2 0 0,-11 36 146 0 0,0-2-1 0 0,0 8 11 0 0,1 17-40 0 0,10 40-62 0 0,4-88-64 0 0,-3-13-4 0 0,0-1 1 0 0,0 0-1 0 0,0 1 0 0 0,0-1 0 0 0,-1 1 0 0 0,1-1 1 0 0,-1 1-1 0 0,0 4 0 0 0,11 41-1 0 0,0-25 16 0 0,0 2 8 0 0,-11-24-24 0 0,1 1 1 0 0,-1-1-1 0 0,0 1 1 0 0,1-1-1 0 0,-1 1 1 0 0,1-1-1 0 0,-1 1 1 0 0,1-1-1 0 0,0 1 1 0 0,-1-1-1 0 0,1 0 1 0 0,0 1-1 0 0,0-1 1 0 0,0 0-1 0 0,2 2 1 0 0,-2-2-1 0 0,0 0 1 0 0,0 0-1 0 0,0 0 1 0 0,-1 0-1 0 0,1 0 1 0 0,0 0-1 0 0,-1 0 1 0 0,1 0-1 0 0,0 0 1 0 0,-1 0-1 0 0,1 0 1 0 0,-1 1-1 0 0,0-1 1 0 0,1 0 0 0 0,-1 2-1 0 0,0-2 1 0 0,1 0 0 0 0,-1-1 0 0 0,0 1-1 0 0,1 0 1 0 0,-1 0 0 0 0,1 0 0 0 0,-1 0 0 0 0,1-1 0 0 0,-1 1-1 0 0,1 0 1 0 0,-1-1 0 0 0,1 1 0 0 0,0 0 0 0 0,0-1 0 0 0,-1 1-1 0 0,1-1 1 0 0,0 1 0 0 0,1 0 0 0 0,-2-1 0 0 0,1 0 1 0 0,0 1-1 0 0,-1-1 0 0 0,1 1 1 0 0,0-1-1 0 0,-1 1 0 0 0,1-1 1 0 0,0 1-1 0 0,-1 0 0 0 0,1-1 1 0 0,-1 1-1 0 0,1 0 0 0 0,-1-1 1 0 0,0 1-1 0 0,1 0 0 0 0,-1 0 1 0 0,1 0-1 0 0,-1 0 0 0 0,0 0 0 0 0,0 0 1 0 0,1 0-1 0 0,-1 0 0 0 0,1 0 0 0 0,-1 0 1 0 0,0 0-1 0 0,1-1 0 0 0,-1 1 0 0 0,1 0 0 0 0,0 0 1 0 0,-1-1-1 0 0,1 1 0 0 0,0 0 0 0 0,-1-1 1 0 0,1 1-1 0 0,0-1 0 0 0,1 2 0 0 0,-2-2 0 0 0,1 1 0 0 0,0-1 0 0 0,0 1 0 0 0,0-1 1 0 0,-1 1-1 0 0,1 0 0 0 0,0-1 0 0 0,-1 1 0 0 0,1 0 0 0 0,-1 0 0 0 0,1 0 0 0 0,-1-1 0 0 0,1 1 0 0 0,-1 0 0 0 0,0 0 0 0 0,1 0 0 0 0,-1 0 0 0 0,1 1 0 0 0,-1 0 0 0 0,0-1 0 0 0,1 1 0 0 0,-1-1 0 0 0,1 1 0 0 0,-1 0 0 0 0,1-1 0 0 0,0 1 0 0 0,-1-1 0 0 0,1 1 0 0 0,0-1 0 0 0,0 0 0 0 0,0 1 0 0 0,2 1 0 0 0,-2-2 1 0 0,0 0 0 0 0,0 0 1 0 0,0 0-1 0 0,0 0 0 0 0,0 1 1 0 0,-1-1-1 0 0,1 0 0 0 0,0 1 0 0 0,-1-1 1 0 0,1 1-1 0 0,-1-1 0 0 0,1 1 0 0 0,-1 1 1 0 0,5 4 6 0 0,-4-7-8 0 0,-1 0-1 0 0,0 0 0 0 0,1 0 1 0 0,-1 1-1 0 0,0-1 0 0 0,1 0 0 0 0,-1 0 1 0 0,0 1-1 0 0,1-1 0 0 0,-1 0 1 0 0,0 1-1 0 0,0-1 0 0 0,1 0 1 0 0,-1 1-1 0 0,0-1 0 0 0,0 0 1 0 0,0 1-1 0 0,1-1 0 0 0,-1 0 1 0 0,0 1-1 0 0,0-1 0 0 0,0 0 0 0 0,0 1 1 0 0,0-1-1 0 0,0 1 0 0 0,0-1 1 0 0,0 0-1 0 0,0 1 0 0 0,0-1 1 0 0,0 1-1 0 0,1 1 3 0 0,0 0-1 0 0,1 0 1 0 0,-1-1-1 0 0,0 1 1 0 0,1 0 0 0 0,-1-1-1 0 0,0 1 1 0 0,1-1-1 0 0,0 0 1 0 0,-1 1 0 0 0,4 0-1 0 0,-5-1-4 0 0,15 8 10 0 0,-10-5 3 0 0,1-1 0 0 0,0 1 0 0 0,0-1 1 0 0,0-1-1 0 0,7 3 0 0 0,-6-2 7 0 0,1 0 0 0 0,-1 0 0 0 0,0 1 0 0 0,11 6 1 0 0,-15-7-10 0 0,0-1 1 0 0,1 0 0 0 0,0 0-1 0 0,0 0 1 0 0,-1 0-1 0 0,1-1 1 0 0,0 0 0 0 0,0 1-1 0 0,0-2 1 0 0,8 2 0 0 0,-10-2 1 0 0,1 2-3 0 0,1 0 0 0 0,-1 0 0 0 0,1-1 0 0 0,0 1 0 0 0,0-1 0 0 0,0 0 0 0 0,4 1 0 0 0,-5-2 0 0 0,-1 0 0 0 0,1 0-1 0 0,-1 0 1 0 0,1 0 0 0 0,-1 1 0 0 0,1 0 0 0 0,-1-1-1 0 0,0 1 1 0 0,1 0 0 0 0,-1 0 0 0 0,0 0-1 0 0,0 0 1 0 0,0 1 0 0 0,1-1 0 0 0,2 4 0 0 0,-4-5 0 0 0,0 1 0 0 0,0 0 1 0 0,0 0-1 0 0,0 0 1 0 0,1 0-1 0 0,-1-1 1 0 0,0 1-1 0 0,0 0 1 0 0,1-1-1 0 0,-1 1 1 0 0,0-1-1 0 0,1 0 0 0 0,-1 1 1 0 0,3-1-1 0 0,11 6 93 0 0,-14-7-94 0 0,2 1-1 0 0,11 6 24 0 0,-11-5-32 0 0,192-7 210 0 0,-143 12-198 0 0,-50-6-5 0 0,42 0 187 0 0,-2-6-45 0 0,1-6-87 0 0,-18 7-29 0 0,-21 3-27 0 0,0 1 0 0 0,1 0 1 0 0,-1 0-1 0 0,0 0 0 0 0,1 0 1 0 0,-1 1-1 0 0,8 0 0 0 0,30-6 25 0 0,-40 6-18 0 0,11 0 17 0 0,5 0 25 0 0,-16 0-30 0 0,10-1 50 0 0,18-11 66 0 0,-28 12-127 0 0,0-1 0 0 0,0 0 0 0 0,0 1 0 0 0,0-1 0 0 0,0 0 0 0 0,0 0 0 0 0,0-1 0 0 0,0 1 0 0 0,0 0 0 0 0,-1-1 0 0 0,1 1 0 0 0,2-4 0 0 0,14-8 76 0 0,-7 6-40 0 0,-4 5-26 0 0,-1-2 1 0 0,0 1 0 0 0,-1-1-1 0 0,1 0 1 0 0,9-9 0 0 0,27-18 93 0 0,2-1 55 0 0,-33 22-124 0 0,23-21 148 0 0,-1 0 0 0 0,-17 13-60 0 0,0-2 0 0 0,14-21-1 0 0,-28 35-79 0 0,1-1-1 0 0,-1 1 0 0 0,0-1 1 0 0,0 1-1 0 0,-1-1 1 0 0,0 0-1 0 0,0 0 0 0 0,-1 0 1 0 0,0 0-1 0 0,0 0 1 0 0,-1-6-1 0 0,0-11 90 0 0,-4 10-75 0 0,-1-4-15 0 0,6 10-38 0 0,1 3-9 0 0,-1 0 1 0 0,0 0 0 0 0,0 1-1 0 0,-1-1 1 0 0,1 0 0 0 0,-1 1 0 0 0,0-1-1 0 0,0 0 1 0 0,-1 1 0 0 0,-2-6-1 0 0,1-10 37 0 0,2 20-42 0 0,0-1 1 0 0,0 0-1 0 0,1 0 1 0 0,-1 0-1 0 0,0 0 1 0 0,1 0 0 0 0,-1 0-1 0 0,0 0 1 0 0,1 0 0 0 0,-1 0-1 0 0,1 0 1 0 0,0 0-1 0 0,-1 0 1 0 0,1 0 0 0 0,0 0-1 0 0,0 0 1 0 0,-1 0 0 0 0,1 0-1 0 0,0-1 1 0 0,0 1 0 0 0,0 0-1 0 0,1-1 1 0 0,-6-10 31 0 0,4 10-31 0 0,0 1 1 0 0,1 0-1 0 0,-1 0 0 0 0,1 0 1 0 0,-1 0-1 0 0,0-1 0 0 0,1 1 1 0 0,0 0-1 0 0,-1 0 0 0 0,1-1 0 0 0,0 1 1 0 0,0 0-1 0 0,0-3 0 0 0,-1 2 3 0 0,1-1-1 0 0,-1 1 1 0 0,1 0-1 0 0,-1-1 0 0 0,0 1 1 0 0,0 0-1 0 0,0 0 1 0 0,0 0-1 0 0,0 0 0 0 0,-2-3 1 0 0,1 3-3 0 0,1 0 0 0 0,0 0 0 0 0,0 0-1 0 0,0 0 1 0 0,0 0 0 0 0,0 0 0 0 0,0 0 0 0 0,0-1 0 0 0,1 1 0 0 0,-1-3 0 0 0,1 4-3 0 0,0-1 1 0 0,-1 1-1 0 0,1-1 0 0 0,0 1 1 0 0,-1-1-1 0 0,1 1 1 0 0,-1 0-1 0 0,1-1 0 0 0,-1 1 1 0 0,0 0-1 0 0,0-1 1 0 0,1 1-1 0 0,-1 0 0 0 0,0 0 1 0 0,0 0-1 0 0,-2-2 0 0 0,2 3 1 0 0,1-1 0 0 0,-1 0 0 0 0,0 0 0 0 0,0 0 0 0 0,0 0 0 0 0,0-1 0 0 0,1 1-1 0 0,-1 0 1 0 0,1 0 0 0 0,-1 0 0 0 0,1 0 0 0 0,-1-1 0 0 0,1 1 0 0 0,0 0 0 0 0,-1-3-1 0 0,1 2 3 0 0,-1-1-1 0 0,0 1 0 0 0,1 0 0 0 0,-1-1 1 0 0,0 1-1 0 0,0 0 0 0 0,-1 0 0 0 0,1 0 0 0 0,0 0 1 0 0,-1 0-1 0 0,1 0 0 0 0,-3-2 0 0 0,2 2 0 0 0,1 0 0 0 0,-1 0 1 0 0,0 0-1 0 0,1 0 0 0 0,0 0 0 0 0,-1 0 0 0 0,1 0 0 0 0,0 0 0 0 0,0-1 0 0 0,0 1 0 0 0,1 0 0 0 0,-2-4 0 0 0,2 5 1 0 0,0-1-1 0 0,-1 1 0 0 0,0 0 0 0 0,1 0 0 0 0,-1 0 0 0 0,0 0 0 0 0,1 0 0 0 0,-1 0 0 0 0,0 0 0 0 0,0 0 1 0 0,0 0-1 0 0,0 0 0 0 0,0 1 0 0 0,0-1 0 0 0,0 0 0 0 0,0 1 0 0 0,-2-2 0 0 0,2 2 1 0 0,0-1 0 0 0,0 0-1 0 0,0 1 1 0 0,0-1 0 0 0,0 0 0 0 0,0 0-1 0 0,0 1 1 0 0,0-1 0 0 0,0 0-1 0 0,0 0 1 0 0,0 0 0 0 0,1 0 0 0 0,-1 0-1 0 0,0 0 1 0 0,1 0 0 0 0,-1-1-1 0 0,0-1 1 0 0,-19-16 30 0 0,-57-49 44 0 0,68 60-15 0 0,0 1-1 0 0,-1 0 0 0 0,0 0 1 0 0,-12-5-1 0 0,17 9-22 0 0,-2-1 47 0 0,-8-3-18 0 0,13 7-20 0 0,-21-12 143 0 0,12 7-58 0 0,9 4-114 0 0,1 0 0 0 0,0 0 0 0 0,-1 0 0 0 0,1 1 1 0 0,-1-1-1 0 0,0 1 0 0 0,1-1 0 0 0,-1 1 0 0 0,1-1 0 0 0,-1 1 0 0 0,-3-1 1 0 0,-13 1-2 0 0,16 0-11 0 0,-22-11 49 0 0,16 10-34 0 0,7 1-20 0 0,1 0-1 0 0,0 1 0 0 0,-1-1 1 0 0,1 0-1 0 0,0 0 0 0 0,-1 0 1 0 0,1 0-1 0 0,0 0 0 0 0,-1 0 1 0 0,1 0-1 0 0,-1 0 0 0 0,1 0 0 0 0,0 0 1 0 0,-1 0-1 0 0,1 0 0 0 0,0 0 1 0 0,-1-1-1 0 0,1 1 0 0 0,0 0 1 0 0,-1 0-1 0 0,1 0 0 0 0,0 0 1 0 0,0-1-1 0 0,-1 1 0 0 0,1 0 1 0 0,0 0-1 0 0,0 0 0 0 0,-1-1 1 0 0,1 1-1 0 0,0 0 0 0 0,0-1 1 0 0,-1 1-1 0 0,1 0 0 0 0,0 0 1 0 0,0-1-1 0 0,0 1 0 0 0,-1-1 1 0 0,-19-7 97 0 0,18 6-79 0 0,0 1 0 0 0,-1-1 0 0 0,1 1 0 0 0,0-1 1 0 0,0 0-1 0 0,0 0 0 0 0,0 0 0 0 0,1 0 0 0 0,-4-5 0 0 0,5 6 23 0 0,-6 1 24 0 0,6 0-64 0 0,0 0 1 0 0,-1 0-1 0 0,1 0 0 0 0,0 0 0 0 0,0 0 0 0 0,0 0 0 0 0,-1 0 0 0 0,1 0 0 0 0,0 0 0 0 0,0 0 0 0 0,0 0 0 0 0,-1 0 0 0 0,1 0 0 0 0,0 0 1 0 0,0-1-1 0 0,0 1 0 0 0,0 0 0 0 0,-1 0 0 0 0,1 0 0 0 0,0 0 0 0 0,0 0 0 0 0,0 0 0 0 0,0 0 0 0 0,0 0 0 0 0,-1-1 0 0 0,1 1 0 0 0,0 0 0 0 0,0 0 1 0 0,0 0-1 0 0,0 0 0 0 0,0-1 0 0 0,0 1 0 0 0,0 0 0 0 0,0 0 0 0 0,-1 0 0 0 0,1 0 0 0 0,0-1 0 0 0,0 1 0 0 0,0 0 0 0 0,0 0 0 0 0,0 0 0 0 0,0-1 1 0 0,0 1-1 0 0,0 0 0 0 0,0 0 0 0 0,0 0 0 0 0,0-1 0 0 0,0 1 0 0 0,1 0 0 0 0,-1 0 0 0 0,0 0 0 0 0,0 0 0 0 0,0-1 0 0 0,-3-2 38 0 0,0 1 0 0 0,-1-1 1 0 0,1 1-1 0 0,-1-1 0 0 0,0 1 0 0 0,1 0 0 0 0,-1 0 0 0 0,0 1 0 0 0,-6-2 0 0 0,8 3-24 0 0,-10-5 47 0 0,-7 4 18 0 0,18 1-60 0 0,-12 0 26 0 0,-27-7 7 0 0,-7 1 186 0 0,-4 6-28 0 0,18 6-91 0 0,20 1-63 0 0,-50-7-76 0 0,61 0 22 0 0,-9 1-2174 0 0,11-2 1484 0 0,-10-1-7114 0 0,5 1 6599 0 0,0 0 0 0 0,0 0 1 0 0,0-1-1 0 0,0 0 0 0 0,0 0 0 0 0,-8-5 1 0 0,12 6 894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644 0 0 0 0,'-31'5'2289'0'0,"29"-4"-1634"0"0,-9 5 309 0 0,0-5-538 0 0,11-2-404 0 0,-1 1 1 0 0,0 0-1 0 0,0 0 0 0 0,0-1 1 0 0,1 1-1 0 0,-1 0 1 0 0,0 0-1 0 0,0 0 0 0 0,0 0 1 0 0,1 0-1 0 0,-1 0 1 0 0,0 0-1 0 0,0 0 1 0 0,0 1-1 0 0,0-1 0 0 0,1 0 1 0 0,-1 0-1 0 0,0 1 1 0 0,0-1-1 0 0,1 1 1 0 0,-1-1-1 0 0,0 0 0 0 0,1 1 1 0 0,-1-1-1 0 0,0 1 1 0 0,0 1-1 0 0,-10-1 217 0 0,10-2-224 0 0,0 1 0 0 0,0 0 0 0 0,1 0 1 0 0,-1-1-1 0 0,0 1 0 0 0,0 0 0 0 0,0 0 1 0 0,0 0-1 0 0,1 0 0 0 0,-1 0 0 0 0,0 0 0 0 0,0 0 1 0 0,0 1-1 0 0,1-1 0 0 0,-1 0 0 0 0,0 0 0 0 0,0 1 1 0 0,0-1-1 0 0,1 0 0 0 0,-1 1 0 0 0,0-1 0 0 0,1 1 1 0 0,-1-1-1 0 0,0 1 0 0 0,1-1 0 0 0,-2 2 1 0 0,-33 6 796 0 0,33-7-752 0 0,-1 0 0 0 0,0 0 0 0 0,0 0 0 0 0,0-1 1 0 0,0 1-1 0 0,0-1 0 0 0,0 1 0 0 0,0-1 0 0 0,-4-1 1 0 0,4 1 0 0 0,0 0 0 0 0,0 0-1 0 0,0 0 1 0 0,1 1 0 0 0,-1-1 0 0 0,0 1 0 0 0,0-1 0 0 0,0 1 0 0 0,-3 1 0 0 0,-25 0 379 0 0,22-3-352 0 0,-7 10 83 0 0,15-8-166 0 0,1 0-1 0 0,-1 0 1 0 0,0 0-1 0 0,0-1 1 0 0,0 1-1 0 0,0 0 0 0 0,-1 0 1 0 0,1-1-1 0 0,0 1 1 0 0,0-1-1 0 0,0 1 1 0 0,0-1-1 0 0,-3 1 0 0 0,-17 11 64 0 0,19-12-62 0 0,0 1 0 0 0,0-1 0 0 0,1 1 0 0 0,-1-1 0 0 0,1 1 1 0 0,-1 0-1 0 0,0-1 0 0 0,1 1 0 0 0,0 0 0 0 0,-1 0 0 0 0,1 0 0 0 0,-3 3 0 0 0,-8 3 42 0 0,-21 16 65 0 0,29-22-95 0 0,-1 1 0 0 0,1-1-1 0 0,0 1 1 0 0,-1 1 0 0 0,1-1-1 0 0,0 0 1 0 0,0 1 0 0 0,1 0-1 0 0,-5 3 1 0 0,5-3 15 0 0,0-1-1 0 0,0 1 0 0 0,-1-1 1 0 0,1 0-1 0 0,-1-1 0 0 0,1 1 1 0 0,-5 1-1 0 0,-5 3 112 0 0,10-5-113 0 0,1 1 0 0 0,-1 0 0 0 0,0-1 0 0 0,0 1 1 0 0,1 0-1 0 0,0 0 0 0 0,-1 1 0 0 0,1-1 0 0 0,0 0 0 0 0,-4 5 1 0 0,6-6-32 0 0,0 0 1 0 0,0 0-1 0 0,-1-1 1 0 0,1 1 0 0 0,0 0-1 0 0,-1 0 1 0 0,1-1 0 0 0,0 1-1 0 0,-1 0 1 0 0,1-1 0 0 0,-1 1-1 0 0,1-1 1 0 0,-1 1 0 0 0,0-1-1 0 0,1 1 1 0 0,-1-1 0 0 0,-1 2-1 0 0,1-2 1 0 0,0 1-1 0 0,0-1 1 0 0,1 1-1 0 0,-1 0 0 0 0,0-1 1 0 0,0 1-1 0 0,0 0 1 0 0,1 0-1 0 0,-1 0 1 0 0,1 0-1 0 0,-1-1 1 0 0,0 1-1 0 0,1 0 1 0 0,-1 0-1 0 0,1 0 0 0 0,0 0 1 0 0,-1 0-1 0 0,1 0 1 0 0,0 2-1 0 0,-4 2 4 0 0,3-4-4 0 0,1-1 0 0 0,-1 0 1 0 0,1 0-1 0 0,-1 1 0 0 0,1-1 0 0 0,0 0 0 0 0,-1 1 0 0 0,1-1 1 0 0,0 0-1 0 0,-1 1 0 0 0,1-1 0 0 0,0 0 0 0 0,-1 1 0 0 0,1-1 1 0 0,0 1-1 0 0,0-1 0 0 0,-1 1 0 0 0,1-1 0 0 0,0 1 0 0 0,0-1 1 0 0,0 1-1 0 0,0-1 0 0 0,0 0 0 0 0,0 1 0 0 0,0-1 0 0 0,0 1 1 0 0,0-1-1 0 0,0 1 0 0 0,-5 10 0 0 0,4-11 0 0 0,1 1 0 0 0,-1 0 0 0 0,1-1 0 0 0,-1 1 0 0 0,1 0 0 0 0,-1-1 0 0 0,1 1 0 0 0,0 0 0 0 0,-1 0 0 0 0,1-1 0 0 0,0 1-1 0 0,-1 0 1 0 0,1 0 0 0 0,0-1 0 0 0,0 1 0 0 0,0 0 0 0 0,0 1 0 0 0,-5 5-3 0 0,5-7 3 0 0,-1 0 0 0 0,1 0 0 0 0,0 1 0 0 0,-1-1 0 0 0,1 0 0 0 0,0 1 1 0 0,-1-1-1 0 0,1 0 0 0 0,0 0 0 0 0,-1 1 0 0 0,1-1 0 0 0,0 1 0 0 0,-1-1 0 0 0,1 0 0 0 0,0 1 1 0 0,0-1-1 0 0,0 1 0 0 0,-1-1 0 0 0,1 0 0 0 0,0 1 0 0 0,0-1 0 0 0,0 1 0 0 0,0-1 1 0 0,0 1-1 0 0,0-1 0 0 0,0 1 0 0 0,0-1 0 0 0,0 1 0 0 0,-5 10 1 0 0,4-10-1 0 0,1-1 0 0 0,-1 1 0 0 0,1-1 1 0 0,-1 1-1 0 0,1 0 0 0 0,-1-1 0 0 0,1 1 1 0 0,0 0-1 0 0,-1 0 0 0 0,1-1 0 0 0,0 1 0 0 0,0 0 1 0 0,-1 0-1 0 0,1-1 0 0 0,0 1 0 0 0,0 0 1 0 0,0 1-1 0 0,0-1 1 0 0,-1 1 0 0 0,1-1 0 0 0,0 0-1 0 0,-1 0 1 0 0,1 1 0 0 0,-1-1 0 0 0,0 0 0 0 0,1 0 0 0 0,-1 0 0 0 0,0 0 0 0 0,0 0-1 0 0,0 0 1 0 0,-1 2 0 0 0,1-2 1 0 0,-1 0-1 0 0,1 0 1 0 0,1 0-1 0 0,-1 0 1 0 0,0 0-1 0 0,0 0 1 0 0,0 1-1 0 0,0-1 1 0 0,1 0 0 0 0,-1 1-1 0 0,1-1 1 0 0,-1 0-1 0 0,1 1 1 0 0,-1 1-1 0 0,1-2 1 0 0,1 1-1 0 0,-1 0 0 0 0,0-1 1 0 0,-1 1-1 0 0,1 0 1 0 0,0-1-1 0 0,0 1 0 0 0,-1-1 1 0 0,1 1-1 0 0,-1 0 1 0 0,1-1-1 0 0,-1 1 1 0 0,0-1-1 0 0,0 0 0 0 0,1 1 1 0 0,-1-1-1 0 0,-2 2 1 0 0,1 0 0 0 0,1-1 1 0 0,-1 1-1 0 0,1 0 1 0 0,0-1-1 0 0,-1 1 1 0 0,1 0-1 0 0,0 0 1 0 0,-1 5-1 0 0,3 1-2 0 0,-1-6 0 0 0,0-1 0 0 0,0 0 0 0 0,0 1 0 0 0,0-1 0 0 0,0 1 0 0 0,0-1 0 0 0,0 0 0 0 0,-1 0 0 0 0,1 1 0 0 0,-1-1 0 0 0,0 0 0 0 0,0 0 0 0 0,0 1 0 0 0,0-1 0 0 0,0 0 0 0 0,-2 2 0 0 0,3-2 1 0 0,-1-1-1 0 0,0 1 0 0 0,1 0 0 0 0,-1-1 1 0 0,1 1-1 0 0,0 0 0 0 0,0-1 0 0 0,0 1 1 0 0,-1 0-1 0 0,1 0 0 0 0,1-1 1 0 0,-1 1-1 0 0,1 3 0 0 0,-2 16 5 0 0,-1-18-1 0 0,1 0-1 0 0,0 0 1 0 0,-1 0-1 0 0,1 1 1 0 0,1-1 0 0 0,-1 0-1 0 0,0 1 1 0 0,1-1-1 0 0,0 0 1 0 0,-1 1 0 0 0,2 3-1 0 0,-7 9 14 0 0,1 1 6 0 0,-6 50 55 0 0,11 43 0 0 0,11-74-50 0 0,-11-34-28 0 0,-1-1 0 0 0,1 0 0 0 0,0 0 0 0 0,1 0 0 0 0,-1 0 0 0 0,0 1 0 0 0,0-1 0 0 0,0 0 1 0 0,1 0-1 0 0,-1 0 0 0 0,0 0 0 0 0,1 0 0 0 0,-1 0 0 0 0,1 0 0 0 0,-1 0 0 0 0,1 0 0 0 0,0 0 0 0 0,-1 0 0 0 0,1 0 0 0 0,2 2 0 0 0,-3-3 0 0 0,0 0 0 0 0,0 1 0 0 0,1-1 0 0 0,-1 0 0 0 0,0 1 0 0 0,1-1 0 0 0,-1 0 0 0 0,0 1 0 0 0,0-1 0 0 0,0 1 0 0 0,1-1 0 0 0,-1 0 0 0 0,0 1 0 0 0,0-1 0 0 0,0 1 0 0 0,0-1 0 0 0,0 1 0 0 0,0-1 0 0 0,0 1 0 0 0,0-1 0 0 0,0 0 0 0 0,0 1 0 0 0,0-1 0 0 0,0 1 0 0 0,0-1 0 0 0,0 1 0 0 0,0-1 0 0 0,-1 1 0 0 0,1-1 0 0 0,0 1 0 0 0,0-1 1 0 0,11 36 11 0 0,-1-6 18 0 0,-9-26-27 0 0,0 1 0 0 0,1 0-1 0 0,-1 0 1 0 0,1-1 0 0 0,0 1 0 0 0,0-1-1 0 0,1 1 1 0 0,3 6 0 0 0,-5-11-4 0 0,-1 1 1 0 0,1 0-1 0 0,-1-1 1 0 0,0 1-1 0 0,1 0 0 0 0,-1 0 1 0 0,0 0-1 0 0,0-1 1 0 0,1 1-1 0 0,-1 0 1 0 0,0 0-1 0 0,0 0 0 0 0,0 0 1 0 0,0-1-1 0 0,0 1 1 0 0,0 0-1 0 0,0 0 0 0 0,-1 0 1 0 0,1 0-1 0 0,0 0 1 0 0,-1 0 0 0 0,1 0-1 0 0,0-1 1 0 0,0 1 0 0 0,0 0 0 0 0,0 0 0 0 0,0-1 0 0 0,-1 1-1 0 0,1 0 1 0 0,1-1 0 0 0,-1 1 0 0 0,0 0 0 0 0,0 0 0 0 0,0-1 0 0 0,0 1-1 0 0,0 0 1 0 0,1-1 0 0 0,-1 1 0 0 0,0 0 0 0 0,1 0 0 0 0,2 2-1 0 0,-2-2 1 0 0,-1-1-1 0 0,1 1 1 0 0,-1-1-1 0 0,1 1 0 0 0,-1 0 1 0 0,0-1-1 0 0,1 1 1 0 0,-1-1-1 0 0,1 1 1 0 0,-1 0-1 0 0,0-1 1 0 0,0 1-1 0 0,1 0 0 0 0,-1 0 1 0 0,0-1-1 0 0,0 1 1 0 0,0 0-1 0 0,0 0 1 0 0,0-1-1 0 0,0 1 0 0 0,0 1 1 0 0,5 10-11 0 0,1 6 11 0 0,5 13 27 0 0,-6-20-29 0 0,-4-11 2 0 0,-1 1 0 0 0,1-1 0 0 0,-1 1 0 0 0,1 0 0 0 0,-1-1-1 0 0,0 1 1 0 0,1 0 0 0 0,-1-1 0 0 0,0 1 0 0 0,1 0 0 0 0,-1 0 0 0 0,0-1 0 0 0,0 1 0 0 0,1 0 0 0 0,-1 0 0 0 0,0 0 0 0 0,0 1 0 0 0,5 8 8 0 0,-5-9-9 0 0,1-1 1 0 0,-1 1 0 0 0,1 0 0 0 0,-1-1-1 0 0,1 1 1 0 0,-1 0 0 0 0,1-1 0 0 0,-1 1-1 0 0,0 0 1 0 0,1-1 0 0 0,-1 1-1 0 0,0 0 1 0 0,0 0 0 0 0,0 0 0 0 0,1-1-1 0 0,-1 1 1 0 0,0 1 0 0 0,0-2 0 0 0,0 1-1 0 0,0-1 1 0 0,0 1 0 0 0,0-1 0 0 0,0 0 0 0 0,0 1-1 0 0,0-1 1 0 0,0 1 0 0 0,0-1 0 0 0,0 0-1 0 0,1 1 1 0 0,-1-1 0 0 0,0 0 0 0 0,0 1 0 0 0,0-1-1 0 0,1 0 1 0 0,-1 1 0 0 0,0-1 0 0 0,0 0-1 0 0,1 1 1 0 0,-1-1 0 0 0,0 0 0 0 0,1 0 0 0 0,-1 1-1 0 0,0-1 1 0 0,1 0 0 0 0,0 0 0 0 0,-1 1-1 0 0,0-1 1 0 0,1 0 0 0 0,-1 0-1 0 0,0 1 1 0 0,1-1 0 0 0,-1 0-1 0 0,0 0 1 0 0,0 1-1 0 0,1-1 1 0 0,-1 0 0 0 0,0 1-1 0 0,0-1 1 0 0,1 0 0 0 0,-1 1-1 0 0,0-1 1 0 0,0 0 0 0 0,0 1-1 0 0,0-1 1 0 0,0 1 0 0 0,1-1-1 0 0,-1 0 1 0 0,0 1 0 0 0,0-1-1 0 0,0 0 1 0 0,0 1 0 0 0,0 0 0 0 0,0 0-1 0 0,0-1 1 0 0,0 1 0 0 0,0-1 0 0 0,0 1 0 0 0,1 0 0 0 0,-1-1 0 0 0,0 1 0 0 0,0-1 0 0 0,1 1 0 0 0,-1-1 0 0 0,0 1 0 0 0,1-1-1 0 0,-1 1 1 0 0,0-1 0 0 0,1 0 0 0 0,-1 1 0 0 0,1-1 0 0 0,-1 1 0 0 0,1-1 0 0 0,-1 0 0 0 0,1 1 0 0 0,-1-1 0 0 0,1 0 0 0 0,-1 0-1 0 0,1 1 1 0 0,-1-1 0 0 0,1 0 0 0 0,0 0 0 0 0,-1 0 0 0 0,2 0 0 0 0,-2 0 0 0 0,0 0 1 0 0,1 0-1 0 0,-1 0 0 0 0,1 0 1 0 0,-1 1-1 0 0,0-1 0 0 0,1 0 1 0 0,-1 0-1 0 0,0 0 0 0 0,1 0 1 0 0,-1 0-1 0 0,1 1 0 0 0,-1-1 1 0 0,0 0-1 0 0,0 0 0 0 0,1 1 1 0 0,-1-1-1 0 0,0 0 0 0 0,1 0 1 0 0,-1 1-1 0 0,0-1 1 0 0,0 0-1 0 0,0 1 0 0 0,1-1 1 0 0,-1 0-1 0 0,0 1 0 0 0,0-1 1 0 0,0 1-1 0 0,1 0 0 0 0,0 0 1 0 0,0 0-1 0 0,0 0 1 0 0,0-1-1 0 0,0 1 1 0 0,0 0-1 0 0,0 0 1 0 0,0-1 0 0 0,0 1-1 0 0,0 0 1 0 0,0-1-1 0 0,1 1 1 0 0,-1-1-1 0 0,0 0 1 0 0,0 1-1 0 0,2-1 1 0 0,19 12 33 0 0,25 18-1 0 0,48 25-77 0 0,-51-22 77 0 0,-44-33-33 0 0,1 1 1 0 0,0 0-1 0 0,0-1 1 0 0,0 1-1 0 0,0-1 1 0 0,-1 1 0 0 0,1 0-1 0 0,0 0 1 0 0,0 0-1 0 0,-1-1 1 0 0,1 1-1 0 0,-1 0 1 0 0,1 0 0 0 0,-1 0-1 0 0,1 0 1 0 0,-1 0-1 0 0,0 0 1 0 0,1 0-1 0 0,-1 1 1 0 0,2-2-6 0 0,-2 0 5 0 0,0 0-1 0 0,1 0 1 0 0,-1 0 0 0 0,0 0 0 0 0,1 0 0 0 0,-1 0 0 0 0,0 0-1 0 0,1 0 1 0 0,-1 0 0 0 0,0 0 0 0 0,1 0 0 0 0,-1 0 0 0 0,0 1-1 0 0,0-1 1 0 0,1 0 0 0 0,-1 0 0 0 0,0 0 0 0 0,1 0 0 0 0,-1 0-1 0 0,0 1 1 0 0,0-1 0 0 0,1 0 0 0 0,-1 0 0 0 0,0 1 0 0 0,0-1-1 0 0,1 0 1 0 0,-1 0 0 0 0,0 1 0 0 0,0-1 0 0 0,0 0-1 0 0,0 0 1 0 0,1 1 0 0 0,-1-1 0 0 0,0 0 0 0 0,0 1 0 0 0,0-1-1 0 0,0 0 1 0 0,0 1 0 0 0,0-1 0 0 0,1 2-2 0 0,0 0-1 0 0,0-1 1 0 0,0 1-1 0 0,1-1 1 0 0,-1 1-1 0 0,0-1 1 0 0,1 0 0 0 0,-1 0-1 0 0,1 1 1 0 0,-1-1-1 0 0,1 0 1 0 0,2 1 0 0 0,-4-2 2 0 0,1 0 0 0 0,-1 0 0 0 0,0 0 0 0 0,0 0 0 0 0,0 0 0 0 0,1 0 1 0 0,-1 1-1 0 0,0-1 0 0 0,0 0 0 0 0,0 0 0 0 0,0 0 0 0 0,1 0 0 0 0,-1 0 1 0 0,0 1-1 0 0,0-1 0 0 0,0 0 0 0 0,0 0 0 0 0,0 0 0 0 0,0 0 1 0 0,1 1-1 0 0,-1-1 0 0 0,0 0 0 0 0,0 0 0 0 0,0 0 0 0 0,0 1 0 0 0,0-1 1 0 0,0 0-1 0 0,0 0 0 0 0,0 1 0 0 0,0-1 0 0 0,0 0 0 0 0,0 0 0 0 0,0 0 1 0 0,0 1-1 0 0,0-1 0 0 0,0 0 0 0 0,0 0 0 0 0,0 0 0 0 0,-1 1 0 0 0,2 2 2 0 0,3-1 0 0 0,-3-2-1 0 0,0 0 0 0 0,0 0 0 0 0,0 1 0 0 0,-1-1 0 0 0,1 0 0 0 0,0 0 0 0 0,0 1 0 0 0,-1-1 0 0 0,1 1 0 0 0,0-1 0 0 0,-1 1 0 0 0,1-1-1 0 0,0 1 1 0 0,-1-1 0 0 0,1 1 0 0 0,-1-1 0 0 0,1 1 0 0 0,-1 0 0 0 0,1-1 0 0 0,-1 1 0 0 0,1 0 0 0 0,-1-1 0 0 0,1 2 0 0 0,3 4 10 0 0,-4-6-10 0 0,1 0 0 0 0,-1 0 0 0 0,1 0-1 0 0,-1 1 1 0 0,0-1 0 0 0,1 0-1 0 0,-1 1 1 0 0,0-1 0 0 0,1 0-1 0 0,-1 0 1 0 0,0 1 0 0 0,1-1-1 0 0,-1 1 1 0 0,0-1 0 0 0,1 0 0 0 0,-1 1-1 0 0,0-1 1 0 0,0 1 0 0 0,0-1-1 0 0,1 1 1 0 0,-1-1 0 0 0,0 0-1 0 0,0 1 1 0 0,0-1 0 0 0,0 1-1 0 0,0-1 1 0 0,0 1 0 0 0,0-1-1 0 0,0 1 1 0 0,0-1 0 0 0,0 1 0 0 0,0 0-1 0 0,0-1 0 0 0,0 0 0 0 0,0 0 0 0 0,0 1 0 0 0,0-1 0 0 0,0 0 0 0 0,0 0 0 0 0,0 1 0 0 0,0-1 0 0 0,0 0 0 0 0,0 0 0 0 0,0 0 0 0 0,0 1 0 0 0,0-1 0 0 0,0 0 0 0 0,0 0 0 0 0,1 0 0 0 0,-1 1 0 0 0,0-1 0 0 0,0 0 0 0 0,0 0 0 0 0,0 0 0 0 0,1 0 0 0 0,-1 0 0 0 0,0 1 0 0 0,0-1 0 0 0,0 0 0 0 0,0 0 0 0 0,1 0 0 0 0,-1 0 0 0 0,0 0 0 0 0,0 0 0 0 0,0 0 0 0 0,1 0 0 0 0,-1 0 0 0 0,0 0 0 0 0,0 0 0 0 0,1 0 0 0 0,-1 0 0 0 0,0 0 0 0 0,1 0 0 0 0,-1 0 0 0 0,0 0 0 0 0,0 0-1 0 0,0 1 1 0 0,1-1 0 0 0,-1 0 0 0 0,0 0 0 0 0,0 0 0 0 0,1 0 0 0 0,-1 0 0 0 0,0 0 0 0 0,0 0 0 0 0,0 0 0 0 0,0 0 0 0 0,1 0 0 0 0,-1 1-1 0 0,0-1 1 0 0,0 0 0 0 0,0 0 0 0 0,0 0 0 0 0,1 0 0 0 0,-1 1 0 0 0,0-1 0 0 0,0 0 0 0 0,0 0 0 0 0,0 0 0 0 0,0 1 0 0 0,0-1 0 0 0,0 0 0 0 0,0 0-1 0 0,0 0 1 0 0,1 1 0 0 0,-1-1 0 0 0,0 0 0 0 0,0 0 0 0 0,0 0 0 0 0,0 1 0 0 0,0 0-1 0 0,0-1 1 0 0,0 1-1 0 0,0-1 1 0 0,1 1-1 0 0,-1-1 1 0 0,0 1-1 0 0,1-1 0 0 0,-1 1 1 0 0,0-1-1 0 0,1 1 1 0 0,-1-1-1 0 0,1 1 1 0 0,-1-1-1 0 0,1 0 1 0 0,-1 1-1 0 0,1-1 1 0 0,-1 0-1 0 0,1 1 0 0 0,-1-1 1 0 0,1 0-1 0 0,0 1 1 0 0,0-1 0 0 0,0 0-1 0 0,-1 0 1 0 0,1 1 0 0 0,0-1 0 0 0,-1 1 0 0 0,1-1 0 0 0,0 0-1 0 0,-1 1 1 0 0,1-1 0 0 0,-1 1 0 0 0,1 0 0 0 0,-1-1 0 0 0,1 1-1 0 0,-1-1 1 0 0,1 1 0 0 0,-1 0 0 0 0,1-1 0 0 0,-1 1 0 0 0,0 0-1 0 0,1 0 1 0 0,-1-1 0 0 0,0 2 0 0 0,0 0 5 0 0,2-1 1 0 0,5 3-4 0 0,-5-3 10 0 0,22 11-5 0 0,-13-7 0 0 0,-4-4-5 0 0,-5-1 2 0 0,-2 0-3 0 0,0 1 0 0 0,0-1 0 0 0,1 0-1 0 0,-1 1 1 0 0,0-1 0 0 0,0 0 0 0 0,1 1 0 0 0,-1-1-1 0 0,0 0 1 0 0,0 0 0 0 0,1 1 0 0 0,-1-1 0 0 0,0 0-1 0 0,1 0 1 0 0,-1 1 0 0 0,0-1 0 0 0,1 0 0 0 0,-1 0-1 0 0,0 0 1 0 0,1 0 0 0 0,-1 0 0 0 0,1 0 0 0 0,-1 0-1 0 0,0 1 1 0 0,1-1 0 0 0,-1 0 0 0 0,1 0 0 0 0,-1 0-1 0 0,0-1 1 0 0,1 1 0 0 0,0 0 0 0 0,-1 0-1 0 0,1 0 0 0 0,-1 0 1 0 0,0 0-1 0 0,1 0 1 0 0,-1 0-1 0 0,1 0 1 0 0,-1 0-1 0 0,1 0 1 0 0,-1 0-1 0 0,0 0 1 0 0,1 0-1 0 0,-1 1 0 0 0,0-1 1 0 0,1 0-1 0 0,-1 0 1 0 0,1 0-1 0 0,-1 1 1 0 0,0-1-1 0 0,1 0 1 0 0,-1 0-1 0 0,0 1 1 0 0,1-1-1 0 0,-1 0 0 0 0,0 1 1 0 0,0-1-1 0 0,1 0 1 0 0,-1 1-1 0 0,0-1 1 0 0,0 0-1 0 0,1 1 1 0 0,-1 0 19 0 0,16 2 132 0 0,-13-2-112 0 0,0 0 0 0 0,1 0 0 0 0,-1 0 0 0 0,0-1 0 0 0,0 1 0 0 0,1-1-1 0 0,-1 0 1 0 0,0 0 0 0 0,0 0 0 0 0,1 0 0 0 0,-1-1 0 0 0,5-1 0 0 0,58-14 385 0 0,-30 3-227 0 0,-7 8-106 0 0,-20 3-71 0 0,0 0 0 0 0,0 1 0 0 0,0-1 1 0 0,11 2-1 0 0,22 0-34 0 0,-25 3 0 0 0,-15-3 12 0 0,-1 1 0 0 0,1 0 0 0 0,0-1 0 0 0,0 1 1 0 0,0-1-1 0 0,0 0 0 0 0,0 0 0 0 0,0 0 0 0 0,0 0 0 0 0,0 0 1 0 0,0 0-1 0 0,4-1 0 0 0,19-3 8 0 0,6-3 29 0 0,-31 7-35 0 0,1 0-1 0 0,-1-1 0 0 0,1 1 0 0 0,-1 0 1 0 0,0-1-1 0 0,1 1 0 0 0,-1 0 1 0 0,1-1-1 0 0,-1 1 0 0 0,1 0 0 0 0,-1 0 1 0 0,1 0-1 0 0,0-1 0 0 0,-1 1 0 0 0,1 0 1 0 0,-1 0-1 0 0,1 0 0 0 0,-1 0 0 0 0,1 0 1 0 0,-1 0-1 0 0,1 0 0 0 0,-1 0 1 0 0,1 0-1 0 0,0 0 0 0 0,-1 1 0 0 0,1-1 1 0 0,-1 0-1 0 0,1 0 0 0 0,-1 0 0 0 0,1 1 1 0 0,-1-1-1 0 0,1 0 0 0 0,-1 1 0 0 0,1-1 1 0 0,34 0 21 0 0,-1 0-65 0 0,-3 0 31 0 0,80 0-4 0 0,-78-6 8 0 0,-19 3 12 0 0,-14 3-4 0 0,1-1 0 0 0,-1 1 0 0 0,1 0 0 0 0,0-1 0 0 0,-1 1 0 0 0,1 0 0 0 0,-1-1 0 0 0,1 1 0 0 0,0 0 0 0 0,-1 0 0 0 0,1-1 0 0 0,0 1 0 0 0,-1 0 0 0 0,1 0 0 0 0,0 0 0 0 0,-1 0 0 0 0,1 0 0 0 0,0 0 0 0 0,-1 0 0 0 0,1 0 0 0 0,0 0 0 0 0,-1 0 0 0 0,1 1 0 0 0,0-1 0 0 0,65-12 37 0 0,-31 3 11 0 0,-30 7-36 0 0,1 0 1 0 0,-1 1-1 0 0,1-1 1 0 0,-1 1-1 0 0,9-1 0 0 0,4-3 31 0 0,6-2-2 0 0,-21 7-41 0 0,-1 0 1 0 0,1-1-1 0 0,-1 1 0 0 0,1-1 0 0 0,-1 1 0 0 0,1-1 0 0 0,-1 0 0 0 0,0 0 0 0 0,1 0 0 0 0,-1 0 0 0 0,4-3 0 0 0,5 0-13 0 0,12 0 2 0 0,-15 2 14 0 0,-1 0 0 0 0,0-1-1 0 0,0 0 1 0 0,10-5 0 0 0,13-5 8 0 0,-26 11-10 0 0,14-6 4 0 0,-5 3-10 0 0,-10 3 6 0 0,-1 1 0 0 0,1 0 0 0 0,-1 0 0 0 0,1 0 0 0 0,0 0 1 0 0,0 1-1 0 0,-1-1 0 0 0,1 1 0 0 0,4 0 0 0 0,10-7 3 0 0,-3 1-4 0 0,8-5 2 0 0,-8-3-17 0 0,-12 13 16 0 0,0 0 0 0 0,0-1 0 0 0,1 1-1 0 0,-2 0 1 0 0,1-1 0 0 0,0 0 0 0 0,0 1 0 0 0,0-1 0 0 0,2-3-1 0 0,3-2 12 0 0,-4 5-2 0 0,1 0 0 0 0,-1-1 0 0 0,-1 0 0 0 0,1 1 0 0 0,0-1 0 0 0,-1 0 0 0 0,1-1 0 0 0,2-3 0 0 0,-3 3 6 0 0,0 1 0 0 0,0 0 0 0 0,1-1 0 0 0,0 1 0 0 0,0 0 0 0 0,0 1 0 0 0,0-1 0 0 0,5-3 0 0 0,-4 2 18 0 0,0-1-1 0 0,0 1 1 0 0,0-1-1 0 0,0 0 1 0 0,0 0 0 0 0,-1-1-1 0 0,0 1 1 0 0,3-8-1 0 0,3-3 60 0 0,31-44 255 0 0,-26 21-28 0 0,-8 31-244 0 0,-5 6-47 0 0,1 0 0 0 0,0-1 1 0 0,-1 1-1 0 0,1-1 0 0 0,-1 0 0 0 0,0 1 0 0 0,0-1 0 0 0,0 0 0 0 0,0 0 0 0 0,0-3 1 0 0,0 3-1 0 0,-1 1 1 0 0,0 0 0 0 0,1 0 0 0 0,-1 0 0 0 0,1 0-1 0 0,0 0 1 0 0,0 0 0 0 0,0 1 0 0 0,0-1-1 0 0,0 0 1 0 0,0 0 0 0 0,2-2 0 0 0,-2 3-7 0 0,0-1 0 0 0,0 1-1 0 0,0 0 1 0 0,0-1 0 0 0,0 1 0 0 0,0-1 0 0 0,0 0 0 0 0,-1 1 0 0 0,1-1 0 0 0,-1 0 0 0 0,1-3 0 0 0,4-8 152 0 0,-4 12-157 0 0,0 0 0 0 0,-1-1 0 0 0,1 1 0 0 0,-1 0 1 0 0,1 0-1 0 0,-1-1 0 0 0,1 1 0 0 0,-1-1 0 0 0,1 1 0 0 0,-1 0 1 0 0,0-1-1 0 0,0-1 0 0 0,0 1-3 0 0,0 0 1 0 0,0 0-1 0 0,0 0 1 0 0,0 0-1 0 0,0 0 0 0 0,0 0 1 0 0,0 0-1 0 0,1 0 0 0 0,-1 0 1 0 0,1 0-1 0 0,0 0 1 0 0,-1 0-1 0 0,1 0 0 0 0,0 0 1 0 0,0 0-1 0 0,2-2 0 0 0,-2 1 3 0 0,0-1 0 0 0,0 1-1 0 0,0 0 1 0 0,-1-1-1 0 0,1 1 1 0 0,-1-1-1 0 0,0 1 1 0 0,0-1 0 0 0,-1 1-1 0 0,0-7 1 0 0,0-1 36 0 0,1-81 243 0 0,-11 62-108 0 0,11 27-153 0 0,1 0 0 0 0,-1-1 0 0 0,-1 1 0 0 0,1 0 0 0 0,0-1 0 0 0,-1 1 0 0 0,0 0 0 0 0,1 0 0 0 0,-1 0-1 0 0,-1 0 1 0 0,1 0 0 0 0,-2-4 0 0 0,2-11 180 0 0,1 16-189 0 0,1 1-1 0 0,-1-1 1 0 0,0 1-1 0 0,0 0 1 0 0,0-1-1 0 0,0 1 1 0 0,0-1-1 0 0,0 1 1 0 0,-1-1-1 0 0,1 1 1 0 0,0 0-1 0 0,-1-1 1 0 0,1 1-1 0 0,-2-3 1 0 0,1 3 6 0 0,0 0 1 0 0,0 0 0 0 0,1-1-1 0 0,-1 1 1 0 0,0 0 0 0 0,0-1-1 0 0,1 1 1 0 0,-1-1 0 0 0,1 1 0 0 0,-1-1-1 0 0,1 1 1 0 0,-1-1 0 0 0,1 1-1 0 0,0-1 1 0 0,0 1 0 0 0,0-1 0 0 0,0 0-1 0 0,0 1 1 0 0,0-2 0 0 0,0 1 1 0 0,0 1 1 0 0,-1 0 0 0 0,1-1-1 0 0,-1 1 1 0 0,0 0 0 0 0,1 0-1 0 0,-1-1 1 0 0,0 1 0 0 0,0 0-1 0 0,1 0 1 0 0,-1 0 0 0 0,0 0 0 0 0,0 0-1 0 0,0 0 1 0 0,-2-1 0 0 0,-5-9 397 0 0,7 10-420 0 0,1 1 0 0 0,0-1 0 0 0,0 0 0 0 0,0 1 0 0 0,0-1-1 0 0,-1 1 1 0 0,1-1 0 0 0,0 0 0 0 0,-1 1 0 0 0,1-1 0 0 0,0 1-1 0 0,-1-1 1 0 0,1 1 0 0 0,-1-1 0 0 0,1 1 0 0 0,-1-1 0 0 0,1 1-1 0 0,-1 0 1 0 0,1-1 0 0 0,-1 1 0 0 0,1-1 0 0 0,-1 1 0 0 0,1 0-1 0 0,-1 0 1 0 0,-1-1 0 0 0,2 1-6 0 0,-1 0 0 0 0,0 0-1 0 0,1-1 1 0 0,-1 1 0 0 0,1 0 0 0 0,-1-1 0 0 0,1 1-1 0 0,-1 0 1 0 0,1-1 0 0 0,-1 1 0 0 0,1 0-1 0 0,-1-1 1 0 0,1 1 0 0 0,0-1 0 0 0,-1 1 0 0 0,1-1-1 0 0,0 1 1 0 0,-1-1 0 0 0,1 1 0 0 0,0-1 0 0 0,0 1-1 0 0,-1-1 1 0 0,1 1 0 0 0,0-1 0 0 0,0-1-1 0 0,0 2 1 0 0,-1-1 0 0 0,1 0-1 0 0,0 1 1 0 0,0-1-1 0 0,0 0 1 0 0,-1 1-1 0 0,1-1 1 0 0,0 1-1 0 0,-1-1 1 0 0,1 0 0 0 0,0 1-1 0 0,-1-1 1 0 0,1 1-1 0 0,-1-1 1 0 0,1 1-1 0 0,-1-1 1 0 0,1 1 0 0 0,-1 0-1 0 0,0-1 1 0 0,1 1-1 0 0,-1-1 1 0 0,1 1-1 0 0,-1 0 1 0 0,0 0 0 0 0,0-1-1 0 0,0 1-2 0 0,1 0 0 0 0,-1 0 0 0 0,1-1 0 0 0,-1 1 0 0 0,1 0 0 0 0,-1 0 0 0 0,1-1-1 0 0,-1 1 1 0 0,1 0 0 0 0,-1-1 0 0 0,1 1 0 0 0,-1-1 0 0 0,1 1 0 0 0,0 0 0 0 0,-1-1 0 0 0,1 1 0 0 0,0-1 0 0 0,-1 1 0 0 0,1-1-1 0 0,0 1 1 0 0,0-1 0 0 0,-1 1 0 0 0,1-2 0 0 0,-24-18 189 0 0,-5-3-3 0 0,15 9-36 0 0,-11-9 35 0 0,22 20-162 0 0,0-1 0 0 0,-1 0-1 0 0,1 1 1 0 0,-1 0 0 0 0,0 0 0 0 0,-5-3 0 0 0,-34-37 369 0 0,20 26-180 0 0,17 12-161 0 0,0 0 1 0 0,0 1-1 0 0,-1 0 0 0 0,1 0 0 0 0,-15-6 0 0 0,-10-6 81 0 0,17 7-55 0 0,4 4-38 0 0,0 0 0 0 0,0 0 0 0 0,0 1 1 0 0,-1 0-1 0 0,-13-2 0 0 0,23 5-39 0 0,0 1-1 0 0,0 0 1 0 0,-1 0-1 0 0,1 0 1 0 0,0-1 0 0 0,0 1-1 0 0,0 0 1 0 0,0-1 0 0 0,0 1-1 0 0,-1-1 1 0 0,1 0-1 0 0,0 1 1 0 0,0-1 0 0 0,0 0-1 0 0,-1-1 1 0 0,1 1 3 0 0,0 0 0 0 0,0 0 0 0 0,-1 0 0 0 0,1 0 0 0 0,-1 1 0 0 0,1-1 0 0 0,-1 0 0 0 0,1 1 0 0 0,-1-1 0 0 0,1 1 0 0 0,-1-1 0 0 0,1 1 0 0 0,-1 0 0 0 0,0-1 0 0 0,-2 1 0 0 0,-16-7 42 0 0,18 5-41 0 0,-1 1 1 0 0,1-1 0 0 0,-1 1 0 0 0,0 0 0 0 0,1 0 0 0 0,-1 0 0 0 0,0 0 0 0 0,0 1-1 0 0,-4-1 1 0 0,5 1 7 0 0,1-1-11 0 0,1 0 0 0 0,-1 1 0 0 0,1-1 0 0 0,-1 0 0 0 0,0 1 0 0 0,0-1 0 0 0,0 0 0 0 0,1 1 0 0 0,-1-1 0 0 0,0 1 0 0 0,0-1 0 0 0,0 1 0 0 0,0 0 0 0 0,0-1 0 0 0,0 1 0 0 0,0 0 0 0 0,0 0 1 0 0,-1 0-1 0 0,-23-11 33 0 0,25 9-40 0 0,-1 0 1 0 0,-12 1-1 0 0,-9-5 14 0 0,0 1-12 0 0,15 4-3 0 0,-37-5 22 0 0,42 6-16 0 0,1-5-7 0 0,0 4 4 0 0,0 1 0 0 0,1 0 0 0 0,-1-1 0 0 0,0 1 0 0 0,1 0 0 0 0,-1 0 0 0 0,0-1 0 0 0,1 1 0 0 0,-1 0 0 0 0,0 0-1 0 0,1 0 1 0 0,-1 0 0 0 0,0 0 0 0 0,0 0 0 0 0,1 0 0 0 0,-1 0 0 0 0,0 0 0 0 0,1 0 0 0 0,-1 1 0 0 0,0-1 0 0 0,1 0 0 0 0,-2 1-1 0 0,-1-2 14 0 0,3 0-13 0 0,-1 1 0 0 0,1 0 0 0 0,0-1-1 0 0,0 1 1 0 0,0 0 0 0 0,0-1 0 0 0,-1 1 0 0 0,1 0 0 0 0,0 0 0 0 0,0-1-1 0 0,0 1 1 0 0,-1 0 0 0 0,1 0 0 0 0,0-1 0 0 0,0 1 0 0 0,-1 0 0 0 0,1 0-1 0 0,0 0 1 0 0,-1 0 0 0 0,1-1 0 0 0,0 1 0 0 0,-1 0 0 0 0,1 0 0 0 0,0 0-1 0 0,-1 0 1 0 0,1 0 0 0 0,0 0 0 0 0,-1 0 0 0 0,1 0 0 0 0,0 0 0 0 0,-1 0-1 0 0,1 0 1 0 0,0 0 0 0 0,-1 0 0 0 0,1 0 0 0 0,0 0 0 0 0,-1 1 0 0 0,0-1 0 0 0,1 0 0 0 0,0 0 0 0 0,-1 0 0 0 0,1 0 0 0 0,0 0 0 0 0,-1 0 0 0 0,1 0 0 0 0,0 0 1 0 0,-1 0-1 0 0,1 0 0 0 0,0 0 0 0 0,-1 0 0 0 0,1 0 0 0 0,0 0 0 0 0,-1 0 0 0 0,1 0 0 0 0,0 0 1 0 0,-1 0-1 0 0,1 0 0 0 0,0-1 0 0 0,-1 1 0 0 0,1 0 0 0 0,0 0 0 0 0,0 0 0 0 0,-1-1 0 0 0,1 1 1 0 0,0 0-1 0 0,0 0 0 0 0,-1-1 0 0 0,1 1 0 0 0,0 0 0 0 0,0 0 0 0 0,0-1 0 0 0,-1 1 0 0 0,1 0 0 0 0,0-1 1 0 0,0 0-1 0 0,-2 0 6 0 0,-5 1-2 0 0,5 0-7 0 0,0 0-1 0 0,-25 2 16 0 0,25-2-11 0 0,0 1-1 0 0,-1-1 0 0 0,1 0 1 0 0,0 0-1 0 0,-1 0 1 0 0,1 0-1 0 0,0-1 1 0 0,-1 1-1 0 0,1 0 1 0 0,0-1-1 0 0,0 0 1 0 0,-1 0-1 0 0,1 1 0 0 0,0-1 1 0 0,-2-2-1 0 0,-4 2 2 0 0,-71 1-31 0 0,24-6-10 0 0,42 7 46 0 0,8-1-3 0 0,0 1-1 0 0,0-1 1 0 0,0-1-1 0 0,0 1 1 0 0,0-1-1 0 0,0 0 1 0 0,1 0-1 0 0,-8-2 1 0 0,-18-3 0 0 0,18 4-7 0 0,11 3 3 0 0,0-1 0 0 0,0 0-1 0 0,0 0 1 0 0,0 0 0 0 0,0 0 0 0 0,1 0 0 0 0,-1 0 0 0 0,0 0 0 0 0,0 0 0 0 0,0 0 0 0 0,0 0 0 0 0,0 0 0 0 0,0-1-1 0 0,0 1 1 0 0,0 0 0 0 0,0-1 0 0 0,0 1 0 0 0,1-1 0 0 0,-1 1 0 0 0,0-1 0 0 0,-1 0 0 0 0,0 0-3 0 0,-40-5-32 0 0,40 6 30 0 0,-1-1 5 0 0,-1 0 0 0 0,0 0-1 0 0,1 1 1 0 0,-1 0 0 0 0,0 0 0 0 0,0 0 0 0 0,0 0-1 0 0,-5 2 1 0 0,-4-1-14 0 0,11-1 10 0 0,-31-6-428 0 0,2-1-2399 0 0,20 5 848 0 0,-14-9-9361 0 0,7 5 8170 0 0,16 1 1692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35 480 312 0 0,'0'-1'114'0'0,"0"0"-1"0"0,0 1 1 0 0,0-1 0 0 0,0 0-1 0 0,0 0 1 0 0,0 1 0 0 0,0-1-1 0 0,-1 0 1 0 0,1 1 0 0 0,0-1-1 0 0,0 0 1 0 0,-1 1 0 0 0,1-1-1 0 0,0 0 1 0 0,-1 1 0 0 0,1-1-1 0 0,-1 1 1 0 0,0-2 0 0 0,0 1-28 0 0,1 1 0 0 0,-1-1 0 0 0,1 0 0 0 0,-1 1 0 0 0,1-1 0 0 0,-1 0 0 0 0,1 0 0 0 0,0 0 0 0 0,-1 1 0 0 0,1-1 0 0 0,0 0 1 0 0,-1 0-1 0 0,1 0 0 0 0,0 0 0 0 0,0 0 0 0 0,0 0 0 0 0,0 1 0 0 0,0-3 0 0 0,-4-4 246 0 0,3 7-322 0 0,1 0 1 0 0,-1 0-1 0 0,1-1 1 0 0,0 1-1 0 0,-1 0 1 0 0,1 0-1 0 0,-1-1 1 0 0,1 1-1 0 0,0 0 1 0 0,0-1-1 0 0,-1 1 1 0 0,1 0-1 0 0,0-1 1 0 0,-1 1-1 0 0,1-1 1 0 0,0 1-1 0 0,0 0 1 0 0,0-1 0 0 0,0 1-1 0 0,-1-1 1 0 0,1 1-1 0 0,0-1 1 0 0,0 1-1 0 0,0-1 1 0 0,0 1-1 0 0,0 0 1 0 0,0-1-1 0 0,0 0 1 0 0,1-11 286 0 0,-1 11-272 0 0,0-1 0 0 0,0 1 0 0 0,1 0 0 0 0,-1-1 0 0 0,0 1 0 0 0,0 0 0 0 0,0-1 0 0 0,0 1 1 0 0,0 0-1 0 0,-1-1 0 0 0,1 1 0 0 0,0 0 0 0 0,-1 0 0 0 0,1-1 0 0 0,-1 1 0 0 0,1 0 1 0 0,-1 0-1 0 0,1-1 0 0 0,-1 1 0 0 0,0 0 0 0 0,0 0 0 0 0,1 0 0 0 0,-1 0 0 0 0,-2-1 1 0 0,2-2 38 0 0,0 0 1 0 0,1 1 0 0 0,-1-1 0 0 0,1 0-1 0 0,0 0 1 0 0,0 0 0 0 0,0 0 0 0 0,1-5-1 0 0,-1 1 58 0 0,0-4-6 0 0,0 10-74 0 0,0-1-1 0 0,-1 1 1 0 0,1-1 0 0 0,0 0-1 0 0,1 1 1 0 0,-1-1 0 0 0,0 1-1 0 0,1-1 1 0 0,-1 1 0 0 0,1-1 0 0 0,0 1-1 0 0,0-1 1 0 0,0 1 0 0 0,0-1-1 0 0,2-2 1 0 0,0 1 1 0 0,-1 1-1 0 0,0-1 1 0 0,0 1-1 0 0,0-1 1 0 0,0 0-1 0 0,1-6 1 0 0,7-13 86 0 0,-3 11-78 0 0,-5 7-31 0 0,1-1 1 0 0,0 1-1 0 0,0 0 1 0 0,1 0 0 0 0,5-6-1 0 0,-6 8 0 0 0,1-1-1 0 0,-1 0 0 0 0,0 0 0 0 0,-1 0 1 0 0,1-1-1 0 0,0 1 0 0 0,3-10 0 0 0,-5 9 2 0 0,2 1-1 0 0,-1-1 0 0 0,0 0 0 0 0,1 1 1 0 0,0 0-1 0 0,0-1 0 0 0,0 1 1 0 0,4-3-1 0 0,18-25 145 0 0,-23 29-145 0 0,0-1-1 0 0,0 1 1 0 0,0 0 0 0 0,1 0-1 0 0,-1 0 1 0 0,1 0 0 0 0,0 1 0 0 0,-1-1-1 0 0,5-2 1 0 0,15-9 63 0 0,-20 12-76 0 0,1 0-1 0 0,0 1 1 0 0,0-1-1 0 0,0 0 0 0 0,0 1 1 0 0,0 0-1 0 0,0 0 1 0 0,0 0-1 0 0,1 0 0 0 0,-1 0 1 0 0,0 1-1 0 0,1-1 1 0 0,-1 1-1 0 0,0 0 0 0 0,1 0 1 0 0,4 1-1 0 0,43 5 32 0 0,-46-6-33 0 0,0 1 0 0 0,0-1 1 0 0,0 2-1 0 0,0-1 0 0 0,0 0 0 0 0,-1 1 0 0 0,1 0 0 0 0,0 0 1 0 0,5 4-1 0 0,25 8 14 0 0,-29-10-18 0 0,0 0 0 0 0,0 1 0 0 0,-1 0 1 0 0,1 0-1 0 0,7 8 0 0 0,-13-12-1 0 0,0-1 0 0 0,1 0 0 0 0,-1 1-1 0 0,0-1 1 0 0,0 1 0 0 0,0-1 0 0 0,1 1-1 0 0,-1-1 1 0 0,0 0 0 0 0,0 1 0 0 0,0-1 0 0 0,0 1-1 0 0,0-1 1 0 0,0 1 0 0 0,0-1 0 0 0,0 1 0 0 0,0-1-1 0 0,0 1 1 0 0,0-1 0 0 0,0 1 0 0 0,0-1-1 0 0,0 1 1 0 0,0-1 0 0 0,-1 1 0 0 0,1 0 0 0 0,0-1-1 0 0,0 1 1 0 0,0-1 0 0 0,0 1 0 0 0,0-1-1 0 0,-1 1 1 0 0,1-1 0 0 0,0 1 0 0 0,0-1-1 0 0,0 1 1 0 0,0-1 0 0 0,1 1 0 0 0,-1-1-1 0 0,0 1 1 0 0,0-1 0 0 0,0 1 0 0 0,0-1-1 0 0,0 1 1 0 0,1-1 0 0 0,-1 1 0 0 0,0-1 0 0 0,0 0-1 0 0,1 1 1 0 0,-1 0 0 0 0,1 0-1 0 0,1 1 1 0 0,-1 0-1 0 0,-1-1 1 0 0,1 1-1 0 0,0 0 1 0 0,0 0 0 0 0,0-1-1 0 0,-1 1 1 0 0,1 0-1 0 0,-1 0 1 0 0,0 0-1 0 0,1 0 1 0 0,-1 0-1 0 0,0 0 1 0 0,0 0-1 0 0,0 0 1 0 0,-1 0-1 0 0,1 0 1 0 0,0 0 0 0 0,-1 0-1 0 0,1 0 1 0 0,-1-1-1 0 0,0 1 1 0 0,-1 2-1 0 0,-4 28-3 0 0,6-29 5 0 0,0-1 0 0 0,-1 1 0 0 0,1-1 0 0 0,-1 1 0 0 0,0-1-1 0 0,0 1 1 0 0,0-1 0 0 0,0 0 0 0 0,0 0 0 0 0,-2 3-1 0 0,2-3 1 0 0,-1 1 0 0 0,1-1 0 0 0,-1 1 0 0 0,1-1 0 0 0,0 1 0 0 0,0 0 0 0 0,1-1 0 0 0,-1 1-1 0 0,0 0 1 0 0,1 4 0 0 0,-1 0 2 0 0,-1 1-1 0 0,1 0 0 0 0,-1-1 1 0 0,-1 1-1 0 0,1-1 1 0 0,-1 0-1 0 0,-1 0 0 0 0,1 0 1 0 0,-9 12-1 0 0,7-12 3 0 0,0 0 1 0 0,1 0-1 0 0,0 1 0 0 0,0 0 0 0 0,1 0 1 0 0,-3 10-1 0 0,-5 11 7 0 0,9-26-10 0 0,-50 105 24 0 0,41-78-15 0 0,9-21-22 0 0,2-1 8 0 0,0-8 3 0 0,0 0 0 0 0,0 0 0 0 0,0 0 1 0 0,0 0-1 0 0,0 1 0 0 0,0-1 0 0 0,0 0 0 0 0,0 0 0 0 0,0 0 0 0 0,0 0 0 0 0,0 0 0 0 0,0 0 1 0 0,0 0-1 0 0,0 0 0 0 0,0 1 0 0 0,0-1 0 0 0,0 0 0 0 0,0 0 0 0 0,0 0 0 0 0,0 0 1 0 0,0 0-1 0 0,0 0 0 0 0,0 0 0 0 0,0 1 0 0 0,0-1 0 0 0,0 0 0 0 0,0 0 0 0 0,0 0 0 0 0,0 0 1 0 0,-1 0-1 0 0,1 0 0 0 0,0 0 0 0 0,0 0 0 0 0,0 0 0 0 0,0 0 0 0 0,0 0 0 0 0,0 0 0 0 0,0 0 1 0 0,0 1-1 0 0,0-1 0 0 0,-1 0 0 0 0,1 0 0 0 0,0 0 0 0 0,0 0 0 0 0,0 0 0 0 0,0 0 0 0 0,0 0 1 0 0,0 0-1 0 0,0 0 0 0 0,-1 0 0 0 0,1 0 0 0 0,0 0 0 0 0,0 0 0 0 0,0 0 0 0 0,0 0 0 0 0,0-1 1 0 0,0 1-1 0 0,0 0 0 0 0,-1 0 0 0 0,-4 1 10 0 0,3 15-5 0 0,2-5 0 0 0,0-10-3 0 0,-2 0-8 0 0,-11 9 49 0 0,10-9-26 0 0,1-1-20 0 0,0 0 355 0 0,-9-19-106 0 0,11 18-241 0 0,0-1 0 0 0,0 1 0 0 0,0-1 1 0 0,0 1-1 0 0,0-1 0 0 0,0 0 0 0 0,0 1 1 0 0,1-1-1 0 0,-1 1 0 0 0,1-1 0 0 0,-1 1 1 0 0,1-1-1 0 0,-1 1 0 0 0,1-1 0 0 0,0 1 1 0 0,0 0-1 0 0,0-1 0 0 0,1-1 1 0 0,13-22 23 0 0,1 13-21 0 0,8-7 12 0 0,-22 16-16 0 0,0 1-1 0 0,0 0 1 0 0,0-1-1 0 0,0 1 1 0 0,0 0 0 0 0,0 0-1 0 0,1 1 1 0 0,-1-1 0 0 0,1 0-1 0 0,0 1 1 0 0,-1 0 0 0 0,1-1-1 0 0,0 1 1 0 0,0 0 0 0 0,0 1-1 0 0,2-2 1 0 0,29-11 41 0 0,-26 9-28 0 0,0 1 1 0 0,0 0-1 0 0,1 1 0 0 0,-1 0 0 0 0,1 0 1 0 0,-1 1-1 0 0,15-1 0 0 0,18-3 42 0 0,-26 3-38 0 0,1 1 0 0 0,28 2 1 0 0,-12 0-3 0 0,-24-1-17 0 0,1 1-1 0 0,-1 0 0 0 0,1 0 1 0 0,-1 1-1 0 0,14 4 0 0 0,-11-2 6 0 0,-10-4-6 0 0,-1 0-1 0 0,1 0 0 0 0,-1 0 1 0 0,1 0-1 0 0,-1 1 0 0 0,1-1 1 0 0,-1 0-1 0 0,1 0 0 0 0,-1 0 1 0 0,1 0-1 0 0,-1 0 0 0 0,0 1 1 0 0,1-1-1 0 0,-1 0 0 0 0,1 0 0 0 0,-1 1 1 0 0,1-1-1 0 0,-1 0 0 0 0,0 1 1 0 0,1-1-1 0 0,-1 0 0 0 0,0 1 1 0 0,1-1-1 0 0,-1 1 0 0 0,0-1 1 0 0,0 1-1 0 0,1-1 0 0 0,-1 0 1 0 0,0 2-1 0 0,0-1-4 0 0,0 13-452 0 0,-5-10-4097 0 0,2-5 4062 0 0,-1 0 1 0 0,1 0-1 0 0,0 0 1 0 0,-1 0 0 0 0,1 0-1 0 0,0-1 1 0 0,-3-1 0 0 0,-3 2-615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407 38 0 0 0,'-2'-13'4528'0'0,"2"13"-4497"0"0,-1 0 0 0 0,1 1-1 0 0,-1-1 1 0 0,1 0-1 0 0,0 0 1 0 0,-1 0 0 0 0,1-1-1 0 0,0 1 1 0 0,-1 0 0 0 0,1 0-1 0 0,0 0 1 0 0,-1 0-1 0 0,1 0 1 0 0,0 0 0 0 0,-1 0-1 0 0,1-1 1 0 0,0 1-1 0 0,-1 0 1 0 0,1 0 0 0 0,0 0-1 0 0,0-1 1 0 0,-1 1 0 0 0,1 0-1 0 0,0 0 1 0 0,0-1-1 0 0,0 1 1 0 0,-1 0 0 0 0,1-1-1 0 0,0 1 1 0 0,0 0-1 0 0,0 0 1 0 0,0-1 0 0 0,-1 1-1 0 0,1 0 1 0 0,0-1 0 0 0,0 1-1 0 0,0-1 1 0 0,0 1-1 0 0,0 0 1 0 0,0-1 0 0 0,0 1-1 0 0,0 0 1 0 0,0-1-1 0 0,0 1 1 0 0,0 0 0 0 0,0-1-1 0 0,0 1 1 0 0,1-1 0 0 0,-4 0 62 0 0,3 1-83 0 0,-1 0 1 0 0,1 0-1 0 0,0 0 0 0 0,0 0 0 0 0,-1 0 0 0 0,1 0 0 0 0,0 0 1 0 0,-1 0-1 0 0,1 0 0 0 0,0 0 0 0 0,-1 0 0 0 0,1 0 1 0 0,0 0-1 0 0,0 0 0 0 0,-1-1 0 0 0,1 1 0 0 0,0 0 0 0 0,0 0 1 0 0,-1 0-1 0 0,1-1 0 0 0,0 1 0 0 0,0 0 0 0 0,0 0 0 0 0,-1 0 1 0 0,1-1-1 0 0,0 1 0 0 0,0 0 0 0 0,0 0 0 0 0,0-1 1 0 0,-1 1-1 0 0,1 0 0 0 0,0-1 0 0 0,0 1 0 0 0,0 0 0 0 0,0 0 1 0 0,0-1-1 0 0,0 1 0 0 0,0 0 0 0 0,0-1 0 0 0,0 1 3 0 0,0-1-1 0 0,0 1 0 0 0,0 0 1 0 0,0 0-1 0 0,0-1 0 0 0,0 1 1 0 0,0 0-1 0 0,0 0 1 0 0,-1 0-1 0 0,1-1 0 0 0,0 1 1 0 0,0 0-1 0 0,0 0 0 0 0,0-1 1 0 0,0 1-1 0 0,-1 0 1 0 0,1 0-1 0 0,0 0 0 0 0,0 0 1 0 0,0-1-1 0 0,0 1 0 0 0,-1 0 1 0 0,1 0-1 0 0,0 0 1 0 0,0 0-1 0 0,-1 0 0 0 0,1-1 1 0 0,0 1-1 0 0,0 0 0 0 0,0 0 1 0 0,-1 0-1 0 0,1 0 1 0 0,0 0-1 0 0,0 0 0 0 0,-1 0 1 0 0,1 0-1 0 0,0 0 0 0 0,0 0 1 0 0,-1 0-1 0 0,1 0 1 0 0,0 0-1 0 0,-1 0 0 0 0,-14 4 367 0 0,3-1-267 0 0,8-2-104 0 0,0 1-1 0 0,0 0 1 0 0,0-1 0 0 0,1 2 0 0 0,-1-1-1 0 0,0 0 1 0 0,1 1 0 0 0,0-1-1 0 0,-5 6 1 0 0,-25 14 8 0 0,26-20 4 0 0,1 0 0 0 0,-1 1 0 0 0,1 0 0 0 0,0 0 0 0 0,0 0 0 0 0,0 1 0 0 0,0-1 0 0 0,1 2 0 0 0,-7 5 0 0 0,-11 3 73 0 0,20-11-79 0 0,0-1 0 0 0,0 0 0 0 0,0 1 0 0 0,0-1 0 0 0,0 1 0 0 0,0 0 0 0 0,1 0 0 0 0,-3 2 0 0 0,-39 39 154 0 0,36-36-144 0 0,7-7-22 0 0,0 1-1 0 0,0-1 1 0 0,0 1 0 0 0,0-1-1 0 0,0 1 1 0 0,0 0-1 0 0,0 0 1 0 0,0-1 0 0 0,1 1-1 0 0,-1 0 1 0 0,0 0 0 0 0,1 0-1 0 0,-1 0 1 0 0,0 0 0 0 0,1 0-1 0 0,-1 0 1 0 0,1 0-1 0 0,-1 0 1 0 0,1 2 0 0 0,-1-1 0 0 0,1-1-1 0 0,-1 1 1 0 0,0 0 0 0 0,0 0 0 0 0,1-1 0 0 0,-1 1 0 0 0,0-1 0 0 0,0 1 0 0 0,-1-1-1 0 0,1 1 1 0 0,0-1 0 0 0,0 0 0 0 0,-3 3 0 0 0,2-3-1 0 0,1 0-1 0 0,-1 1 1 0 0,1-1 0 0 0,-1 0-1 0 0,1 1 1 0 0,0-1 0 0 0,0 1 0 0 0,0-1-1 0 0,0 1 1 0 0,0 0 0 0 0,0 0-1 0 0,1-1 1 0 0,-1 1 0 0 0,0 2-1 0 0,-7 7 2 0 0,7-10-1 0 0,0 0-1 0 0,0 0 1 0 0,0 0-1 0 0,0 0 1 0 0,0 0-1 0 0,0 0 1 0 0,0 0-1 0 0,0 0 1 0 0,0 0-1 0 0,1 1 1 0 0,-1-1-1 0 0,1 0 0 0 0,-1 0 1 0 0,1 1-1 0 0,-1-1 1 0 0,1 0-1 0 0,0 1 1 0 0,-1-1-1 0 0,1 2 1 0 0,-5 9 5 0 0,4-12-5 0 0,1 1-1 0 0,-1 0 0 0 0,1-1 1 0 0,-1 1-1 0 0,1-1 0 0 0,-1 1 0 0 0,1 0 1 0 0,0-1-1 0 0,-1 1 0 0 0,1 0 1 0 0,0-1-1 0 0,0 1 0 0 0,0 0 1 0 0,-1 0-1 0 0,1-1 0 0 0,0 1 0 0 0,0 1 1 0 0,-5 9 6 0 0,5-11-6 0 0,-1 1 0 0 0,1 0 0 0 0,-1-1-1 0 0,1 1 1 0 0,-1 0 0 0 0,1-1 0 0 0,-1 1 0 0 0,1 0 0 0 0,0 0-1 0 0,-1-1 1 0 0,1 1 0 0 0,0 0 0 0 0,0 0 0 0 0,-1 0 0 0 0,1-1 0 0 0,0 1-1 0 0,0 0 1 0 0,0 1 0 0 0,0 1 1 0 0,0 1 1 0 0,0-1-1 0 0,0 0 1 0 0,0 1-1 0 0,-1-1 0 0 0,1 0 1 0 0,-1 1-1 0 0,0-1 1 0 0,0 0-1 0 0,-1 0 0 0 0,-1 4 1 0 0,2-3-3 0 0,0 1 0 0 0,0 0 0 0 0,0-1 0 0 0,1 1 0 0 0,-1 0 0 0 0,1 0 1 0 0,0 0-1 0 0,1-1 0 0 0,0 7 0 0 0,0 8-1 0 0,10 24 13 0 0,-11-35-5 0 0,0-1-1 0 0,1 1 0 0 0,0-1 1 0 0,0 1-1 0 0,0-1 0 0 0,4 11 0 0 0,6 36 26 0 0,-7-17-4 0 0,-2-33-25 0 0,-1 0 1 0 0,1 1-1 0 0,-1 0 0 0 0,0-1 0 0 0,0 1 0 0 0,-1 0 0 0 0,1 0 0 0 0,-1 6 0 0 0,11 27 16 0 0,0 3 2 0 0,-11-38-20 0 0,1-1-1 0 0,-1 1 1 0 0,1-1 0 0 0,0 0 0 0 0,-1 1 0 0 0,1-1 0 0 0,1 0-1 0 0,-1 1 1 0 0,0-1 0 0 0,3 3 0 0 0,-3-3-1 0 0,0-1 0 0 0,0 1 1 0 0,0 0-1 0 0,0 0 0 0 0,0 0 0 0 0,0 0 0 0 0,0-1 1 0 0,-1 1-1 0 0,2 4 0 0 0,-2-4 1 0 0,0-1-1 0 0,0 0 1 0 0,1 1-1 0 0,-1-1 1 0 0,1 0-1 0 0,-1 0 1 0 0,1 1 0 0 0,-1-1-1 0 0,1 0 1 0 0,0 0-1 0 0,0 0 1 0 0,-1 0-1 0 0,1 0 1 0 0,2 2-1 0 0,-2-2 1 0 0,0 0 0 0 0,0 0 0 0 0,0 0 0 0 0,0 0-1 0 0,0 1 1 0 0,0-1 0 0 0,-1 0 0 0 0,1 0-1 0 0,0 1 1 0 0,-1-1 0 0 0,1 1 0 0 0,-1-1-1 0 0,1 1 1 0 0,-1-1 0 0 0,0 2 0 0 0,2 1 0 0 0,0 0 1 0 0,1 0 0 0 0,-1 0-1 0 0,1-1 1 0 0,0 1 0 0 0,0-1-1 0 0,0 0 1 0 0,0 0-1 0 0,4 3 1 0 0,4 5 10 0 0,15 19 8 0 0,-19-21-12 0 0,1 0 0 0 0,18 16 0 0 0,-16-18-1 0 0,4 6 7 0 0,-9-6-4 0 0,1-1 0 0 0,0 0 0 0 0,0-1 0 0 0,0 0 0 0 0,1 0 0 0 0,-1 0 0 0 0,1 0 0 0 0,0-1 0 0 0,9 3 0 0 0,-4 0 6 0 0,35 22 61 0 0,-42-26-69 0 0,1 0-1 0 0,-1 0 0 0 0,1-1 0 0 0,0 0 0 0 0,0 0 0 0 0,7 1 0 0 0,-8-1 2 0 0,126 41 83 0 0,-115-39-3 0 0,-1 0 0 0 0,1-1 0 0 0,0 0 0 0 0,30 0 1 0 0,31-15 494 0 0,-67 10-522 0 0,0 0 0 0 0,0 0-1 0 0,0-1 1 0 0,10-5-1 0 0,7-1 32 0 0,49-21 148 0 0,-70 27-213 0 0,0 1 0 0 0,-1-1 0 0 0,0 0 0 0 0,1 0 0 0 0,8-7 0 0 0,18-17 230 0 0,-26 23-191 0 0,-1 0 0 0 0,1 0 0 0 0,-1 0-1 0 0,0-1 1 0 0,0 0 0 0 0,7-10 0 0 0,43-57 345 0 0,-48 64-364 0 0,-7 7-44 0 0,1 1-1 0 0,-1 0 1 0 0,0-1-1 0 0,1 1 1 0 0,-1-1-1 0 0,1 1 1 0 0,-1-1-1 0 0,0 1 1 0 0,1-1-1 0 0,-1 1 1 0 0,0-1-1 0 0,0 1 1 0 0,1-1-1 0 0,-1 0 1 0 0,0 1-1 0 0,0-1 1 0 0,0 1-1 0 0,0-1 1 0 0,0 0-1 0 0,0 0 1 0 0,1-2 13 0 0,-1 0 1 0 0,1 1-1 0 0,-1-1 1 0 0,1 0-1 0 0,0 1 1 0 0,0-1 0 0 0,0 1-1 0 0,0 0 1 0 0,2-4-1 0 0,-1 3 10 0 0,0 0 1 0 0,-1 0-1 0 0,0 0 0 0 0,1-1 0 0 0,-1 1 0 0 0,0 0 1 0 0,0 0-1 0 0,-1-1 0 0 0,1-6 0 0 0,4-5 57 0 0,-4 14-76 0 0,0-1 1 0 0,0 0-1 0 0,-1 1 1 0 0,1-1-1 0 0,-1 1 1 0 0,1-1-1 0 0,-1 0 1 0 0,1 1 0 0 0,-1-1-1 0 0,0 0 1 0 0,0-2-1 0 0,0 0 3 0 0,0 0 0 0 0,0 0 0 0 0,1 0 0 0 0,-1-1 0 0 0,1 1 0 0 0,0 0 0 0 0,0 0 0 0 0,0 0 0 0 0,3-6 0 0 0,-2 6 6 0 0,-1-1-1 0 0,0 0 1 0 0,-1 0-1 0 0,1 0 1 0 0,-1 0-1 0 0,0 1 1 0 0,0-1-1 0 0,-2-9 1 0 0,1-3 38 0 0,1-124 223 0 0,-1 137-260 0 0,0 0 0 0 0,0 0 1 0 0,-1 0-1 0 0,1 0 0 0 0,-1 1 1 0 0,0-1-1 0 0,0 0 1 0 0,-3-4-1 0 0,3 5 7 0 0,0 0 0 0 0,0 0 1 0 0,0 0-1 0 0,0-1 0 0 0,1 1 0 0 0,-1 0 1 0 0,-1-8-1 0 0,2 5 19 0 0,-1-1 1 0 0,0 1-1 0 0,0 0 0 0 0,0 0 1 0 0,-1 0-1 0 0,0 0 0 0 0,-5-8 1 0 0,3 7-16 0 0,3 4-17 0 0,0 1 0 0 0,1-1 1 0 0,-1 0-1 0 0,0 0 0 0 0,1-1 1 0 0,0 1-1 0 0,-1 0 1 0 0,1 0-1 0 0,0-5 0 0 0,0 5-5 0 0,1 1 1 0 0,-1-1-1 0 0,0 0 0 0 0,0 0 0 0 0,0 1 0 0 0,0-1 0 0 0,-1 1 0 0 0,1-1 0 0 0,-1 1 1 0 0,0 0-1 0 0,-1-3 0 0 0,1 3 2 0 0,0-1 1 0 0,0 1 0 0 0,1 0-1 0 0,-1-1 1 0 0,1 1-1 0 0,-1-1 1 0 0,1 0 0 0 0,0 1-1 0 0,0-1 1 0 0,0 0-1 0 0,0-3 1 0 0,0 2 4 0 0,0 1-1 0 0,-1 0 1 0 0,1 0 0 0 0,-1 0 0 0 0,0 0-1 0 0,1 1 1 0 0,-1-1 0 0 0,-1 0-1 0 0,1 1 1 0 0,0-1 0 0 0,-4-2-1 0 0,0-1 31 0 0,-7-9 60 0 0,9 9-57 0 0,0 1 0 0 0,-1 0 0 0 0,0 0 0 0 0,0 1 0 0 0,0-1 0 0 0,-10-5 0 0 0,-31-28 261 0 0,-4 3 14 0 0,37 23-210 0 0,-28-11 60 0 0,18 9-113 0 0,-31-11 154 0 0,38 21-141 0 0,14 4-68 0 0,1 0 0 0 0,0 0 0 0 0,0-1 0 0 0,0 1 0 0 0,0 0 0 0 0,0 0 0 0 0,0-1 1 0 0,0 1-1 0 0,0 0 0 0 0,0-1 0 0 0,0 1 0 0 0,0-1 0 0 0,0 1 0 0 0,0-1 0 0 0,1 0 0 0 0,-3-1 0 0 0,-8 1 36 0 0,11 1-37 0 0,-1 1-1 0 0,0-1 1 0 0,0 0-1 0 0,0 0 1 0 0,0 0-1 0 0,0 0 1 0 0,1 1 0 0 0,-1-1-1 0 0,0-1 1 0 0,0 1-1 0 0,0 0 1 0 0,0 0-1 0 0,0 0 1 0 0,0 0 0 0 0,1-1-1 0 0,-1 1 1 0 0,0 0-1 0 0,0-1 1 0 0,0 1-1 0 0,1-1 1 0 0,-1 1 0 0 0,0-1-1 0 0,1 1 1 0 0,-1-1-1 0 0,0 0 1 0 0,-1 0 8 0 0,-6 1-8 0 0,-57 0-12 0 0,63 0 4 0 0,-32 6 41 0 0,-17 0-35 0 0,25 1-20 0 0,-35 16 72 0 0,-5 1-67 0 0,23-5 6 0 0,-16 1-16 0 0,54-17 23 0 0,0-1 0 0 0,0 0 0 0 0,0-1 0 0 0,0 1 0 0 0,-7 0 0 0 0,-23 9-39 0 0,34-11-8 0 0,0 1 1 0 0,1-1 0 0 0,-1 1 0 0 0,0-1-1 0 0,0 0 1 0 0,1 1 0 0 0,-1-1 0 0 0,0 0-1 0 0,0 1 1 0 0,0-1 0 0 0,1 0 0 0 0,-1 0 0 0 0,0 0-1 0 0,0 0 1 0 0,0 0 0 0 0,0 0 0 0 0,1 0-1 0 0,-1 0 1 0 0,-2-1 0 0 0,3 1-142 0 0,-1 0 0 0 0,1-1 0 0 0,0 1 0 0 0,-1 0 0 0 0,1-1 0 0 0,0 1 1 0 0,-1-1-1 0 0,1 1 0 0 0,0-1 0 0 0,-1 1 0 0 0,1-1 0 0 0,0 1 0 0 0,0-1 0 0 0,0 1 0 0 0,-1-1 0 0 0,1 1 0 0 0,0-1 1 0 0,0 1-1 0 0,0-1 0 0 0,0 1 0 0 0,0-1 0 0 0,0 0 0 0 0,0-1-337 0 0,0 0-1 0 0,1-1 1 0 0,-1 1 0 0 0,0 0-1 0 0,1 0 1 0 0,-1 0 0 0 0,1 0 0 0 0,0-1-1 0 0,0 1 1 0 0,0 0 0 0 0,1-2-1 0 0,13-22-3497 0 0,-6 15 3146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208 0 600 0 0,'0'0'7679'0'0,"0"26"-7642"0"0,0-25-37 0 0,0 1-1 0 0,0 0 0 0 0,0-1 1 0 0,0 1-1 0 0,0 0 1 0 0,0-1-1 0 0,-1 1 1 0 0,1-1-1 0 0,-1 1 1 0 0,1 0-1 0 0,-1-1 0 0 0,1 1 1 0 0,-1-1-1 0 0,0 0 1 0 0,0 1-1 0 0,0-1 1 0 0,-1 2-1 0 0,1-2 1 0 0,1 0 1 0 0,-1 0-1 0 0,1 0 1 0 0,0 1-1 0 0,-1-1 0 0 0,1 0 1 0 0,0 0-1 0 0,0 0 0 0 0,0 0 1 0 0,-1 0-1 0 0,1 0 1 0 0,1 0-1 0 0,-1 1 0 0 0,0-1 1 0 0,0 2-1 0 0,-1 13 5 0 0,-21 52-6 0 0,18-61-1 0 0,0-2 3 0 0,1 0-1 0 0,0 1 0 0 0,0-1 1 0 0,0 1-1 0 0,1 0 0 0 0,0-1 1 0 0,0 1-1 0 0,0 0 0 0 0,-1 10 0 0 0,3-12 2 0 0,-1-1 0 0 0,0 1-1 0 0,1-1 1 0 0,-2 0 0 0 0,1 1-1 0 0,0-1 1 0 0,-1 0 0 0 0,1 0 0 0 0,-4 4-1 0 0,-4 11 6 0 0,5-4-4 0 0,3-10-1 0 0,0 0 0 0 0,-1 0 1 0 0,1 0-1 0 0,-1 0 0 0 0,0 0 0 0 0,1-1 0 0 0,-5 6 0 0 0,3-5-1 0 0,1-1 1 0 0,-1 0-1 0 0,1 1 1 0 0,0 0-1 0 0,0-1 0 0 0,1 1 1 0 0,-1 0-1 0 0,1 0 1 0 0,0 0-1 0 0,-2 7 1 0 0,-8 26 16 0 0,6-25-22 0 0,4-11 4 0 0,1-1-1 0 0,-1 1 1 0 0,1 0 0 0 0,-1-1 0 0 0,1 1-1 0 0,0-1 1 0 0,-1 1 0 0 0,1 0-1 0 0,0 0 1 0 0,-1-1 0 0 0,1 1-1 0 0,0 0 1 0 0,0-1 0 0 0,0 1-1 0 0,-1 0 1 0 0,1 0 0 0 0,0 1-1 0 0,-4 10 1 0 0,-3 6 0 0 0,7-17 0 0 0,1-1 0 0 0,-1 1-1 0 0,0 0 1 0 0,0-1 0 0 0,0 1-1 0 0,0-1 1 0 0,0 1 0 0 0,0-1-1 0 0,0 1 1 0 0,0-1 0 0 0,-1 1-1 0 0,1-1 1 0 0,0 1 0 0 0,0-1-1 0 0,0 1 1 0 0,-1-1 0 0 0,1 1-1 0 0,0-1 1 0 0,0 1-1 0 0,-1-1 1 0 0,1 0 0 0 0,0 1-1 0 0,-1-1 1 0 0,0 1 0 0 0,-3 6-13 0 0,1 21 2 0 0,3-26 15 0 0,-1-1 0 0 0,0-1-4 0 0,1 1 0 0 0,-1-1 1 0 0,0 0-1 0 0,1 1 1 0 0,-1-1-1 0 0,1 1 1 0 0,-1-1-1 0 0,1 1 0 0 0,-1-1 1 0 0,1 1-1 0 0,-1-1 1 0 0,1 1-1 0 0,-1 0 1 0 0,1-1-1 0 0,0 1 0 0 0,0 0 1 0 0,-1-1-1 0 0,1 1 1 0 0,0 0-1 0 0,0-1 0 0 0,0 1 1 0 0,-1 0-1 0 0,1-1 1 0 0,0 1-1 0 0,0 0 1 0 0,0 0-1 0 0,0-1 0 0 0,1 2 1 0 0,-1-1-1 0 0,0 0 1 0 0,0 0-1 0 0,0-1 0 0 0,0 1 1 0 0,0 0-1 0 0,0 0 1 0 0,0 0-1 0 0,0 0 1 0 0,0 0-1 0 0,0 0 0 0 0,0-1 1 0 0,-1 1-1 0 0,1 0 1 0 0,0 0-1 0 0,-1 0 1 0 0,1 0-1 0 0,-1-1 0 0 0,1 1 1 0 0,0 0-1 0 0,-1-1 1 0 0,0 1-1 0 0,1 0 1 0 0,-1-1-1 0 0,1 1 0 0 0,-1 0 1 0 0,0-1-1 0 0,-1 1 1 0 0,1 0 1 0 0,1 0-2 0 0,0 0 0 0 0,0 1 0 0 0,1-1 0 0 0,-1 0 0 0 0,0 0 0 0 0,0 0-1 0 0,0 0 1 0 0,0 0 0 0 0,-1 0 0 0 0,1 0 0 0 0,0 0 0 0 0,0 0 0 0 0,0 0-1 0 0,-1 0 1 0 0,1 0 0 0 0,-1 0 0 0 0,1 0 0 0 0,-1 0 0 0 0,1 0 0 0 0,-1 0-1 0 0,-1 1 1 0 0,-3 5 1 0 0,5-7 7 0 0,0 0 0 0 0,0 0 0 0 0,0 0 1 0 0,0 0-1 0 0,0 0 0 0 0,0-1 0 0 0,0 1 0 0 0,0 0 1 0 0,0 0-1 0 0,0 0 0 0 0,0 0 0 0 0,0 0 0 0 0,0 0 1 0 0,1 0-1 0 0,-1 0 0 0 0,0 0 0 0 0,0 0 0 0 0,0 0 1 0 0,0 0-1 0 0,0 0 0 0 0,0 0 0 0 0,0 0 0 0 0,0-1 1 0 0,0 1-1 0 0,1 0 0 0 0,-1 0 0 0 0,0 0 1 0 0,0 0-1 0 0,0 0 0 0 0,0 0 0 0 0,0 0 0 0 0,0 0 1 0 0,0 0-1 0 0,0 0 0 0 0,1 0 0 0 0,-1 1 0 0 0,0-1 1 0 0,0 0-1 0 0,0 0 0 0 0,0 0 0 0 0,0 0 0 0 0,0 0 1 0 0,0 0-1 0 0,0 0 0 0 0,0 0 0 0 0,0 0 0 0 0,1 0 1 0 0,-1 0-1 0 0,0 0 0 0 0,0 0 0 0 0,0 0 0 0 0,0 0 1 0 0,0 1-1 0 0,0-1 0 0 0,0 0 0 0 0,0 0 0 0 0,0 0 1 0 0,0 0-1 0 0,0 0 0 0 0,0 0 0 0 0,0 0 0 0 0,0 0 1 0 0,0 0-1 0 0,0 1 0 0 0,0-1 0 0 0,0 0 0 0 0,1 0-3 0 0,-1-1 0 0 0,1 1 0 0 0,-1-1-1 0 0,1 1 1 0 0,-1-1 0 0 0,0 1-1 0 0,1-1 1 0 0,-1 1 0 0 0,1-1-1 0 0,-1 1 1 0 0,0-1 0 0 0,0 1-1 0 0,1-1 1 0 0,-1 0 0 0 0,0 1-1 0 0,0-1 1 0 0,0 1 0 0 0,0-1-1 0 0,1 0 1 0 0,-1 0 0 0 0,11-12 215 0 0,-11 11-200 0 0,1 0 0 0 0,1 0 1 0 0,-1 1-1 0 0,0-1 0 0 0,0 1 0 0 0,0-1 0 0 0,1 1 1 0 0,-1-1-1 0 0,1 1 0 0 0,-1 0 0 0 0,1 0 0 0 0,0 0 1 0 0,-1 0-1 0 0,1 0 0 0 0,0 0 0 0 0,2-1 1 0 0,0 0 27 0 0,53-40 340 0 0,41-25-87 0 0,-13 10-174 0 0,-30 21-50 0 0,-40 26-45 0 0,0 0 0 0 0,22-20 0 0 0,-26 20-5 0 0,32-14 44 0 0,3-8 18 0 0,-24 21-68 0 0,-15 10-17 0 0,-5 1-9 0 0,-2 9-57 0 0,0-7-63 0 0,0-1 0 0 0,1 1 0 0 0,-1-1 0 0 0,0 1 0 0 0,0 0 0 0 0,0-1 0 0 0,0 1 0 0 0,-1-1 0 0 0,1 1 0 0 0,0-1 0 0 0,-1 1 0 0 0,0 2 0 0 0,-30 4-4742 0 0,9-4 2084 0 0,11 1 1671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11 117 496 0 0,'-10'-17'3478'0'0,"10"-41"-1059"0"0,4 53-2228 0 0,-4 5-110 0 0,0 0-1 0 0,1 0 0 0 0,-1 0 0 0 0,1-1 0 0 0,-1 1 0 0 0,0 0 1 0 0,1 0-1 0 0,-1-1 0 0 0,1 1 0 0 0,-1 0 0 0 0,0-1 1 0 0,1 1-1 0 0,-1-1 0 0 0,0 1 0 0 0,0 0 0 0 0,1-1 1 0 0,-1 1-1 0 0,0-1 0 0 0,0 1 0 0 0,0 0 0 0 0,0-1 1 0 0,1 1-1 0 0,-1-1 0 0 0,0 1 0 0 0,0-1 0 0 0,0 1 1 0 0,0-1-1 0 0,0 1 0 0 0,0-1 0 0 0,0 1 0 0 0,0-1 1 0 0,-1 0-1 0 0,1-2-5 0 0,0 3-67 0 0,0-1 1 0 0,0 1-1 0 0,0 0 1 0 0,0-1-1 0 0,0 1 1 0 0,-1-1-1 0 0,1 1 1 0 0,0-1-1 0 0,0 1 1 0 0,0 0-1 0 0,0-1 1 0 0,0 1-1 0 0,0-1 1 0 0,0 1-1 0 0,0-1 1 0 0,1 1-1 0 0,-1 0 1 0 0,0-1-1 0 0,0 1 1 0 0,0-1-1 0 0,0 1 1 0 0,0 0-1 0 0,1-1 1 0 0,-1 1-1 0 0,0 0 1 0 0,0-1-1 0 0,1 1 1 0 0,-1 0-1 0 0,0-1 1 0 0,1 1-1 0 0,-1 0 1 0 0,0 0-1 0 0,1-1 1 0 0,-1 1-1 0 0,0 0 1 0 0,1 0-1 0 0,-1-1 0 0 0,0 1 1 0 0,1 0-1 0 0,-1 0 1 0 0,1 0-1 0 0,-1 0 1 0 0,1 0-1 0 0,-1 0 1 0 0,0 0-1 0 0,2 0 1 0 0,12-6 447 0 0,-10 6-429 0 0,0 1 0 0 0,0-1 0 0 0,0 1 1 0 0,0 0-1 0 0,0 1 0 0 0,-1-1 0 0 0,1 1 0 0 0,0-1 0 0 0,-1 1 0 0 0,1 0 1 0 0,2 3-1 0 0,44 35 163 0 0,-17-13-107 0 0,-18-15-61 0 0,-1 0-1 0 0,0 0 1 0 0,-1 1-1 0 0,0 1 1 0 0,14 21-1 0 0,-1-7 4 0 0,3 6 11 0 0,58 102 127 0 0,-54-71-75 0 0,-1-9-28 0 0,-28-50-57 0 0,0-1 1 0 0,-1 1-1 0 0,0-1 0 0 0,0 1 0 0 0,0 0 1 0 0,3 12-1 0 0,10 21 17 0 0,-12-19-15 0 0,-3-19-5 0 0,-1-1 0 0 0,1 1 1 0 0,0 0-1 0 0,0 0 0 0 0,-1 0 0 0 0,1 0 0 0 0,0 0 0 0 0,-1 0 0 0 0,1 0 1 0 0,-1 0-1 0 0,0 0 0 0 0,1 0 0 0 0,-1 0 0 0 0,0 0 0 0 0,1 0 1 0 0,-1 1-1 0 0,0-1 0 0 0,0 0 0 0 0,0 0 0 0 0,0 2 0 0 0,0-2-6 0 0,-55-43-10075 0 0,44 35 8972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447 84 0 0 0,'-2'-2'323'0'0,"-1"-1"-1"0"0,1 0 1 0 0,0 0-1 0 0,0 0 1 0 0,0 0-1 0 0,0 0 1 0 0,0-1 0 0 0,1 1-1 0 0,-2-7 1 0 0,3 10-291 0 0,0-1 0 0 0,0 1 1 0 0,0-1-1 0 0,0 1 0 0 0,0-1 1 0 0,0 1-1 0 0,0-1 1 0 0,0 1-1 0 0,-1-1 0 0 0,1 1 1 0 0,0-1-1 0 0,0 1 0 0 0,0-1 1 0 0,0 1-1 0 0,-1-1 1 0 0,1 1-1 0 0,0 0 0 0 0,-1-1 1 0 0,1 1-1 0 0,0-1 0 0 0,-1 1 1 0 0,1 0-1 0 0,0-1 1 0 0,-1 1-1 0 0,1 0 0 0 0,-1-1 1 0 0,1 1-16 0 0,-1 0 1 0 0,1-1-1 0 0,-1 1 1 0 0,1 0-1 0 0,0-1 1 0 0,-1 1-1 0 0,1 0 1 0 0,0-1-1 0 0,-1 1 1 0 0,1 0 0 0 0,0-1-1 0 0,0 1 1 0 0,0-1-1 0 0,-1 1 1 0 0,1 0-1 0 0,0-1 1 0 0,0 1-1 0 0,0-1 1 0 0,0 1-1 0 0,0-1 1 0 0,0 1-1 0 0,0-1 1 0 0,0 1-1 0 0,0-1 1 0 0,0 1 0 0 0,0-1-1 0 0,-13-17 926 0 0,12 17-857 0 0,-1 0 1 0 0,1 0-1 0 0,-1 1 0 0 0,0-1 1 0 0,1 1-1 0 0,-1-1 0 0 0,1 1 1 0 0,-1 0-1 0 0,0-1 0 0 0,1 1 1 0 0,-1 0-1 0 0,0 0 0 0 0,1 0 1 0 0,-1 1-1 0 0,1-1 0 0 0,-1 0 1 0 0,-2 1-1 0 0,-16 2 377 0 0,18-3-416 0 0,-1 1 0 0 0,1 0 0 0 0,-1 0 0 0 0,1 0 0 0 0,0 1 0 0 0,0-1 0 0 0,0 0 0 0 0,-1 1 0 0 0,1-1 0 0 0,1 1 0 0 0,-1 0 0 0 0,0 0 0 0 0,-2 3 0 0 0,-11 8 177 0 0,-8 2-11 0 0,17-10-156 0 0,0-1 0 0 0,0 0 0 0 0,-1 0-1 0 0,-9 3 1 0 0,14-6-41 0 0,-1 1 0 0 0,0-1-1 0 0,1 1 1 0 0,0-1 0 0 0,-1 1 0 0 0,1 0 0 0 0,0 0-1 0 0,0 0 1 0 0,-3 4 0 0 0,-12 9 88 0 0,13-12-70 0 0,0 0 1 0 0,0 0 0 0 0,0 0 0 0 0,0 0 0 0 0,-4 7 0 0 0,-19 14 217 0 0,-27 19 313 0 0,49-40-522 0 0,1 0 1 0 0,0 0-1 0 0,0 1 1 0 0,0 0-1 0 0,-4 5 1 0 0,-16 13 188 0 0,22-21-219 0 0,0 1 0 0 0,0-1 0 0 0,0 1 0 0 0,1-1 0 0 0,-1 1 0 0 0,0 0 0 0 0,1 0 1 0 0,-1 0-1 0 0,1 0 0 0 0,0 0 0 0 0,0 0 0 0 0,0 0 0 0 0,0 0 0 0 0,-2 5 0 0 0,-1 4 37 0 0,3-10-46 0 0,0 0-1 0 0,1 0 1 0 0,-1 1 0 0 0,0-1 0 0 0,1 0 0 0 0,-1 1 0 0 0,1-1 0 0 0,-1 1 0 0 0,1-1-1 0 0,0 0 1 0 0,0 1 0 0 0,-1 1 0 0 0,1 188 153 0 0,11-155-121 0 0,-9-28-26 0 0,0-1 1 0 0,0 0 0 0 0,1 0-1 0 0,-1 0 1 0 0,2 0-1 0 0,-1 0 1 0 0,9 12 0 0 0,4 10 7 0 0,6 13 21 0 0,18 33 26 0 0,-32-59-52 0 0,2-1 0 0 0,0 0-1 0 0,1 0 1 0 0,15 16 0 0 0,43 36-28 0 0,-40-49 42 0 0,51 27-18 0 0,4 2 17 0 0,-52-34-4 0 0,-16-4-15 0 0,-15-8-8 0 0,0 0 0 0 0,0-1 0 0 0,0 1 1 0 0,0 0-1 0 0,0 0 0 0 0,0-1 0 0 0,0 1 0 0 0,0 0 1 0 0,0-1-1 0 0,0 1 0 0 0,1-1 0 0 0,-1 1 1 0 0,2-1-1 0 0,22 5 1 0 0,-21-3 0 0 0,1-1-1 0 0,-1 0 1 0 0,1 0-1 0 0,-1 0 1 0 0,1 0-1 0 0,-1-1 0 0 0,7 0 1 0 0,20 2 22 0 0,-21-1-19 0 0,-1 0 0 0 0,1-1 0 0 0,0 0 0 0 0,0-1 0 0 0,0 0 0 0 0,-1-1 0 0 0,12-3 0 0 0,7 1-7 0 0,-24 4 6 0 0,0 0-1 0 0,-1-1 0 0 0,1 1 0 0 0,0-1 1 0 0,-1 0-1 0 0,1 0 0 0 0,6-3 0 0 0,34-11 29 0 0,-32 12-25 0 0,53-16 31 0 0,-46 14-39 0 0,-2 1 5 0 0,-1-1-1 0 0,0 0 1 0 0,24-12-1 0 0,-35 14 0 0 0,7-2 14 0 0,5 0-11 0 0,-4 1-15 0 0,-1-1 0 0 0,0-1 0 0 0,18-11 0 0 0,-10 5 5 0 0,35-24 18 0 0,10-20 20 0 0,-59 53-35 0 0,0-1 0 0 0,0 0 0 0 0,-1-1 1 0 0,1 1-1 0 0,-1-1 0 0 0,0 0 0 0 0,-1-1 0 0 0,1 1 1 0 0,4-8-1 0 0,6-2 13 0 0,-14 14-9 0 0,0 0 0 0 0,0 0 0 0 0,0 1-1 0 0,0-1 1 0 0,0 0 0 0 0,0-1 0 0 0,0 1 0 0 0,0 0 0 0 0,0 0 0 0 0,0 0 0 0 0,0 0 0 0 0,-1-1-1 0 0,1 1 1 0 0,0 0 0 0 0,-1-1 0 0 0,1-2 0 0 0,3-2 27 0 0,3-7-4 0 0,-2 2-9 0 0,-4 10-10 0 0,-1-1 0 0 0,1 1 1 0 0,0 0-1 0 0,-1 0 0 0 0,1-1 0 0 0,-1 1 1 0 0,1-1-1 0 0,-1 1 0 0 0,1 0 1 0 0,-1-1-1 0 0,0 1 0 0 0,0-3 0 0 0,5-8 98 0 0,-4 11-94 0 0,-1 0-1 0 0,1 0 1 0 0,0 0 0 0 0,-1-1 0 0 0,1 1 0 0 0,-1 0 0 0 0,1 0-1 0 0,-1-1 1 0 0,0 1 0 0 0,1 0 0 0 0,-1 0 0 0 0,0-1 0 0 0,0 0-1 0 0,-11-47 296 0 0,11 46-296 0 0,-1 1 1 0 0,0-1-1 0 0,1 1 1 0 0,-1-1-1 0 0,0 1 1 0 0,-1 0 0 0 0,1-1-1 0 0,0 1 1 0 0,-1 0-1 0 0,1 0 1 0 0,-1 0-1 0 0,-2-3 1 0 0,3 4-6 0 0,-1-1 0 0 0,0 0 0 0 0,1 0-1 0 0,0 0 1 0 0,-1 0 0 0 0,1 0 0 0 0,0 0 0 0 0,0 0 0 0 0,0-1 0 0 0,0 1 0 0 0,0-5 0 0 0,-19-16 24 0 0,9 11-16 0 0,1-3 16 0 0,-1 1 0 0 0,-16-19 0 0 0,20 26-12 0 0,-69-85 178 0 0,21 43 67 0 0,41 31-115 0 0,8 12-89 0 0,1 0 0 0 0,-1 0 1 0 0,0 1-1 0 0,0 0 0 0 0,-1 0 1 0 0,-12-6-1 0 0,-32-32 217 0 0,47 36-234 0 0,-6-5 14 0 0,2 3-21 0 0,7 8-28 0 0,1-1 0 0 0,-1 1 0 0 0,0 0 0 0 0,0 0 0 0 0,0 0 0 0 0,1 0 0 0 0,-1-1 0 0 0,-1 1 0 0 0,1 1 0 0 0,0-1 0 0 0,0 0 0 0 0,-2-1 0 0 0,-19-21 40 0 0,-18-1 88 0 0,39 23-114 0 0,-30-11 152 0 0,29 12-149 0 0,0-2-12 0 0,0 1 0 0 0,1 0 1 0 0,-1 0-1 0 0,0 0 0 0 0,0 0 0 0 0,0 0 0 0 0,0 1 1 0 0,0-1-1 0 0,0 1 0 0 0,-2-1 0 0 0,-8-3 45 0 0,3 0-3 0 0,0 1-1 0 0,-1 0 1 0 0,0 1-1 0 0,0-1 1 0 0,1 2 0 0 0,-1 0-1 0 0,0 0 1 0 0,0 0-1 0 0,-19 3 1 0 0,7-2 91 0 0,-25-6 163 0 0,37 6-262 0 0,6 0-36 0 0,1 1 1 0 0,-1-1-1 0 0,1 0 0 0 0,-1-1 0 0 0,1 1 1 0 0,-1-1-1 0 0,1 1 0 0 0,0-1 0 0 0,-7-2 0 0 0,8 2-6 0 0,0 0 0 0 0,-1 1 0 0 0,1 0 0 0 0,0-1 0 0 0,-1 1 0 0 0,1 0 0 0 0,0 0 0 0 0,-1 0 0 0 0,-3 1 0 0 0,-3 0 23 0 0,-42-14 174 0 0,49 13-174 0 0,1 0-18 0 0,-1 0 0 0 0,0 0 0 0 0,1 0 1 0 0,-1-1-1 0 0,1 2 0 0 0,-1-1 0 0 0,1 0 1 0 0,-1 0-1 0 0,1 0 0 0 0,-1 1 0 0 0,0-1 1 0 0,1 1-1 0 0,0-1 0 0 0,-3 2 0 0 0,-5 0 17 0 0,5-1-19 0 0,0 0-1 0 0,0 1 0 0 0,0-1 1 0 0,1 0-1 0 0,-1 1 0 0 0,-6 4 1 0 0,-10 6 3 0 0,15-9-4 0 0,0 0 0 0 0,0 0-1 0 0,0 0 1 0 0,0-1-1 0 0,0 0 1 0 0,0 0-1 0 0,-1 0 1 0 0,-8 2-1 0 0,-27 8-71 0 0,37-11 62 0 0,3 0 7 0 0,-1-1 0 0 0,1 1 0 0 0,-1 0 0 0 0,1-1 0 0 0,-1 1 0 0 0,1-1-1 0 0,-1 1 1 0 0,1-1 0 0 0,-1 0 0 0 0,0 0 0 0 0,1 1 0 0 0,-1-1 0 0 0,1 0-1 0 0,-3-1 1 0 0,4 1 0 0 0,-1 0 0 0 0,1 0-1 0 0,0 0 1 0 0,0 0 0 0 0,0 0-1 0 0,0 0 1 0 0,0 0 0 0 0,-1 0 0 0 0,1 0-1 0 0,0 0 1 0 0,0 0 0 0 0,0 0-1 0 0,-1 0 1 0 0,1 0 0 0 0,0 0 0 0 0,0 0-1 0 0,0 0 1 0 0,0 0 0 0 0,-1 0-1 0 0,1 0 1 0 0,0 0 0 0 0,0 0-1 0 0,0 0 1 0 0,0 0 0 0 0,0 0 0 0 0,-1 0-1 0 0,1 0 1 0 0,0 1 0 0 0,0-1-1 0 0,0 0 1 0 0,0 0 0 0 0,0 0 0 0 0,0 0-1 0 0,-1 0 1 0 0,1 0 0 0 0,0 1-1 0 0,0-1 1 0 0,0 0 0 0 0,0 0-1 0 0,0 0 1 0 0,0 0 0 0 0,0 1 0 0 0,0-1-1 0 0,0 0 1 0 0,0 0 0 0 0,0 0-1 0 0,0 0 1 0 0,0 1 0 0 0,0-1 0 0 0,0 0-1 0 0,0 0 1 0 0,0 0 0 0 0,0 0-1 0 0,0 1 1 0 0,0-1 0 0 0,-7 1-4606 0 0,16-1-1268 0 0,20-5 611 0 0,-27 4 5029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1604 19 0 0 0,'0'0'1135'0'0,"-22"-12"3611"0"0,22 12-4668 0 0,-1 0 1 0 0,1 1 0 0 0,0-1 0 0 0,0 0 0 0 0,0 0 0 0 0,0 0 0 0 0,-1 0 0 0 0,1 0 0 0 0,0 0 0 0 0,0 0 0 0 0,0 0 0 0 0,-1 0 0 0 0,1 0 0 0 0,0 0 0 0 0,0 0 0 0 0,0 0-1 0 0,-1 0 1 0 0,1 0 0 0 0,0 0 0 0 0,0 0 0 0 0,0 0 0 0 0,-1 0 0 0 0,1 0 0 0 0,0 0 0 0 0,0 0 0 0 0,0 0 0 0 0,-1 0 0 0 0,1 0 0 0 0,0 0 0 0 0,0 0 0 0 0,0 0 0 0 0,-1-1-1 0 0,1 1 1 0 0,0 0 0 0 0,0 0 0 0 0,0 0 0 0 0,0 0 0 0 0,0 0 0 0 0,-1-1 0 0 0,1 1 0 0 0,0 0 0 0 0,0 0 0 0 0,0 0 0 0 0,0 0 0 0 0,0-1 0 0 0,0 1 0 0 0,0 0 0 0 0,0 0-1 0 0,0 0 1 0 0,0-1 0 0 0,0 1 0 0 0,0 0 0 0 0,0 0 0 0 0,0-1 0 0 0,0 1 0 0 0,0 0 0 0 0,0 0 0 0 0,0 0 0 0 0,0-1 0 0 0,0 1 0 0 0,0 0 0 0 0,0 0 0 0 0,0 0 0 0 0,0-1-1 0 0,0 1 1 0 0,0 0 0 0 0,1 0 0 0 0,-16 18-527 0 0,4-4 601 0 0,-11 21-142 0 0,18-30-11 0 0,-9 9-2 0 0,1 0-1 0 0,1 1 0 0 0,-14 22 1 0 0,22-32 3 0 0,0 0 0 0 0,-1 0 0 0 0,0 0 0 0 0,1 0 0 0 0,-2-1 0 0 0,-3 5 0 0 0,-15 16 3 0 0,-10 22 3 0 0,14-21-10 0 0,-20 35-1 0 0,24-35 0 0 0,-22 28-1 0 0,19-30 2 0 0,-17 32-1 0 0,-96 165-47 0 0,9-2 46 0 0,109-195 5 0 0,-8 21-8 0 0,-1 3 0 0 0,12-33 7 0 0,9-14 1 0 0,0 0 0 0 0,0 0 0 0 0,1 0 0 0 0,-1 0-1 0 0,0 0 1 0 0,0 1 0 0 0,1-1 0 0 0,-1 0 0 0 0,0 0-1 0 0,1 1 1 0 0,0-1 0 0 0,-1 0 0 0 0,1 1 0 0 0,0-1-1 0 0,-1 0 1 0 0,1 3 0 0 0,-1 0-2 0 0,0 0 0 0 0,0-1 0 0 0,0 1 0 0 0,-1 0 0 0 0,1 0 0 0 0,-1-1 0 0 0,0 1 0 0 0,0-1 0 0 0,-4 6 0 0 0,-6 10-5 0 0,-24 61 6 0 0,14-50-6 0 0,0 7 25 0 0,-10 11-24 0 0,12-24 26 0 0,17-21-17 0 0,-1 1 0 0 0,1 0 1 0 0,0 0-1 0 0,0 0 0 0 0,0 0 1 0 0,-2 5-1 0 0,2-4-2 0 0,0 0 0 0 0,-1 0 0 0 0,1 0 0 0 0,-1-1 0 0 0,0 1 0 0 0,-1-1 0 0 0,-4 4 0 0 0,4-4 4 0 0,0 1 0 0 0,0-1 0 0 0,0 1-1 0 0,-5 9 1 0 0,-23 23 3 0 0,11-13-16 0 0,14-15 8 0 0,7-8 0 0 0,0 0 0 0 0,0 0-1 0 0,0-1 1 0 0,0 1 0 0 0,0 0 0 0 0,0 0-1 0 0,1 0 1 0 0,-1 0 0 0 0,0 0 0 0 0,1 0 0 0 0,-1 0-1 0 0,1 0 1 0 0,-1 0 0 0 0,0 3 0 0 0,-12 14 2 0 0,10-15-1 0 0,3-2 0 0 0,-1-1 0 0 0,1 1 0 0 0,-1-1 0 0 0,1 1-1 0 0,-1 0 1 0 0,1-1 0 0 0,-1 1 0 0 0,1 0 0 0 0,0-1 0 0 0,-1 1-1 0 0,1 0 1 0 0,0-1 0 0 0,0 1 0 0 0,-1 0 0 0 0,1 0 0 0 0,0-1-1 0 0,0 1 1 0 0,0 0 0 0 0,0 0 0 0 0,0-1 0 0 0,0 1 0 0 0,0 1-1 0 0,-11 26 21 0 0,6-16-14 0 0,5-11-6 0 0,-1 0-1 0 0,1-1 0 0 0,-1 1 1 0 0,1-1-1 0 0,-1 1 0 0 0,1 0 0 0 0,-1-1 1 0 0,1 1-1 0 0,0 0 0 0 0,-1-1 1 0 0,1 1-1 0 0,0 0 0 0 0,0-1 0 0 0,0 1 1 0 0,0 0-1 0 0,0 0 0 0 0,-1 1 1 0 0,1-2-1 0 0,1 1 0 0 0,-1-1 0 0 0,-1 0 1 0 0,1 1-1 0 0,0-1 0 0 0,0 0 0 0 0,0 1 1 0 0,0-1-1 0 0,0 1 0 0 0,0-1 0 0 0,0 0 1 0 0,0 1-1 0 0,-1-1 0 0 0,1 0 0 0 0,0 1 1 0 0,0-1-1 0 0,0 0 0 0 0,-1 1 0 0 0,1-1 1 0 0,0 0-1 0 0,0 0 0 0 0,-1 1 0 0 0,1-1 1 0 0,0 0-1 0 0,-1 0 0 0 0,1 0 1 0 0,-1 1-1 0 0,1-1 0 0 0,-1 0 0 0 0,1 0 1 0 0,0 1-1 0 0,-1-1 0 0 0,1 0 1 0 0,0 0-1 0 0,-1 1 0 0 0,1-1 0 0 0,0 0 1 0 0,0 1-1 0 0,-1-1 0 0 0,1 0 1 0 0,0 1-1 0 0,0-1 0 0 0,-1 1 0 0 0,1-1 1 0 0,0 0-1 0 0,0 1 0 0 0,0-1 1 0 0,0 1-1 0 0,0-1 0 0 0,0 0 1 0 0,-1 1-1 0 0,1-1 0 0 0,0 1 0 0 0,0-1 1 0 0,1 1-1 0 0,-2 3 1 0 0,0 0 1 0 0,-1 0-1 0 0,1-1 1 0 0,0 1-1 0 0,-1-1 0 0 0,0 1 1 0 0,0-1-1 0 0,0 1 1 0 0,0-1-1 0 0,-4 4 0 0 0,-7 12 12 0 0,-20 22-5 0 0,31-37-9 0 0,0 0 0 0 0,-1 0 0 0 0,0-1 0 0 0,0 0 0 0 0,0 1 0 0 0,0-1 0 0 0,0 0 0 0 0,-5 3 0 0 0,4-3 1 0 0,1-1 0 0 0,-1 1 0 0 0,1 0 0 0 0,0 0 0 0 0,0 1 0 0 0,0-1 0 0 0,0 1 0 0 0,-2 5 0 0 0,4-7-1 0 0,0 1 0 0 0,-1 0 0 0 0,1-1 0 0 0,0 0-1 0 0,-1 1 1 0 0,1-1 0 0 0,-1 0 0 0 0,0 0 0 0 0,1 0 0 0 0,-1 0-1 0 0,0 0 1 0 0,-4 3 0 0 0,-27 35-30 0 0,2-2 21 0 0,11-14 1 0 0,-27 27 30 0 0,39-42-20 0 0,-7 6 15 0 0,-5 9-17 0 0,15-18-6 0 0,5-5 7 0 0,-1-1 0 0 0,1 0 0 0 0,-1 1 0 0 0,1-1 0 0 0,-1 1 0 0 0,1-1 0 0 0,0 1 0 0 0,-1-1 0 0 0,1 1 0 0 0,0-1 0 0 0,-1 1 0 0 0,1 0 0 0 0,0-1 0 0 0,-1 1 0 0 0,1-1 0 0 0,0 1 0 0 0,0 0 0 0 0,0-1 0 0 0,0 1 0 0 0,0 0 0 0 0,0 0 0 0 0,0 0 0 0 0,0-1 0 0 0,0 0 0 0 0,0 0 0 0 0,0 0 0 0 0,0 1 0 0 0,0-1 0 0 0,0 0 0 0 0,0 0 0 0 0,0 0 0 0 0,-1 1 1 0 0,1-1-1 0 0,0 0 0 0 0,0 0 0 0 0,0 0 0 0 0,0 1 0 0 0,0-1 0 0 0,0 0 0 0 0,0 0 0 0 0,0 0 0 0 0,-1 0 0 0 0,1 1 0 0 0,0-1 0 0 0,0 0 0 0 0,0 0 0 0 0,0 0 0 0 0,-1 0 0 0 0,1 0 0 0 0,0 0 0 0 0,0 0 0 0 0,0 1 1 0 0,0-1-1 0 0,-1 0 0 0 0,1 0 0 0 0,0 0 0 0 0,0 0 0 0 0,0 0 0 0 0,-1 0 0 0 0,1 0 0 0 0,0 0 0 0 0,-1 0 0 0 0,1 0 0 0 0,0 0 1 0 0,0 0-1 0 0,-1 0 1 0 0,1 0-1 0 0,0 0 1 0 0,0 0-1 0 0,0 0 0 0 0,-1 0 1 0 0,1 0-1 0 0,0 0 1 0 0,0 0-1 0 0,-1 1 1 0 0,1-1-1 0 0,0 0 0 0 0,0 0 1 0 0,0 0-1 0 0,-1 0 1 0 0,1 0-1 0 0,0 1 0 0 0,0-1 1 0 0,0 0-1 0 0,0 0 1 0 0,0 0-1 0 0,-1 1 1 0 0,1-1-1 0 0,0 0 0 0 0,0 0 1 0 0,0 0-1 0 0,0 1 1 0 0,0-1-1 0 0,0 0 1 0 0,0 0-1 0 0,0 1 0 0 0,0-1 1 0 0,0 0-1 0 0,0 0 1 0 0,0 1-1 0 0,0-1 1 0 0,0 0-1 0 0,0 1 0 0 0,0 2 3 0 0,0-3-3 0 0,0 1 0 0 0,1-1 0 0 0,-1 1 0 0 0,0-1 0 0 0,0 1 0 0 0,0-1 0 0 0,0 1 0 0 0,0-1-1 0 0,-1 1 1 0 0,1-1 0 0 0,0 1 0 0 0,0-1 0 0 0,0 1 0 0 0,0-1 0 0 0,0 1 0 0 0,-1-1 0 0 0,1 1 0 0 0,0-1 0 0 0,-1 1 0 0 0,1-1 0 0 0,0 1 0 0 0,-1-1 0 0 0,1 1 0 0 0,0-1 0 0 0,-1 0 0 0 0,1 1-1 0 0,-1-1 1 0 0,1 0 0 0 0,0 1 0 0 0,-1-1 0 0 0,1 0 0 0 0,-1 0 0 0 0,1 0 0 0 0,-1 1 0 0 0,0-1 0 0 0,-3 10-1 0 0,1-8-1 0 0,0 0-10 0 0,-9 14 2 0 0,-12 8 34 0 0,12-11-24 0 0,10-12 1 0 0,0 1 0 0 0,0-1 1 0 0,0 0-1 0 0,1 1 1 0 0,-1-1-1 0 0,1 1 1 0 0,-1 0-1 0 0,1 0 1 0 0,0-1-1 0 0,-1 1 1 0 0,0 4-1 0 0,1-6-1 0 0,1 1 0 0 0,0-1 0 0 0,0 1 0 0 0,-1-1 0 0 0,1 1 0 0 0,0-1 0 0 0,-1 1 0 0 0,1-1 0 0 0,0 0 0 0 0,-1 1 0 0 0,1-1 0 0 0,-1 1 1 0 0,1-1-1 0 0,0 0 0 0 0,-1 0 0 0 0,1 1 0 0 0,-1-1 0 0 0,1 0 0 0 0,-1 0 0 0 0,1 1 0 0 0,-1-1 0 0 0,0 0 0 0 0,0 0-1 0 0,1 0 0 0 0,-1 0 0 0 0,0 1-1 0 0,1-1 1 0 0,-1 0 0 0 0,0 0 0 0 0,1 1 0 0 0,-1-1 0 0 0,1 1 0 0 0,-1-1-1 0 0,1 0 1 0 0,-1 1 0 0 0,1-1 0 0 0,-1 1 0 0 0,1-1 0 0 0,-1 1 0 0 0,1-1 0 0 0,0 1-1 0 0,-1-1 1 0 0,1 1 0 0 0,0 0 0 0 0,-1-1 0 0 0,1 1 0 0 0,0 0 0 0 0,-2 0-7 0 0,-8 7 1 0 0,11-6 6 0 0,-1-1 0 0 0,0 0-4 0 0,-22 24-19 0 0,22-25 24 0 0,0 1-1 0 0,0-1 1 0 0,0 0-1 0 0,0 1 1 0 0,0-1-1 0 0,0 0 1 0 0,0 1-1 0 0,0-1 1 0 0,0 0-1 0 0,0 0 1 0 0,0 1-1 0 0,0-1 1 0 0,0 0-1 0 0,0 1 1 0 0,-1-1-1 0 0,1 0 1 0 0,0 0-1 0 0,0 1 1 0 0,0-1-1 0 0,0 0 1 0 0,-1 0-1 0 0,1 0 0 0 0,0 1 1 0 0,0-1-1 0 0,-1 0 1 0 0,1 0-1 0 0,0 0 1 0 0,0 1-1 0 0,-1-1 1 0 0,1 0-1 0 0,0 0 1 0 0,0 0-1 0 0,-1 0 1 0 0,1 0-1 0 0,-1 0 0 0 0,1 0 1 0 0,0 1-1 0 0,-1-1 0 0 0,1 0 0 0 0,0 0 0 0 0,0 0 0 0 0,-1 0 1 0 0,1 0-1 0 0,0 0 0 0 0,0 1 0 0 0,-1-1 0 0 0,1 0 0 0 0,0 0 1 0 0,0 0-1 0 0,0 1 0 0 0,-1-1 0 0 0,1 0 0 0 0,0 0 0 0 0,0 1 1 0 0,0-1-1 0 0,0 0 0 0 0,-1 0 0 0 0,1 1 0 0 0,0-1 0 0 0,0 0 1 0 0,0 1-1 0 0,0-1 0 0 0,0 0 0 0 0,0 0 0 0 0,0 1 0 0 0,0-1 0 0 0,0 0 1 0 0,0 1-1 0 0,0 0 0 0 0,0 0-3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13 0 0 0,'0'-13'10972'0'0,"0"15"-10955"0"0,0 8 24 0 0,0 0 1 0 0,0-1-1 0 0,-1 1 1 0 0,-1 0-1 0 0,1 0 1 0 0,-4 10-1 0 0,1 34-2 0 0,-14 45-9 0 0,16-58-28 0 0,3-35-1 0 0,-1 1-1 0 0,0-1 1 0 0,0 0-1 0 0,-1 1 1 0 0,-1 6-1 0 0,-1-1 0 0 0,-2 6-3 0 0,1 0 0 0 0,1 0 0 0 0,-2 19 1 0 0,5-31 1 0 0,-1 0 1 0 0,0 0 0 0 0,0-1-1 0 0,0 1 1 0 0,-1-1 0 0 0,-3 7-1 0 0,3-6 2 0 0,0-1 0 0 0,0 1 0 0 0,1-1-1 0 0,0 1 1 0 0,0-1 0 0 0,-1 8-1 0 0,2-8 0 0 0,0-1 0 0 0,-1 0 0 0 0,0 1 0 0 0,0-1 0 0 0,-1 0 0 0 0,1 0 0 0 0,-4 6 0 0 0,4-6 0 0 0,-1 0 1 0 0,0 0-1 0 0,1 1 0 0 0,0-1 0 0 0,0 0 0 0 0,0 0 0 0 0,0 7 0 0 0,0-8-1 0 0,1 0 1 0 0,-1-1-1 0 0,1 1 1 0 0,-1 0-1 0 0,0-1 1 0 0,0 1-1 0 0,0 0 0 0 0,0-1 1 0 0,-1 1-1 0 0,-1 1 1 0 0,2-1 0 0 0,0-1-1 0 0,-1 0 1 0 0,1 1 0 0 0,0-1 0 0 0,0 0-1 0 0,0 1 1 0 0,1-1 0 0 0,-1 1 0 0 0,0 4-1 0 0,-10 31-17 0 0,11-36 17 0 0,1-2 1 0 0,-1 1 0 0 0,0-1 0 0 0,0 1 0 0 0,0-1 0 0 0,0 1 0 0 0,0-1 0 0 0,0 1 0 0 0,0-1 0 0 0,0 1-1 0 0,0-1 1 0 0,0 1 0 0 0,0-1 0 0 0,0 1 0 0 0,0-1 0 0 0,0 1 0 0 0,-1-1 0 0 0,1 1 0 0 0,0-1 0 0 0,0 1 0 0 0,0-1-1 0 0,-1 0 1 0 0,1 1 0 0 0,0-1 0 0 0,-1 1 0 0 0,1-1 0 0 0,0 0 0 0 0,-1 1 0 0 0,1-1 0 0 0,-1 0 0 0 0,1 1 0 0 0,0-1-1 0 0,-1 0 1 0 0,1 0 0 0 0,-1 1 0 0 0,1-1 0 0 0,-1 0 0 0 0,1 0 0 0 0,-1 0 0 0 0,1 0 0 0 0,-1 1 0 0 0,-1 1 3 0 0,2 2 1 0 0,0-3 651 0 0,1-1-594 0 0,0 0-58 0 0,-1 0 0 0 0,0 0 0 0 0,1 0 0 0 0,-1 0 0 0 0,0 0 0 0 0,1 0 0 0 0,-1 0-1 0 0,0 0 1 0 0,1 0 0 0 0,-1 0 0 0 0,0 0 0 0 0,1 0 0 0 0,-1-1 0 0 0,0 1 0 0 0,0 0-1 0 0,1 0 1 0 0,-1 0 0 0 0,0 0 0 0 0,1 0 0 0 0,-1-1 0 0 0,0 1 0 0 0,0 0 0 0 0,1 0-1 0 0,-1-1 1 0 0,0 1 0 0 0,0 0 0 0 0,1 0 0 0 0,-1-1 0 0 0,0 1 0 0 0,0 0 0 0 0,0 0-1 0 0,0-1 1 0 0,0 1 0 0 0,1 0 0 0 0,-1-1 0 0 0,0 1 0 0 0,0 0 0 0 0,0-1 0 0 0,0 1-1 0 0,1-3 6 0 0,0 0 1 0 0,0 1-1 0 0,1 0 0 0 0,-1-1 0 0 0,1 1 0 0 0,-1 0 0 0 0,1-1 0 0 0,0 1 0 0 0,0 0 0 0 0,0 0 0 0 0,0 1 0 0 0,0-1 0 0 0,1 0 0 0 0,-1 1 0 0 0,3-2 0 0 0,51-33-2 0 0,-41 25-7 0 0,0 1 0 0 0,1 1-1 0 0,0 0 1 0 0,0 1 0 0 0,26-8 0 0 0,30-12 9 0 0,-22 7 10 0 0,81-22 29 0 0,-35 13-62 0 0,-65 23-166 0 0,-29 7 84 0 0,-2 0-287 0 0,1 0 292 0 0,-1 0 0 0 0,1 0 1 0 0,-1 1-1 0 0,1-1 0 0 0,-1 0 0 0 0,1 0 0 0 0,-1 1 0 0 0,0-1 0 0 0,1 0 0 0 0,-1 1 0 0 0,1-1 0 0 0,-1 0 0 0 0,0 1 0 0 0,1-1 0 0 0,-1 1 0 0 0,0-1 0 0 0,1 0 0 0 0,-1 1 0 0 0,1 0 0 0 0,-17 15-1902 0 0,14-13 1623 0 0,0 0-1 0 0,-1 0 1 0 0,1 0-1 0 0,-1 0 0 0 0,0 0 1 0 0,0-1-1 0 0,0 0 1 0 0,-4 3-1 0 0,-44 19-3382 0 0,38-18 3009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0 108 0 0 0,'13'-7'2662'0'0,"7"-10"5598"0"0,-23 13-8006 0 0,2 3-180 0 0,1 1 0 0 0,-1 0 0 0 0,0-1 0 0 0,1 0-1 0 0,-1 1 1 0 0,1-1 0 0 0,-1 1 0 0 0,1-1-1 0 0,-1 0 1 0 0,1 1 0 0 0,0-1 0 0 0,-1 0 0 0 0,1 1-1 0 0,0-1 1 0 0,0 0 0 0 0,-1 0 0 0 0,1 1-1 0 0,0-1 1 0 0,0 0 0 0 0,0-1 0 0 0,0-58 187 0 0,0 59-267 0 0,1 0-69 0 0,0 0 74 0 0,-1 1 0 0 0,0 0 0 0 0,0 0 0 0 0,1 0 0 0 0,-1 0 0 0 0,0-1 1 0 0,0 1-1 0 0,1 0 0 0 0,-1 0 0 0 0,0 0 0 0 0,1 0 0 0 0,-1 0 1 0 0,0 0-1 0 0,0 0 0 0 0,1 0 0 0 0,-1 0 0 0 0,0 0 0 0 0,1 0 0 0 0,-1 0 1 0 0,0 0-1 0 0,1 0 0 0 0,-1 0 0 0 0,0 0 0 0 0,0 0 0 0 0,1 0 1 0 0,-1 0-1 0 0,0 0 0 0 0,1 1 0 0 0,-1-1 0 0 0,0 0 0 0 0,0 0 0 0 0,1 0 1 0 0,-1 0-1 0 0,0 1 0 0 0,0-1 0 0 0,0 0 0 0 0,1 0 0 0 0,-1 1 1 0 0,0-1-1 0 0,0 0 0 0 0,0 0 0 0 0,1 1 0 0 0,3 2 1 0 0,0 0 1 0 0,0 1-1 0 0,0-1 0 0 0,-1 1 0 0 0,1 0 0 0 0,3 5 1 0 0,15 16 1 0 0,0 11-22 0 0,12 7-4 0 0,-2 1 0 0 0,48 88 0 0 0,-41-63 13 0 0,-6 5 11 0 0,-30-68-1 0 0,0 0 1 0 0,-1 0 0 0 0,1 1-1 0 0,1 12 1 0 0,-3-14 0 0 0,1 1-1 0 0,-1 0 1 0 0,1-1-1 0 0,0 1 1 0 0,1-1 0 0 0,4 9-1 0 0,-3-8 1 0 0,-1 1 0 0 0,0-1 0 0 0,0 1 0 0 0,0 0-1 0 0,-1 0 1 0 0,2 12 0 0 0,-2-12-2 0 0,-1 0 0 0 0,1 0 0 0 0,0 0 0 0 0,1-1-1 0 0,0 1 1 0 0,5 9 0 0 0,14 33-2 0 0,-19-44 5 0 0,0 0 0 0 0,0 1-1 0 0,-1-1 1 0 0,0 1 0 0 0,2 9 0 0 0,-2-10-2 0 0,-1 0 1 0 0,1 0 0 0 0,0 1 0 0 0,0-1 0 0 0,5 7 0 0 0,12 22 5 0 0,-16-27-2 0 0,1 0 0 0 0,0-1 0 0 0,0 1 0 0 0,6 6 0 0 0,11 19-7 0 0,-13-24 5 0 0,-1 0 0 0 0,0 1 0 0 0,0 0 0 0 0,10 18 0 0 0,-11-18 0 0 0,8 12-11 0 0,-14-20 10 0 0,0 1 0 0 0,1-1 0 0 0,-1 1 0 0 0,0-1 0 0 0,1 0 0 0 0,-1 0 0 0 0,1 1 0 0 0,0-1 0 0 0,-1 0 0 0 0,1 0 0 0 0,0 0 0 0 0,0 0 0 0 0,0 1 0 0 0,1 0 0 0 0,-1-1 0 0 0,0 0-1 0 0,0 0 0 0 0,0 0 1 0 0,0 1-1 0 0,0-1 0 0 0,0 0 0 0 0,0 1 1 0 0,-1-1-1 0 0,1 1 0 0 0,0-1 0 0 0,-1 1 1 0 0,1-1-1 0 0,-1 1 0 0 0,1 2 1 0 0,3 7 6 0 0,-3-10-4 0 0,0 0-1 0 0,-1 1 1 0 0,1-1 0 0 0,0 0 0 0 0,-1 1 0 0 0,1-1 0 0 0,-1 0-1 0 0,0 1 1 0 0,1-1 0 0 0,-1 1 0 0 0,0-1 0 0 0,0 3 0 0 0,0-3-3 0 0,0-1 0 0 0,0 1 1 0 0,0 0-1 0 0,0 0 0 0 0,0 0 1 0 0,0 0-1 0 0,0 0 0 0 0,0 0 1 0 0,0 0-1 0 0,0-1 0 0 0,0 1 0 0 0,0 0 1 0 0,1 0-1 0 0,-1 0 0 0 0,0 0 1 0 0,1 0-1 0 0,-1-1 0 0 0,1 1 1 0 0,-1 0-1 0 0,1 0 0 0 0,-1-1 1 0 0,1 1-1 0 0,-1 0 0 0 0,1-1 1 0 0,0 1-1 0 0,-1 0 0 0 0,1-1 1 0 0,1 1-1 0 0,1 19-55 0 0,1-21 53 0 0,-4 1 2 0 0,1 0 1 0 0,-1 0 0 0 0,0 0 0 0 0,0 0-1 0 0,0 0 1 0 0,1 0 0 0 0,-1 1 0 0 0,0-1 0 0 0,0 0-1 0 0,1 0 1 0 0,-1 0 0 0 0,0 0 0 0 0,0 0-1 0 0,0 0 1 0 0,0 0 0 0 0,1 1 0 0 0,-1-1-1 0 0,0 0 1 0 0,0 0 0 0 0,0 0 0 0 0,0 0-1 0 0,0 1 1 0 0,1-1 0 0 0,-1 0 0 0 0,0 0 0 0 0,0 0-1 0 0,0 1 1 0 0,0-1 0 0 0,0 0 0 0 0,0 0-1 0 0,0 1 1 0 0,0-1 0 0 0,0 0 0 0 0,0 0-1 0 0,0 1 1 0 0,0 0-4 0 0,13 16 44 0 0,-11-16-36 0 0,-1-1-3 0 0,-1 0-1 0 0,0 0 1 0 0,1 0-1 0 0,-1 0 1 0 0,0 0 0 0 0,1 0-1 0 0,-1 1 1 0 0,0-1-1 0 0,1 0 1 0 0,-1 0 0 0 0,0 0-1 0 0,1 0 1 0 0,-1 1-1 0 0,0-1 1 0 0,0 0-1 0 0,1 0 1 0 0,-1 0 0 0 0,0 1-1 0 0,0-1 1 0 0,1 0-1 0 0,-1 1 1 0 0,0-1 0 0 0,0 0-1 0 0,0 0 1 0 0,1 1-1 0 0,-1-1 1 0 0,0 0-1 0 0,0 1 1 0 0,0-1 0 0 0,0 1-1 0 0,0-1 1 0 0,0 0-1 0 0,0 1 1 0 0,0-1 0 0 0,0 0-1 0 0,0 1 1 0 0,0-1-1 0 0,0 0 1 0 0,0 1-1 0 0,0-1 1 0 0,0 0 0 0 0,0 1-1 0 0,0-1 1 0 0,0 0-1 0 0,-1 1 1 0 0,1-1-1 0 0,22 20 29 0 0,-22-20-29 0 0,-1 1-1 0 0,1 0 1 0 0,0-1-1 0 0,0 1 1 0 0,0-1-1 0 0,0 1 1 0 0,0 0 0 0 0,0-1-1 0 0,0 1 1 0 0,0-1-1 0 0,0 1 1 0 0,0 0-1 0 0,0-1 1 0 0,1 1-1 0 0,-1-1 1 0 0,0 1-1 0 0,0-1 1 0 0,0 1 0 0 0,1 0-1 0 0,-1-1 1 0 0,0 1-1 0 0,1-1 1 0 0,-1 1-1 0 0,1-1 1 0 0,-1 0-1 0 0,0 1 1 0 0,1-1-1 0 0,-1 1 1 0 0,1-1 0 0 0,-1 0-1 0 0,1 1 1 0 0,-1-1-1 0 0,1 0 1 0 0,0 1-1 0 0,0-1 1 0 0,-1 1-1 0 0,1 0 0 0 0,-1 0 1 0 0,1 0-1 0 0,-1-1 0 0 0,0 1 0 0 0,0 0 0 0 0,1 0 0 0 0,-1 0 1 0 0,0 0-1 0 0,0 0 0 0 0,0 0 0 0 0,0 0 0 0 0,0 0 0 0 0,0 0 1 0 0,0 0-1 0 0,0 0 0 0 0,-1 0 0 0 0,1 1 0 0 0,0-2 1 0 0,-1 1 0 0 0,1 0 0 0 0,0 0 0 0 0,0-1 0 0 0,0 1 0 0 0,0 0 0 0 0,0 0 0 0 0,1-1 0 0 0,-1 1 0 0 0,0 0 0 0 0,0-1 0 0 0,0 1 0 0 0,1 0 0 0 0,-1 0 0 0 0,0-1 0 0 0,1 1 0 0 0,-1 0 0 0 0,0-1 0 0 0,1 1 0 0 0,-1-1 0 0 0,1 1 0 0 0,-1-1 0 0 0,2 1 0 0 0,-2 0 0 0 0,0-1 0 0 0,1 1 0 0 0,-1-1 0 0 0,1 1 0 0 0,-1-1 0 0 0,0 1 0 0 0,1-1 0 0 0,-1 1 1 0 0,0-1-1 0 0,1 1 0 0 0,-1-1 0 0 0,0 1 0 0 0,0-1 0 0 0,0 1 0 0 0,1 0 0 0 0,-1-1 0 0 0,0 1 0 0 0,0-1 0 0 0,0 1 0 0 0,0 0 0 0 0,0-1 0 0 0,0 1 0 0 0,0 0 1 0 0,11 34-3 0 0,-7-29 2 0 0,-4-5 1 0 0,1-1-1 0 0,-1 1 1 0 0,1-1-1 0 0,-1 1 1 0 0,1-1 0 0 0,-1 1-1 0 0,1-1 1 0 0,-1 1-1 0 0,0-1 1 0 0,1 1 0 0 0,-1 0-1 0 0,0-1 1 0 0,1 1 0 0 0,-1-1-1 0 0,0 1 1 0 0,0 0-1 0 0,0-1 1 0 0,0 2 0 0 0,0-1-5 0 0,0 41-347 0 0,0-11 9 0 0,0-30 270 0 0,0 0 41 0 0,0-1 0 0 0,0 1-1 0 0,-1 0 1 0 0,1 0 0 0 0,0 0-1 0 0,0-1 1 0 0,0 1-1 0 0,0 0 1 0 0,0 0 0 0 0,0-1-1 0 0,0 1 1 0 0,0 0-1 0 0,0 0 1 0 0,1 0 0 0 0,-1-1-1 0 0,0 1 1 0 0,0 0 0 0 0,1-1-1 0 0,-1 1 1 0 0,0 0-1 0 0,1 0 1 0 0,-1-1 0 0 0,1 1-1 0 0,-1-1 1 0 0,1 2-1 0 0,6 16-502 0 0,-3-9 447 0 0,-3-8 79 0 0,0 1-1 0 0,0-1 1 0 0,0 1-1 0 0,-1-1 0 0 0,1 0 1 0 0,-1 1-1 0 0,1-1 1 0 0,-1 1-1 0 0,1-1 1 0 0,-1 1-1 0 0,0 2 1 0 0,0 2 12 0 0,0-5-7 0 0,0-1-1 0 0,-1 1 0 0 0,1-1 0 0 0,0 1 0 0 0,0-1 1 0 0,0 1-1 0 0,0 0 0 0 0,0-1 0 0 0,0 1 0 0 0,0-1 1 0 0,0 1-1 0 0,0-1 0 0 0,0 1 0 0 0,0 0 1 0 0,0-1-1 0 0,0 1 0 0 0,0-1 0 0 0,1 1 0 0 0,-1-1 1 0 0,0 1-1 0 0,0-1 0 0 0,0 1 0 0 0,1-1 1 0 0,-1 1-1 0 0,0-1 0 0 0,1 1 0 0 0,-1-1 0 0 0,1 0 1 0 0,-1 1-1 0 0,0-1 0 0 0,1 1 0 0 0,-1-1 1 0 0,1 0-1 0 0,-1 0 0 0 0,1 1 0 0 0,-1-1 0 0 0,1 0 1 0 0,-1 0-1 0 0,1 1 0 0 0,0-1 0 0 0,1 0-74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58 0 0 0,'-4'0'467'0'0,"0"1"0"0"0,1-1-1 0 0,-1-1 1 0 0,0 1 0 0 0,0 0 0 0 0,1-1 0 0 0,-1 0-1 0 0,0 0 1 0 0,1 0 0 0 0,-1 0 0 0 0,1-1 0 0 0,-6-2 0 0 0,7 3 128 0 0,-1-3-299 0 0,3 4-223 0 0,-1-1 0 0 0,1 1 0 0 0,-1-1 0 0 0,0 1 0 0 0,1-1 0 0 0,-1 1 0 0 0,1-1 0 0 0,-1 0 0 0 0,1 1 1 0 0,0-1-1 0 0,-1 0 0 0 0,1 1 0 0 0,0-1 0 0 0,-1 0 0 0 0,1 1 0 0 0,0-1 0 0 0,0 0 0 0 0,0 0 0 0 0,0 1 0 0 0,-1-1 0 0 0,1-2 0 0 0,0 3-54 0 0,0 0 0 0 0,0-1-1 0 0,0 1 1 0 0,0 0-1 0 0,0-1 1 0 0,0 1-1 0 0,0 0 1 0 0,0-1-1 0 0,0 1 1 0 0,0 0-1 0 0,0-1 1 0 0,0 1 0 0 0,0 0-1 0 0,0-1 1 0 0,0 1-1 0 0,0 0 1 0 0,0-1-1 0 0,0 1 1 0 0,0 0-1 0 0,1-1 1 0 0,-1 1-1 0 0,0 0 1 0 0,0-1 0 0 0,0 1-1 0 0,1 0 1 0 0,-1 0-1 0 0,0-1 1 0 0,0 1-1 0 0,1 0 1 0 0,-1 0-1 0 0,0-1 1 0 0,1 1-1 0 0,-1 0 1 0 0,0 0 0 0 0,0 0-1 0 0,1 0 1 0 0,-1-1-1 0 0,0 1 1 0 0,1 0-1 0 0,-1 0 1 0 0,0 0-1 0 0,1 0 1 0 0,-1 0-1 0 0,1 0 1 0 0,-1 0 0 0 0,0 0-1 0 0,1 0 1 0 0,-1 0-1 0 0,2 0 94 0 0,-1-1-52 0 0,1 0-1 0 0,-1-1 1 0 0,0 1-1 0 0,0 0 1 0 0,1 0 0 0 0,-1 0-1 0 0,0 0 1 0 0,1 1-1 0 0,-1-1 1 0 0,1 0-1 0 0,-1 0 1 0 0,1 1-1 0 0,0-1 1 0 0,-1 1 0 0 0,1 0-1 0 0,0-1 1 0 0,-1 1-1 0 0,1 0 1 0 0,0 0-1 0 0,-1 0 1 0 0,1 0-1 0 0,0 0 1 0 0,-1 0-1 0 0,1 1 1 0 0,0-1 0 0 0,-1 0-1 0 0,4 2 1 0 0,7 3 61 0 0,0-1 0 0 0,0 0 1 0 0,0 0-1 0 0,1-1 0 0 0,14 1 1 0 0,25 7 76 0 0,-41-9-155 0 0,0 0 0 0 0,1 0-1 0 0,13-1 1 0 0,26 4 84 0 0,-34-3-78 0 0,0-1 0 0 0,-1 0 0 0 0,20-3-1 0 0,7 1 102 0 0,65-5 78 0 0,-85 19-236 0 0,-18-8 5 0 0,-5-4 3 0 0,0-1 1 0 0,1 0 0 0 0,-1 0 0 0 0,1 0-1 0 0,-1 1 1 0 0,0-1 0 0 0,1 0 0 0 0,-1 0-1 0 0,0 1 1 0 0,1-1 0 0 0,-1 0-1 0 0,0 1 1 0 0,0-1 0 0 0,1 0 0 0 0,-1 1-1 0 0,0-1 1 0 0,0 0 0 0 0,0 1 0 0 0,1-1-1 0 0,-1 1 1 0 0,0-1 0 0 0,0 1 0 0 0,0-1-1 0 0,0 0 1 0 0,0 1 0 0 0,0-1 0 0 0,0 1-1 0 0,0-1 1 0 0,0 1 0 0 0,0 0 0 0 0,24 18-275 0 0,-16-19 567 0 0,-7-18-13377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34 117 0 0 0,'11'-31'3194'0'0,"-6"24"-2485"0"0,-5 7-691 0 0,1 0 1 0 0,-1 0-1 0 0,1-1 0 0 0,-1 1 0 0 0,0 0 0 0 0,1 0 0 0 0,-1-1 1 0 0,0 1-1 0 0,1 0 0 0 0,-1-1 0 0 0,0 1 0 0 0,1 0 1 0 0,-1-1-1 0 0,0 1 0 0 0,0-1 0 0 0,0 1 0 0 0,1 0 0 0 0,-1-1 1 0 0,0 1-1 0 0,0-1 0 0 0,0 1 0 0 0,0-1 0 0 0,0 1 1 0 0,0-1-1 0 0,0 1 0 0 0,0 0 0 0 0,0-1 0 0 0,0 0 0 0 0,1-1 29 0 0,0 0-1 0 0,0 0 0 0 0,0 0 1 0 0,0 0-1 0 0,1 1 1 0 0,-1-1-1 0 0,0 0 0 0 0,1 1 1 0 0,-1-1-1 0 0,1 1 0 0 0,0-1 1 0 0,2-1-1 0 0,-3-1 568 0 0,0 1 0 0 0,-1-1 0 0 0,1 0 0 0 0,-1 0 0 0 0,0 0 0 0 0,0 0 0 0 0,-1 0-1 0 0,0-4 1 0 0,0 3-584 0 0,1 5-27 0 0,-1 0 0 0 0,0 0 0 0 0,0 0 0 0 0,1 1 0 0 0,-1-1-1 0 0,0 0 1 0 0,1 0 0 0 0,-1 0 0 0 0,0 1 0 0 0,1-1 0 0 0,-1 0 0 0 0,0 1 0 0 0,1-1 0 0 0,-1 1 0 0 0,0-1 0 0 0,1 1 0 0 0,-1-1 0 0 0,1 1 0 0 0,-1-1 0 0 0,1 1 0 0 0,0-1 0 0 0,-1 1 0 0 0,1-1 0 0 0,-1 1 0 0 0,1 0 0 0 0,-1 1 0 0 0,-3 23 43 0 0,0-13-27 0 0,3-11-17 0 0,0 1 1 0 0,0-1-1 0 0,1 0 0 0 0,-1 0 1 0 0,1 0-1 0 0,-1 1 0 0 0,1-1 1 0 0,-1 0-1 0 0,1 0 0 0 0,0 1 1 0 0,0-1-1 0 0,-1 0 0 0 0,1 3 1 0 0,0 147 231 0 0,-11-101-201 0 0,12-21-17 0 0,0-15-15 0 0,-1-1 0 0 0,0 0 0 0 0,-1 1 0 0 0,-1-1 1 0 0,0 0-1 0 0,-4 14 0 0 0,2 7-13 0 0,4-29 11 0 0,-1 0 1 0 0,1-1-1 0 0,-1 1 0 0 0,1-1 1 0 0,-1 1-1 0 0,-3 6 0 0 0,4-9-2 0 0,-1 1 1 0 0,0-1-1 0 0,0 1 0 0 0,1-1 0 0 0,0 1 0 0 0,-1 0 0 0 0,1 0 0 0 0,0-1 1 0 0,1 5-1 0 0,-1-5-4 0 0,0-1 0 0 0,0 1 0 0 0,1 0 0 0 0,-1-1 0 0 0,-1 1 1 0 0,1 0-1 0 0,0-1 0 0 0,0 1 0 0 0,-1 0 0 0 0,1-1 0 0 0,0 1 0 0 0,-1-1 1 0 0,0 1-1 0 0,1-1 0 0 0,-1 1 0 0 0,0-1 0 0 0,-1 3 0 0 0,1-3-51 0 0,1 0 0 0 0,-1 0 0 0 0,1 1-1 0 0,-1-1 1 0 0,1 0 0 0 0,0 0 0 0 0,0 1 0 0 0,0-1-1 0 0,-1 0 1 0 0,1 1 0 0 0,1-1 0 0 0,-1 0 0 0 0,0 1-1 0 0,0-1 1 0 0,0 0 0 0 0,1 0 0 0 0,-1 1 0 0 0,0-1-1 0 0,1 0 1 0 0,0 0 0 0 0,-1 0 0 0 0,1 0-1 0 0,-1 1 1 0 0,1-1 0 0 0,0 0 0 0 0,0 0 0 0 0,0 0-1 0 0,1 1 1 0 0,0-1-437 0 0,-1-31-7214 0 0,9 23 6713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1 313 232 0 0,'0'0'881'0'0,"-1"-7"3339"0"0,3-22-2235 0 0,0 28-1970 0 0,-1 1 34 0 0,-1 0-1 0 0,1 0 1 0 0,-1-1 0 0 0,1 1 0 0 0,-1 0 0 0 0,1-1 0 0 0,-1 1 0 0 0,1-1 0 0 0,-1 1-1 0 0,0 0 1 0 0,1-1 0 0 0,-1 1 0 0 0,0-1 0 0 0,1 1 0 0 0,-1-1 0 0 0,0 1 0 0 0,0-1 0 0 0,1 1-1 0 0,-1-1 1 0 0,0 1 0 0 0,0-1 0 0 0,0 0 0 0 0,0 1 0 0 0,0-1 0 0 0,1 1 0 0 0,-1-1-1 0 0,0 1 1 0 0,-1-1 0 0 0,1 0 0 0 0,0 1 0 0 0,0-1 0 0 0,0 1 0 0 0,0-1 0 0 0,-1 0-1 0 0,1 0 173 0 0,2-16 1099 0 0,2 15-1272 0 0,-4 2-29 0 0,1 0-1 0 0,-1-1 1 0 0,0 1-1 0 0,1 0 1 0 0,-1 0 0 0 0,0-1-1 0 0,1 1 1 0 0,-1 0-1 0 0,0 0 1 0 0,1-1-1 0 0,-1 1 1 0 0,0 0 0 0 0,0-1-1 0 0,1 1 1 0 0,-1 0-1 0 0,0-1 1 0 0,0 1 0 0 0,0 0-1 0 0,1-1 1 0 0,-1 1-1 0 0,0-1 1 0 0,0 1-1 0 0,0 0 1 0 0,0-1 0 0 0,0 1-1 0 0,0-1 1 0 0,0 1-1 0 0,0-1 1 0 0,0 1-1 0 0,0 0 1 0 0,0-1 0 0 0,0 1-1 0 0,0-1 1 0 0,-1 0-1 0 0,5-4 109 0 0,-3 5-120 0 0,-1 0-1 0 0,1-1 1 0 0,-1 1 0 0 0,1 0-1 0 0,-1 0 1 0 0,0-1 0 0 0,1 1-1 0 0,-1 0 1 0 0,0-1 0 0 0,1 1-1 0 0,-1 0 1 0 0,0-1 0 0 0,1 1-1 0 0,-1 0 1 0 0,0-1-1 0 0,0 1 1 0 0,1-1 0 0 0,-1 1-1 0 0,0-1 1 0 0,0 1 0 0 0,0 0-1 0 0,0-1 1 0 0,0 1 0 0 0,1-1-1 0 0,-1 1 1 0 0,0-1 0 0 0,0 1-1 0 0,0-1 1 0 0,0 1-1 0 0,0-1 1 0 0,0 1 0 0 0,-1-1-1 0 0,2-1 2 0 0,-1 1-1 0 0,1 0 0 0 0,-1-1 0 0 0,1 1 1 0 0,0 0-1 0 0,-1 0 0 0 0,1 0 0 0 0,0-1 1 0 0,0 1-1 0 0,0 0 0 0 0,0 0 0 0 0,0 0 1 0 0,2-1-1 0 0,6-10 52 0 0,-9 12-59 0 0,0-1-1 0 0,1 0 1 0 0,-1 1-1 0 0,0-1 1 0 0,1 1-1 0 0,-1-1 1 0 0,0 1-1 0 0,1-1 1 0 0,-1 1-1 0 0,0 0 1 0 0,1-1-1 0 0,-1 1 1 0 0,1-1-1 0 0,-1 1 1 0 0,1 0-1 0 0,-1-1 1 0 0,1 1-1 0 0,-1 0 1 0 0,1-1-1 0 0,0 1 1 0 0,0 0-1 0 0,0-1 1 0 0,-1 1-1 0 0,1 0 0 0 0,0-1 0 0 0,0 1 1 0 0,-1-1-1 0 0,1 1 0 0 0,0-1 1 0 0,-1 1-1 0 0,1-1 0 0 0,-1 0 1 0 0,1 1-1 0 0,-1-1 0 0 0,1 0 1 0 0,-1 1-1 0 0,1-1 0 0 0,-1 0 1 0 0,1 0-1 0 0,-1 1 0 0 0,0-1 0 0 0,0 0 1 0 0,1 0-1 0 0,-1 0 0 0 0,44-30-28 0 0,10-6 41 0 0,-19 14-26 0 0,-26 17 15 0 0,0 0-1 0 0,0 0 0 0 0,1 1 1 0 0,-1 0-1 0 0,19-6 0 0 0,-3 4-11 0 0,-14 3 9 0 0,0 0 0 0 0,1 2 0 0 0,-1-1 0 0 0,1 1 0 0 0,13 0 0 0 0,-21 3-2 0 0,19 7 3 0 0,-23-8 1 0 0,0 0 0 0 0,1 0 0 0 0,-1 0 0 0 0,0 0 0 0 0,1 0 0 0 0,-1 0 0 0 0,0 0-1 0 0,0 0 1 0 0,1 0 0 0 0,-1 0 0 0 0,0 0 0 0 0,1 0 0 0 0,-1 1 0 0 0,0-1 0 0 0,0 0 0 0 0,1 0 0 0 0,-1 0 0 0 0,0 0-1 0 0,0 0 1 0 0,1 1 0 0 0,-1-1 0 0 0,0 0 0 0 0,0 0 0 0 0,0 1 0 0 0,1-1 0 0 0,-1 0 0 0 0,0 0 0 0 0,0 1 0 0 0,0-1-1 0 0,0 0 1 0 0,1 0 0 0 0,-1 1 0 0 0,0-1 0 0 0,0 0 0 0 0,0 0 0 0 0,0 1 0 0 0,0-1 0 0 0,0 0 0 0 0,0 1 0 0 0,0-1 0 0 0,0 0-1 0 0,0 1 1 0 0,0-1 0 0 0,0 0 0 0 0,0 1 0 0 0,20 18-12 0 0,-19-17 11 0 0,1 0 0 0 0,-1 0 0 0 0,0 1 0 0 0,1-1 0 0 0,-1 0 0 0 0,0 1 0 0 0,0-1 0 0 0,-1 0 0 0 0,1 1 0 0 0,0-1-1 0 0,-1 4 1 0 0,0-2 1 0 0,1 2-1 0 0,-1 0 0 0 0,0 0 1 0 0,0 0-1 0 0,-1 0 1 0 0,1 0-1 0 0,-2 0 1 0 0,1 0-1 0 0,0 0 1 0 0,-1 0-1 0 0,-4 8 1 0 0,-7 5-5 0 0,-1-2 0 0 0,-1 0 0 0 0,-1 0 0 0 0,-30 25 1 0 0,-25 25-33 0 0,66-61 34 0 0,0 0 1 0 0,0-1-1 0 0,-1 0 0 0 0,0 0 0 0 0,-7 4 0 0 0,13-9 2 0 0,0 0 0 0 0,0 0 0 0 0,-1 0 0 0 0,1 0 0 0 0,0 0 0 0 0,0 0 0 0 0,0 1 0 0 0,-1-1 0 0 0,1 0 0 0 0,0 0 0 0 0,0 0 0 0 0,0 0 0 0 0,0 0 0 0 0,-1 0 0 0 0,1 0 0 0 0,0 1 0 0 0,0-1 0 0 0,0 0-1 0 0,0 0 1 0 0,0 0 0 0 0,-1 0 0 0 0,1 1 0 0 0,0-1 0 0 0,0 0 0 0 0,0 0 0 0 0,0 0 0 0 0,0 1 0 0 0,0-1 0 0 0,0 0 0 0 0,0 0 0 0 0,0 0 0 0 0,0 1 0 0 0,0-1 0 0 0,0 0 0 0 0,0 0 0 0 0,0 1 0 0 0,0-1 0 0 0,0 0 0 0 0,0 0-1 0 0,0 0 1 0 0,0 1 0 0 0,0-1 0 0 0,0 0 0 0 0,0 0 0 0 0,0 0 0 0 0,0 1 0 0 0,1-1 0 0 0,-1 0 0 0 0,0 0 0 0 0,0 0 0 0 0,0 0 0 0 0,0 1 0 0 0,0-1 0 0 0,1 0 0 0 0,-1 0 0 0 0,0 0 0 0 0,0 0 0 0 0,1 0 0 0 0,9 4-160 0 0,-4-5 144 0 0,-1 0 1 0 0,0-1-1 0 0,0 0 1 0 0,1 0-1 0 0,6-4 1 0 0,15-5-21 0 0,-4 0 28 0 0,8-8 6 0 0,2 0 27 0 0,-33 18-23 0 0,1 0-1 0 0,-1 1 1 0 0,1-1 0 0 0,-1 0 0 0 0,1 1 0 0 0,0-1 0 0 0,-1 0 0 0 0,1 1 0 0 0,0-1-1 0 0,-1 1 1 0 0,1-1 0 0 0,0 1 0 0 0,-1-1 0 0 0,1 1 0 0 0,0 0 0 0 0,0-1 0 0 0,0 1 0 0 0,-1 0-1 0 0,1 0 1 0 0,0 0 0 0 0,0-1 0 0 0,0 1 0 0 0,0 0 0 0 0,-1 0 0 0 0,1 0 0 0 0,0 0-1 0 0,0 1 1 0 0,0-1 0 0 0,1 0 0 0 0,30 4 20 0 0,-30-3-19 0 0,1 0-1 0 0,-1 0 1 0 0,1 1 0 0 0,-1-1-1 0 0,1 1 1 0 0,-1-1-1 0 0,0 1 1 0 0,4 4 0 0 0,12 8 2 0 0,-13-9-3 0 0,0 0 0 0 0,-1 1-1 0 0,0-1 1 0 0,0 1-1 0 0,0 0 1 0 0,0 0 0 0 0,2 7-1 0 0,4 4 1 0 0,-6-8 4 0 0,-1 1 0 0 0,0 0 0 0 0,0 0 0 0 0,0 0 1 0 0,-1 0-1 0 0,-1 0 0 0 0,0 1 0 0 0,0-1 0 0 0,-2 21 0 0 0,1-31-4 0 0,-11 37 31 0 0,10-35-29 0 0,1 0 1 0 0,-1 0-1 0 0,1 0 1 0 0,-1 0-1 0 0,0 0 1 0 0,0 0 0 0 0,0 0-1 0 0,0 0 1 0 0,0-1-1 0 0,0 1 1 0 0,0 0-1 0 0,-2 1 1 0 0,-8 14 36 0 0,9-14-32 0 0,0 0 0 0 0,0 0 0 0 0,0 0 0 0 0,0 0 0 0 0,-1-1 0 0 0,1 1 0 0 0,-5 3 0 0 0,-15 18 104 0 0,15-17-67 0 0,0 0-1 0 0,-1 0 0 0 0,1-1 1 0 0,-2 0-1 0 0,-16 9 0 0 0,21-13-26 0 0,-5 4 42 0 0,0-2 0 0 0,0 1 0 0 0,0-1 1 0 0,-15 4-1 0 0,21-7-48 0 0,-1 0 1 0 0,0-1-1 0 0,0 0 1 0 0,0 1-1 0 0,0-1 0 0 0,0-1 1 0 0,0 1-1 0 0,0-1 1 0 0,0 1-1 0 0,1-1 1 0 0,-1 0-1 0 0,0 0 0 0 0,0-1 1 0 0,1 1-1 0 0,-7-4 1 0 0,2 1-303 0 0,-1-1 1 0 0,1 1 0 0 0,0-2-1 0 0,1 1 1 0 0,-1-1-1 0 0,1 0 1 0 0,0 0 0 0 0,1-1-1 0 0,0 0 1 0 0,0 0-1 0 0,0 0 1 0 0,-8-15-1 0 0,-8-15-3031 0 0,13 24 1979 0 0,8 12 1193 0 0,0 0-1 0 0,0 0 0 0 0,0 0 0 0 0,0-1 1 0 0,1 1-1 0 0,-1 0 0 0 0,0 0 0 0 0,0-1 1 0 0,1 1-1 0 0,-1-1 0 0 0,1 1 0 0 0,-1 0 1 0 0,1-1-1 0 0,0 1 0 0 0,0-1 1 0 0,-1-1-1 0 0,1-9-1091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732 31 768 0 0,'-6'0'548'0'0,"0"0"0"0"0,0 0 0 0 0,1-1 1 0 0,-1 0-1 0 0,0 0 0 0 0,0 0 0 0 0,0 0 0 0 0,-10-6 0 0 0,14 6-158 0 0,-22-5 1058 0 0,1 2-278 0 0,-19-4-267 0 0,33 9-843 0 0,0 0-1 0 0,0 1 1 0 0,0 0-1 0 0,0 0 1 0 0,-11 5-1 0 0,-11 4-5 0 0,-44 24 13 0 0,-23 14 52 0 0,93-46-111 0 0,1-1 0 0 0,-1 1 0 0 0,1-1 0 0 0,-1 1 0 0 0,1 0 0 0 0,-4 5 0 0 0,-13 6 47 0 0,-12 5-2 0 0,29-18-48 0 0,1 1 1 0 0,-1-1-1 0 0,0 1 1 0 0,1 0 0 0 0,0 1-1 0 0,-1-1 1 0 0,-3 4-1 0 0,-16 10 30 0 0,-1 2-26 0 0,18-12-10 0 0,-9 8 9 0 0,13-12-9 0 0,0 0 0 0 0,0 0 1 0 0,1-1-1 0 0,-1 1 1 0 0,0 1-1 0 0,1-1 0 0 0,-1 0 1 0 0,1 0-1 0 0,-2 4 1 0 0,-8 12-5 0 0,9-16 6 0 0,1 0-1 0 0,0 1 1 0 0,-1-1-1 0 0,1 0 1 0 0,0 1-1 0 0,0-1 1 0 0,0 1-1 0 0,-1 4 1 0 0,-8 16 3 0 0,-1 2 6 0 0,11-25-11 0 0,0 0 1 0 0,-1 1 0 0 0,1-1 0 0 0,0 1-1 0 0,0-1 1 0 0,-1 0 0 0 0,1 1-1 0 0,0-1 1 0 0,0 1 0 0 0,0-1 0 0 0,0 1-1 0 0,-1-1 1 0 0,1 1 0 0 0,0-1 0 0 0,0 1-1 0 0,0-1 1 0 0,0 1 0 0 0,0-1 0 0 0,0 1-1 0 0,0-1 1 0 0,0 1 0 0 0,1-1-1 0 0,-1 1 1 0 0,0 0 0 0 0,-1 12-4 0 0,-2-9 4 0 0,2-3 0 0 0,1 0 0 0 0,-1 0 0 0 0,0 1 1 0 0,1-1-1 0 0,-1 0 0 0 0,1 0 1 0 0,-1 1-1 0 0,1-1 0 0 0,-1 0 1 0 0,1 1-1 0 0,0-1 0 0 0,0 0 0 0 0,0 1 1 0 0,0 1-1 0 0,-5 12 0 0 0,4-14 1 0 0,0 1-1 0 0,0-1 0 0 0,1 1 1 0 0,-1 0-1 0 0,0-1 0 0 0,1 1 1 0 0,0 0-1 0 0,-1-1 1 0 0,1 1-1 0 0,0 0 0 0 0,0 2 1 0 0,-11 37 15 0 0,0 34-1 0 0,0-26-28 0 0,11-39 5 0 0,-1-8 6 0 0,1 1-1 0 0,0 0 1 0 0,0 0-1 0 0,0-1 1 0 0,0 1-1 0 0,1 0 1 0 0,-1 0-1 0 0,1-1 1 0 0,-1 1-1 0 0,1 0 0 0 0,0-1 1 0 0,0 1-1 0 0,0-1 1 0 0,3 5-1 0 0,0 11 10 0 0,10 9 4 0 0,-11-19-6 0 0,1 0-1 0 0,0-1 0 0 0,0 0 0 0 0,1 0 0 0 0,0 0 0 0 0,8 10 1 0 0,20 32 9 0 0,-11-19-22 0 0,0 1-3 0 0,-18-26 10 0 0,0-1-1 0 0,0 1 1 0 0,-1 1-1 0 0,0-1 1 0 0,0 0 0 0 0,0 1-1 0 0,3 8 1 0 0,5 10 0 0 0,-5-14 1 0 0,-5-7 0 0 0,1 0-1 0 0,-1 0 1 0 0,1 0-1 0 0,0 0 1 0 0,0-1 0 0 0,0 1-1 0 0,4 3 1 0 0,-2-2 1 0 0,-1 0 1 0 0,1 0-1 0 0,-1 0 1 0 0,0 1-1 0 0,0-1 1 0 0,3 7-1 0 0,13 20 15 0 0,-4-12-8 0 0,-12-14-5 0 0,1 0 0 0 0,0 1 0 0 0,0-1 0 0 0,0-1-1 0 0,1 1 1 0 0,9 7 0 0 0,7 4 1 0 0,-18-13 0 0 0,0 0-1 0 0,0-1 1 0 0,0 0 0 0 0,0 1-1 0 0,1-1 1 0 0,-1 0 0 0 0,0-1-1 0 0,6 3 1 0 0,12 12 16 0 0,-15-14-16 0 0,-1 0-1 0 0,-1 1 1 0 0,1-1 0 0 0,0 1 0 0 0,6 4-1 0 0,-9-4-4 0 0,1-1 1 0 0,0 0-1 0 0,0-1 0 0 0,0 1 0 0 0,0 0 0 0 0,0-1 0 0 0,0 0 0 0 0,0 1 1 0 0,1-1-1 0 0,-1 0 0 0 0,5 0 0 0 0,-6-1 0 0 0,1 1 1 0 0,-1-1-1 0 0,1 0 1 0 0,-1 1-1 0 0,1 0 1 0 0,-1 0-1 0 0,1 0 0 0 0,-1 0 1 0 0,0 0-1 0 0,1 0 1 0 0,-1 1-1 0 0,2 1 1 0 0,5 1-6 0 0,-6-2 4 0 0,8 5 4 0 0,-9-6 0 0 0,0 0 0 0 0,0 1 0 0 0,0-1 0 0 0,0 0 0 0 0,0 0 0 0 0,0-1 0 0 0,0 1 0 0 0,0 0 0 0 0,0-1 0 0 0,1 1 0 0 0,-1-1 0 0 0,0 1 0 0 0,4-1 0 0 0,57 12 43 0 0,-54-12-23 0 0,0-1 1 0 0,-1 0-1 0 0,0-1 1 0 0,11-3-1 0 0,-10 3 4 0 0,0-1 0 0 0,0 2 0 0 0,0-1-1 0 0,11 1 1 0 0,35-13 85 0 0,54-29 94 0 0,-33 7 357 0 0,-35 17-248 0 0,-37 17-284 0 0,0-1 0 0 0,0 1 0 0 0,0 0 0 0 0,1 0 0 0 0,-1 1 0 0 0,1-1 0 0 0,-1 1 0 0 0,8-1 0 0 0,-6 1-23 0 0,0 0 0 0 0,0 0-1 0 0,0 0 1 0 0,-1-1-1 0 0,8-3 1 0 0,-8 0 3 0 0,5 3 9 0 0,14-12 101 0 0,-8 4 17 0 0,2-6 29 0 0,11-7-9 0 0,-21 14-132 0 0,-8 7-21 0 0,1 1 0 0 0,0 0 0 0 0,0 0 0 0 0,0 0 0 0 0,-1-1 0 0 0,1 1 0 0 0,0 0 0 0 0,0 0 0 0 0,0 0 0 0 0,1 0 0 0 0,-1 1 0 0 0,2-2 0 0 0,10-8 43 0 0,0 0 0 0 0,-1-1 0 0 0,0 0 0 0 0,10-14 0 0 0,0 2 37 0 0,-21 22-81 0 0,0 0 0 0 0,0 1 0 0 0,0-1 0 0 0,0 0 1 0 0,0 0-1 0 0,0 0 0 0 0,-1 1 0 0 0,1-1 1 0 0,0 0-1 0 0,-1 0 0 0 0,1 0 0 0 0,-1 0 1 0 0,1 0-1 0 0,-1-1 0 0 0,1 0 0 0 0,0 1 1 0 0,-1 0 0 0 0,1 0-1 0 0,-1-1 1 0 0,1 1-1 0 0,-1 0 1 0 0,1 0 0 0 0,0 0-1 0 0,0 0 1 0 0,-1 0 0 0 0,1 0-1 0 0,0 0 1 0 0,0 0 0 0 0,0 0-1 0 0,0 1 1 0 0,2-2 0 0 0,0-2 30 0 0,-1 1 0 0 0,1-1 0 0 0,-1 0 0 0 0,1 0 1 0 0,-1 0-1 0 0,3-9 0 0 0,0-12 125 0 0,1-6-8 0 0,-6 27-144 0 0,0 1-1 0 0,0-1 1 0 0,-1 1-1 0 0,1-1 1 0 0,-1 0 0 0 0,0 1-1 0 0,0-1 1 0 0,0 1-1 0 0,0 0 1 0 0,-3-5 0 0 0,1-20 26 0 0,-19-18 59 0 0,17 34-23 0 0,0 1 1 0 0,0-1-1 0 0,-1 1 0 0 0,-1 1 1 0 0,-9-12-1 0 0,-4-7 150 0 0,17 23-176 0 0,0 0 0 0 0,-1 1 0 0 0,0 0 0 0 0,0 0 0 0 0,0 0 0 0 0,0 0 1 0 0,-1 1-1 0 0,-7-6 0 0 0,10 9-32 0 0,1 0-1 0 0,-1 0 1 0 0,1-1 0 0 0,0 1 0 0 0,-1 0-1 0 0,1-1 1 0 0,0 1 0 0 0,0-1 0 0 0,0 1-1 0 0,-2-4 1 0 0,2 4 4 0 0,0-1-1 0 0,0 0 1 0 0,0 0 0 0 0,0 1-1 0 0,0-1 1 0 0,-1 1 0 0 0,1-1-1 0 0,-1 1 1 0 0,1 0-1 0 0,-4-3 1 0 0,3 3 4 0 0,-1-1-1 0 0,1 0 1 0 0,0 0 0 0 0,0 0-1 0 0,0 0 1 0 0,0 0 0 0 0,0-1-1 0 0,0 1 1 0 0,1 0 0 0 0,-2-4-1 0 0,1 4-4 0 0,1 0 0 0 0,0-1-1 0 0,-1 1 1 0 0,1 0-1 0 0,-1 0 1 0 0,0 0 0 0 0,0 1-1 0 0,0-1 1 0 0,-3-3-1 0 0,2 4 0 0 0,1-1-1 0 0,0 1 0 0 0,0-1 0 0 0,0 0 0 0 0,1 0 0 0 0,-1 0 0 0 0,0 0 0 0 0,1 0 0 0 0,-1 0 0 0 0,-1-4 0 0 0,2 4-5 0 0,-1-1 0 0 0,1 1 0 0 0,-1 0 0 0 0,1 0 0 0 0,-1 0 0 0 0,0 0 0 0 0,0 0 0 0 0,0 0 0 0 0,0 0 0 0 0,-3-2 0 0 0,4 4-5 0 0,0-1 0 0 0,1 1 0 0 0,-1-1 0 0 0,0 1 0 0 0,1-1 1 0 0,-1 0-1 0 0,0 1 0 0 0,1-1 0 0 0,-1 0 0 0 0,1 0 0 0 0,-1 1 0 0 0,1-1 0 0 0,-1 0 1 0 0,1 0-1 0 0,-1 0 0 0 0,1 1 0 0 0,0-1 0 0 0,-1-1 0 0 0,1 1 1 0 0,0 0 0 0 0,0 0 0 0 0,-1 0 1 0 0,1 0-1 0 0,-1 0 0 0 0,1 0 0 0 0,-1 0 0 0 0,1 0 0 0 0,-1 0 0 0 0,0 0 0 0 0,1 0 0 0 0,-1 0 1 0 0,0 1-1 0 0,0-1 0 0 0,0 0 0 0 0,1 0 0 0 0,-1 1 0 0 0,-2-1 0 0 0,-26-28 140 0 0,-25-14 258 0 0,43 36-326 0 0,10 6-73 0 0,0 0 1 0 0,0 1 0 0 0,0-1 0 0 0,0 1-1 0 0,0-1 1 0 0,0 1 0 0 0,0-1 0 0 0,0 1 0 0 0,0-1-1 0 0,0 1 1 0 0,0 0 0 0 0,0 0 0 0 0,-1-1 0 0 0,1 1-1 0 0,0 0 1 0 0,0 0 0 0 0,0 0 0 0 0,-2 1 0 0 0,-30-14 54 0 0,32 13-46 0 0,-19 1 57 0 0,16 2-57 0 0,2-2-8 0 0,1 0 1 0 0,0 0-1 0 0,0 0 0 0 0,-1 0 0 0 0,1 0 0 0 0,-1-1 1 0 0,1 1-1 0 0,0-1 0 0 0,-1 1 0 0 0,1-1 0 0 0,-1 1 1 0 0,0-1-1 0 0,1 0 0 0 0,-1 0 0 0 0,1 0 0 0 0,-1 0 1 0 0,-2 0-1 0 0,2 0 0 0 0,-11 0 9 0 0,-4 2-6 0 0,16-2-4 0 0,-1 0 0 0 0,0 0 0 0 0,1 1 0 0 0,-1-1-1 0 0,0 0 1 0 0,1-1 0 0 0,-1 1 0 0 0,1 0 0 0 0,-1 0-1 0 0,0-1 1 0 0,1 1 0 0 0,-1-1 0 0 0,-1 0 0 0 0,-7-3-2 0 0,9 3 12 0 0,-3 1 3 0 0,3 0-14 0 0,0 0 0 0 0,1 0-1 0 0,-1 0 1 0 0,0 0 0 0 0,1 0 0 0 0,-1 1-1 0 0,0-1 1 0 0,1 0 0 0 0,-1 0 0 0 0,0-1-1 0 0,1 1 1 0 0,-1 0 0 0 0,0 0-1 0 0,1 0 1 0 0,-1 0 0 0 0,0-1 0 0 0,1 1-1 0 0,-1 0 1 0 0,1 0 0 0 0,-1-1 0 0 0,0 1-1 0 0,1 0 1 0 0,-1-1 0 0 0,1 1-1 0 0,-1-1 1 0 0,1 1 0 0 0,-1-2 0 0 0,-4 2 31 0 0,0 0 0 0 0,1-1 0 0 0,-1 1 0 0 0,1-1 0 0 0,-8-3 0 0 0,-31-3 13 0 0,3 7-82 0 0,38 0 41 0 0,-11-1 64 0 0,-5-4 28 0 0,16 5-65 0 0,-32-13-729 0 0,-41-41-13217 0 0,64 47 12331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80 280 0 0,'-2'-1'265'0'0,"1"0"0"0"0,-1 0 0 0 0,1 0 1 0 0,-1 0-1 0 0,1 0 0 0 0,-1 0 0 0 0,1-1 0 0 0,0 1 0 0 0,-1-1 0 0 0,1 1 0 0 0,0-1 0 0 0,0 1 1 0 0,0-1-1 0 0,0 0 0 0 0,1 1 0 0 0,-2-3 0 0 0,2 2-120 0 0,-1 0-1 0 0,0 0 1 0 0,0 1 0 0 0,0-1-1 0 0,0 1 1 0 0,0-1 0 0 0,0 1-1 0 0,0-1 1 0 0,-1 1-1 0 0,1 0 1 0 0,0-1 0 0 0,-1 1-1 0 0,1 0 1 0 0,-4-2 0 0 0,2-9 1402 0 0,-1 9-1567 0 0,4 2 130 0 0,-1 1 0 0 0,1-1 1 0 0,-1 1-1 0 0,1-1 0 0 0,-1 1 1 0 0,1 0-1 0 0,0-1 1 0 0,-1 0-1 0 0,1 1 0 0 0,0-1 1 0 0,-1 1-1 0 0,1-1 0 0 0,0 1 1 0 0,0-1-1 0 0,0 0 0 0 0,0 1 1 0 0,-1-1-1 0 0,1 1 1 0 0,0-1-1 0 0,0 0 0 0 0,0 1 1 0 0,1-4 2450 0 0,20 17-2489 0 0,-3-1-65 0 0,-2 2 0 0 0,1 0 0 0 0,-2 1 0 0 0,25 30 0 0 0,-26-29-10 0 0,26 33 15 0 0,-26-30 2 0 0,29 29 1 0 0,76 76 56 0 0,-82-70-67 0 0,57 52 12 0 0,-79-90 0 0 0,-1 0 0 0 0,15 25 0 0 0,-20-28-4 0 0,5 5 10 0 0,18 30 25 0 0,-30-45-44 0 0,0 0 0 0 0,0 1-1 0 0,1-2 1 0 0,-1 1 0 0 0,1 0 0 0 0,0 0 0 0 0,-1-1 0 0 0,6 4-1 0 0,-4-4-1 0 0,-1 1 0 0 0,1 1 0 0 0,0-1 0 0 0,-1 1 0 0 0,0-1-1 0 0,3 5 1 0 0,1-1-1 0 0,-1-1-1 0 0,1 0 0 0 0,0 0 1 0 0,0-1-1 0 0,12 7 0 0 0,25 19-3 0 0,-1 0 15 0 0,3 3-41 0 0,-35-25 32 0 0,0 0 0 0 0,19 12 0 0 0,3 10 3 0 0,-9-13 19 0 0,-22-16-28 0 0,1 1 1 0 0,0-1 0 0 0,0 0-1 0 0,0 0 1 0 0,0 0 0 0 0,1 0-1 0 0,6 3 1 0 0,20 14 5 0 0,-6-3 15 0 0,72 39 15 0 0,-89-52-34 0 0,-1 1-1 0 0,0 0 1 0 0,0 1-1 0 0,0 0 1 0 0,0 0-1 0 0,5 6 1 0 0,18 8 14 0 0,-24-12-16 0 0,1-1 1 0 0,1 1-1 0 0,-1-1 0 0 0,1 0 0 0 0,0-1 1 0 0,13 8-1 0 0,20 17-4 0 0,-37-19 21 0 0,4-5-20 0 0,-5-4 9 0 0,-1 0-1 0 0,1 0 0 0 0,0 0 1 0 0,0-1-1 0 0,0 1 0 0 0,0 0 1 0 0,1-1-1 0 0,-1 0 1 0 0,0 1-1 0 0,4 0 0 0 0,-5-2-2 0 0,-1 1 0 0 0,1-1-1 0 0,-1 0 1 0 0,1 0 0 0 0,-1 0-1 0 0,1 1 1 0 0,-1-1 0 0 0,1 0-1 0 0,-1 0 1 0 0,1 1 0 0 0,-1-1-1 0 0,1 1 1 0 0,-1-1 0 0 0,1 0-1 0 0,-1 1 1 0 0,0-1 0 0 0,1 1-1 0 0,-1-1 1 0 0,0 1 0 0 0,1-1-1 0 0,-1 1 1 0 0,0 0 0 0 0,1 0-2 0 0,-1-1 1 0 0,0 1 0 0 0,0-1-1 0 0,1 1 1 0 0,-1-1-1 0 0,0 1 1 0 0,1-1 0 0 0,-1 1-1 0 0,1-1 1 0 0,-1 1-1 0 0,1-1 1 0 0,-1 1 0 0 0,1-1-1 0 0,-1 0 1 0 0,1 1-1 0 0,-1-1 1 0 0,1 0 0 0 0,-1 1-1 0 0,1-1 1 0 0,-1 0-1 0 0,1 0 1 0 0,0 0 0 0 0,0 1-1 0 0,-1-1 3 0 0,1 0 0 0 0,-1 0-1 0 0,1 0 1 0 0,-1 0 0 0 0,0 0 0 0 0,1 0-1 0 0,-1 0 1 0 0,1 0 0 0 0,-1 0 0 0 0,0 0-1 0 0,1 1 1 0 0,-1-1 0 0 0,0 0-1 0 0,1 0 1 0 0,-1 0 0 0 0,0 1 0 0 0,1-1-1 0 0,-1 0 1 0 0,0 0 0 0 0,0 1-1 0 0,1-1 1 0 0,-1 0 0 0 0,0 1 0 0 0,0-1-1 0 0,1 0 1 0 0,-1 1 0 0 0,13 11-14 0 0,-10-11 13 0 0,-3-1 2 0 0,1 0-1 0 0,-1 0 0 0 0,0 0 0 0 0,0 0 0 0 0,1 0 0 0 0,-1 0 0 0 0,0 0 0 0 0,0 0 0 0 0,0 0 1 0 0,1 0-1 0 0,-1 1 0 0 0,0-1 0 0 0,0 0 0 0 0,1 0 0 0 0,-1 0 0 0 0,0 0 0 0 0,0 0 1 0 0,0 0-1 0 0,0 1 0 0 0,1-1 0 0 0,-1 0 0 0 0,0 0 0 0 0,0 0 0 0 0,0 1 0 0 0,0-1 0 0 0,0 0 1 0 0,0 0-1 0 0,1 0 0 0 0,-1 1 0 0 0,0-1 0 0 0,0 0 0 0 0,0 0 0 0 0,0 1 0 0 0,0-1 0 0 0,0 0 1 0 0,0 0-1 0 0,0 0 0 0 0,0 1 0 0 0,0 0 1 0 0,0-1 0 0 0,0 1 0 0 0,0-1 0 0 0,1 0 1 0 0,-1 1-1 0 0,0-1 0 0 0,0 1 0 0 0,1-1 0 0 0,-1 1 0 0 0,0-1 0 0 0,0 0 1 0 0,1 1-1 0 0,-1-1 0 0 0,1 0 0 0 0,-1 1 0 0 0,0-1 0 0 0,1 0 0 0 0,-1 1 1 0 0,1-1-1 0 0,-1 0 0 0 0,0 0 0 0 0,1 0 0 0 0,-1 1 0 0 0,1-1 0 0 0,-1 0 1 0 0,1 0-1 0 0,-1 0 0 0 0,1 0 0 0 0,0 0 1 0 0,-1 0 0 0 0,1 0 0 0 0,-1 0 0 0 0,1 1 0 0 0,-1-1-1 0 0,1 0 1 0 0,-1 0 0 0 0,1 0 0 0 0,-1 1 0 0 0,1-1 0 0 0,-1 0 0 0 0,1 1 0 0 0,-1-1 0 0 0,1 0 0 0 0,-1 1 0 0 0,0-1 0 0 0,1 0-1 0 0,-1 1 1 0 0,0-1 0 0 0,1 1 0 0 0,-1-1 0 0 0,0 1 0 0 0,1-1 0 0 0,-1 1 0 0 0,0-1 0 0 0,0 1 0 0 0,0-1 0 0 0,1 2 0 0 0,12 9-19 0 0,-11-11 13 0 0,-1 1-1 0 0,0 0 0 0 0,1-1 1 0 0,-1 1-1 0 0,0 0 1 0 0,0 0-1 0 0,0 0 1 0 0,1 0-1 0 0,-1 0 1 0 0,0 0-1 0 0,0 0 1 0 0,0 0-1 0 0,-1 0 1 0 0,1 0-1 0 0,0 1 1 0 0,0 0-1 0 0,21 6 69 0 0,-22-7-63 0 0,0 0-1 0 0,1-1 1 0 0,-1 1-1 0 0,0-1 1 0 0,0 1-1 0 0,0-1 1 0 0,1 1-1 0 0,-1 0 1 0 0,0-1-1 0 0,1 1 1 0 0,-1-1-1 0 0,0 1 1 0 0,1-1-1 0 0,-1 0 1 0 0,1 1-1 0 0,-1-1 1 0 0,1 1-1 0 0,-1-1 1 0 0,1 0-1 0 0,-1 1 1 0 0,1-1-1 0 0,-1 0 1 0 0,1 1-1 0 0,-1-1 1 0 0,1 0-1 0 0,0 0 1 0 0,0 0-2 0 0,0 1 0 0 0,-1-1 0 0 0,1 0 0 0 0,-1 0-1 0 0,1 0 1 0 0,-1 1 0 0 0,1-1 0 0 0,-1 0 0 0 0,1 0 0 0 0,-1 1 0 0 0,1-1 0 0 0,-1 1-1 0 0,0-1 1 0 0,1 0 0 0 0,-1 1 0 0 0,1-1 0 0 0,-1 1 0 0 0,0-1 0 0 0,0 1 0 0 0,1-1 0 0 0,-1 1-1 0 0,0-1 1 0 0,0 1 0 0 0,1-1 0 0 0,-1 2 0 0 0,20 10-15 0 0,-18-11 15 0 0,9 10 27 0 0,-5-8-44 0 0,8 7 5 0 0,-13-9 10 0 0,19 5 38 0 0,-18-6-38 0 0,2 3-58 0 0,-1 1 9 0 0,1-1 0 0 0,0 0 0 0 0,-1 0 1 0 0,1 0-1 0 0,5 2 0 0 0,-5 7-252 0 0,-1-12 262 0 0,-3 0 37 0 0,1 0 0 0 0,-1 0 0 0 0,0 1 0 0 0,0-1 0 0 0,1 0 0 0 0,-1 0 0 0 0,0 0 0 0 0,0 0 0 0 0,1 0 0 0 0,-1 0 0 0 0,0 0 0 0 0,0 0 0 0 0,0 0 0 0 0,1 0 0 0 0,-1 1 0 0 0,0-1 0 0 0,0 0 0 0 0,0 0 0 0 0,1 0 0 0 0,-1 0 0 0 0,0 1 0 0 0,0-1 0 0 0,0 0 0 0 0,0 0 0 0 0,0 1 0 0 0,1-1 0 0 0,-1 0 0 0 0,0 0 0 0 0,0 0 0 0 0,0 1 0 0 0,0-1 0 0 0,0 0 0 0 0,0 0 0 0 0,0 1 0 0 0,0-1 0 0 0,0 0 0 0 0,0 0 0 0 0,0 1 0 0 0,0-1 0 0 0,0 0 0 0 0,0 1 0 0 0,20 21-479 0 0,-7-7 187 0 0,-13-15 227 0 0,0 1 0 0 0,0-1 0 0 0,0 1 0 0 0,0-1 0 0 0,0 1 0 0 0,0-1 0 0 0,0 1 1 0 0,0-1-1 0 0,0 1 0 0 0,0-1 0 0 0,0 1 0 0 0,1-1 0 0 0,-1 1 0 0 0,0-1 0 0 0,0 0 0 0 0,1 1 0 0 0,-1-1 1 0 0,0 1-1 0 0,1-1 0 0 0,-1 0 0 0 0,1 1 0 0 0,-1-1 0 0 0,1 1 0 0 0,0 1-1193 0 0,-6 1 767 0 0,4-2-173 0 0,-3 1-1003 0 0,-1 1 847 0 0,1-1 0 0 0,0 0 0 0 0,0 0-1 0 0,-1 0 1 0 0,1-1 0 0 0,-8 2 0 0 0,10-3 648 0 0,-9 1-212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68 0 0 0,'-13'-1'2548'0'0,"12"1"-2387"0"0,0-1 0 0 0,-1 1 0 0 0,1-1 0 0 0,0 1 1 0 0,0-1-1 0 0,0 0 0 0 0,0 0 0 0 0,0 1 0 0 0,0-1 1 0 0,0 0-1 0 0,0 0 0 0 0,0 0 0 0 0,1 0 0 0 0,-1 0 1 0 0,0 0-1 0 0,1 0 0 0 0,-1 0 0 0 0,0-1 0 0 0,1 1 1 0 0,0 0-1 0 0,-1 0 0 0 0,1 0 0 0 0,-1-1 0 0 0,1 1 1 0 0,0 0-1 0 0,0 0 0 0 0,0-2 0 0 0,0 2 26 0 0,11-17 674 0 0,-10 16-701 0 0,1 0-1 0 0,0 0 1 0 0,0 0-1 0 0,-1 1 0 0 0,1-1 1 0 0,0 0-1 0 0,0 1 1 0 0,1-1-1 0 0,3-1 1 0 0,-3 3-111 0 0,-1 0 0 0 0,0 0 0 0 0,1 0 0 0 0,-1 1 0 0 0,0-1 0 0 0,1 1 0 0 0,-1 0 1 0 0,0-1-1 0 0,0 1 0 0 0,0 0 0 0 0,0 0 0 0 0,3 2 0 0 0,16 7 206 0 0,-14-7-190 0 0,0-1 0 0 0,-1 1 1 0 0,1 1-1 0 0,-1-1 0 0 0,7 6 0 0 0,-9-6-40 0 0,0 0 0 0 0,0 0 0 0 0,0 0 0 0 0,1-1 0 0 0,0 1 0 0 0,-1-1 0 0 0,11 3 0 0 0,14 7 71 0 0,-22-8-79 0 0,1 0 0 0 0,-1-1 0 0 0,1 0 0 0 0,0 0-1 0 0,0-1 1 0 0,0 0 0 0 0,0-1 0 0 0,0 1 0 0 0,9-1-1 0 0,4 1-1 0 0,-18-2-10 0 0,0 1 0 0 0,0-1-1 0 0,1 0 1 0 0,-1 0 0 0 0,0 0 0 0 0,0 0-1 0 0,0 0 1 0 0,6-2 0 0 0,78-12 101 0 0,-73 10-112 0 0,1-1-1 0 0,-1 0 1 0 0,17-10-1 0 0,-29 14-51 0 0,9 14-2064 0 0,-11-5 650 0 0,0 2-5099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31 552 0 0,'11'-29'4146'0'0,"-11"28"-3734"0"0,-3 37 2806 0 0,4 41-2779 0 0,1-19-234 0 0,-2-35-160 0 0,1-3-21 0 0,-2 0 0 0 0,0 1 0 0 0,-7 37 0 0 0,6-44-22 0 0,0-1 0 0 0,1 0 0 0 0,0 26 0 0 0,2-25-44 0 0,-1-1 0 0 0,-1 0-1 0 0,-4 26 1 0 0,0 9-382 0 0,5-41 285 0 0,0 0 0 0 0,0-1 0 0 0,-1 1 1 0 0,0 0-1 0 0,-3 9 0 0 0,2 11-1047 0 0,2-26 1081 0 0,1 0 0 0 0,-1 0 0 0 0,0 0 0 0 0,0 0 0 0 0,0 0 1 0 0,0 1-1 0 0,0-1 0 0 0,0 0 0 0 0,0 0 0 0 0,0 0 0 0 0,0 0 0 0 0,-1 0 0 0 0,1 0 0 0 0,0 0 0 0 0,-1 1 0 0 0,1-1 0 0 0,-1 0 0 0 0,1 0 0 0 0,-1 0 0 0 0,0 0 0 0 0,1-1 0 0 0,-1 1 0 0 0,0 0 0 0 0,0 0 0 0 0,-1 1 0 0 0,0-1-993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55 918 644 0 0,'-3'1'457'0'0,"-1"0"1"0"0,1 0-1 0 0,0 0 1 0 0,-1 0-1 0 0,1 0 0 0 0,-1-1 1 0 0,1 1-1 0 0,-1-1 1 0 0,0 0-1 0 0,-4-1 0 0 0,-2 1 985 0 0,9 0-1282 0 0,5-7 186 0 0,-3 7-339 0 0,-1-1 0 0 0,1 1 0 0 0,-1 0 0 0 0,0 0 0 0 0,1 0 0 0 0,-1-1 0 0 0,0 1 0 0 0,1 0 1 0 0,-1-1-1 0 0,0 1 0 0 0,0 0 0 0 0,1-1 0 0 0,-1 1 0 0 0,0 0 0 0 0,0-1 0 0 0,1 1 0 0 0,-1-1 0 0 0,0 1 0 0 0,0 0 0 0 0,0-1 0 0 0,0 1 0 0 0,0-1 0 0 0,0 1 0 0 0,0 0 1 0 0,0-1-1 0 0,0 1 0 0 0,0-2 0 0 0,22-17 315 0 0,22-18 7 0 0,19-11 609 0 0,-51 44-585 0 0,-11 4-338 0 0,-1 0 0 0 0,1 0 0 0 0,-1 0 0 0 0,1 0 0 0 0,-1 0 0 0 0,1 0 0 0 0,-1-1 0 0 0,1 1 0 0 0,-1 0 0 0 0,1 0 0 0 0,-1 0 0 0 0,1-1 0 0 0,-1 1 0 0 0,1 0 0 0 0,-1 0 0 0 0,0-1 0 0 0,1 1 0 0 0,-1 0-1 0 0,1-1 1 0 0,-1 1 0 0 0,0-1 0 0 0,0 1 0 0 0,1 0 0 0 0,-1-1 0 0 0,0 1 0 0 0,1-1 0 0 0,-1 0 0 0 0,22-7 1183 0 0,23-17-66 0 0,104-54-647 0 0,-7 1-469 0 0,-98 52 0 0 0,-1 2-15 0 0,12-7 10 0 0,32-12-15 0 0,-77 39 8 0 0,-1-1 0 0 0,0 0 0 0 0,15-10-1 0 0,-17 10 1 0 0,2 0-1 0 0,-1 0 0 0 0,14-6 1 0 0,134-63 5 0 0,-59 43-3 0 0,-32 12-10 0 0,33-17-8 0 0,-43 11-1 0 0,32-6 10 0 0,0 7-17 0 0,-77 18 28 0 0,2 1-5 0 0,-8 4-10 0 0,1 0 1 0 0,0 0 0 0 0,-1 0-1 0 0,0-1 1 0 0,1 1-1 0 0,7-5 1 0 0,-8 4 4 0 0,0 0 0 0 0,0 0 0 0 0,0 1 0 0 0,0-1 0 0 0,0 1 0 0 0,7-1 0 0 0,36-11 37 0 0,-46 12-35 0 0,0 1 0 0 0,-1-1 0 0 0,1 1 0 0 0,0-1 0 0 0,-1 1 0 0 0,1-1 1 0 0,0 1-1 0 0,0 0 0 0 0,-1-1 0 0 0,1 1 0 0 0,0 0 0 0 0,0 0 0 0 0,0 0 0 0 0,-1-1 0 0 0,1 1 0 0 0,0 0 0 0 0,0 0 1 0 0,0 0-1 0 0,-1 0 0 0 0,1 0 0 0 0,0 1 0 0 0,1-1 0 0 0,-1 0-1 0 0,0 0 0 0 0,0 1 0 0 0,0-1 0 0 0,0 0 0 0 0,1 0-1 0 0,-1 0 1 0 0,0 0 0 0 0,0 0 0 0 0,0-1 0 0 0,0 1 0 0 0,0 0 0 0 0,0 0 0 0 0,0-1 0 0 0,0 1 0 0 0,0-1-1 0 0,0 1 1 0 0,-1-1 0 0 0,1 1 0 0 0,0-1 0 0 0,0 1 0 0 0,1-2 0 0 0,6-3-5 0 0,0 1 0 0 0,0 1 0 0 0,0-1-1 0 0,1 1 1 0 0,16-3 0 0 0,-19 4 2 0 0,1 0 0 0 0,-1 0 0 0 0,0 0 0 0 0,0-1 0 0 0,0 0 0 0 0,6-5 0 0 0,-7 6 4 0 0,23-11-12 0 0,0 1 0 0 0,47-12 0 0 0,-64 20 9 0 0,33-12 14 0 0,-36 14-21 0 0,-13 3 6 0 0,-9 6-172 0 0,14-6 101 0 0,-13 0-1395 0 0,-5 4-2566 0 0,16-5 3365 0 0,-18-12-5482 0 0,18 12 5847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0 0 0,'0'6'2005'0'0,"0"-6"-1938"0"0,0 0 0 0 0,0 1 0 0 0,-1-1 0 0 0,1 1 0 0 0,0-1 0 0 0,0 0 0 0 0,0 1 0 0 0,0-1 0 0 0,0 1 0 0 0,0-1 0 0 0,0 0 0 0 0,0 1 0 0 0,0-1 0 0 0,0 1 0 0 0,0-1 0 0 0,0 0 0 0 0,1 1 0 0 0,-1-1 0 0 0,0 1 0 0 0,0-1 0 0 0,0 0 0 0 0,0 1 0 0 0,1-1 0 0 0,-1 0 0 0 0,0 1 0 0 0,0-1 0 0 0,1 0 0 0 0,-1 1 0 0 0,0-1 0 0 0,0 0 0 0 0,1 0 0 0 0,-1 1 0 0 0,0-1 0 0 0,1 0 0 0 0,-1 0 0 0 0,1 0 0 0 0,-1 1 0 0 0,0-1 0 0 0,1 0 0 0 0,-1 0 0 0 0,0 0 0 0 0,1 0 0 0 0,-1 0 0 0 0,1 0 0 0 0,-1 0 0 0 0,1 0 0 0 0,-1 0 0 0 0,0 0 0 0 0,1 0 0 0 0,-1 0 0 0 0,1 0 0 0 0,10 13 1473 0 0,-7-7-1010 0 0,-3-6-470 0 0,-1 0-1 0 0,1 0 1 0 0,-1 0-1 0 0,0 1 0 0 0,1-1 1 0 0,-1 0-1 0 0,0 0 1 0 0,1 0-1 0 0,-1 1 1 0 0,0-1-1 0 0,0 0 1 0 0,1 0-1 0 0,-1 1 0 0 0,0-1 1 0 0,0 0-1 0 0,1 1 1 0 0,-1-1-1 0 0,0 0 1 0 0,0 1-1 0 0,0-1 1 0 0,1 0-1 0 0,-1 1 0 0 0,0-1 1 0 0,0 0-1 0 0,0 1 1 0 0,0-1-1 0 0,0 1 1 0 0,0-1-1 0 0,0 0 0 0 0,0 1 1 0 0,0-1-1 0 0,0 1 1 0 0,0 0-1 0 0,3-1 162 0 0,-3 0-210 0 0,0 0 0 0 0,0 0-1 0 0,1 0 1 0 0,-1 0 0 0 0,0 0 0 0 0,1 0 0 0 0,-1 0 0 0 0,0 1 0 0 0,1-1-1 0 0,-1 0 1 0 0,0 0 0 0 0,0 0 0 0 0,1 0 0 0 0,-1 0 0 0 0,0 0 0 0 0,1 0 0 0 0,-1 1-1 0 0,0-1 1 0 0,0 0 0 0 0,1 0 0 0 0,-1 0 0 0 0,0 1 0 0 0,0-1 0 0 0,0 0 0 0 0,1 0-1 0 0,-1 1 1 0 0,0-1 0 0 0,0 0 0 0 0,0 0 0 0 0,0 1 0 0 0,0-1 0 0 0,0 0 0 0 0,1 0-1 0 0,-1 1 1 0 0,0-1 0 0 0,0 0 0 0 0,0 1 0 0 0,0-1 0 0 0,0 1 0 0 0,1 1 39 0 0,0 0 0 0 0,0 0 1 0 0,0 0-1 0 0,1-1 1 0 0,-1 1-1 0 0,1 0 0 0 0,-1 0 1 0 0,1-1-1 0 0,0 1 1 0 0,-1-1-1 0 0,4 2 0 0 0,17 18 316 0 0,12 8-64 0 0,-22-20-248 0 0,9 2 6 0 0,44 19 50 0 0,-43-24-94 0 0,-1 1 0 0 0,0 1 0 0 0,24 13 0 0 0,-32-15-11 0 0,-1 0-1 0 0,22 6 0 0 0,-21-8-4 0 0,1 1 1 0 0,20 11-1 0 0,33 16-14 0 0,-58-29 2 0 0,-9-3 11 0 0,1 0 0 0 0,-1 0 1 0 0,1 0-1 0 0,-1 1 0 0 0,1-1 0 0 0,-1 0 1 0 0,1 0-1 0 0,-1 0 0 0 0,1 0 0 0 0,-1 1 1 0 0,1-1-1 0 0,-1 0 0 0 0,1 1 0 0 0,-1-1 1 0 0,0 0-1 0 0,1 1 0 0 0,-1-1 0 0 0,0 0 1 0 0,1 1-1 0 0,-1-1 0 0 0,0 1 0 0 0,1-1 1 0 0,-1 1-1 0 0,0-1 0 0 0,0 1 0 0 0,1-1 1 0 0,-1 1-1 0 0,0-1 0 0 0,0 1 0 0 0,0-1 1 0 0,0 1-1 0 0,0-1 0 0 0,0 1 0 0 0,0 0 1 0 0,2 0 2 0 0,-1 0-1 0 0,-1-1-1 0 0,1 0 0 0 0,0 0 0 0 0,-1 1 0 0 0,1-1 0 0 0,-1 0 0 0 0,1 1 1 0 0,-1-1-1 0 0,1 1 0 0 0,-1-1 0 0 0,1 1 0 0 0,-1-1 0 0 0,1 1 1 0 0,-1-1-1 0 0,0 1 0 0 0,1-1 0 0 0,-1 1 0 0 0,0-1 0 0 0,1 1 0 0 0,-1 0 1 0 0,0-1-1 0 0,0 1 0 0 0,1 0 0 0 0,-1-1 0 0 0,0 1 0 0 0,0-1 0 0 0,0 1 1 0 0,0 0-1 0 0,0-1 0 0 0,0 1 0 0 0,0 0 0 0 0,-1 1 0 0 0,-2 17-107 0 0,-40 12 6 0 0,40-28 98 0 0,-1 0 1 0 0,1 0-1 0 0,1 1 0 0 0,-1-1 1 0 0,0 1-1 0 0,1-1 0 0 0,0 1 1 0 0,0 0-1 0 0,0 0 0 0 0,0 0 1 0 0,-1 6-1 0 0,2-5 5 0 0,-1 0-1 0 0,0-1 1 0 0,0 1-1 0 0,0 0 1 0 0,0-1 0 0 0,-1 1-1 0 0,-4 5 1 0 0,-7 13 20 0 0,-19 34-343 0 0,16-29-388 0 0,10-17 31 0 0,7-9 547 0 0,-1-1 0 0 0,0 1 0 0 0,1-1-1 0 0,-1 1 1 0 0,0-1 0 0 0,0 1-1 0 0,0-1 1 0 0,0 0 0 0 0,-1 0-1 0 0,1 1 1 0 0,0-1 0 0 0,0 0-1 0 0,-2 1 1 0 0,1 4-1100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0 280 0 0,'0'0'5884'0'0,"-9"5"-5668"0"0,5-3 3248 0 0,3-1-3404 0 0,0 0-1 0 0,0 0 1 0 0,0 0-1 0 0,0 0 1 0 0,0 0-1 0 0,1 0 1 0 0,-1 0-1 0 0,0 1 1 0 0,1-1-1 0 0,-1 0 1 0 0,1 0-1 0 0,-1 0 1 0 0,1 1-1 0 0,0-1 1 0 0,-1 0 0 0 0,1 1-1 0 0,0-1 1 0 0,0 0-1 0 0,0 1 1 0 0,0-1-1 0 0,0 0 1 0 0,0 0-1 0 0,1 2 1 0 0,-1 0-65 0 0,0-1 0 0 0,0 1 1 0 0,1-1-1 0 0,0 1 0 0 0,-1-1 0 0 0,1 1 1 0 0,0-1-1 0 0,0 1 0 0 0,0-1 1 0 0,3 4-1 0 0,-4-5 6 0 0,1 0 0 0 0,-1 0 0 0 0,1 0 0 0 0,-1 0-1 0 0,0 0 1 0 0,1 0 0 0 0,-1 0 0 0 0,0 0 0 0 0,0 0 0 0 0,0 0 0 0 0,1 0 0 0 0,-1 0 0 0 0,-1 0 0 0 0,1 1-1 0 0,0-1 1 0 0,0 0 0 0 0,0 0 0 0 0,-1 1 0 0 0,1 0 0 0 0,-1-1 1 0 0,1 0-1 0 0,0 1 0 0 0,0-1 0 0 0,0 1 1 0 0,0-1-1 0 0,0 1 0 0 0,0-1 0 0 0,0 1 1 0 0,0-1-1 0 0,1 0 0 0 0,-1 1 0 0 0,1 2 1 0 0,4 5-5 0 0,-1 0 0 0 0,0 0 0 0 0,4 18-1 0 0,1 2-9 0 0,1 14 16 0 0,1 2-8 0 0,0 10-21 0 0,0 12 24 0 0,0-13-29 0 0,-9-48 25 0 0,-1 0 1 0 0,0 0-1 0 0,0 1 1 0 0,-1-1-1 0 0,1 0 1 0 0,-2 10-1 0 0,0-11 4 0 0,1 0-1 0 0,0 1 1 0 0,0-1 0 0 0,1 0-1 0 0,0 0 1 0 0,0 0-1 0 0,0 0 1 0 0,2 6-1 0 0,-2-8 2 0 0,0 0-1 0 0,-1 0 1 0 0,1-1-1 0 0,-1 1 1 0 0,0 0-1 0 0,0 0 1 0 0,0 0-1 0 0,0-1 0 0 0,0 1 1 0 0,0 0-1 0 0,-1 2 1 0 0,0-2-1 0 0,1 0 0 0 0,-1 0 1 0 0,1 0-1 0 0,0 0 0 0 0,0 0 0 0 0,0 0 1 0 0,0 0-1 0 0,1-1 0 0 0,-1 1 0 0 0,1 0 1 0 0,1 3-1 0 0,0 1-4 0 0,0 0-1 0 0,0 0 1 0 0,-1 0 0 0 0,0 0 0 0 0,0 0-1 0 0,-1 0 1 0 0,0 14 0 0 0,0-10-1 0 0,4 5-8 0 0,-3-14 11 0 0,0 1 0 0 0,0-1 0 0 0,0 1 0 0 0,0-1 1 0 0,-1 1-1 0 0,1-1 0 0 0,-1 1 0 0 0,1 4 0 0 0,-2-6 4 0 0,1 1 1 0 0,0 0-1 0 0,0-1 0 0 0,0 1 1 0 0,1 0-1 0 0,-1-1 1 0 0,0 1-1 0 0,1-1 1 0 0,-1 1-1 0 0,1-1 1 0 0,-1 1-1 0 0,1-1 0 0 0,0 1 1 0 0,-1-1-1 0 0,1 1 1 0 0,0-1-1 0 0,2 2 1 0 0,-3-1-1 0 0,1-1 0 0 0,0 1 1 0 0,-1 0-1 0 0,1-1 0 0 0,-1 1 1 0 0,0 0-1 0 0,1-1 0 0 0,-1 1 1 0 0,0 0-1 0 0,0-1 0 0 0,0 1 1 0 0,0 0-1 0 0,-1 0 0 0 0,1-1 1 0 0,0 1-1 0 0,-2 2 0 0 0,2-2 1 0 0,-1 0-1 0 0,1-1 0 0 0,0 1 0 0 0,-1-1 1 0 0,1 1-1 0 0,0 0 0 0 0,0-1 0 0 0,0 1 1 0 0,0 0-1 0 0,0-1 0 0 0,1 1 0 0 0,-1-1 1 0 0,0 1-1 0 0,1 0 0 0 0,-1-1 0 0 0,2 4 1 0 0,0-3-3 0 0,-1 0 0 0 0,0 0 0 0 0,0 0 0 0 0,0 0 0 0 0,0 1 0 0 0,0-1 0 0 0,-1 0 0 0 0,1 1 0 0 0,-1-1 0 0 0,1 1 0 0 0,-1-1 0 0 0,0 0 0 0 0,0 1 0 0 0,0-1 0 0 0,-1 5 0 0 0,1 1-1 0 0,5 4-4 0 0,1 6 14 0 0,-5-15-5 0 0,-1 0 0 0 0,0-1-1 0 0,1 1 1 0 0,0-1 0 0 0,0 1 0 0 0,0-1 0 0 0,0 0-1 0 0,0 1 1 0 0,3 3 0 0 0,-3-3 0 0 0,1-1-1 0 0,-1 1 1 0 0,0 0-1 0 0,0-1 1 0 0,0 1 0 0 0,0 0-1 0 0,0 0 1 0 0,0-1 0 0 0,-1 1-1 0 0,1 4 1 0 0,10 42 5 0 0,-6-33-18 0 0,1 10 3 0 0,-6 138 15 0 0,2-162-9 0 0,-1 0 2 0 0,0-1 1 0 0,0 1 0 0 0,0-1-1 0 0,0 1 1 0 0,0-1 0 0 0,0 1-1 0 0,0 0 1 0 0,-1-1 0 0 0,1 1 0 0 0,-1 0-1 0 0,1 0 1 0 0,-1-1 0 0 0,0 1-1 0 0,1 0 1 0 0,-1 0 0 0 0,0 0-1 0 0,0 0 1 0 0,-1-1 0 0 0,1 1-1 0 0,0 0 1 0 0,-1 2 0 0 0,1-1 2 0 0,-1 3-7 0 0,1-5 4 0 0,0 0 1 0 0,-1 1-1 0 0,1-1 1 0 0,0 0-1 0 0,0 0 1 0 0,0 1-1 0 0,0-1 1 0 0,0 0-1 0 0,0 0 1 0 0,0 1-1 0 0,1-1 1 0 0,-1 0-1 0 0,0 0 1 0 0,1 0-1 0 0,-1 1 1 0 0,1-1-1 0 0,-1 0 1 0 0,1 0-1 0 0,0 0 1 0 0,-1 0-1 0 0,1 0 1 0 0,0 0-1 0 0,0 0 1 0 0,-1 0-1 0 0,3 1 1 0 0,-2 5-7 0 0,0 1 1 0 0,0 0-1 0 0,-1-1 1 0 0,0 1-1 0 0,-1 11 1 0 0,1-17 18 0 0,0-1-10 0 0,0 0-5 0 0,0 3 2 0 0,0 10-332 0 0,1-13 241 0 0,-1 1 0 0 0,0-1 1 0 0,0 1-1 0 0,1-1 0 0 0,-1 1 1 0 0,0-1-1 0 0,0 1 0 0 0,0-1 1 0 0,-1 1-1 0 0,1-1 0 0 0,0 0 1 0 0,0 1-1 0 0,-1-1 1 0 0,1 1-1 0 0,-1-1 0 0 0,1 0 1 0 0,-1 1-1 0 0,0-1 0 0 0,0 0 1 0 0,1 1-1 0 0,-1-1 0 0 0,0 0 1 0 0,0 0-1 0 0,-1 1 0 0 0,0-1-14 0 0,3 8-1691 0 0,3-9-1273 0 0,2-16 235 0 0,-6 5 2255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66 127 336 0 0,'0'0'1650'0'0,"-13"-7"1820"0"0,13 7-3493 0 0,-1 0 56 0 0,1-1-1 0 0,-1 1 0 0 0,0 0 1 0 0,1-1-1 0 0,-1 1 0 0 0,1 0 1 0 0,0-1-1 0 0,-1 1 1 0 0,1-1-1 0 0,-1 1 0 0 0,1-1 1 0 0,-1 1-1 0 0,1 0 0 0 0,0-1 1 0 0,0 0-1 0 0,-1 1 0 0 0,1-1 1 0 0,0 1-1 0 0,0-1 1 0 0,-1 1-1 0 0,1-1 0 0 0,0 0 1 0 0,0 1-1 0 0,0-1 0 0 0,0 1 1 0 0,0-1-1 0 0,0 0 0 0 0,0 1 1 0 0,0-1-1 0 0,0-1 2036 0 0,-10-4-946 0 0,9 6-1090 0 0,0-1 1 0 0,1 1-1 0 0,-1 0 1 0 0,1 0-1 0 0,-1 0 1 0 0,1 0 0 0 0,-1-1-1 0 0,1 1 1 0 0,-1 0-1 0 0,1-1 1 0 0,-1 1-1 0 0,1 0 1 0 0,-1-1-1 0 0,1 1 1 0 0,0 0-1 0 0,-1-1 1 0 0,1 1 0 0 0,0-1-1 0 0,-1 1 1 0 0,1-1-1 0 0,0 1 1 0 0,-1-1-1 0 0,1 1 1 0 0,0-1-1 0 0,0 1 1 0 0,0-1 0 0 0,0 1-1 0 0,-1-2 1 0 0,-1 1-12 0 0,1 2-20 0 0,1-1 0 0 0,0 0 0 0 0,-1 0 0 0 0,1 0-1 0 0,0 0 1 0 0,0 0 0 0 0,-1-1 0 0 0,1 1 0 0 0,0 0 0 0 0,-1 0 0 0 0,1 0 0 0 0,0 0 0 0 0,0 0 0 0 0,-1 0 0 0 0,1 0 0 0 0,0 0-1 0 0,-1-1 1 0 0,1 1 0 0 0,0 0 0 0 0,0 0 0 0 0,0 0 0 0 0,-1-1 0 0 0,1 1 0 0 0,0 0 0 0 0,0 0 0 0 0,0-1 0 0 0,-1 1 0 0 0,1 0 0 0 0,0 0-1 0 0,0-1 1 0 0,0 1 0 0 0,0 0 0 0 0,0-1 0 0 0,0 1 0 0 0,0 0 0 0 0,0 0 0 0 0,0-1 0 0 0,-1 1 0 0 0,1-1 0 0 0,-10-40 15 0 0,10 40-19 0 0,0-28-57 0 0,0 28 55 0 0,4-2-44 0 0,-2 1 48 0 0,13 6 7 0 0,0-1-3 0 0,-12-3-2 0 0,-1 0 1 0 0,0 0-1 0 0,1 1 0 0 0,-1-1 1 0 0,0 1-1 0 0,1 0 0 0 0,-1 0 1 0 0,0-1-1 0 0,0 1 0 0 0,4 3 1 0 0,-5-3-1 0 0,-1 0 1 0 0,1-1 0 0 0,-1 1 0 0 0,1 0 0 0 0,0-1 0 0 0,-1 1-1 0 0,1 0 1 0 0,0-1 0 0 0,0 1 0 0 0,-1-1 0 0 0,1 1 0 0 0,0-1-1 0 0,0 1 1 0 0,0-1 0 0 0,0 1 0 0 0,2-1 0 0 0,-2 1 0 0 0,0-1 1 0 0,0 0 0 0 0,0 1-1 0 0,0-1 1 0 0,0 1-1 0 0,0-1 1 0 0,0 1-1 0 0,0-1 1 0 0,0 1 0 0 0,0 0-1 0 0,0-1 1 0 0,-1 1-1 0 0,1 0 1 0 0,0 0-1 0 0,0 0 1 0 0,-1 0 0 0 0,1-1-1 0 0,0 1 1 0 0,0 1-1 0 0,19 18 56 0 0,-14-13-35 0 0,-1-1-7 0 0,0 0 0 0 0,0-1 0 0 0,1 0 1 0 0,-1 0-1 0 0,1 0 0 0 0,10 6 0 0 0,19 19 46 0 0,-23-22-50 0 0,8 3 4 0 0,13 11-19 0 0,43 15 4 0 0,-21-10-9 0 0,-43-20 4 0 0,-11-6 4 0 0,0 0 0 0 0,0 0 0 0 0,1 0 0 0 0,-1 0 0 0 0,0 0 0 0 0,1-1 0 0 0,-1 1 0 0 0,1 0 0 0 0,-1-1 0 0 0,1 1 0 0 0,-1-1 0 0 0,1 1 0 0 0,2-1 0 0 0,40 14 27 0 0,-37-10-23 0 0,-5-3 4 0 0,0 0-4 0 0,5 3 0 0 0,-5-3 0 0 0,11 12 23 0 0,-6-9-27 0 0,-5-3-3 0 0,-2 1 1 0 0,2 2 0 0 0,16 3-5 0 0,-14-4-62 0 0,10 4 70 0 0,-12-10 460 0 0,3-11-44 0 0,-5 14-416 0 0,1-1 1 0 0,0 0 1 0 0,0 1-1 0 0,0-1 1 0 0,-1 0-1 0 0,1 0 1 0 0,0 0-1 0 0,-1 0 1 0 0,1 0-1 0 0,-1 0 1 0 0,1 0-1 0 0,-1-1 1 0 0,1 1-1 0 0,-1 0 1 0 0,0 0-1 0 0,0 0 1 0 0,0 0-1 0 0,1 0 1 0 0,-1-1-1 0 0,0 1 1 0 0,-1-2-1 0 0,3-1 6 0 0,0 0 1 0 0,-1 0-1 0 0,1 0 0 0 0,1 0 0 0 0,-1 1 1 0 0,0-1-1 0 0,6-6 0 0 0,1-1 18 0 0,9-12 29 0 0,1-4 16 0 0,-16 20-56 0 0,2 0 0 0 0,-1 0 1 0 0,1 1-1 0 0,0 0 0 0 0,8-8 0 0 0,-8 9-18 0 0,0 0 1 0 0,0 0-1 0 0,-1 0 0 0 0,0-1 1 0 0,0 0-1 0 0,0 0 0 0 0,2-6 0 0 0,-2 4-107 0 0,-1 1 0 0 0,1 0 0 0 0,1 0 0 0 0,-1 1 0 0 0,1-1 0 0 0,10-9-1 0 0,-11 11-109 0 0,-1-2-274 0 0,0 0-388 0 0,-18 3-8707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3282 71 28 0 0,'0'0'2797'0'0,"1"-24"-2150"0"0,0 23-619 0 0,0 1 1 0 0,-1 0 0 0 0,1-1 0 0 0,0 1 0 0 0,-1 0-1 0 0,1-1 1 0 0,-1 1 0 0 0,1 0 0 0 0,-1-1 0 0 0,1 1 0 0 0,-1-1-1 0 0,1 1 1 0 0,-1-1 0 0 0,1 0 0 0 0,-1 1 0 0 0,0-1-1 0 0,1 1 1 0 0,-1-1 0 0 0,0 0 0 0 0,1 1 0 0 0,-1-1-1 0 0,0 0 1 0 0,0 1 0 0 0,0-1 0 0 0,0 0 0 0 0,0 1-1 0 0,0-1 1 0 0,0 0 0 0 0,0 0 0 0 0,0 1 0 0 0,0-1-1 0 0,0 0 1 0 0,0 1 0 0 0,0-1 0 0 0,0 0 0 0 0,-1 1-1 0 0,1-2 1 0 0,0-5 37 0 0,0 6-38 0 0,-2-12 2168 0 0,-1 12-2191 0 0,1 1-1 0 0,0-1 1 0 0,0 1 0 0 0,-1 0-1 0 0,1 0 1 0 0,0 0 0 0 0,-1 0-1 0 0,1 0 1 0 0,0 1 0 0 0,0-1 0 0 0,-1 1-1 0 0,1-1 1 0 0,0 1 0 0 0,0 0-1 0 0,0 0 1 0 0,0 0 0 0 0,-3 2-1 0 0,0-1 12 0 0,0 0 0 0 0,1 0 0 0 0,-1-1 0 0 0,0 1 0 0 0,-1-1 0 0 0,-8 1 0 0 0,-39 11 68 0 0,9 6-35 0 0,-63 23 38 0 0,63-23-50 0 0,41-18-32 0 0,0 0-1 0 0,0 0 0 0 0,0 0 0 0 0,0 1 1 0 0,0-1-1 0 0,1 1 0 0 0,-6 3 1 0 0,-7 5 15 0 0,-25 6 48 0 0,30-11-37 0 0,0 0-1 0 0,-1-2 0 0 0,-16 5 0 0 0,-5 6 53 0 0,7-3-19 0 0,18-8-54 0 0,0 0-1 0 0,0 0 1 0 0,0 1-1 0 0,-11 7 1 0 0,1 0-5 0 0,-16 7-3 0 0,-36 9 14 0 0,58-22-17 0 0,0-1-1 0 0,0 0 0 0 0,-18 4 1 0 0,-18 6-3 0 0,21-6 3 0 0,17-6-1 0 0,1 1 1 0 0,-1-1-1 0 0,-13 8 0 0 0,13-6 3 0 0,0 0 0 0 0,-1-1-1 0 0,1 0 1 0 0,-11 1-1 0 0,-23 9 13 0 0,-162 50 308 0 0,172-54-218 0 0,7-2 2 0 0,0-1 1 0 0,0-1 0 0 0,0-1-1 0 0,-32 0 1 0 0,56-4-110 0 0,-21-6-8 0 0,-19-2-9 0 0,35 7 23 0 0,0 0-1 0 0,0 0 1 0 0,1 1-1 0 0,-1-1 1 0 0,0 1 0 0 0,0 1-1 0 0,-9 1 1 0 0,-18 0-6 0 0,26-1 5 0 0,1 0-1 0 0,-1 0 1 0 0,1 1-1 0 0,0 0 1 0 0,0 0-1 0 0,-12 6 1 0 0,-29 7 3 0 0,-38 16 8 0 0,60-19-7 0 0,24-10-5 0 0,0-1 1 0 0,0 0 0 0 0,-1 1 0 0 0,1-1-1 0 0,-1 0 1 0 0,1 0 0 0 0,-1-1-1 0 0,0 1 1 0 0,-3 0 0 0 0,0 0-3 0 0,0 0 1 0 0,0 1-1 0 0,1-1 1 0 0,-1 1-1 0 0,0 0 1 0 0,-5 3-1 0 0,-19 7-4 0 0,-58 25-53 0 0,78-34 54 0 0,1 2 0 0 0,-1-1-1 0 0,1 1 1 0 0,0 1-1 0 0,-10 7 1 0 0,9-6-1 0 0,1-1 0 0 0,-1 0 0 0 0,-13 5 0 0 0,-11 4-26 0 0,0 1 0 0 0,-34 22-1 0 0,26-14 14 0 0,-65 30-29 0 0,92-46 50 0 0,-1-1 0 0 0,-31 8 0 0 0,7-2-1 0 0,-82 31-16 0 0,115-41 2 0 0,1-1 0 0 0,-1 1 0 0 0,0 1 0 0 0,1-1 0 0 0,-6 6 0 0 0,11-8 8 0 0,-1 0 0 0 0,1 0 0 0 0,0-1 0 0 0,-1 1 0 0 0,1 0 0 0 0,-1 0-1 0 0,1-1 1 0 0,-1 1 0 0 0,1-1 0 0 0,-1 1 0 0 0,-2 0 0 0 0,2-1 0 0 0,1 0-1 0 0,-1 1 1 0 0,1-1 0 0 0,-1 1 0 0 0,1-1 0 0 0,-1 1-1 0 0,1 0 1 0 0,-1-1 0 0 0,1 1 0 0 0,-1 0 0 0 0,-1 2-1 0 0,-1 0-20 0 0,1 0-1 0 0,-1 0 1 0 0,0 0-1 0 0,0-1 0 0 0,0 1 1 0 0,0-1-1 0 0,-1 0 1 0 0,1-1-1 0 0,-6 3 0 0 0,-44 24-188 0 0,-33 11 86 0 0,71-35 109 0 0,1 2 0 0 0,-29 13 0 0 0,41-18 18 0 0,0 0-1 0 0,0 0 1 0 0,0 0 0 0 0,0 0 0 0 0,0 0 0 0 0,0 0-1 0 0,0-1 1 0 0,-5 1 0 0 0,-18 5-6 0 0,-61 25-60 0 0,12-8-20 0 0,41-11 36 0 0,30-11 31 0 0,3-1 17 0 0,1 0-1 0 0,-1 0 0 0 0,1 0 1 0 0,-1 1-1 0 0,1-1 1 0 0,-1 0-1 0 0,1 0 1 0 0,-1 0-1 0 0,1 0 1 0 0,-1 0-1 0 0,1 0 0 0 0,-1 0 1 0 0,1 0-1 0 0,-1 0 1 0 0,1 0-1 0 0,-1-1 1 0 0,1 1-1 0 0,-1 0 1 0 0,1 0-1 0 0,-1 0 0 0 0,1-1 1 0 0,-1 1-1 0 0,1 0 1 0 0,0 0-1 0 0,-1-1 1 0 0,1 1-1 0 0,-1 0 1 0 0,1-1-1 0 0,0 1 0 0 0,-1 0 1 0 0,1-1-1 0 0,0 1 1 0 0,-1-1-1 0 0,1 0 1 0 0,0 0 55 0 0,-42 1 58 0 0,40 0-113 0 0,2 1-1 0 0,0-1 5 0 0,0 1 0 0 0,-1-1 0 0 0,1 1-1 0 0,0-1 1 0 0,-1 1 0 0 0,1-1 0 0 0,-1 1-1 0 0,1-1 1 0 0,0 1 0 0 0,-1-1 0 0 0,1 0-1 0 0,-1 1 1 0 0,1-1 0 0 0,-1 0 0 0 0,1 1-1 0 0,-1-1 1 0 0,1 0 0 0 0,-1 0-1 0 0,0 1 1 0 0,0-1 0 0 0,0 0-38 0 0,1 0 0 0 0,-1 1-1 0 0,0-1 1 0 0,1 0 0 0 0,-1 0 0 0 0,1 1 0 0 0,-1-1-1 0 0,1 0 1 0 0,-1 1 0 0 0,0-1 0 0 0,1 1 0 0 0,-1-1-1 0 0,1 1 1 0 0,0-1 0 0 0,-1 1 0 0 0,1-1 0 0 0,-1 1 0 0 0,1-1-1 0 0,0 1 1 0 0,-1-1 0 0 0,1 1 0 0 0,-1 1 0 0 0,2 11-532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31 252 0 0,'0'0'529'0'0,"-13"-13"3466"0"0,10 11-3852 0 0,2 2-74 0 0,0-1-1 0 0,0 1 1 0 0,0 0-1 0 0,0-1 0 0 0,0 1 1 0 0,0-1-1 0 0,0 1 1 0 0,0-1-1 0 0,1 0 0 0 0,-1 1 1 0 0,0-1-1 0 0,0 0 1 0 0,1 1-1 0 0,-1-1 0 0 0,1 0 1 0 0,-1 0-1 0 0,0 1 1 0 0,1-1-1 0 0,-1 0 1 0 0,0-2-1 0 0,1 2-47 0 0,0 2-17 0 0,0 5-1 0 0,1-5-3 0 0,-1 0-1 0 0,0 1 1 0 0,-1-1 0 0 0,1 0 0 0 0,0 1-1 0 0,0-1 1 0 0,-1 0 0 0 0,1 0-1 0 0,0 1 1 0 0,-1-1 0 0 0,1 0 0 0 0,-1 0-1 0 0,0 1 1 0 0,0 0 0 0 0,-4 14-11 0 0,5 63 27 0 0,-11-47 0 0 0,11-21-16 0 0,0 1 1 0 0,-1 0-1 0 0,0-1 1 0 0,-1 1-1 0 0,-3 15 1 0 0,4-24 0 0 0,0 0-1 0 0,0 1 1 0 0,1 0-1 0 0,-1-1 1 0 0,1 1 0 0 0,0-1-1 0 0,0 1 1 0 0,1 4 0 0 0,-2 24 6 0 0,-4-14-5 0 0,0 0 0 0 0,1 0 0 0 0,-2 25 0 0 0,-5 26 10 0 0,11-66-13 0 0,-1 0 0 0 0,1 0 0 0 0,-1 1 0 0 0,0-1 0 0 0,0 0-1 0 0,0 0 1 0 0,0 0 0 0 0,-1 0 0 0 0,-1 3 0 0 0,1-3 1 0 0,1 0 0 0 0,0-1 0 0 0,-1 1-1 0 0,1 0 1 0 0,0 0 0 0 0,0 0 0 0 0,1 0-1 0 0,-1 1 1 0 0,0 2 0 0 0,-10 30-3 0 0,0-6-1 0 0,1 1 7 0 0,5-17-3 0 0,-1 4-8 0 0,6-8-1 0 0,0 8-5 0 0,0-18 14 0 0,0 1-1 0 0,0-1 1 0 0,0 1 0 0 0,-1-1-1 0 0,1 0 1 0 0,0 1-1 0 0,0-1 1 0 0,0 0 0 0 0,0 1-1 0 0,0-1 1 0 0,-1 1 0 0 0,1-1-1 0 0,0 0 1 0 0,0 0 0 0 0,-1 1-1 0 0,1-1 1 0 0,0 0-1 0 0,-1 1 1 0 0,1-1 0 0 0,0 0-1 0 0,0 0 1 0 0,-1 0 0 0 0,1 1-1 0 0,-1-1 1 0 0,1 0 0 0 0,0 0-1 0 0,-1 0 1 0 0,1 0-1 0 0,0 0 1 0 0,-1 0 0 0 0,1 0-1 0 0,-1 1 1 0 0,1-1 0 0 0,-4 30 7 0 0,2-30-6 0 0,-1 1-2 0 0,-10 9 29 0 0,11-9-31 0 0,2-1-483 0 0,0-1 479 0 0,0 1 0 0 0,0 0-1 0 0,0 0 1 0 0,0-1 0 0 0,0 1 0 0 0,0 0 0 0 0,0 0-1 0 0,0-1 1 0 0,0 1 0 0 0,0 0 0 0 0,1 0 0 0 0,-1-1-1 0 0,0 1 1 0 0,0 0 0 0 0,0 0 0 0 0,0 0 0 0 0,0-1-1 0 0,1 1 1 0 0,-1 0 0 0 0,0 0 0 0 0,0 0 0 0 0,0-1-1 0 0,1 1 1 0 0,-1 0 0 0 0,0 0 0 0 0,0 0 0 0 0,1 0-1 0 0,-1 0 1 0 0,0 0 0 0 0,0 0 0 0 0,1-1 0 0 0,-1 1-6 0 0,1 0 1 0 0,-1 0-1 0 0,0 0 1 0 0,1 0-1 0 0,-1 0 1 0 0,0-1 0 0 0,0 1-1 0 0,1 0 1 0 0,-1 0-1 0 0,0 0 1 0 0,1-1-1 0 0,-1 1 1 0 0,0 0-1 0 0,0-1 1 0 0,1 1 0 0 0,-1 0-1 0 0,0 0 1 0 0,0-1-1 0 0,0 1 1 0 0,0 0-1 0 0,1-1 1 0 0,-1 1-1 0 0,0 0 1 0 0,0-1 0 0 0,0 1-1 0 0,0-1 1 0 0,0 1-1 0 0,0 0 1 0 0,0-1-1 0 0,0 1 1 0 0,0 0-1 0 0,0-1 1 0 0,0 1 0 0 0,0-1-1 0 0,3 0-144 0 0,-3 1 149 0 0,0 0 0 0 0,1 0 0 0 0,-1 0 0 0 0,0 0 0 0 0,1 0 0 0 0,-1 0 1 0 0,0 0-1 0 0,1 0 0 0 0,-1 0 0 0 0,0 0 0 0 0,0 0 0 0 0,1-1 0 0 0,-1 1 0 0 0,0 0 0 0 0,0 0 0 0 0,1 0 0 0 0,-1 0 0 0 0,0 0 0 0 0,0-1 1 0 0,1 1-1 0 0,-1 0 0 0 0,0 0 0 0 0,0 0 0 0 0,0-1 0 0 0,1 1 0 0 0,-1 0 0 0 0,0 0 0 0 0,0-1 0 0 0,0 1 0 0 0,0 0 0 0 0,0 0 0 0 0,0-1 1 0 0,1 1-1 0 0,-1 0 0 0 0,0-1 0 0 0,0 1 0 0 0,0 0 0 0 0,0 0 0 0 0,0-1 0 0 0,5-11-1345 0 0,-4 11 1230 0 0,-1 1 0 0 0,1-1 1 0 0,-1 1-1 0 0,0-1 0 0 0,1 1 0 0 0,-1-1 0 0 0,1 0 1 0 0,-1 1-1 0 0,0-1 0 0 0,1 0 0 0 0,-1 1 0 0 0,0-1 1 0 0,0 0-1 0 0,0 1 0 0 0,0-1 0 0 0,1 0 0 0 0,-1 1 1 0 0,0-1-1 0 0,0-1 0 0 0,0-8-747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11T05:24:37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251 106 0 0 0,'11'-60'3074'0'0,"-7"54"-2829"0"0,-3 5-229 0 0,-1 1 1 0 0,1-1-1 0 0,-1 1 0 0 0,1-1 0 0 0,-1 1 1 0 0,1-1-1 0 0,-1 1 0 0 0,0-1 0 0 0,1 1 0 0 0,-1-1 1 0 0,0 0-1 0 0,1 1 0 0 0,-1-1 0 0 0,0 1 1 0 0,0-1-1 0 0,1 0 0 0 0,-1 1 0 0 0,0-2 1 0 0,0 1 51 0 0,0 0-60 0 0,0 1-1 0 0,0 0 1 0 0,0 0 0 0 0,0-1 0 0 0,0 1 0 0 0,1 0 0 0 0,-1 0-1 0 0,0-1 1 0 0,0 1 0 0 0,0 0 0 0 0,0 0 0 0 0,0-1 0 0 0,0 1-1 0 0,0 0 1 0 0,0 0 0 0 0,0-1 0 0 0,0 1 0 0 0,-1 0 0 0 0,1 0-1 0 0,0-1 1 0 0,0 1 0 0 0,0 0 0 0 0,0 0 0 0 0,0-1 0 0 0,0 1 0 0 0,-1 0-1 0 0,1 0 1 0 0,0 0 0 0 0,0-1 0 0 0,0 1 0 0 0,0 0 0 0 0,-1 0-1 0 0,1 0 1 0 0,0 0 0 0 0,0-1 0 0 0,-1 1 0 0 0,1 0 0 0 0,0 0-1 0 0,0 0 1 0 0,0 0 0 0 0,-1 0 0 0 0,1 0 0 0 0,0 0 0 0 0,-1 0-1 0 0,1 0 4 0 0,-1 0-1 0 0,1-1 1 0 0,0 1-1 0 0,0 0 1 0 0,-1 0-1 0 0,1 0 0 0 0,0 0 1 0 0,-1 0-1 0 0,1 0 1 0 0,0-1-1 0 0,0 1 0 0 0,-1 0 1 0 0,1 0-1 0 0,0 0 1 0 0,0 0-1 0 0,-1-1 1 0 0,1 1-1 0 0,0 0 0 0 0,0 0 1 0 0,0-1-1 0 0,0 1 1 0 0,-1 0-1 0 0,1-1 0 0 0,0 1 1 0 0,0 0-1 0 0,0 0 1 0 0,0-1-1 0 0,0 1 1 0 0,0 0-1 0 0,0-1 0 0 0,0 1 1 0 0,0 0-1 0 0,0-1 1 0 0,0 1-1 0 0,0 0 0 0 0,0 0 1 0 0,0-1-1 0 0,0 1 1 0 0,0-1-1 0 0,0 1 4 0 0,0-1-1 0 0,0 1 1 0 0,0 0 0 0 0,0-1-1 0 0,-1 1 1 0 0,1 0-1 0 0,0-1 1 0 0,0 1 0 0 0,0 0-1 0 0,-1-1 1 0 0,1 1-1 0 0,0 0 1 0 0,0-1 0 0 0,-1 1-1 0 0,1 0 1 0 0,0 0-1 0 0,0-1 1 0 0,-1 1 0 0 0,1 0-1 0 0,0 0 1 0 0,-1-1-1 0 0,1 1 1 0 0,0 0 0 0 0,-1 0-1 0 0,1 0 1 0 0,-1 0-1 0 0,1 0 1 0 0,0 0 0 0 0,-1-1-1 0 0,1 1 1 0 0,-1 0 0 0 0,1 0-1 0 0,0 0 1 0 0,-1 0-1 0 0,1 0 1 0 0,-1 0 0 0 0,1 1-1 0 0,-20 0 570 0 0,16-1-561 0 0,4 0-17 0 0,-1 0 0 0 0,0 0 0 0 0,0 0 0 0 0,0 0 0 0 0,0 1 0 0 0,1-1 0 0 0,-1 0 0 0 0,0 0 0 0 0,0 1 0 0 0,1-1 0 0 0,-1 0 0 0 0,0 1 0 0 0,0-1 0 0 0,1 1 0 0 0,-1-1 0 0 0,0 1 0 0 0,1-1 0 0 0,-1 1 0 0 0,0-1 0 0 0,1 1 0 0 0,-1 0 0 0 0,1-1 0 0 0,-1 1 0 0 0,1 0 0 0 0,0-1 0 0 0,-1 1 0 0 0,1 0 0 0 0,0 0 0 0 0,-1-1 0 0 0,1 1 1 0 0,0 0-1 0 0,-1 1 0 0 0,-3 5 19 0 0,-2 6-5 0 0,-5 31 2 0 0,11-40-20 0 0,0 0 0 0 0,-1 0 0 0 0,1 0 0 0 0,-1 0 0 0 0,1 0 0 0 0,-1-1 0 0 0,0 1 1 0 0,-1 0-1 0 0,-1 5 0 0 0,1 15 2 0 0,3-22-3 0 0,-1 1 1 0 0,0 0 0 0 0,0 0-1 0 0,0 0 1 0 0,0-1 0 0 0,-1 1-1 0 0,1 0 1 0 0,-2 4 0 0 0,-1 0 1 0 0,1 1 1 0 0,0 0-1 0 0,1-1 1 0 0,-1 9-1 0 0,-6 23 2 0 0,-3-1-4 0 0,-4 10 12 0 0,12-43-9 0 0,0 0 1 0 0,0 1-1 0 0,1-1 0 0 0,0 1 0 0 0,-1 0 1 0 0,-1 10-1 0 0,4-14-2 0 0,0 0 1 0 0,-1 0-1 0 0,1 0 0 0 0,-1 0 1 0 0,1 1-1 0 0,-1-1 1 0 0,0 0-1 0 0,0 0 0 0 0,0 0 1 0 0,0 0-1 0 0,-2 2 1 0 0,1-2 0 0 0,1 0 0 0 0,0 0 0 0 0,0 0 0 0 0,0 0 0 0 0,0 0 0 0 0,0 0 0 0 0,0 1 0 0 0,0-1 0 0 0,1 0 0 0 0,-1 1 0 0 0,1 3 0 0 0,-1-4-1 0 0,1 1 1 0 0,-1-1 0 0 0,1 1-1 0 0,-1-1 1 0 0,0 1 0 0 0,0-1-1 0 0,0 1 1 0 0,0-1 0 0 0,-2 3-1 0 0,1-3 0 0 0,0 1 0 0 0,1 0-1 0 0,0-1 1 0 0,-1 1 0 0 0,1 0-1 0 0,0 0 1 0 0,1 0 0 0 0,-1 0-1 0 0,0 5 1 0 0,-4 4-6 0 0,-1 7-1 0 0,6-18 6 0 0,0 1 0 0 0,-1 0 1 0 0,1-1-1 0 0,0 1 1 0 0,-1-1-1 0 0,1 1 1 0 0,-1-1-1 0 0,1 0 0 0 0,-1 1 1 0 0,0-1-1 0 0,0 1 1 0 0,1-1-1 0 0,-1 0 1 0 0,0 0-1 0 0,-2 2 0 0 0,2-2 1 0 0,0 0 0 0 0,0 1-1 0 0,0-1 1 0 0,0 0-1 0 0,0 1 1 0 0,0-1-1 0 0,1 1 1 0 0,-1-1 0 0 0,0 1-1 0 0,1-1 1 0 0,-1 1-1 0 0,1 0 1 0 0,0-1-1 0 0,-1 1 1 0 0,1 2 0 0 0,0-2 0 0 0,0 0 0 0 0,-1 0 0 0 0,1 0 0 0 0,-1-1 0 0 0,0 1 0 0 0,1 0 0 0 0,-1 0 1 0 0,0 0-1 0 0,0-1 0 0 0,0 1 0 0 0,-2 2 0 0 0,2-2 1 0 0,-1 0 0 0 0,1 0-1 0 0,0 0 1 0 0,0 0 0 0 0,0 0 0 0 0,0 0 0 0 0,0 0-1 0 0,0 0 1 0 0,1 1 0 0 0,-1-1 0 0 0,1 0-1 0 0,-1 3 1 0 0,-10 25 26 0 0,11-29 124 0 0,4-3-143 0 0,-1 0 1 0 0,1 0 0 0 0,-1 0-1 0 0,0 0 1 0 0,0 0 0 0 0,0-1-1 0 0,0 1 1 0 0,4-7 0 0 0,-7 8-9 0 0,1 1 0 0 0,-1-1 0 0 0,0 0 0 0 0,1 1 0 0 0,-1-1 0 0 0,1 0 0 0 0,-1 1 0 0 0,1-1 0 0 0,-1 1 0 0 0,1-1 0 0 0,-1 0 0 0 0,1 1 0 0 0,-1-1 0 0 0,1 1 0 0 0,0 0 0 0 0,-1-1 0 0 0,1 1 0 0 0,1-1 0 0 0,-1 1 1 0 0,-1-1-1 0 0,1 1 1 0 0,0 0-1 0 0,-1-1 1 0 0,1 1 0 0 0,0-1-1 0 0,-1 1 1 0 0,1-1-1 0 0,-1 1 1 0 0,1-1-1 0 0,0 1 1 0 0,-1-1-1 0 0,1 0 1 0 0,-1 1-1 0 0,0-1 1 0 0,1 0 0 0 0,-1 1-1 0 0,1-2 1 0 0,33-31 70 0 0,-29 31-63 0 0,-1 0 1 0 0,1 0 0 0 0,0 1-1 0 0,0-1 1 0 0,-1 1-1 0 0,1 0 1 0 0,0 1 0 0 0,0-1-1 0 0,0 1 1 0 0,0 0 0 0 0,0 0-1 0 0,0 1 1 0 0,0-1 0 0 0,0 1-1 0 0,0 0 1 0 0,5 2 0 0 0,55-2-2 0 0,22-1-3 0 0,-80-2-7 0 0,-6 1 2 0 0,0 1 0 0 0,1-1 0 0 0,-1 0-1 0 0,0 1 1 0 0,0-1 0 0 0,1 1 0 0 0,-1 0-1 0 0,0-1 1 0 0,0 1 0 0 0,1 0 0 0 0,-1 0 0 0 0,1 0-1 0 0,-1 0 1 0 0,0 0 0 0 0,1 0 0 0 0,1 1 0 0 0,2-1 1 0 0,-1 0 0 0 0,1 0 1 0 0,0-1-1 0 0,-1 0 0 0 0,1 0 1 0 0,-1 0-1 0 0,7-2 0 0 0,12-4 1 0 0,1 3-7 0 0,0 0 0 0 0,0 1 0 0 0,1 1 1 0 0,44 3-1 0 0,-17 0 1 0 0,-32 5-7 0 0,-19-6 12 0 0,8 7 69 0 0,-32-2-19 0 0,-8 2 10 0 0,2-1-13 0 0,-6 0 28 0 0,-8 0 124 0 0,10 0-32 0 0,-9 0 27 0 0,-5 1-30 0 0,7-7-73 0 0,38 1-89 0 0,2-1-2 0 0,0 0 0 0 0,-1 1 0 0 0,1-1 0 0 0,0 1 0 0 0,-1-1 0 0 0,1 0 0 0 0,0 1 0 0 0,-1-1 0 0 0,1 0 0 0 0,-1 1 0 0 0,1-1 0 0 0,-1 0 0 0 0,1 1 0 0 0,-1-1-1 0 0,1 0 1 0 0,0 0 0 0 0,-1 0 0 0 0,0 0 0 0 0,1 0 0 0 0,-1 1 0 0 0,1-1 0 0 0,-1 0 0 0 0,1 0 0 0 0,-1 0 0 0 0,1 0 0 0 0,-1 0 0 0 0,1 0 0 0 0,-2-1 0 0 0,-20 0 99 0 0,16 1-80 0 0,-1-3 4 0 0,-1 2 0 0 0,0-1-1 0 0,1 1 1 0 0,-1 0 0 0 0,0 0-1 0 0,0 1 1 0 0,0 0 0 0 0,-12 2 0 0 0,-7 0-13 0 0,25-2-7 0 0,0 0 0 0 0,-1 1 0 0 0,1 0 1 0 0,-1-1-1 0 0,1 1 0 0 0,0 0 0 0 0,0 0 1 0 0,-1 0-1 0 0,1 1 0 0 0,0-1 0 0 0,-3 3 1 0 0,-1 0 8 0 0,-45 16 35 0 0,49-18-44 0 0,1-1 1 0 0,-1 0-1 0 0,0 0 0 0 0,0 0 1 0 0,0 0-1 0 0,0 0 1 0 0,0 0-1 0 0,0 0 1 0 0,0-1-1 0 0,-1 1 1 0 0,1-1-1 0 0,0 0 0 0 0,-3 1 1 0 0,3-1-3 0 0,1 0 10 0 0,-10 6 196 0 0,22-13-9 0 0,-11 5-193 0 0,0 0 1 0 0,0-1-1 0 0,0 1 1 0 0,0 0-1 0 0,0 0 0 0 0,0 0 1 0 0,-1 0-1 0 0,1 0 0 0 0,-1 0 1 0 0,1 0-1 0 0,-1 0 0 0 0,0 0 1 0 0,0 1-1 0 0,0-1 0 0 0,0 0 1 0 0,-1-2-1 0 0,1 1-4 0 0,0 0 0 0 0,1 0 0 0 0,-1-1 0 0 0,1 1 0 0 0,0 0 0 0 0,0 0 0 0 0,1-4 0 0 0,-1 5 3 0 0,-11-35 15 0 0,11 35-19 0 0,0-1 0 0 0,0 0 0 0 0,0 1 1 0 0,0-1-1 0 0,1 1 0 0 0,0-1 0 0 0,-1 1 0 0 0,1-1 0 0 0,0 1 1 0 0,0-1-1 0 0,0 1 0 0 0,2-3 0 0 0,-2 2-2 0 0,0 1 0 0 0,0 0 1 0 0,-1-1-1 0 0,1 1 0 0 0,-1 0 0 0 0,0-1 0 0 0,1 1 1 0 0,-1-1-1 0 0,0 1 0 0 0,0-1 0 0 0,0 1 0 0 0,-1-1 0 0 0,1 1 1 0 0,-1-3-1 0 0,0 2 1 0 0,0 1 0 0 0,1-1 0 0 0,0 0 0 0 0,0 0 0 0 0,-1 1 0 0 0,2-1 0 0 0,-1 0 0 0 0,0 0 1 0 0,0 1-1 0 0,1-1 0 0 0,1-3 0 0 0,0 0-2 0 0,0 0 1 0 0,-1-1-1 0 0,1 1 1 0 0,-1-1-1 0 0,-1 1 1 0 0,1-1-1 0 0,-1-10 1 0 0,4 0 0 0 0,3-8-6 0 0,-8 24 7 0 0,1 1 0 0 0,0-1 0 0 0,0 1 0 0 0,0-1 0 0 0,0 1 0 0 0,0 0 0 0 0,0-1 1 0 0,0 1-1 0 0,0-1 0 0 0,1 1 0 0 0,-1-1 0 0 0,0 1 0 0 0,0-1 0 0 0,0 1 0 0 0,0-1 0 0 0,0 1 0 0 0,1 0 0 0 0,-1-1 0 0 0,0 1 0 0 0,1-1 0 0 0,-1 1 0 0 0,0 0 0 0 0,0-1 0 0 0,1 1 0 0 0,-1 0 0 0 0,1-1 0 0 0,0 0-1 0 0,-1 1 1 0 0,1-1-1 0 0,0 1 1 0 0,-1-1-1 0 0,1 1 1 0 0,-1-1-1 0 0,0 0 1 0 0,1 1-1 0 0,-1-1 1 0 0,1 0-1 0 0,-1 0 1 0 0,0 1-1 0 0,0-1 1 0 0,1 0-1 0 0,-1 0 1 0 0,0 0-1 0 0,0 1 1 0 0,0-1-1 0 0,0 0 1 0 0,0 0-1 0 0,0 0 1 0 0,0 1-1 0 0,0-1 1 0 0,0 0-1 0 0,-1-1 1 0 0,6-14-18 0 0,-4 14 18 0 0,0 0 1 0 0,0 0 0 0 0,0 0-1 0 0,-1 0 1 0 0,1 0 0 0 0,0 0-1 0 0,-1 0 1 0 0,0-1 0 0 0,1 1-1 0 0,-1 0 1 0 0,0 0 0 0 0,0 0-1 0 0,-1-4 1 0 0,1 1 7 0 0,0 2-9 0 0,0 1 0 0 0,-1 0 0 0 0,1 0 0 0 0,0 0 0 0 0,0-1 0 0 0,0 1 0 0 0,1 0-1 0 0,-1 0 1 0 0,0-1 0 0 0,1 1 0 0 0,0 0 0 0 0,-1 0 0 0 0,1 0 0 0 0,0 0 0 0 0,0 0 0 0 0,0 0 0 0 0,2-3 0 0 0,0-25 85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5:38.4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1639 3520 0 0 0,'0'0'4536'0'0,"-13"-6"-3620"0"0,10 5-799 0 0,0 1 1 0 0,0-1-1 0 0,0 0 1 0 0,0 0-1 0 0,0 0 0 0 0,0 0 1 0 0,0 0-1 0 0,-4-3 1 0 0,7 3-79 0 0,-16-12 147 0 0,16 12-171 0 0,-1 0 0 0 0,1 0 0 0 0,-1 1 0 0 0,1-1-1 0 0,-1 0 1 0 0,0 0 0 0 0,0 1 0 0 0,1-1 0 0 0,-1 0 0 0 0,0 1 0 0 0,0-1 0 0 0,0 1-1 0 0,0-1 1 0 0,0 1 0 0 0,0-1 0 0 0,0 1 0 0 0,0 0 0 0 0,-1-1 0 0 0,2 1-12 0 0,0-1 0 0 0,0 1-1 0 0,0-1 1 0 0,0 1 0 0 0,0-1 0 0 0,0 1 0 0 0,0-1 0 0 0,0 1 0 0 0,0-1 0 0 0,0 1 0 0 0,0 0 0 0 0,0-1 0 0 0,0 1 0 0 0,0-1 0 0 0,0 1 0 0 0,0-1 0 0 0,0 1 0 0 0,-1-1 0 0 0,1 1 0 0 0,0 0 0 0 0,0-1 0 0 0,-1 1 0 0 0,1-1-1 0 0,0 1 1 0 0,-1 0 0 0 0,1-1 0 0 0,0 1 0 0 0,-1 0 0 0 0,1 0 0 0 0,0-1 0 0 0,-1 1 0 0 0,1 0 0 0 0,-1 0 0 0 0,0-1 0 0 0,-3-4 18 0 0,-1-1-11 0 0,5 6-9 0 0,0 0 0 0 0,-1-1 0 0 0,1 1-1 0 0,-1 0 1 0 0,1 0 0 0 0,0-1-1 0 0,-1 1 1 0 0,1 0 0 0 0,0-1 0 0 0,-1 1-1 0 0,1 0 1 0 0,0-1 0 0 0,-1 1-1 0 0,1 0 1 0 0,0-1 0 0 0,0 1 0 0 0,0-1-1 0 0,-1 1 1 0 0,1-1 0 0 0,0 1-1 0 0,0 0 1 0 0,0-1 0 0 0,0 1-1 0 0,0-1 1 0 0,0 1 0 0 0,0-1 0 0 0,0 0-1 0 0,-11-12 118 0 0,8 7-68 0 0,-1-1-1 0 0,0 1 0 0 0,0 1 0 0 0,0-1 0 0 0,-8-7 0 0 0,12 13-44 0 0,-15-25 224 0 0,13 21-193 0 0,1 1 0 0 0,-1 0 0 0 0,0 0 0 0 0,0 0 0 0 0,0 0 0 0 0,0 0 0 0 0,-4-4 0 0 0,0 1 51 0 0,2 1-1 0 0,-1-1 0 0 0,1 0 1 0 0,0 0-1 0 0,0-1 1 0 0,-5-9-1 0 0,-10-18 212 0 0,-4-4 50 0 0,19 29-247 0 0,-2 0 0 0 0,1 0 0 0 0,-11-13 1 0 0,-6-21 124 0 0,17 37-186 0 0,0-1 1 0 0,0 0-1 0 0,-6-15 1 0 0,-7-8 52 0 0,-25-52 85 0 0,21 40-125 0 0,18 37-45 0 0,1 1 1 0 0,1-1 0 0 0,-1 0-1 0 0,1 0 1 0 0,-1 0 0 0 0,2 0-1 0 0,-3-10 1 0 0,2 10-3 0 0,1 0 1 0 0,-1 0-1 0 0,0-1 1 0 0,0 1-1 0 0,-1 1 0 0 0,1-1 1 0 0,-6-7-1 0 0,6 9 1 0 0,0 0 0 0 0,0 0 0 0 0,0-1 0 0 0,0 1 1 0 0,1-1-1 0 0,-1 1 0 0 0,1-1 0 0 0,-2-5 0 0 0,-4-12 36 0 0,-32-59 60 0 0,34 60-87 0 0,5 19-14 0 0,0 0 0 0 0,0-1 0 0 0,0 1-1 0 0,0-1 1 0 0,0 1 0 0 0,-1 0 0 0 0,1-1-1 0 0,0 1 1 0 0,-1 0 0 0 0,1 0 0 0 0,-1-1 0 0 0,0 1-1 0 0,1 0 1 0 0,-1 0 0 0 0,0 0 0 0 0,-1-2-1 0 0,-4-4 28 0 0,1-1 0 0 0,0 0 0 0 0,0 0 0 0 0,-5-14 0 0 0,-14-22 105 0 0,-20-20 114 0 0,16 20-16 0 0,-41-45-1 0 0,47 52-162 0 0,0 0-38 0 0,0 5-30 0 0,21 31-1 0 0,0 0 0 0 0,-1-1-1 0 0,1 0 1 0 0,0 1 0 0 0,0-1-1 0 0,0 0 1 0 0,0 1 0 0 0,1-1 0 0 0,-1 0-1 0 0,0-3 1 0 0,-10-15-1 0 0,9 17 1 0 0,0 1 1 0 0,0-1-1 0 0,0 0 1 0 0,0 1-1 0 0,0-1 0 0 0,0 0 1 0 0,1 0-1 0 0,0 0 0 0 0,-1-1 1 0 0,1 1-1 0 0,0 0 0 0 0,0-4 1 0 0,0 5 0 0 0,1 0-1 0 0,-1 0 1 0 0,1 0 0 0 0,-1 0 0 0 0,1 0-1 0 0,-1 0 1 0 0,0 1 0 0 0,0-1 0 0 0,0 0 0 0 0,0 0-1 0 0,0 1 1 0 0,0-1 0 0 0,-1 1 0 0 0,1-1 0 0 0,0 1-1 0 0,-3-2 1 0 0,3 2 0 0 0,0 0-1 0 0,-1 0 0 0 0,1-1 1 0 0,0 1-1 0 0,0 0 1 0 0,0-1-1 0 0,0 1 0 0 0,0-1 1 0 0,0 0-1 0 0,0 1 1 0 0,1-1-1 0 0,-1 1 1 0 0,0-1-1 0 0,1 0 0 0 0,-1-3 1 0 0,0-1 0 0 0,-1-1 0 0 0,1 0 1 0 0,-1 1-1 0 0,-1-1 0 0 0,1 1 1 0 0,-1-1-1 0 0,-5-7 0 0 0,-1-4-4 0 0,-24-74-69 0 0,16 42 42 0 0,15 41 32 0 0,-1 0 0 0 0,0-1 0 0 0,0 1 0 0 0,-1 0-1 0 0,-1 1 1 0 0,1-1 0 0 0,-11-13 0 0 0,9 14 6 0 0,1-1 1 0 0,0 1-1 0 0,0-1 1 0 0,1 0-1 0 0,-4-12 1 0 0,-1-1-9 0 0,-13-28 10 0 0,11 19-17 0 0,9 27 6 0 0,0 0-1 0 0,1-1 1 0 0,-1 0-1 0 0,1 1 1 0 0,-2-9-1 0 0,-7-19-15 0 0,6-3 7 0 0,1 30 10 0 0,0-1 0 0 0,0 1-1 0 0,1-1 1 0 0,0 1 0 0 0,0-1-1 0 0,0 0 1 0 0,-1-11 0 0 0,-8-20-4 0 0,11 35 4 0 0,0 0 0 0 0,-1 0 1 0 0,1 0-1 0 0,-1 0 0 0 0,0 0 1 0 0,1 0-1 0 0,-1 0 0 0 0,0 0 1 0 0,0 0-1 0 0,0 1 0 0 0,-2-4 1 0 0,1 3-1 0 0,1 1 0 0 0,0-1 0 0 0,0 0 0 0 0,0 0 0 0 0,0-1-1 0 0,0 1 1 0 0,0 0 0 0 0,0 0 0 0 0,1 0 0 0 0,-1-1 0 0 0,0-3 0 0 0,1 3 0 0 0,0 1-1 0 0,-1-1 1 0 0,1 1-1 0 0,-1-1 1 0 0,0 1-1 0 0,0-1 1 0 0,0 1-1 0 0,0 0 1 0 0,0-1-1 0 0,-2-2 1 0 0,1 3-2 0 0,1-1 1 0 0,-1 1 0 0 0,1-1 0 0 0,0 1 0 0 0,0-1-1 0 0,0 1 1 0 0,1-1 0 0 0,-1 0 0 0 0,0 1 0 0 0,1-5-1 0 0,-1 1 3 0 0,0 1-1 0 0,0 0 0 0 0,0-1 1 0 0,-1 1-1 0 0,0 0 1 0 0,0 0-1 0 0,-5-9 0 0 0,5 9 4 0 0,-1 0-1 0 0,1 0 1 0 0,0 0-1 0 0,0 0 1 0 0,1 0-1 0 0,-1-1 1 0 0,0-10-1 0 0,1 12-1 0 0,0-1 0 0 0,0 0 1 0 0,0 0-1 0 0,0 0 0 0 0,-1 1 0 0 0,0-1 0 0 0,0 1 0 0 0,-4-6 1 0 0,4 6 0 0 0,-1-1 0 0 0,1 1 0 0 0,1 0 0 0 0,-1-1 0 0 0,0 1 0 0 0,1-1 0 0 0,0 1 0 0 0,-1-7 0 0 0,0 2-7 0 0,0 0 0 0 0,0-1 0 0 0,-1 1 0 0 0,-1 0 1 0 0,0 0-1 0 0,0 1 0 0 0,-9-15 0 0 0,11 20 3 0 0,1 2-1 0 0,0-1 1 0 0,0 0 0 0 0,0 1 0 0 0,1-1 0 0 0,-1 0 0 0 0,0 0 0 0 0,1 0 0 0 0,-1 1 0 0 0,1-1 0 0 0,0 0 0 0 0,0 0 0 0 0,-1 0 0 0 0,2-3 0 0 0,-2 3 0 0 0,1 0 0 0 0,-1 0 0 0 0,1-1 0 0 0,-1 1-1 0 0,1 0 1 0 0,-1 0 0 0 0,0 0 0 0 0,0 1 0 0 0,0-1 0 0 0,0 0 0 0 0,-2-2-1 0 0,2 2 0 0 0,-1 0-1 0 0,1 0 1 0 0,0 0 0 0 0,0 0-1 0 0,0 0 1 0 0,0 0-1 0 0,0-1 1 0 0,1 1-1 0 0,-1 0 1 0 0,0-1-1 0 0,1-2 1 0 0,-5-10-3 0 0,4 13 5 0 0,0 1 0 0 0,0-1-1 0 0,1 1 1 0 0,-1-1 0 0 0,1 0-1 0 0,-1 1 1 0 0,1-1 0 0 0,-1 0-1 0 0,1 0 1 0 0,0 1-1 0 0,0-3 1 0 0,-5-13-7 0 0,-1-8 6 0 0,1 13 5 0 0,-1-7-12 0 0,6-85-256 0 0,-11 74 265 0 0,0-6 29 0 0,0 5-17 0 0,11 28-13 0 0,0 1 1 0 0,-1-1-1 0 0,0 0 0 0 0,0 0 1 0 0,0 1-1 0 0,0-1 0 0 0,0 1 1 0 0,0-1-1 0 0,0 1 0 0 0,-3-3 1 0 0,3 3-1 0 0,0 0 0 0 0,0 0 0 0 0,0 0 0 0 0,0 0 0 0 0,0 0 0 0 0,0 0 0 0 0,0 0 0 0 0,1-1 0 0 0,-1-2 0 0 0,-5-11 0 0 0,1-1 0 0 0,4 14 1 0 0,1 1-1 0 0,-1-1 1 0 0,1 1 0 0 0,-1-1-1 0 0,0 1 1 0 0,0-1 0 0 0,0 1-1 0 0,0-1 1 0 0,-2-2 0 0 0,1 2-1 0 0,1 0 1 0 0,-1 0 0 0 0,1 0 0 0 0,-1 0 0 0 0,1-1-1 0 0,0 1 1 0 0,1 0 0 0 0,-1 0 0 0 0,0-7 0 0 0,1 9-2 0 0,0-1 0 0 0,0 1 1 0 0,0 0-1 0 0,1 0 1 0 0,-2 0-1 0 0,1 0 0 0 0,0 0 1 0 0,0 0-1 0 0,0 0 0 0 0,0-1 1 0 0,-1 1-1 0 0,1 0 0 0 0,0 0 1 0 0,-1 0-1 0 0,1 0 0 0 0,-1 0 1 0 0,1 0-1 0 0,-1 0 0 0 0,0 0 1 0 0,1 0-1 0 0,-2-1 1 0 0,0 0-2 0 0,0-7-4 0 0,0-35-11 0 0,1 42 10 0 0,-1-1 1 0 0,1 1-1 0 0,0-1 0 0 0,0 1 1 0 0,0-1-1 0 0,0 1 0 0 0,1-1 0 0 0,-1 1 1 0 0,1-1-1 0 0,-1 0 0 0 0,1 0 1 0 0,0 1-1 0 0,0-1 0 0 0,1-5 0 0 0,-5-2-5 0 0,-3-10-2 0 0,7 18 14 0 0,0 1 0 0 0,1-1 1 0 0,-1 1-1 0 0,0 0 0 0 0,0 0 0 0 0,0 0 0 0 0,0 0 0 0 0,0 0 0 0 0,0 0 0 0 0,0 0 0 0 0,-1-1 0 0 0,1 1 0 0 0,0 0 0 0 0,-1 0 1 0 0,1 0-1 0 0,0 0 0 0 0,-1 0 0 0 0,0 0 0 0 0,1 0 0 0 0,-1 0 0 0 0,1 0 0 0 0,-1 0 0 0 0,0 1 0 0 0,0-1 0 0 0,-1-1 0 0 0,1-1 0 0 0,0 0 0 0 0,1 1 0 0 0,-1-1-1 0 0,1 0 1 0 0,0 0 0 0 0,0 1 0 0 0,0-1-1 0 0,0 0 1 0 0,0 0 0 0 0,1-3-1 0 0,-1 2-11 0 0,0-50-239 0 0,0 53 227 0 0,0-42-265 0 0,0 11 49 0 0,0 1 133 0 0,0 31 107 0 0,0-1 0 0 0,0 1 0 0 0,0-1 0 0 0,0 1 0 0 0,0-1 0 0 0,0 0 0 0 0,0 1-1 0 0,-1-1 1 0 0,1 1 0 0 0,0-1 0 0 0,0 1 0 0 0,0-1 0 0 0,-1 1 0 0 0,1-1 0 0 0,0 1 0 0 0,-1-1 0 0 0,1 1 0 0 0,-1-1 0 0 0,1 1 0 0 0,-1-1 0 0 0,-5-10-57 0 0,6 10 43 0 0,-1-12-611 0 0,0 12 625 0 0,0 1-10 0 0,1 0 0 0 0,-1 0 1 0 0,1-1-1 0 0,-1 1 0 0 0,1 0 0 0 0,-1-1 1 0 0,1 1-1 0 0,-1-1 0 0 0,1 1 0 0 0,-1-1 1 0 0,1 1-1 0 0,0 0 0 0 0,-1-1 0 0 0,1 1 1 0 0,0-1-1 0 0,-1 0 0 0 0,1 1 0 0 0,0-1 1 0 0,0 1-1 0 0,0-1 0 0 0,-1 1 1 0 0,1-1-1 0 0,0 0 0 0 0,0 1 0 0 0,0-1 1 0 0,0 1-1 0 0,0-1 0 0 0,0 0 0 0 0,0 1 1 0 0,0-2-1 0 0,0 1-33 0 0,-1-12-96 0 0,0 12 125 0 0,0 0 0 0 0,0 1 0 0 0,0-1 0 0 0,1 0 0 0 0,-1 0 1 0 0,0 0-1 0 0,1 0 0 0 0,-1 0 0 0 0,1 0 0 0 0,-1 0 0 0 0,1-1 0 0 0,0 1 0 0 0,-1 0 0 0 0,1 0 1 0 0,0-2-1 0 0,-20 16-757 0 0,18-12 763 0 0,1 0 1 0 0,0 1-1 0 0,0-1 0 0 0,0 1 0 0 0,0-1 1 0 0,0 1-1 0 0,0-1 0 0 0,0 1 0 0 0,0 0 1 0 0,1-1-1 0 0,-1 1 0 0 0,1 0 0 0 0,-1-1 1 0 0,1 1-1 0 0,0 0 0 0 0,-1 0 0 0 0,1 0 1 0 0,0-1-1 0 0,0 1 0 0 0,1 3 0 0 0,-6 7-26 0 0,-1 6-1 0 0,1-5 1 0 0,4-12 33 0 0,1 0-1 0 0,-1 0 1 0 0,0 0-1 0 0,1 0 0 0 0,-1 0 1 0 0,1 1-1 0 0,-1-1 1 0 0,1 0-1 0 0,0 1 0 0 0,-1-1 1 0 0,1 0-1 0 0,0 0 1 0 0,0 2-1 0 0,0 0 0 0 0,0-1 0 0 0,0 1 0 0 0,0 0 0 0 0,0-1 0 0 0,-1 1 0 0 0,1 0 0 0 0,-1-1 0 0 0,0 1 0 0 0,1-1 0 0 0,-1 1 0 0 0,0-1-1 0 0,-3 5 1 0 0,3-3 1 0 0,0 1 0 0 0,0-1-1 0 0,0 1 1 0 0,1 0 0 0 0,-1-1-1 0 0,1 1 1 0 0,1 0 0 0 0,0 7-1 0 0,0 6-2 0 0,-1-15 4 0 0,0 1 0 0 0,0-1 0 0 0,0 0 1 0 0,0 0-1 0 0,0 0 0 0 0,-1 0 0 0 0,0 0 0 0 0,0 0 1 0 0,0 0-1 0 0,0 0 0 0 0,0 0 0 0 0,-2 3 0 0 0,2 0 1 0 0,-1 0-1 0 0,1 0 0 0 0,1 0 1 0 0,-1-1-1 0 0,1 1 1 0 0,0 0-1 0 0,1 0 0 0 0,0 7 1 0 0,0 5 1 0 0,-1-16-2 0 0,1 1 1 0 0,-1-1-1 0 0,0 1 1 0 0,-1-1-1 0 0,1 1 1 0 0,0-1-1 0 0,-1 1 1 0 0,1-1-1 0 0,-1 1 1 0 0,0-1-1 0 0,0 0 1 0 0,0 1-1 0 0,0-1 1 0 0,-2 3-1 0 0,2-1-2 0 0,0 1 0 0 0,0 0 1 0 0,0-1-1 0 0,1 1 0 0 0,0 0 0 0 0,0-1 0 0 0,0 1 1 0 0,1 7-1 0 0,0 4-5 0 0,4-4 1 0 0,-4-11 6 0 0,0-1-1 0 0,-1 1 1 0 0,1-1-1 0 0,-1 1 1 0 0,0 0 0 0 0,1-1-1 0 0,-1 1 1 0 0,1 0-1 0 0,-1-1 1 0 0,0 1-1 0 0,0 0 1 0 0,1 0-1 0 0,-1-1 1 0 0,0 1-1 0 0,0 0 1 0 0,0 0-1 0 0,0 0 1 0 0,0 1-1 0 0,0 75-32 0 0,0-76 28 0 0,-1 12-59 0 0,1-13 64 0 0,0 0-1 0 0,0 0 0 0 0,0 0 1 0 0,0 1-1 0 0,0-1 0 0 0,0 0 0 0 0,0 0 1 0 0,0 1-1 0 0,0-1 0 0 0,0 0 1 0 0,0 0-1 0 0,0 0 0 0 0,0 1 1 0 0,0-1-1 0 0,0 0 0 0 0,0 0 1 0 0,0 1-1 0 0,0-1 0 0 0,0 0 0 0 0,-1 0 1 0 0,1 0-1 0 0,0 0 0 0 0,0 1 1 0 0,0-1-1 0 0,0 0 0 0 0,0 0 1 0 0,-1 0-1 0 0,1 0 0 0 0,0 1 0 0 0,0-1 1 0 0,0 0-1 0 0,0 0 0 0 0,-1 0 1 0 0,1 0-1 0 0,0 0 0 0 0,0 0 1 0 0,0 0-1 0 0,-1 0 0 0 0,1 1 1 0 0,0-1-1 0 0,0 0 0 0 0,-1 0 0 0 0,1 0 1 0 0,0 0-1 0 0,0 0 0 0 0,0 0 1 0 0,-1 0-1 0 0,1 0 0 0 0,0 0 1 0 0,0-1-1 0 0,-1 1 0 0 0,1 0 0 0 0,0 0 1 0 0,0 0-1 0 0,0 0 0 0 0,-1 0 1 0 0,-1 30-464 0 0,-1-24 468 0 0,2-5-3 0 0,0 0-1 0 0,1 0 1 0 0,-1 0 0 0 0,0 1-1 0 0,1-1 1 0 0,-1 0 0 0 0,1 0 0 0 0,-1 0-1 0 0,1 0 1 0 0,-1 1 0 0 0,1-1-1 0 0,0 0 1 0 0,0 0 0 0 0,-1 3-1 0 0,2 2 1 0 0,-1-1 0 0 0,0 1 0 0 0,0 0 0 0 0,0-1 0 0 0,-2 8 0 0 0,1-13-2 0 0,0 1 1 0 0,1-1 0 0 0,-1 1 0 0 0,0-1 0 0 0,1 1-1 0 0,-1-1 1 0 0,0 1 0 0 0,1 0 0 0 0,-1-1 0 0 0,1 1-1 0 0,-1 0 1 0 0,1-1 0 0 0,0 1 0 0 0,-1 0-1 0 0,1-1 1 0 0,0 1 0 0 0,-1 0 0 0 0,1 0 0 0 0,0 0-1 0 0,0-1 1 0 0,0 1 0 0 0,0 0 0 0 0,0 0 0 0 0,0 0-1 0 0,0-1 1 0 0,0 1 0 0 0,0 0 0 0 0,0 0-1 0 0,0 0 1 0 0,1 0 0 0 0,-1 1 1 0 0,0-1-3 0 0,0 0-9 0 0,0 4 10 0 0,0-3 3 0 0,0 6 1 0 0,0-6-1 0 0,0-1-1 0 0,1 0 1 0 0,-1 1 0 0 0,0-1 0 0 0,0 0 0 0 0,0 1 0 0 0,0-1 0 0 0,0 0-1 0 0,0 1 1 0 0,-1-1 0 0 0,1 0 0 0 0,0 0 0 0 0,0 1 0 0 0,-1-1-1 0 0,1 0 1 0 0,-1 0 0 0 0,0 1 0 0 0,1-1 0 0 0,-1 0 0 0 0,0 0 0 0 0,1 0-1 0 0,-1 0 1 0 0,0 0 0 0 0,-2 1 0 0 0,0 11-21 0 0,1-12 20 0 0,1 0-1 0 0,-1 0 0 0 0,1 0 1 0 0,0 0-1 0 0,-1 0 0 0 0,1 0 1 0 0,0 1-1 0 0,0-1 1 0 0,0 0-1 0 0,0 1 0 0 0,0-1 1 0 0,0 1-1 0 0,0-1 0 0 0,0 1 1 0 0,1 0-1 0 0,-1-1 0 0 0,0 1 1 0 0,1 0-1 0 0,0-1 0 0 0,-1 1 1 0 0,1 0-1 0 0,0 0 1 0 0,0-1-1 0 0,0 1 0 0 0,0 0 1 0 0,0 0-1 0 0,1 2 0 0 0,-4 2-2 0 0,3-6 2 0 0,0 0 0 0 0,0 0 1 0 0,0 0-1 0 0,0 0 0 0 0,1 0 0 0 0,-1 0 1 0 0,0 0-1 0 0,0 0 0 0 0,0 0 0 0 0,0 0 1 0 0,0 0-1 0 0,0 0 0 0 0,1 0 0 0 0,-1 0 1 0 0,0 0-1 0 0,0 0 0 0 0,0 0 0 0 0,0 0 1 0 0,0 1-1 0 0,0-1 0 0 0,0 0 0 0 0,1 0 0 0 0,-1 0 1 0 0,0 0-1 0 0,0 0 0 0 0,0 0 0 0 0,0 0 1 0 0,0 1-1 0 0,0-1 0 0 0,0 0 0 0 0,0 0 1 0 0,0 0-1 0 0,0 0 0 0 0,0 0 0 0 0,0 0 1 0 0,0 1-1 0 0,0-1 0 0 0,0 0 0 0 0,0 0 1 0 0,0 0-1 0 0,0 0 0 0 0,0 0 0 0 0,0 1 1 0 0,0-1-1 0 0,0 0 0 0 0,0 0 0 0 0,0 0 1 0 0,0 0-1 0 0,0 0 0 0 0,0 0 0 0 0,0 1 0 0 0,0-1 1 0 0,0 0-1 0 0,0 0 0 0 0,0 0 0 0 0,-1 0 1 0 0,1 0-1 0 0,0 0 0 0 0,0 0 0 0 0,0 0 1 0 0,0 1-1 0 0,0-1 0 0 0,0 0 0 0 0,0 0 1 0 0,-1 0-1 0 0,1 0 0 0 0,0 0 0 0 0,2 0 2 0 0,29-19 4 0 0,-31 18-6 0 0,0 1 0 0 0,1-1 0 0 0,-1 1 1 0 0,0 0-1 0 0,0-1 0 0 0,1 1 0 0 0,-1-1 0 0 0,0 1 1 0 0,0 0-1 0 0,0-1 0 0 0,0 1 0 0 0,0-1 0 0 0,1 1 1 0 0,-1-1-1 0 0,0 1 0 0 0,0-1 0 0 0,0 1 0 0 0,0-1 1 0 0,0 1-1 0 0,0 0 0 0 0,-1-1 0 0 0,1 1 1 0 0,0-1-1 0 0,0 0 0 0 0,1-11 7 0 0,1 9-4 0 0,0 0 0 0 0,-1 0 0 0 0,0 0 0 0 0,1 0 0 0 0,-1 0 0 0 0,0-1 0 0 0,-1 1 0 0 0,1 0 0 0 0,0 0 1 0 0,-1-1-1 0 0,0-6 0 0 0,-1-50 13 0 0,-1 30-29 0 0,7 11 15 0 0,1-6-1 0 0,-6 20 0 0 0,0 1 1 0 0,1-1-1 0 0,-1 0 1 0 0,1 0-1 0 0,0 1 0 0 0,0-1 1 0 0,0 0-1 0 0,3-5 1 0 0,7-33 6 0 0,0 1-12 0 0,-10 41 3 0 0,-1-1 0 0 0,1 0 0 0 0,-1 1 0 0 0,1-1 0 0 0,-1 0 1 0 0,0 1-1 0 0,0-1 0 0 0,0 0 0 0 0,0 1 0 0 0,0-1 0 0 0,0 0 0 0 0,-1 1 1 0 0,1-3-1 0 0,-1 3 0 0 0,1-1 0 0 0,-1 1 0 0 0,1 0 0 0 0,0-1 0 0 0,0 1 0 0 0,0 0 0 0 0,0 0 0 0 0,0-1 0 0 0,0 1 0 0 0,0 0 1 0 0,0-1-1 0 0,1 1 0 0 0,-1 0 0 0 0,0 0 0 0 0,1-1 0 0 0,-1 1 0 0 0,2-2 0 0 0,0-1 3 0 0,0-1-1 0 0,-1 1 1 0 0,1-1-1 0 0,-1 0 1 0 0,0 0-1 0 0,-1 0 1 0 0,1 1-1 0 0,-1-1 1 0 0,0 0 0 0 0,0 0-1 0 0,-1-8 1 0 0,1-2 12 0 0,0 14-14 0 0,-1-1 2 0 0,11-6-5 0 0,-10 8 2 0 0,1-1-1 0 0,-1 0 1 0 0,1 1 0 0 0,-1-1-1 0 0,0 0 1 0 0,0 1 0 0 0,1-1 0 0 0,-1 0-1 0 0,0 0 1 0 0,0 1 0 0 0,0-1-1 0 0,0 0 1 0 0,0 0 0 0 0,0 1-1 0 0,0-1 1 0 0,0 0 0 0 0,0 1-1 0 0,0-1 1 0 0,-1-1 0 0 0,1-8 7 0 0,0-32 23 0 0,0 41-22 0 0,0 0-2 0 0,0-6-4 0 0,1 6-1 0 0,-1 0 0 0 0,0 0 0 0 0,0 0 1 0 0,0 0-1 0 0,0 1 0 0 0,0-1 0 0 0,0 0 0 0 0,0 0 0 0 0,0 0 0 0 0,0 0 0 0 0,0 1 0 0 0,0-1 0 0 0,0 0 0 0 0,-1 0 0 0 0,1 0 1 0 0,0 1-1 0 0,-1-1 0 0 0,1 0 0 0 0,-1 0 0 0 0,1 1 0 0 0,0-1 0 0 0,-1 0 0 0 0,0 1 0 0 0,1-1 0 0 0,-1 0 0 0 0,1 1 0 0 0,-1-1 0 0 0,0 1 1 0 0,1-1-1 0 0,-2 0 0 0 0,0-23 1 0 0,2-31 10 0 0,0 54-11 0 0,0-1-1 0 0,0 1 1 0 0,0-1 0 0 0,0 1 0 0 0,0-1 0 0 0,0 0-1 0 0,0 1 1 0 0,-1-1 0 0 0,1 1 0 0 0,0-1 0 0 0,-1 1 0 0 0,1-1-1 0 0,-1 1 1 0 0,0-1 0 0 0,0 1 0 0 0,1 0 0 0 0,-1-1 0 0 0,-2-1-1 0 0,2 0 4 0 0,0 1-1 0 0,1-1 0 0 0,-1 1 0 0 0,1-1 0 0 0,-1 0 1 0 0,1 1-1 0 0,0-1 0 0 0,0 0 0 0 0,0 1 1 0 0,1-6-1 0 0,0 0 9 0 0,-5 2-7 0 0,-3-8 6 0 0,7 13-9 0 0,1-1 0 0 0,-1 1 0 0 0,0-1 0 0 0,0 1 0 0 0,-1-1 0 0 0,1 0 0 0 0,0 1-1 0 0,0-1 1 0 0,-1 1 0 0 0,1-1 0 0 0,-1 1 0 0 0,1-1 0 0 0,-1 1 0 0 0,0-1 0 0 0,1 1-1 0 0,-1 0 1 0 0,0-1 0 0 0,-2-1 0 0 0,1-13 1 0 0,2 7 17 0 0,5 20-24 0 0,-4-10 5 0 0,-1-1-1 0 0,1 1 1 0 0,-1-1 0 0 0,1 1 0 0 0,-1 0 0 0 0,1-1 0 0 0,-1 1-1 0 0,0 0 1 0 0,1-1 0 0 0,-1 1 0 0 0,0 0 0 0 0,0 0 0 0 0,1-1-1 0 0,-1 1 1 0 0,0 0 0 0 0,0 0 0 0 0,0 1 0 0 0,5 8 0 0 0,-5-9 0 0 0,1 0 0 0 0,0-1 0 0 0,-1 1 0 0 0,1 0 0 0 0,-1-1 0 0 0,1 1 0 0 0,-1 0 0 0 0,0 0 0 0 0,1-1 0 0 0,-1 1 0 0 0,0 0 0 0 0,0 0 0 0 0,1 0 0 0 0,-1 0 0 0 0,0 0 0 0 0,0-1 0 0 0,0 1 0 0 0,0 1 0 0 0,11 21-19 0 0,-11-23 19 0 0,0 1 0 0 0,0-1 0 0 0,0 1 0 0 0,0-1 0 0 0,0 1 0 0 0,0-1 0 0 0,0 0 0 0 0,0 1 0 0 0,0-1 0 0 0,0 1-1 0 0,0-1 1 0 0,0 1 0 0 0,1-1 0 0 0,-1 0 0 0 0,0 1 0 0 0,0-1 0 0 0,1 1 0 0 0,-1-1 0 0 0,0 0 0 0 0,0 1 0 0 0,1-1 0 0 0,-1 0 0 0 0,0 1 0 0 0,1-1 0 0 0,-1 0 0 0 0,0 0 0 0 0,1 1 0 0 0,0-1 0 0 0,-1 0 0 0 0,1 0-1 0 0,-1 1 1 0 0,0-1 0 0 0,0 0 0 0 0,1 0 0 0 0,-1 0 0 0 0,0 1 0 0 0,0-1 0 0 0,1 0 0 0 0,-1 0 0 0 0,0 1 0 0 0,0-1 0 0 0,1 0 0 0 0,-1 0 0 0 0,0 1 0 0 0,0-1 0 0 0,0 0 0 0 0,0 0 0 0 0,0 1 0 0 0,1-1 0 0 0,-1 0 0 0 0,0 1 0 0 0,0-1 0 0 0,0 0 0 0 0,0 1-1 0 0,0-1 1 0 0,0 0 0 0 0,0 1 0 0 0,20 16-7 0 0,-18-16 4 0 0,10 4-8 0 0,41 21 30 0 0,-9-2 17 0 0,-12-5-16 0 0,-20-10 1 0 0,2-1 0 0 0,26 12 1 0 0,5 22 2 0 0,-37-34-9 0 0,-4-5-9 0 0,-1 1 0 0 0,1-1 0 0 0,-1 1 0 0 0,0-1 0 0 0,0 1 0 0 0,0 0 0 0 0,-1 0 0 0 0,1 0 0 0 0,-1 1-1 0 0,2 4 1 0 0,-3-6-3 0 0,0 0 0 0 0,1 1 0 0 0,-1-1 0 0 0,1 0 0 0 0,0-1 0 0 0,-1 1 0 0 0,1 0 0 0 0,1 0 0 0 0,-1-1-1 0 0,0 1 1 0 0,4 2 0 0 0,0 1 2 0 0,12 17-5 0 0,-13-16-1 0 0,0 1 1 0 0,1-1-1 0 0,-1-1 0 0 0,2 1 0 0 0,12 10 1 0 0,-4-7-6 0 0,-12-8 4 0 0,-1 0-1 0 0,1 0 1 0 0,0 0 0 0 0,0 0 0 0 0,0 0 0 0 0,0-1 0 0 0,0 0-1 0 0,0 1 1 0 0,0-1 0 0 0,1 0 0 0 0,3 0 0 0 0,7 5-80 0 0,26 13-1310 0 0,-38-19 968 0 0,9 6-3804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33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47 0 0 0,'0'0'811'0'0,"-2"-19"2213"0"0,1 18-2856 0 0,-7-6-33 0 0,8-3 3429 0 0,-12 4 223 0 0,5 2-346 0 0,4 7-1824 0 0,3-2-1566 0 0,0 30 41 0 0,11 17-13 0 0,-11-46-76 0 0,1 0 0 0 0,-1 0 0 0 0,1-1 0 0 0,-1 1 0 0 0,1 0 0 0 0,0 0 0 0 0,0 0 0 0 0,0-1 0 0 0,0 1 0 0 0,0 0 0 0 0,2 1 0 0 0,-2-1-1 0 0,0 0 0 0 0,0-1-1 0 0,1 1 1 0 0,-1 0 0 0 0,0 0-1 0 0,-1 0 1 0 0,1 0 0 0 0,0 0-1 0 0,-1 0 1 0 0,1 0 0 0 0,0 3 0 0 0,-1-2 2 0 0,1-1 0 0 0,0 1 0 0 0,-1 0 1 0 0,1-1-1 0 0,0 1 0 0 0,0-1 0 0 0,0 1 1 0 0,1-1-1 0 0,2 4 0 0 0,4 10 18 0 0,79 221 206 0 0,-76-199-208 0 0,0-2 19 0 0,-7-6 4 0 0,-2-25-43 0 0,-1 1 1 0 0,1-1-1 0 0,-1 1 0 0 0,1-1 0 0 0,-1 1 0 0 0,-1-1 0 0 0,1 1 1 0 0,-1 0-1 0 0,-1 10 0 0 0,1-2-20 0 0,1-13 11 0 0,7-1-1 0 0,-6 0 5 0 0,-13 1-6247 0 0,3-3 5008 0 0,2 1 318 0 0,0-1 1 0 0,0 1 0 0 0,1-1-1 0 0,-1 0 1 0 0,1-1 0 0 0,0 1-1 0 0,0-1 1 0 0,-7-5-1 0 0,10 2-427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35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135 510 0 0 0,'0'0'2144'0'0,"-11"-13"1483"0"0,11 9-3271 0 0,-1 2-282 0 0,1 1 1 0 0,0 0 0 0 0,0-1 0 0 0,0 1-1 0 0,0-1 1 0 0,0 1 0 0 0,0 0-1 0 0,0-1 1 0 0,0 1 0 0 0,1 0-1 0 0,-1-1 1 0 0,1 1 0 0 0,-1 0-1 0 0,1-1 1 0 0,-1 1 0 0 0,1 0 0 0 0,-1 0-1 0 0,1 0 1 0 0,0-1 0 0 0,0 1-1 0 0,0 0 1 0 0,1-1 0 0 0,-2 2-47 0 0,0-1 0 0 0,1 1 0 0 0,-1-1 0 0 0,0 1 0 0 0,0-1 1 0 0,1 1-1 0 0,-1-1 0 0 0,0 1 0 0 0,0-1 0 0 0,0 1 0 0 0,0-1 0 0 0,0 1 1 0 0,0-1-1 0 0,0 1 0 0 0,0-1 0 0 0,0 1 0 0 0,0-1 0 0 0,0 1 0 0 0,0-1 1 0 0,0 1-1 0 0,0-1 0 0 0,-1 0 0 0 0,1 0-2 0 0,0 1 0 0 0,0-1 1 0 0,0 1-1 0 0,-1-1 0 0 0,1 0 0 0 0,0 1 0 0 0,0-1 1 0 0,0 1-1 0 0,0-1 0 0 0,0 0 0 0 0,0 1 0 0 0,0-1 1 0 0,0 1-1 0 0,1-1 0 0 0,-1 1 0 0 0,0-1 0 0 0,0 0 1 0 0,0 1-1 0 0,1-1 0 0 0,-1 1 0 0 0,0-1 0 0 0,0 1 1 0 0,1-1-1 0 0,0 0-26 0 0,-1 1 23 0 0,1 0 0 0 0,-1 0 0 0 0,1-1 0 0 0,0 1 0 0 0,-1 0 0 0 0,1-1 1 0 0,-1 1-1 0 0,1-1 0 0 0,-1 1 0 0 0,0-1 0 0 0,1 1 0 0 0,-1-1 0 0 0,1 1 0 0 0,-1-1 0 0 0,0 1 0 0 0,0-1 0 0 0,1 1 0 0 0,-1-1 1 0 0,0 1-1 0 0,0-1 0 0 0,1 0 0 0 0,-1 1 0 0 0,0-1 0 0 0,0 0 0 0 0,0 1 0 0 0,0-1 0 0 0,0 1 0 0 0,0-1 0 0 0,0 0 0 0 0,0 1 0 0 0,-1-2 1 0 0,6-2 187 0 0,-5 4-203 0 0,1 0 0 0 0,-1 0 0 0 0,0 0 0 0 0,1 0 0 0 0,-1-1 0 0 0,0 1 0 0 0,1 0 0 0 0,-1 0-1 0 0,0 0 1 0 0,0-1 0 0 0,1 1 0 0 0,-1 0 0 0 0,0 0 0 0 0,0-1 0 0 0,1 1 0 0 0,-1 0-1 0 0,0-1 1 0 0,0 1 0 0 0,0 0 0 0 0,1-1 0 0 0,-1 1 0 0 0,0 0 0 0 0,0-1 0 0 0,0 1-1 0 0,0 0 1 0 0,0-1 0 0 0,0 1 0 0 0,0 0 0 0 0,0-1 0 0 0,0 1 0 0 0,0-1 0 0 0,1 0 7 0 0,-1 0 0 0 0,0 0 1 0 0,0 1-1 0 0,1-1 0 0 0,-1 0 1 0 0,1 0-1 0 0,-1 1 1 0 0,0-1-1 0 0,1 0 0 0 0,-1 0 1 0 0,1 1-1 0 0,0-1 0 0 0,-1 1 1 0 0,1-1-1 0 0,0 0 0 0 0,-1 1 1 0 0,2-1-1 0 0,-1 0-1 0 0,0 1 1 0 0,0-1-1 0 0,0 0 0 0 0,0 1 1 0 0,-1-1-1 0 0,1 0 0 0 0,0 0 1 0 0,-1 1-1 0 0,1-1 0 0 0,0 0 1 0 0,-1 0-1 0 0,1 0 0 0 0,-1 0 1 0 0,1 0-1 0 0,-1 0 0 0 0,0 0 1 0 0,1 0-1 0 0,-1-2 0 0 0,1 1 1 0 0,0 0 1 0 0,0 0-1 0 0,0 0 0 0 0,0 0 0 0 0,0 0 0 0 0,1 0 0 0 0,-1 0 0 0 0,1 0 0 0 0,-1 0 0 0 0,4-2 0 0 0,-4 2-5 0 0,1 1 0 0 0,0-1 0 0 0,-1 0 1 0 0,1 1-1 0 0,-1-1 0 0 0,0 0 0 0 0,1 0 0 0 0,-1 0 0 0 0,0 0 0 0 0,1-4 0 0 0,-1 4-4 0 0,-1 0 1 0 0,1 0-1 0 0,0 0 0 0 0,0 0 0 0 0,0 0 1 0 0,1 0-1 0 0,-1 0 0 0 0,0 0 0 0 0,1 0 1 0 0,0 0-1 0 0,2-2 0 0 0,-2 3 1 0 0,-1-1 1 0 0,1 1-1 0 0,-1-1 0 0 0,1 0 1 0 0,-1 1-1 0 0,0-1 0 0 0,0 0 0 0 0,0 0 1 0 0,0 0-1 0 0,0 0 0 0 0,1-2 1 0 0,-2 3-5 0 0,0-1 1 0 0,1 1 0 0 0,-1 0-1 0 0,1-1 1 0 0,-1 1 0 0 0,1 0-1 0 0,0 0 1 0 0,0-1 0 0 0,0 1-1 0 0,-1 0 1 0 0,1 0 0 0 0,0 0-1 0 0,2-1 1 0 0,-2 1-1 0 0,0 0 0 0 0,0 0 0 0 0,0 0-1 0 0,-1 0 1 0 0,1-1 0 0 0,0 1 0 0 0,0 0 0 0 0,-1 0-1 0 0,1-1 1 0 0,0 1 0 0 0,-1 0 0 0 0,1-1 0 0 0,-1-1-1 0 0,11-26 100 0 0,0 10-29 0 0,-7 14-36 0 0,-3 4-33 0 0,-1 1-1 0 0,1-1 0 0 0,-1 1 1 0 0,1-1-1 0 0,-1 1 0 0 0,1-1 0 0 0,-1 1 1 0 0,1-1-1 0 0,-1 1 0 0 0,0-1 1 0 0,1 0-1 0 0,-1 1 0 0 0,0-1 1 0 0,0 0-1 0 0,1 1 0 0 0,-1-1 0 0 0,0 0 1 0 0,0-1-1 0 0,2 1 3 0 0,0 1 1 0 0,-1-1-1 0 0,1 0 1 0 0,0 1-1 0 0,-1-1 1 0 0,1 0-1 0 0,0 0 0 0 0,-1-1 1 0 0,1 1-1 0 0,-1 0 1 0 0,0 0-1 0 0,2-2 0 0 0,-1-3-1 0 0,-1 6-5 0 0,0 0-1 0 0,0 0 1 0 0,0-1 0 0 0,0 1 0 0 0,0 0 0 0 0,0-1 0 0 0,0 1-1 0 0,0-1 1 0 0,0 1 0 0 0,0-1 0 0 0,0 0 0 0 0,-1 1 0 0 0,1-1 0 0 0,0 0-1 0 0,0 1 1 0 0,-1-1 0 0 0,1 0 0 0 0,1-2 0 0 0,32-15-1 0 0,-14 5-1 0 0,-16 10 4 0 0,0 0 0 0 0,-1 1 0 0 0,1 0 0 0 0,0-1 1 0 0,1 2-1 0 0,6-4 0 0 0,12-9 31 0 0,-3-1 10 0 0,-18 14-39 0 0,6-3 29 0 0,-1-1 0 0 0,0 1-1 0 0,0-1 1 0 0,8-7 0 0 0,16-3 49 0 0,-11 6-17 0 0,-14 8-55 0 0,0-1 0 0 0,0 0 1 0 0,0 1-1 0 0,0 0 0 0 0,0 1 0 0 0,0-1 0 0 0,0 1 0 0 0,10 1 0 0 0,-4-1 4 0 0,-10 0-7 0 0,0 0 0 0 0,30 6 13 0 0,-27-4-17 0 0,-1-1-1 0 0,1 0 1 0 0,-1 1-1 0 0,0 0 1 0 0,1 0-1 0 0,-1 0 1 0 0,4 3-1 0 0,-7-4 0 0 0,1 0 6 0 0,18 6 22 0 0,-16-5-26 0 0,-1 0 0 0 0,1 0 0 0 0,-1 0 0 0 0,0 1 0 0 0,0-1 0 0 0,0 1 0 0 0,5 4 0 0 0,7 6 4 0 0,-6-7-11 0 0,0 2-1 0 0,0-1 0 0 0,-1 1 1 0 0,8 9-1 0 0,20 18 4 0 0,18 24 11 0 0,-50-55-7 0 0,0 0-1 0 0,-1 0 0 0 0,0 0 1 0 0,0 1-1 0 0,0-1 1 0 0,4 10-1 0 0,-5-9-1 0 0,1 0 1 0 0,-1 0-1 0 0,1-1 0 0 0,1 1 1 0 0,-1-1-1 0 0,8 8 0 0 0,-5-4 5 0 0,0-1 0 0 0,0 1 0 0 0,0 0 0 0 0,-1 0 0 0 0,-1 0 1 0 0,1 1-1 0 0,3 10 0 0 0,9 17-11 0 0,-14-32 7 0 0,-1 1-1 0 0,0-1 1 0 0,-1 1 0 0 0,1-1 0 0 0,-1 1-1 0 0,1 5 1 0 0,-1-6-2 0 0,-1 0 1 0 0,1-1-1 0 0,0 1 0 0 0,0 0 0 0 0,0 0 1 0 0,1-1-1 0 0,-1 1 0 0 0,1 0 0 0 0,0-1 1 0 0,3 5-1 0 0,-3-5 1 0 0,0 0 0 0 0,0 0 0 0 0,0 0 0 0 0,-1 1 0 0 0,1-1 0 0 0,-1 0 0 0 0,0 1 1 0 0,0-1-1 0 0,0 1 0 0 0,0 4 0 0 0,10 23 5 0 0,0 6-16 0 0,0 5-13 0 0,-11-39 22 0 0,0-1 0 0 0,1 1 0 0 0,-1 0 0 0 0,1-1 0 0 0,0 1 0 0 0,0-1 0 0 0,0 1 0 0 0,0-1 0 0 0,0 1 1 0 0,2 2-1 0 0,-1-3 0 0 0,-1 1-1 0 0,1-1 1 0 0,-1 1 0 0 0,0-1 0 0 0,0 1 0 0 0,0 0 0 0 0,-1-1 0 0 0,1 1 0 0 0,0 0 0 0 0,-1 3 0 0 0,11 54 15 0 0,-10-46-10 0 0,-1-11-3 0 0,0 1-1 0 0,1-1 1 0 0,-1 1-1 0 0,0 0 1 0 0,-1-1 0 0 0,1 1-1 0 0,-1-1 1 0 0,1 1 0 0 0,-1-1-1 0 0,0 1 1 0 0,0-1 0 0 0,-1 0-1 0 0,-2 6 1 0 0,4-8-1 0 0,-1-1-1 0 0,1 1 0 0 0,0 0 1 0 0,-1-1-1 0 0,1 1 0 0 0,0 0 1 0 0,0-1-1 0 0,-1 1 0 0 0,1 0 1 0 0,0-1-1 0 0,0 1 0 0 0,0 0 1 0 0,0 0-1 0 0,0-1 0 0 0,0 1 1 0 0,0 0-1 0 0,0-1 0 0 0,0 1 1 0 0,1 1-1 0 0,-2 15 17 0 0,-3-12-11 0 0,1 1-1 0 0,0 0 0 0 0,0 1 1 0 0,1-1-1 0 0,-3 11 1 0 0,-6 7 31 0 0,10-22-33 0 0,1-1 0 0 0,0 1 1 0 0,0-1-1 0 0,-1 1 0 0 0,1-1 0 0 0,-1 1 0 0 0,0-1 1 0 0,1 0-1 0 0,-1 1 0 0 0,0-1 0 0 0,0 0 0 0 0,0 1 0 0 0,1-1 1 0 0,-3 2-1 0 0,2-2 1 0 0,0 0 1 0 0,0 0 0 0 0,0 0-1 0 0,0 1 1 0 0,0-1-1 0 0,0 0 1 0 0,0 0 0 0 0,1 1-1 0 0,-1-1 1 0 0,1 1-1 0 0,-1-1 1 0 0,1 1 0 0 0,-1-1-1 0 0,1 3 1 0 0,-2 2 30 0 0,1 0 1 0 0,-1 0-1 0 0,0 0 0 0 0,-1 0 1 0 0,0-1-1 0 0,0 1 0 0 0,0-1 1 0 0,0 0-1 0 0,-1 0 1 0 0,-5 6-1 0 0,-2 4 69 0 0,9-11-85 0 0,-1 0 1 0 0,1-1-1 0 0,-1 1 0 0 0,0-1 0 0 0,0 1 1 0 0,0-1-1 0 0,-1 0 0 0 0,-3 3 0 0 0,-15 18 124 0 0,-11 7 42 0 0,-11 12 20 0 0,41-41-195 0 0,1 0 1 0 0,-1 1 0 0 0,0 0-1 0 0,1-1 1 0 0,-1 1-1 0 0,1 0 1 0 0,0 0 0 0 0,-2 4-1 0 0,1-3-1 0 0,1-1 0 0 0,0 1 0 0 0,-1-1 0 0 0,0 1 0 0 0,0-1-1 0 0,0 0 1 0 0,0 0 0 0 0,-5 3 0 0 0,5-4 3 0 0,0 0 0 0 0,0 1 0 0 0,0-1 0 0 0,1 1 0 0 0,-1-1 0 0 0,1 1 0 0 0,-1 0 0 0 0,-1 3 0 0 0,2-2 6 0 0,-1-1-1 0 0,1 0 1 0 0,-1 1 0 0 0,0-1-1 0 0,0-1 1 0 0,0 1-1 0 0,-1 0 1 0 0,-3 2 0 0 0,-2 1 67 0 0,0 1 0 0 0,1 0 0 0 0,-10 9 0 0 0,14-12-20 0 0,1-1-1 0 0,-1 0 1 0 0,0 0-1 0 0,-1 0 1 0 0,1 0-1 0 0,0-1 0 0 0,-1 1 1 0 0,-6 1-1 0 0,-21 12 476 0 0,-8-4-46 0 0,36-10-405 0 0,1 0 0 0 0,0-1 0 0 0,-1 0 1 0 0,1 0-1 0 0,-1 0 0 0 0,0 0 0 0 0,1 0 1 0 0,-1-1-1 0 0,0 1 0 0 0,0-1 0 0 0,1 0 1 0 0,-1 0-1 0 0,0-1 0 0 0,1 1 1 0 0,-1-1-1 0 0,0 1 0 0 0,-3-3 0 0 0,-16-2 664 0 0,20 5-642 0 0,-1-1 1 0 0,1 0-1 0 0,-1 1 1 0 0,1-1 0 0 0,-1 0-1 0 0,1-1 1 0 0,-5-1-1 0 0,-11-5 369 0 0,16 6-355 0 0,-1 1-1 0 0,1 0 1 0 0,-1-1 0 0 0,1 0-1 0 0,0 0 1 0 0,-1 0 0 0 0,1 0-1 0 0,-5-6 1 0 0,-36-22 944 0 0,-9-8-414 0 0,-3-10-391 0 0,19 19-179 0 0,10 10-34 0 0,18 12-28 0 0,-5-7 64 0 0,11 11-58 0 0,0-1-1 0 0,0 1 1 0 0,0 0 0 0 0,0 0 0 0 0,0 0 0 0 0,-6-4-1 0 0,5 5 15 0 0,1-1-1 0 0,-1 0 0 0 0,1 0 1 0 0,0 0-1 0 0,-1-1 1 0 0,-3-5-1 0 0,-14-11 237 0 0,-23-41 138 0 0,37 51-392 0 0,6 8-21 0 0,-1 1-1 0 0,1-1 1 0 0,0 0 0 0 0,-1 0-1 0 0,1 1 1 0 0,0-1-1 0 0,0 0 1 0 0,1 0 0 0 0,-1 0-1 0 0,0 0 1 0 0,0-3-1 0 0,1 3-3 0 0,-1 1 0 0 0,1-1 0 0 0,0 1-1 0 0,-1-1 1 0 0,1 0 0 0 0,-1 1 0 0 0,0-1 0 0 0,1 1-1 0 0,-1 0 1 0 0,0-1 0 0 0,0 1 0 0 0,0 0 0 0 0,0-1-1 0 0,-1 0 1 0 0,1 1-1 0 0,0 0-1 0 0,0 0 0 0 0,0-1 1 0 0,0 1-1 0 0,0 0 1 0 0,0 0-1 0 0,1-1 1 0 0,-1 1-1 0 0,0 0 1 0 0,1-1-1 0 0,-1 1 0 0 0,1-1 1 0 0,-1-2-1 0 0,1 1 2 0 0,-1 1-1 0 0,1-1 0 0 0,-1 0 1 0 0,0 1-1 0 0,0-1 0 0 0,0 1 0 0 0,0-1 1 0 0,0 1-1 0 0,-2-3 0 0 0,1 2 2 0 0,1 1-1 0 0,-1-1 0 0 0,1 0 1 0 0,0 0-1 0 0,0 0 1 0 0,0 0-1 0 0,0 0 0 0 0,0 0 1 0 0,0-5-1 0 0,-3-8 3 0 0,3 15-4 0 0,0-1 0 0 0,0 1 1 0 0,0-1-1 0 0,1 1 0 0 0,-1-1 0 0 0,1 0 1 0 0,-1 1-1 0 0,1-1 0 0 0,0 0 1 0 0,0 1-1 0 0,-1-3 0 0 0,-9-45 5 0 0,5 34 1 0 0,4 13-6 0 0,0 1 1 0 0,0-1 0 0 0,1 0 0 0 0,-1 1-1 0 0,0-1 1 0 0,1 1 0 0 0,0-1 0 0 0,-1 0-1 0 0,1 1 1 0 0,0-1 0 0 0,0-2 0 0 0,0 0-1 0 0,0 1 0 0 0,-1-1 0 0 0,1 1 0 0 0,0-1 0 0 0,-1 1 0 0 0,0 0 0 0 0,0-1 0 0 0,0 1 0 0 0,0 0 0 0 0,-2-4 0 0 0,1 3 0 0 0,1-1 0 0 0,0 1 0 0 0,1-1 0 0 0,-1 1 0 0 0,1-1 0 0 0,0 0 0 0 0,0 1 0 0 0,0-1-1 0 0,2-5 1 0 0,-1-8-3 0 0,-1-60-21 0 0,11 46 28 0 0,-11 27-5 0 0,0 0 0 0 0,0 0 0 0 0,1 0 0 0 0,0 0 0 0 0,0 0 0 0 0,0 0 0 0 0,4-9 0 0 0,6-28-3 0 0,-9 38 1 0 0,0 0 0 0 0,0-1 0 0 0,0 1 1 0 0,-1-1-1 0 0,0 0 0 0 0,1-5 0 0 0,-1 9 3 0 0,-1 0-1 0 0,0 0 0 0 0,1-1 1 0 0,-1 1-1 0 0,0 0 1 0 0,1 0-1 0 0,0-1 0 0 0,-1 1 1 0 0,1 0-1 0 0,0 0 0 0 0,0 0 1 0 0,-1 0-1 0 0,1 0 1 0 0,0 0-1 0 0,1-1 0 0 0,-1 1 1 0 0,0 0-1 0 0,0 0 0 0 0,0 0 1 0 0,0 0-1 0 0,0 0 1 0 0,-1 0-1 0 0,1 0 0 0 0,0 0 1 0 0,-1 0-1 0 0,1-1 0 0 0,-1 1 1 0 0,1 0-1 0 0,-1 0 1 0 0,1-1-1 0 0,-1 0 0 0 0,0 1 1 0 0,0 0 0 0 0,0 1-1 0 0,0-1 1 0 0,0 1 0 0 0,1-1-1 0 0,-1 0 1 0 0,0 1 0 0 0,0-1 0 0 0,0 1-1 0 0,1-1 1 0 0,-1 1 0 0 0,0-1-1 0 0,0 1 1 0 0,1-1 0 0 0,-1 1-1 0 0,1-1 1 0 0,-1 1 0 0 0,0-1 0 0 0,1 1-1 0 0,0-1 1 0 0,4-9-4 0 0,0 4 9 0 0,-5 5-4 0 0,1 1-1 0 0,-1 0 1 0 0,0 0-1 0 0,1 0 0 0 0,-1 0 1 0 0,0-1-1 0 0,1 1 1 0 0,-1 0-1 0 0,0 0 1 0 0,0-1-1 0 0,1 1 0 0 0,-1 0 1 0 0,0 0-1 0 0,0-1 1 0 0,1 1-1 0 0,-1 0 0 0 0,0-1 1 0 0,0 1-1 0 0,0 0 1 0 0,0-1-1 0 0,1 1 1 0 0,-1 0-1 0 0,0-1 0 0 0,0 1 1 0 0,0 0-1 0 0,0-1 1 0 0,0 1-1 0 0,0-1 1 0 0,9-10-1 0 0,-1 5 3 0 0,-7 6-3 0 0,-1 0 0 0 0,0 0 0 0 0,0 0 1 0 0,0 0-1 0 0,1 0 0 0 0,-1 0 0 0 0,0 0 0 0 0,0 0 0 0 0,0 0 0 0 0,1-1 0 0 0,-1 1 0 0 0,0 0 0 0 0,0 0 1 0 0,0 0-1 0 0,0 0 0 0 0,1 0 0 0 0,-1-1 0 0 0,0 1 0 0 0,0 0 0 0 0,0 0 0 0 0,0 0 0 0 0,0 0 1 0 0,0-1-1 0 0,1 1 0 0 0,-1 0 0 0 0,0 0 0 0 0,0 0 0 0 0,0-1 0 0 0,0 1 0 0 0,0 0 0 0 0,0 0 0 0 0,0-1 1 0 0,0 1-1 0 0,0 0 0 0 0,0 0 0 0 0,0-1 0 0 0,0 0-4 0 0,-14-2-11833 0 0,-27 0 6679 0 0,7-3-852 0 0,14 6 4214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32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36 456 0 0,'-1'0'119'0'0,"0"0"1"0"0,0 0-1 0 0,0 0 1 0 0,0 0-1 0 0,-1 0 0 0 0,1-1 1 0 0,0 1-1 0 0,0 0 1 0 0,0-1-1 0 0,0 1 0 0 0,0-1 1 0 0,1 1-1 0 0,-1-1 1 0 0,0 1-1 0 0,0-1 0 0 0,-1-1 1 0 0,-11-3 826 0 0,11 5-722 0 0,-21-7 752 0 0,4-3-232 0 0,18 9 35 0 0,-10-5 4116 0 0,10 9-4892 0 0,1-1 0 0 0,0 0 0 0 0,0 0 1 0 0,0 0-1 0 0,1 0 0 0 0,-1 0 0 0 0,0 0 0 0 0,1 0 1 0 0,-1 0-1 0 0,1 0 0 0 0,0 0 0 0 0,0 0 0 0 0,-1 0 1 0 0,1 0-1 0 0,3 3 0 0 0,-1 19 14 0 0,10 5 9 0 0,-11-23-24 0 0,0 0 0 0 0,0 1 0 0 0,1-1 0 0 0,6 9 0 0 0,-6-10-1 0 0,0 1 0 0 0,0-1 1 0 0,-1 0-1 0 0,0 1 0 0 0,0-1 0 0 0,1 7 1 0 0,12 29 4 0 0,-10-31-3 0 0,0 0-1 0 0,-1 0 1 0 0,4 13-1 0 0,-5-12 2 0 0,1-1-1 0 0,0 0 1 0 0,7 12-1 0 0,10 31 13 0 0,1 3-8 0 0,0-2-23 0 0,-16-45 14 0 0,-1 1 0 0 0,-1 0 1 0 0,1 1-1 0 0,-2-1 1 0 0,4 13-1 0 0,8 21-12 0 0,-3-23 18 0 0,-10-17-3 0 0,1 0 0 0 0,-1 0 0 0 0,0 0 0 0 0,0 0 0 0 0,0 0 0 0 0,-1 1 0 0 0,1-1 0 0 0,-1 0 0 0 0,0 1 0 0 0,0 5 0 0 0,0-7-2 0 0,1 0 1 0 0,-1 1-1 0 0,1-1 1 0 0,0 0 0 0 0,0 0-1 0 0,0 0 1 0 0,0-1-1 0 0,4 6 1 0 0,-6-8-1 0 0,2 6 0 0 0,-2-6 0 0 0,0 1 0 0 0,0 0 0 0 0,0-1-1 0 0,0 1 1 0 0,0-1 0 0 0,0 1 0 0 0,0 0 0 0 0,0-1-1 0 0,1 1 1 0 0,-1-1 0 0 0,0 1 0 0 0,0-1 0 0 0,1 1 0 0 0,-1 0-1 0 0,0-1 1 0 0,1 1 0 0 0,-1-1 0 0 0,0 1 0 0 0,1-1 0 0 0,-1 0-1 0 0,1 1 1 0 0,0 0 0 0 0,-1-1 0 0 0,1 1 0 0 0,-1-1 0 0 0,0 0 0 0 0,1 1 0 0 0,-1-1 0 0 0,0 0 0 0 0,1 1 0 0 0,-1-1 0 0 0,0 1 0 0 0,1-1 0 0 0,-1 1 0 0 0,0-1 0 0 0,0 1 0 0 0,0-1 0 0 0,1 1 0 0 0,-1-1 0 0 0,0 1 0 0 0,0-1-1 0 0,0 1 1 0 0,0-1 0 0 0,0 1 0 0 0,0 0 0 0 0,5 10 5 0 0,-4-10-5 0 0,-1-1 0 0 0,1 1-1 0 0,-1-1 1 0 0,1 1 0 0 0,-1-1 0 0 0,0 1 0 0 0,1-1-1 0 0,-1 1 1 0 0,0-1 0 0 0,1 1 0 0 0,-1-1 0 0 0,0 1-1 0 0,0 0 1 0 0,0-1 0 0 0,1 1 0 0 0,-1 0 0 0 0,0-1-1 0 0,0 1 1 0 0,0 1 0 0 0,4 4 7 0 0,-4-6-7 0 0,1 1 0 0 0,-1-1 0 0 0,1 1 0 0 0,0-1 1 0 0,-1 1-1 0 0,0-1 0 0 0,1 1 0 0 0,-1-1 0 0 0,1 1 0 0 0,-1 0 0 0 0,0-1 0 0 0,1 1 0 0 0,-1 0 0 0 0,0-1 0 0 0,0 1 0 0 0,0 0 0 0 0,1-1 0 0 0,-1 1 0 0 0,0 0 1 0 0,0-1-1 0 0,0 2 0 0 0,5 14 47 0 0,1 4-3 0 0,-6 27 114 0 0,0-27-2962 0 0,-24-7-1310 0 0,22-12 3829 0 0,1 0 0 0 0,-1 1 1 0 0,0-1-1 0 0,0 0 0 0 0,0 0 0 0 0,0 0 0 0 0,0 0 1 0 0,0 0-1 0 0,-1-1 0 0 0,-3 2 0 0 0,1-1-277 0 0,-6 4-296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33.1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62 0 0 0,'-1'0'176'0'0,"0"0"0"0"0,1-1 0 0 0,-1 1 0 0 0,0 0 0 0 0,1 0 0 0 0,-1 0 0 0 0,1-1 0 0 0,-1 1 0 0 0,1 0 0 0 0,-1-1 0 0 0,0 1 0 0 0,1-1 0 0 0,-1 1 0 0 0,1-1-1 0 0,0 1 1 0 0,-1 0 0 0 0,1-1 0 0 0,-1 0 0 0 0,1 1 0 0 0,0-1 0 0 0,-1 1 0 0 0,1-1 0 0 0,0 1 0 0 0,0-1 0 0 0,-1 0 0 0 0,1 1 0 0 0,0-1 0 0 0,0 0 0 0 0,0 1 0 0 0,0-1 0 0 0,0 0 0 0 0,0 1 0 0 0,0-1 0 0 0,0 0 0 0 0,0 1 0 0 0,0-1 0 0 0,0 1 0 0 0,0-1 0 0 0,0 0 0 0 0,1 1 0 0 0,-1-1 0 0 0,0 0-1 0 0,1-8 1070 0 0,1-9 177 0 0,50 6-779 0 0,-17 14-470 0 0,-1 1-1 0 0,64 16 1 0 0,-34-6-43 0 0,30 12 22 0 0,-88-24-135 0 0,0 1-1 0 0,0 0 1 0 0,-1 1-1 0 0,1-1 0 0 0,9 7 1 0 0,-12-7-10 0 0,0 0 0 0 0,1 0 0 0 0,-1 0 0 0 0,1 0 0 0 0,0-1 0 0 0,-1 0 0 0 0,1 1 0 0 0,0-1-1 0 0,8 1 1 0 0,2 4 18 0 0,15 0-43 0 0,-27-6-3 0 0,-4 11-2738 0 0,-5-6 839 0 0,6-4 1456 0 0,-1 0-1 0 0,1 0 1 0 0,-1 0 0 0 0,1-1-1 0 0,0 1 1 0 0,-1 0-1 0 0,1-1 1 0 0,-1 1 0 0 0,1-1-1 0 0,-1 1 1 0 0,0-1-1 0 0,1 0 1 0 0,-4 0-1 0 0,-5 0-184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34.0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131 240 0 0 0,'0'-3'462'0'0,"-1"0"-1"0"0,1 0 1 0 0,1 0 0 0 0,-1 0-1 0 0,0-1 1 0 0,1 1 0 0 0,-1 0-1 0 0,1 0 1 0 0,0 0 0 0 0,0 0 0 0 0,0 1-1 0 0,3-6 1 0 0,7-22 431 0 0,-7 12-340 0 0,-4 17-524 0 0,1 0 0 0 0,0 1 0 0 0,0-1 0 0 0,0 0 0 0 0,-1 0 0 0 0,1 0 1 0 0,-1 0-1 0 0,1 0 0 0 0,-1-1 0 0 0,1 1 0 0 0,-1 0 0 0 0,1 0 0 0 0,-1 0 0 0 0,0 0 0 0 0,0 0 0 0 0,1-1 0 0 0,-1 1 0 0 0,0 0 0 0 0,0-2 0 0 0,3-3 148 0 0,-2 6-166 0 0,-1-1 1 0 0,1 1-1 0 0,0-1 1 0 0,-1 0-1 0 0,1 1 0 0 0,-1-1 1 0 0,1 0-1 0 0,-1 0 1 0 0,0 1-1 0 0,1-1 1 0 0,-1 0-1 0 0,0 0 1 0 0,1 0-1 0 0,-1 1 1 0 0,0-1-1 0 0,0 0 1 0 0,0 0-1 0 0,1-1 0 0 0,-2-5 469 0 0,3 9 361 0 0,-1-2-841 0 0,0 0 0 0 0,0 0 0 0 0,0 0 0 0 0,0 0 0 0 0,0-1 0 0 0,0 1 0 0 0,0 0 0 0 0,0-1-1 0 0,0 1 1 0 0,0 0 0 0 0,0-1 0 0 0,0 1 0 0 0,0-1 0 0 0,0 0 0 0 0,0 1 0 0 0,-1-1 0 0 0,1 1 0 0 0,0-1 0 0 0,0 0 0 0 0,-1 0 0 0 0,2-1-1 0 0,-1 1 3 0 0,1-2-1 0 0,1 1 0 0 0,-1-1 1 0 0,1 1-1 0 0,0 0 0 0 0,0 0 0 0 0,-1 0 0 0 0,1 1 0 0 0,0-1 0 0 0,1 1 0 0 0,-1-1 0 0 0,6-1 1 0 0,-5 1 3 0 0,-1 1 1 0 0,1-1 0 0 0,-1-1 0 0 0,0 1-1 0 0,0 0 1 0 0,0-1 0 0 0,4-3 0 0 0,10-9 18 0 0,5 1-78 0 0,-15 6 140 0 0,-7 8-73 0 0,0 0 0 0 0,0 0 0 0 0,0-1 0 0 0,0 1 1 0 0,0 0-1 0 0,-1 0 0 0 0,1 0 0 0 0,0 0 0 0 0,0-1 0 0 0,0 1 0 0 0,0 0 0 0 0,0 0 1 0 0,0 0-1 0 0,0 0 0 0 0,-1 0 0 0 0,1-1 0 0 0,0 1 0 0 0,0 0 0 0 0,0 0 0 0 0,0 0 1 0 0,-1 0-1 0 0,1 0 0 0 0,0 0 0 0 0,0 0 0 0 0,0 0 0 0 0,-1-1 0 0 0,1 1 0 0 0,0 0 1 0 0,0 0-1 0 0,0 0 0 0 0,-1 0 0 0 0,1 0 0 0 0,0 0 0 0 0,0 0 0 0 0,0 0 0 0 0,-1 0 1 0 0,1 0-1 0 0,0 1 0 0 0,0-1 0 0 0,0 0 0 0 0,0 0 0 0 0,-1 0 0 0 0,-1 0 5 0 0,0 0 0 0 0,1 1 1 0 0,-1-1-1 0 0,0 1 0 0 0,0-1 0 0 0,0 1 0 0 0,1-1 0 0 0,-1 1 0 0 0,0 0 0 0 0,-1 1 0 0 0,-9 3 36 0 0,9-3-50 0 0,0-1 0 0 0,-1 1 0 0 0,1 0 1 0 0,0 0-1 0 0,0 0 0 0 0,0 1 0 0 0,0-1 0 0 0,1 1 0 0 0,-1 0 0 0 0,1 0 1 0 0,-1-1-1 0 0,-1 5 0 0 0,-4 2-1 0 0,-6 19 17 0 0,13-24-19 0 0,-1 0 0 0 0,1 0 0 0 0,-1 0 0 0 0,0 0 0 0 0,0 0 0 0 0,-5 5 0 0 0,4-5-2 0 0,1 0 0 0 0,-1 1 0 0 0,1-1 1 0 0,0 0-1 0 0,0 1 0 0 0,0 0 0 0 0,0 4 0 0 0,-12 24-3 0 0,10-27 3 0 0,1 0 0 0 0,-1 0 0 0 0,2 0-1 0 0,-1 1 1 0 0,-2 10 0 0 0,3-10-1 0 0,0 0 1 0 0,-1 0-1 0 0,0 0 0 0 0,0 0 1 0 0,-7 10-1 0 0,-12 37-2 0 0,0 1 13 0 0,16-42-1 0 0,0-1 0 0 0,-8 26 0 0 0,-1 4 3 0 0,4-6-16 0 0,0-11-51 0 0,7-16 1632 0 0,6 0-5764 0 0,-4-21-3321 0 0,-7 0 6918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58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26 0 0 0,'0'-5'6348'0'0,"-2"-15"-3136"0"0,-5 20-2807 0 0,-15 0 474 0 0,21 0-866 0 0,1 0-1 0 0,-1 0 1 0 0,1 0 0 0 0,-1 0-1 0 0,1 0 1 0 0,-1 0 0 0 0,1 0 0 0 0,-1 0-1 0 0,1 0 1 0 0,-1 0 0 0 0,1 0-1 0 0,-1 0 1 0 0,1 1 0 0 0,-1-1-1 0 0,1 0 1 0 0,-1 0 0 0 0,1 1 0 0 0,0-1-1 0 0,-1 0 1 0 0,1 0 0 0 0,0 1-1 0 0,-1-1 1 0 0,1 0 0 0 0,-1 1 0 0 0,1-1-1 0 0,0 1 1 0 0,-1 0 0 0 0,1 0 64 0 0,-12 11 265 0 0,9-10-325 0 0,-4 8 94 0 0,3-3-71 0 0,4-7-38 0 0,-1 0 0 0 0,1 1 0 0 0,-1-1-1 0 0,1 0 1 0 0,-1 1 0 0 0,1-1 0 0 0,0 0-1 0 0,-1 1 1 0 0,1-1 0 0 0,0 1 0 0 0,-1-1 0 0 0,1 0-1 0 0,0 1 1 0 0,0-1 0 0 0,-1 1 0 0 0,1-1-1 0 0,0 1 1 0 0,0-1 0 0 0,0 1 0 0 0,0-1-1 0 0,-1 1 1 0 0,1-1 0 0 0,0 1 0 0 0,0-1 0 0 0,0 1-1 0 0,0-1 1 0 0,0 1 0 0 0,0-1 0 0 0,1 2-1 0 0,-6 11 32 0 0,4-12-28 0 0,0 1 0 0 0,1 0 0 0 0,-1-1 0 0 0,0 1 0 0 0,1 0 0 0 0,-1 0 0 0 0,1-1 0 0 0,-1 1 0 0 0,1 0 0 0 0,0 3 0 0 0,-1-2-3 0 0,1-1 0 0 0,-1 0 0 0 0,1 1 0 0 0,-1-1 0 0 0,0 0-1 0 0,0 0 1 0 0,0 1 0 0 0,0-1 0 0 0,-2 3 0 0 0,1-2 0 0 0,1-1 1 0 0,-1 1 0 0 0,1 0 0 0 0,0 0-1 0 0,0 0 1 0 0,0 0 0 0 0,0 0-1 0 0,0 0 1 0 0,1 0 0 0 0,-1 4-1 0 0,0-2 0 0 0,-1 1-1 0 0,0 0 1 0 0,0-1 0 0 0,0 1-1 0 0,0-1 1 0 0,-1 0-1 0 0,0 0 1 0 0,-5 7-1 0 0,2-2 2 0 0,-1-1-1 0 0,7-8-2 0 0,-1 0 0 0 0,1-1 0 0 0,-1 1 0 0 0,1 0 0 0 0,-1-1 0 0 0,1 1 0 0 0,-1 0 0 0 0,1 0 0 0 0,0 0 0 0 0,-1 0 0 0 0,1-1 0 0 0,0 1 1 0 0,0 0-1 0 0,-1 0 0 0 0,1 0 0 0 0,0 0 0 0 0,0 0 0 0 0,0 1 0 0 0,0-1-2 0 0,0 1 0 0 0,-1-1 0 0 0,1 1 0 0 0,0-1 0 0 0,-1 1 0 0 0,0-1 0 0 0,1 0 0 0 0,-1 1 0 0 0,0-1 0 0 0,0 0 0 0 0,0 1 0 0 0,1-1 0 0 0,-3 2 0 0 0,1-2 0 0 0,1 0-1 0 0,0 1 1 0 0,0-1 0 0 0,0 0 0 0 0,1 0 0 0 0,-1 1 0 0 0,0-1 0 0 0,0 1 0 0 0,1-1 0 0 0,-1 1 0 0 0,1-1 0 0 0,-1 1 0 0 0,0 3-1 0 0,8-6 9 0 0,0 0-1 0 0,0 0 1 0 0,-1 0 0 0 0,1-1-1 0 0,-1 0 1 0 0,11-5-1 0 0,-5 1-7 0 0,0 1 1 0 0,0 0-1 0 0,1 1 1 0 0,23-5-1 0 0,-1 5 15 0 0,-29 2-13 0 0,0 1 0 0 0,1 0 1 0 0,-1 1-1 0 0,1 0 1 0 0,-1 0-1 0 0,1 0 1 0 0,11 2-1 0 0,25 9-5 0 0,43 14 25 0 0,2 12-3 0 0,-80-33-13 0 0,1 1 1 0 0,0 0-1 0 0,-1 0 0 0 0,8 6 0 0 0,10 7 4 0 0,-19-14 5 0 0,-1 1-1 0 0,1 0 1 0 0,-1 0 0 0 0,0 1-1 0 0,0 0 1 0 0,-1 0 0 0 0,1 0 0 0 0,-2 0-1 0 0,8 12 1 0 0,-10-15 3 0 0,-1-1-1 0 0,1 1 1 0 0,-1-1-1 0 0,0 1 1 0 0,0-1-1 0 0,0 1 1 0 0,0-1-1 0 0,0 1 1 0 0,-1 0-1 0 0,1-1 1 0 0,-1 1-1 0 0,0 0 1 0 0,0 0-1 0 0,0 0 1 0 0,0-1-1 0 0,0 1 1 0 0,0 0-1 0 0,-1 0 1 0 0,1-1 0 0 0,-1 1-1 0 0,0 0 1 0 0,0-1-1 0 0,0 1 1 0 0,-2 3-1 0 0,0 10 98 0 0,3-15-107 0 0,0-1-1 0 0,0 1 0 0 0,0 0 1 0 0,0 0-1 0 0,0 0 1 0 0,0-1-1 0 0,0 1 0 0 0,0 0 1 0 0,0 0-1 0 0,-1 0 1 0 0,1-1-1 0 0,0 1 1 0 0,0 0-1 0 0,-1 0 0 0 0,1-1 1 0 0,-1 1-1 0 0,1 0 1 0 0,0-1-1 0 0,-1 1 1 0 0,1 0-1 0 0,-1-1 0 0 0,0 1 1 0 0,1-1-1 0 0,-1 1 1 0 0,1-1-1 0 0,-1 1 0 0 0,-1 0 1 0 0,0 0 10 0 0,0 1 1 0 0,0-1-1 0 0,1 1 0 0 0,-1 0 1 0 0,0-1-1 0 0,1 1 1 0 0,-1 0-1 0 0,1 0 0 0 0,0 0 1 0 0,-2 3-1 0 0,2-3 1 0 0,-1 1-1 0 0,1-1 1 0 0,-1 1 0 0 0,0-1-1 0 0,0 0 1 0 0,0 1 0 0 0,0-1-1 0 0,0 0 1 0 0,0-1 0 0 0,-4 4-1 0 0,-38 32 220 0 0,26-27-177 0 0,8-4-34 0 0,-1 1 1 0 0,0-2-1 0 0,0 0 0 0 0,-1 0 0 0 0,0-1 0 0 0,-14 4 0 0 0,-12 0-14 0 0,16-3-12 0 0,0-1 0 0 0,0-1 1 0 0,-25 0-1 0 0,42-4-98 0 0,-1 0 1 0 0,0 0-1 0 0,1-1 1 0 0,-1 0-1 0 0,1 0 1 0 0,0 0-1 0 0,-1-1 1 0 0,1 1-1 0 0,-9-8 1 0 0,-21-8-1621 0 0,33 17 1583 0 0,0 0 1 0 0,0 0 0 0 0,0 0-1 0 0,0-1 1 0 0,1 1 0 0 0,-1-1 0 0 0,0 1-1 0 0,0-1 1 0 0,1 0 0 0 0,-1 1-1 0 0,1-1 1 0 0,0 0 0 0 0,0 0-1 0 0,-2-3 1 0 0,-14-18-1457 0 0,13 18 1089 0 0,0-1 0 0 0,1 1 0 0 0,0-1 0 0 0,0 0 0 0 0,0 0 0 0 0,1 0 1 0 0,-3-12-1 0 0,1 5-314 0 0,2-1-186 0 0,2 2 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59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9 193 268 0 0,'0'0'7556'0'0,"-1"0"-7482"0"0,1 0 0 0 0,-1-1 0 0 0,1 1 0 0 0,-1 0 0 0 0,1-1 0 0 0,-1 1 0 0 0,1-1 0 0 0,-1 1 0 0 0,1-1 0 0 0,-1 1 0 0 0,1-1 0 0 0,-1 1 0 0 0,1-1 0 0 0,0 1 0 0 0,-1-1 0 0 0,1 0 0 0 0,0 1 0 0 0,0-1 0 0 0,0 1 0 0 0,-1-1 0 0 0,1-1 0 0 0,3 0-27 0 0,-3 1-24 0 0,1 1 0 0 0,-1 0-1 0 0,1 0 1 0 0,-1-1-1 0 0,0 1 1 0 0,1 0-1 0 0,-1-1 1 0 0,0 1 0 0 0,1 0-1 0 0,-1-1 1 0 0,0 1-1 0 0,1-1 1 0 0,-1 1-1 0 0,0-1 1 0 0,0 1-1 0 0,0 0 1 0 0,1-1 0 0 0,-1 1-1 0 0,0-1 1 0 0,0 1-1 0 0,0-1 1 0 0,0 1-1 0 0,0-1 1 0 0,0 0 0 0 0,3-3 95 0 0,0 0 1 0 0,1 0 0 0 0,-1 0 0 0 0,1 1 0 0 0,0 0-1 0 0,0-1 1 0 0,0 1 0 0 0,1 1 0 0 0,5-4 0 0 0,22-16 269 0 0,-19 16-275 0 0,-1 1 0 0 0,-1-1 0 0 0,19-13 0 0 0,3-2-1 0 0,-17 13-85 0 0,1 0 0 0 0,0 0 0 0 0,1 2 0 0 0,29-7 0 0 0,-32 8-26 0 0,26 2-63 0 0,-27 5-2494 0 0,-14-1 2494 0 0,0-1 0 0 0,0 0 0 0 0,0 1 0 0 0,0-1 1 0 0,0 1-1 0 0,0-1 0 0 0,0 0 0 0 0,0 1 0 0 0,0-1 1 0 0,-1 0-1 0 0,1 1 0 0 0,0-1 0 0 0,0 0 0 0 0,0 1 1 0 0,0-1-1 0 0,-1 0 0 0 0,1 1 0 0 0,0-1 0 0 0,0 0 1 0 0,0 0-1 0 0,-1 1 0 0 0,1-1 0 0 0,0 0 1 0 0,-1 0-1 0 0,1 1 0 0 0,0-1 0 0 0,-1 0 0 0 0,1 0 1 0 0,0 0-1 0 0,-1 0 0 0 0,1 1 0 0 0,0-1 0 0 0,-1 0 1 0 0,1 0-1 0 0,-1 0 0 0 0,-13 8-2349 0 0,-10-1-2038 0 0,15-7 3812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01.2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567 12 616 0 0,'0'0'639'0'0,"-21"-11"1900"0"0,-21 10-1157 0 0,-16 13 21 0 0,51-10-1325 0 0,1-1 0 0 0,-1 1 0 0 0,1 0 0 0 0,-1 0 0 0 0,1 0 0 0 0,0 1 0 0 0,-8 4-1 0 0,-35 14 337 0 0,40-18-283 0 0,3-2-68 0 0,0 0-1 0 0,0 1 0 0 0,0 0 1 0 0,1 0-1 0 0,-1 0 1 0 0,1 0-1 0 0,0 1 0 0 0,-8 5 1 0 0,10-6-18 0 0,0 0 1 0 0,-1 0-1 0 0,1 0 1 0 0,-1 0 0 0 0,0 0-1 0 0,0-1 1 0 0,1 0-1 0 0,-9 2 1 0 0,-13 5 355 0 0,-59 41 225 0 0,81-38-627 0 0,0-10 2 0 0,2-1 0 0 0,0 1-1 0 0,0-1 1 0 0,0 1 0 0 0,0-1 0 0 0,0 1 0 0 0,0-1 0 0 0,0 1 0 0 0,0 0 0 0 0,0-1-1 0 0,1 1 1 0 0,-1 0 0 0 0,0-1 0 0 0,1 1 0 0 0,-1 0 0 0 0,0 0 0 0 0,1 0-1 0 0,-1 0 1 0 0,1 0 0 0 0,-1 0 0 0 0,1 0 0 0 0,-1 0 0 0 0,1 1 0 0 0,-5 9 15 0 0,4-11-14 0 0,1 1 0 0 0,-1 0 0 0 0,1-1 0 0 0,-1 1 1 0 0,1 0-1 0 0,-1-1 0 0 0,1 1 0 0 0,-1 0 0 0 0,1-1 1 0 0,0 1-1 0 0,0 0 0 0 0,-1 0 0 0 0,1-1 0 0 0,0 1 0 0 0,0 0 1 0 0,0 0-1 0 0,0 1 0 0 0,-5 12 34 0 0,-1 3 11 0 0,1 0-14 0 0,4-15-25 0 0,0 0 0 0 0,0 0 0 0 0,1 1 0 0 0,-1-1 0 0 0,0 0 0 0 0,1 0 0 0 0,-1 1 0 0 0,1-1 0 0 0,0 4 0 0 0,0-3-2 0 0,0 0 0 0 0,0-1 0 0 0,0 1 0 0 0,-1 0-1 0 0,1 0 1 0 0,-1-1 0 0 0,1 1 0 0 0,-1-1 0 0 0,0 1 0 0 0,0-1 0 0 0,0 1 0 0 0,-2 2 0 0 0,2-3-3 0 0,1-1 0 0 0,-1 1 0 0 0,1 0 0 0 0,0 0 1 0 0,-1 0-1 0 0,1-1 0 0 0,0 1 0 0 0,0 0 0 0 0,0 0 0 0 0,0 0 1 0 0,1-1-1 0 0,-1 4 0 0 0,1-3 2 0 0,-1 0-1 0 0,1 0 1 0 0,-1 0 0 0 0,0 0 0 0 0,0 0 0 0 0,0 0-1 0 0,0 0 1 0 0,-1 0 0 0 0,1 0 0 0 0,0 0-1 0 0,-1 0 1 0 0,-1 3 0 0 0,0 0 8 0 0,1-1 0 0 0,-1 0-1 0 0,1 1 1 0 0,0 0 0 0 0,0-1 0 0 0,0 1 0 0 0,1 0-1 0 0,0-1 1 0 0,0 1 0 0 0,0 5 0 0 0,0-5 2 0 0,-11 36 146 0 0,0-2-1 0 0,0 8 11 0 0,1 17-40 0 0,10 40-62 0 0,4-88-64 0 0,-3-13-4 0 0,0-1 1 0 0,0 0-1 0 0,0 1 0 0 0,0-1 0 0 0,-1 1 0 0 0,1-1 1 0 0,-1 1-1 0 0,0 4 0 0 0,11 41-1 0 0,0-25 16 0 0,0 2 8 0 0,-11-24-24 0 0,1 1 1 0 0,-1-1-1 0 0,0 1 1 0 0,1-1-1 0 0,-1 1 1 0 0,1-1-1 0 0,-1 1 1 0 0,1-1-1 0 0,0 1 1 0 0,-1-1-1 0 0,1 0 1 0 0,0 1-1 0 0,0-1 1 0 0,0 0-1 0 0,2 2 1 0 0,-2-2-1 0 0,0 0 1 0 0,0 0-1 0 0,0 0 1 0 0,-1 0-1 0 0,1 0 1 0 0,0 0-1 0 0,-1 0 1 0 0,1 0-1 0 0,0 0 1 0 0,-1 0-1 0 0,1 0 1 0 0,-1 1-1 0 0,0-1 1 0 0,1 0 0 0 0,-1 2-1 0 0,0-2 1 0 0,1 0 0 0 0,-1-1 0 0 0,0 1-1 0 0,1 0 1 0 0,-1 0 0 0 0,1 0 0 0 0,-1 0 0 0 0,1-1 0 0 0,-1 1-1 0 0,1 0 1 0 0,-1-1 0 0 0,1 1 0 0 0,0 0 0 0 0,0-1 0 0 0,-1 1-1 0 0,1-1 1 0 0,0 1 0 0 0,1 0 0 0 0,-2-1 0 0 0,1 0 1 0 0,0 1-1 0 0,-1-1 0 0 0,1 1 1 0 0,0-1-1 0 0,-1 1 0 0 0,1-1 1 0 0,0 1-1 0 0,-1 0 0 0 0,1-1 1 0 0,-1 1-1 0 0,1 0 0 0 0,-1-1 1 0 0,0 1-1 0 0,1 0 0 0 0,-1 0 1 0 0,1 0-1 0 0,-1 0 0 0 0,0 0 0 0 0,0 0 1 0 0,1 0-1 0 0,-1 0 0 0 0,1 0 0 0 0,-1 0 1 0 0,0 0-1 0 0,1-1 0 0 0,-1 1 0 0 0,1 0 0 0 0,0 0 1 0 0,-1-1-1 0 0,1 1 0 0 0,0 0 0 0 0,-1-1 1 0 0,1 1-1 0 0,0-1 0 0 0,1 2 0 0 0,-2-2 0 0 0,1 1 0 0 0,0-1 0 0 0,0 1 0 0 0,0-1 1 0 0,-1 1-1 0 0,1 0 0 0 0,0-1 0 0 0,-1 1 0 0 0,1 0 0 0 0,-1 0 0 0 0,1 0 0 0 0,-1-1 0 0 0,1 1 0 0 0,-1 0 0 0 0,0 0 0 0 0,1 0 0 0 0,-1 0 0 0 0,1 1 0 0 0,-1 0 0 0 0,0-1 0 0 0,1 1 0 0 0,-1-1 0 0 0,1 1 0 0 0,-1 0 0 0 0,1-1 0 0 0,0 1 0 0 0,-1-1 0 0 0,1 1 0 0 0,0-1 0 0 0,0 0 0 0 0,0 1 0 0 0,2 1 0 0 0,-2-2 1 0 0,0 0 0 0 0,0 0 1 0 0,0 0-1 0 0,0 0 0 0 0,0 1 1 0 0,-1-1-1 0 0,1 0 0 0 0,0 1 0 0 0,-1-1 1 0 0,1 1-1 0 0,-1-1 0 0 0,1 1 0 0 0,-1 1 1 0 0,5 4 6 0 0,-4-7-8 0 0,-1 0-1 0 0,0 0 0 0 0,1 0 1 0 0,-1 1-1 0 0,0-1 0 0 0,1 0 0 0 0,-1 0 1 0 0,0 1-1 0 0,1-1 0 0 0,-1 0 1 0 0,0 1-1 0 0,0-1 0 0 0,1 0 1 0 0,-1 1-1 0 0,0-1 0 0 0,0 0 1 0 0,0 1-1 0 0,1-1 0 0 0,-1 0 1 0 0,0 1-1 0 0,0-1 0 0 0,0 0 0 0 0,0 1 1 0 0,0-1-1 0 0,0 1 0 0 0,0-1 1 0 0,0 0-1 0 0,0 1 0 0 0,0-1 1 0 0,0 1-1 0 0,1 1 3 0 0,0 0-1 0 0,1 0 1 0 0,-1-1-1 0 0,0 1 1 0 0,1 0 0 0 0,-1-1-1 0 0,0 1 1 0 0,1-1-1 0 0,0 0 1 0 0,-1 1 0 0 0,4 0-1 0 0,-5-1-4 0 0,15 8 10 0 0,-10-5 3 0 0,1-1 0 0 0,0 1 0 0 0,0-1 1 0 0,0-1-1 0 0,7 3 0 0 0,-6-2 7 0 0,1 0 0 0 0,-1 0 0 0 0,0 1 0 0 0,11 6 1 0 0,-15-7-10 0 0,0-1 1 0 0,1 0 0 0 0,0 0-1 0 0,0 0 1 0 0,-1 0-1 0 0,1-1 1 0 0,0 0 0 0 0,0 1-1 0 0,0-2 1 0 0,8 2 0 0 0,-10-2 1 0 0,1 2-3 0 0,1 0 0 0 0,-1 0 0 0 0,1-1 0 0 0,0 1 0 0 0,0-1 0 0 0,0 0 0 0 0,4 1 0 0 0,-5-2 0 0 0,-1 0 0 0 0,1 0-1 0 0,-1 0 1 0 0,1 0 0 0 0,-1 1 0 0 0,1 0 0 0 0,-1-1-1 0 0,0 1 1 0 0,1 0 0 0 0,-1 0 0 0 0,0 0-1 0 0,0 0 1 0 0,0 1 0 0 0,1-1 0 0 0,2 4 0 0 0,-4-5 0 0 0,0 1 0 0 0,0 0 1 0 0,0 0-1 0 0,0 0 1 0 0,1 0-1 0 0,-1-1 1 0 0,0 1-1 0 0,0 0 1 0 0,1-1-1 0 0,-1 1 1 0 0,0-1-1 0 0,1 0 0 0 0,-1 1 1 0 0,3-1-1 0 0,11 6 93 0 0,-14-7-94 0 0,2 1-1 0 0,11 6 24 0 0,-11-5-32 0 0,192-7 210 0 0,-143 12-198 0 0,-50-6-5 0 0,42 0 187 0 0,-2-6-45 0 0,1-6-87 0 0,-18 7-29 0 0,-21 3-27 0 0,0 1 0 0 0,1 0 1 0 0,-1 0-1 0 0,0 0 0 0 0,1 0 1 0 0,-1 1-1 0 0,8 0 0 0 0,30-6 25 0 0,-40 6-18 0 0,11 0 17 0 0,5 0 25 0 0,-16 0-30 0 0,10-1 50 0 0,18-11 66 0 0,-28 12-127 0 0,0-1 0 0 0,0 0 0 0 0,0 1 0 0 0,0-1 0 0 0,0 0 0 0 0,0 0 0 0 0,0-1 0 0 0,0 1 0 0 0,0 0 0 0 0,-1-1 0 0 0,1 1 0 0 0,2-4 0 0 0,14-8 76 0 0,-7 6-40 0 0,-4 5-26 0 0,-1-2 1 0 0,0 1 0 0 0,-1-1-1 0 0,1 0 1 0 0,9-9 0 0 0,27-18 93 0 0,2-1 55 0 0,-33 22-124 0 0,23-21 148 0 0,-1 0 0 0 0,-17 13-60 0 0,0-2 0 0 0,14-21-1 0 0,-28 35-79 0 0,1-1-1 0 0,-1 1 0 0 0,0-1 1 0 0,0 1-1 0 0,-1-1 1 0 0,0 0-1 0 0,0 0 0 0 0,-1 0 1 0 0,0 0-1 0 0,0 0 1 0 0,-1-6-1 0 0,0-11 90 0 0,-4 10-75 0 0,-1-4-15 0 0,6 10-38 0 0,1 3-9 0 0,-1 0 1 0 0,0 0 0 0 0,0 1-1 0 0,-1-1 1 0 0,1 0 0 0 0,-1 1 0 0 0,0-1-1 0 0,0 0 1 0 0,-1 1 0 0 0,-2-6-1 0 0,1-10 37 0 0,2 20-42 0 0,0-1 1 0 0,0 0-1 0 0,1 0 1 0 0,-1 0-1 0 0,0 0 1 0 0,1 0 0 0 0,-1 0-1 0 0,0 0 1 0 0,1 0 0 0 0,-1 0-1 0 0,1 0 1 0 0,0 0-1 0 0,-1 0 1 0 0,1 0 0 0 0,0 0-1 0 0,0 0 1 0 0,-1 0 0 0 0,1 0-1 0 0,0-1 1 0 0,0 1 0 0 0,0 0-1 0 0,1-1 1 0 0,-6-10 31 0 0,4 10-31 0 0,0 1 1 0 0,1 0-1 0 0,-1 0 0 0 0,1 0 1 0 0,-1 0-1 0 0,0-1 0 0 0,1 1 1 0 0,0 0-1 0 0,-1 0 0 0 0,1-1 0 0 0,0 1 1 0 0,0 0-1 0 0,0-3 0 0 0,-1 2 3 0 0,1-1-1 0 0,-1 1 1 0 0,1 0-1 0 0,-1-1 0 0 0,0 1 1 0 0,0 0-1 0 0,0 0 1 0 0,0 0-1 0 0,0 0 0 0 0,-2-3 1 0 0,1 3-3 0 0,1 0 0 0 0,0 0 0 0 0,0 0-1 0 0,0 0 1 0 0,0 0 0 0 0,0 0 0 0 0,0 0 0 0 0,0-1 0 0 0,1 1 0 0 0,-1-3 0 0 0,1 4-3 0 0,0-1 1 0 0,-1 1-1 0 0,1-1 0 0 0,0 1 1 0 0,-1-1-1 0 0,1 1 1 0 0,-1 0-1 0 0,1-1 0 0 0,-1 1 1 0 0,0 0-1 0 0,0-1 1 0 0,1 1-1 0 0,-1 0 0 0 0,0 0 1 0 0,0 0-1 0 0,-2-2 0 0 0,2 3 1 0 0,1-1 0 0 0,-1 0 0 0 0,0 0 0 0 0,0 0 0 0 0,0 0 0 0 0,0-1 0 0 0,1 1-1 0 0,-1 0 1 0 0,1 0 0 0 0,-1 0 0 0 0,1 0 0 0 0,-1-1 0 0 0,1 1 0 0 0,0 0 0 0 0,-1-3-1 0 0,1 2 3 0 0,-1-1-1 0 0,0 1 0 0 0,1 0 0 0 0,-1-1 1 0 0,0 1-1 0 0,0 0 0 0 0,-1 0 0 0 0,1 0 0 0 0,0 0 1 0 0,-1 0-1 0 0,1 0 0 0 0,-3-2 0 0 0,2 2 0 0 0,1 0 0 0 0,-1 0 1 0 0,0 0-1 0 0,1 0 0 0 0,0 0 0 0 0,-1 0 0 0 0,1 0 0 0 0,0 0 0 0 0,0-1 0 0 0,0 1 0 0 0,1 0 0 0 0,-2-4 0 0 0,2 5 1 0 0,0-1-1 0 0,-1 1 0 0 0,0 0 0 0 0,1 0 0 0 0,-1 0 0 0 0,0 0 0 0 0,1 0 0 0 0,-1 0 0 0 0,0 0 0 0 0,0 0 1 0 0,0 0-1 0 0,0 0 0 0 0,0 1 0 0 0,0-1 0 0 0,0 0 0 0 0,0 1 0 0 0,-2-2 0 0 0,2 2 1 0 0,0-1 0 0 0,0 0-1 0 0,0 1 1 0 0,0-1 0 0 0,0 0 0 0 0,0 0-1 0 0,0 1 1 0 0,0-1 0 0 0,0 0-1 0 0,0 0 1 0 0,0 0 0 0 0,1 0 0 0 0,-1 0-1 0 0,0 0 1 0 0,1 0 0 0 0,-1-1-1 0 0,0-1 1 0 0,-19-16 30 0 0,-57-49 44 0 0,68 60-15 0 0,0 1-1 0 0,-1 0 0 0 0,0 0 1 0 0,-12-5-1 0 0,17 9-22 0 0,-2-1 47 0 0,-8-3-18 0 0,13 7-20 0 0,-21-12 143 0 0,12 7-58 0 0,9 4-114 0 0,1 0 0 0 0,0 0 0 0 0,-1 0 0 0 0,1 1 1 0 0,-1-1-1 0 0,0 1 0 0 0,1-1 0 0 0,-1 1 0 0 0,1-1 0 0 0,-1 1 0 0 0,-3-1 1 0 0,-13 1-2 0 0,16 0-11 0 0,-22-11 49 0 0,16 10-34 0 0,7 1-20 0 0,1 0-1 0 0,0 1 0 0 0,-1-1 1 0 0,1 0-1 0 0,0 0 0 0 0,-1 0 1 0 0,1 0-1 0 0,0 0 0 0 0,-1 0 1 0 0,1 0-1 0 0,-1 0 0 0 0,1 0 0 0 0,0 0 1 0 0,-1 0-1 0 0,1 0 0 0 0,0 0 1 0 0,-1-1-1 0 0,1 1 0 0 0,0 0 1 0 0,-1 0-1 0 0,1 0 0 0 0,0 0 1 0 0,0-1-1 0 0,-1 1 0 0 0,1 0 1 0 0,0 0-1 0 0,0 0 0 0 0,-1-1 1 0 0,1 1-1 0 0,0 0 0 0 0,0-1 1 0 0,-1 1-1 0 0,1 0 0 0 0,0 0 1 0 0,0-1-1 0 0,0 1 0 0 0,-1-1 1 0 0,-19-7 97 0 0,18 6-79 0 0,0 1 0 0 0,-1-1 0 0 0,1 1 0 0 0,0-1 1 0 0,0 0-1 0 0,0 0 0 0 0,0 0 0 0 0,1 0 0 0 0,-4-5 0 0 0,5 6 23 0 0,-6 1 24 0 0,6 0-64 0 0,0 0 1 0 0,-1 0-1 0 0,1 0 0 0 0,0 0 0 0 0,0 0 0 0 0,0 0 0 0 0,-1 0 0 0 0,1 0 0 0 0,0 0 0 0 0,0 0 0 0 0,0 0 0 0 0,-1 0 0 0 0,1 0 0 0 0,0 0 1 0 0,0-1-1 0 0,0 1 0 0 0,0 0 0 0 0,-1 0 0 0 0,1 0 0 0 0,0 0 0 0 0,0 0 0 0 0,0 0 0 0 0,0 0 0 0 0,0 0 0 0 0,-1-1 0 0 0,1 1 0 0 0,0 0 0 0 0,0 0 1 0 0,0 0-1 0 0,0 0 0 0 0,0-1 0 0 0,0 1 0 0 0,0 0 0 0 0,0 0 0 0 0,-1 0 0 0 0,1 0 0 0 0,0-1 0 0 0,0 1 0 0 0,0 0 0 0 0,0 0 0 0 0,0 0 0 0 0,0-1 1 0 0,0 1-1 0 0,0 0 0 0 0,0 0 0 0 0,0 0 0 0 0,0-1 0 0 0,0 1 0 0 0,1 0 0 0 0,-1 0 0 0 0,0 0 0 0 0,0 0 0 0 0,0-1 0 0 0,-3-2 38 0 0,0 1 0 0 0,-1-1 1 0 0,1 1-1 0 0,-1-1 0 0 0,0 1 0 0 0,1 0 0 0 0,-1 0 0 0 0,0 1 0 0 0,-6-2 0 0 0,8 3-24 0 0,-10-5 47 0 0,-7 4 18 0 0,18 1-60 0 0,-12 0 26 0 0,-27-7 7 0 0,-7 1 186 0 0,-4 6-28 0 0,18 6-91 0 0,20 1-63 0 0,-50-7-76 0 0,61 0 22 0 0,-9 1-2174 0 0,11-2 1484 0 0,-10-1-7114 0 0,5 1 6599 0 0,0 0 0 0 0,0 0 1 0 0,0-1-1 0 0,0 0 0 0 0,0 0 0 0 0,-8-5 1 0 0,12 6 894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04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644 0 0 0 0,'-31'5'2289'0'0,"29"-4"-1634"0"0,-9 5 309 0 0,0-5-538 0 0,11-2-404 0 0,-1 1 1 0 0,0 0-1 0 0,0 0 0 0 0,0-1 1 0 0,1 1-1 0 0,-1 0 1 0 0,0 0-1 0 0,0 0 0 0 0,0 0 1 0 0,1 0-1 0 0,-1 0 1 0 0,0 0-1 0 0,0 0 1 0 0,0 1-1 0 0,0-1 0 0 0,1 0 1 0 0,-1 0-1 0 0,0 1 1 0 0,0-1-1 0 0,1 1 1 0 0,-1-1-1 0 0,0 0 0 0 0,1 1 1 0 0,-1-1-1 0 0,0 1 1 0 0,0 1-1 0 0,-10-1 217 0 0,10-2-224 0 0,0 1 0 0 0,0 0 0 0 0,1 0 1 0 0,-1-1-1 0 0,0 1 0 0 0,0 0 0 0 0,0 0 1 0 0,0 0-1 0 0,1 0 0 0 0,-1 0 0 0 0,0 0 0 0 0,0 0 1 0 0,0 1-1 0 0,1-1 0 0 0,-1 0 0 0 0,0 0 0 0 0,0 1 1 0 0,0-1-1 0 0,1 0 0 0 0,-1 1 0 0 0,0-1 0 0 0,1 1 1 0 0,-1-1-1 0 0,0 1 0 0 0,1-1 0 0 0,-2 2 1 0 0,-33 6 796 0 0,33-7-752 0 0,-1 0 0 0 0,0 0 0 0 0,0 0 0 0 0,0-1 1 0 0,0 1-1 0 0,0-1 0 0 0,0 1 0 0 0,0-1 0 0 0,-4-1 1 0 0,4 1 0 0 0,0 0 0 0 0,0 0-1 0 0,0 0 1 0 0,1 1 0 0 0,-1-1 0 0 0,0 1 0 0 0,0-1 0 0 0,0 1 0 0 0,-3 1 0 0 0,-25 0 379 0 0,22-3-352 0 0,-7 10 83 0 0,15-8-166 0 0,1 0-1 0 0,-1 0 1 0 0,0 0-1 0 0,0-1 1 0 0,0 1-1 0 0,0 0 0 0 0,-1 0 1 0 0,1-1-1 0 0,0 1 1 0 0,0-1-1 0 0,0 1 1 0 0,0-1-1 0 0,-3 1 0 0 0,-17 11 64 0 0,19-12-62 0 0,0 1 0 0 0,0-1 0 0 0,1 1 0 0 0,-1-1 0 0 0,1 1 1 0 0,-1 0-1 0 0,0-1 0 0 0,1 1 0 0 0,0 0 0 0 0,-1 0 0 0 0,1 0 0 0 0,-3 3 0 0 0,-8 3 42 0 0,-21 16 65 0 0,29-22-95 0 0,-1 1 0 0 0,1-1-1 0 0,0 1 1 0 0,-1 1 0 0 0,1-1-1 0 0,0 0 1 0 0,0 1 0 0 0,1 0-1 0 0,-5 3 1 0 0,5-3 15 0 0,0-1-1 0 0,0 1 0 0 0,-1-1 1 0 0,1 0-1 0 0,-1-1 0 0 0,1 1 1 0 0,-5 1-1 0 0,-5 3 112 0 0,10-5-113 0 0,1 1 0 0 0,-1 0 0 0 0,0-1 0 0 0,0 1 1 0 0,1 0-1 0 0,0 0 0 0 0,-1 1 0 0 0,1-1 0 0 0,0 0 0 0 0,-4 5 1 0 0,6-6-32 0 0,0 0 1 0 0,0 0-1 0 0,-1-1 1 0 0,1 1 0 0 0,0 0-1 0 0,-1 0 1 0 0,1-1 0 0 0,0 1-1 0 0,-1 0 1 0 0,1-1 0 0 0,-1 1-1 0 0,1-1 1 0 0,-1 1 0 0 0,0-1-1 0 0,1 1 1 0 0,-1-1 0 0 0,-1 2-1 0 0,1-2 1 0 0,0 1-1 0 0,0-1 1 0 0,1 1-1 0 0,-1 0 0 0 0,0-1 1 0 0,0 1-1 0 0,0 0 1 0 0,1 0-1 0 0,-1 0 1 0 0,1 0-1 0 0,-1-1 1 0 0,0 1-1 0 0,1 0 1 0 0,-1 0-1 0 0,1 0 0 0 0,0 0 1 0 0,-1 0-1 0 0,1 0 1 0 0,0 2-1 0 0,-4 2 4 0 0,3-4-4 0 0,1-1 0 0 0,-1 0 1 0 0,1 0-1 0 0,-1 1 0 0 0,1-1 0 0 0,0 0 0 0 0,-1 1 0 0 0,1-1 1 0 0,0 0-1 0 0,-1 1 0 0 0,1-1 0 0 0,0 0 0 0 0,-1 1 0 0 0,1-1 1 0 0,0 1-1 0 0,0-1 0 0 0,-1 1 0 0 0,1-1 0 0 0,0 1 0 0 0,0-1 1 0 0,0 1-1 0 0,0-1 0 0 0,0 0 0 0 0,0 1 0 0 0,0-1 0 0 0,0 1 1 0 0,0-1-1 0 0,0 1 0 0 0,-5 10 0 0 0,4-11 0 0 0,1 1 0 0 0,-1 0 0 0 0,1-1 0 0 0,-1 1 0 0 0,1 0 0 0 0,-1-1 0 0 0,1 1 0 0 0,0 0 0 0 0,-1 0 0 0 0,1-1 0 0 0,0 1-1 0 0,-1 0 1 0 0,1 0 0 0 0,0-1 0 0 0,0 1 0 0 0,0 0 0 0 0,0 1 0 0 0,-5 5-3 0 0,5-7 3 0 0,-1 0 0 0 0,1 0 0 0 0,0 1 0 0 0,-1-1 0 0 0,1 0 0 0 0,0 1 1 0 0,-1-1-1 0 0,1 0 0 0 0,0 0 0 0 0,-1 1 0 0 0,1-1 0 0 0,0 1 0 0 0,-1-1 0 0 0,1 0 0 0 0,0 1 1 0 0,0-1-1 0 0,0 1 0 0 0,-1-1 0 0 0,1 0 0 0 0,0 1 0 0 0,0-1 0 0 0,0 1 0 0 0,0-1 1 0 0,0 1-1 0 0,0-1 0 0 0,0 1 0 0 0,0-1 0 0 0,0 1 0 0 0,-5 10 1 0 0,4-10-1 0 0,1-1 0 0 0,-1 1 0 0 0,1-1 1 0 0,-1 1-1 0 0,1 0 0 0 0,-1-1 0 0 0,1 1 1 0 0,0 0-1 0 0,-1 0 0 0 0,1-1 0 0 0,0 1 0 0 0,0 0 1 0 0,-1 0-1 0 0,1-1 0 0 0,0 1 0 0 0,0 0 1 0 0,0 1-1 0 0,0-1 1 0 0,-1 1 0 0 0,1-1 0 0 0,0 0-1 0 0,-1 0 1 0 0,1 1 0 0 0,-1-1 0 0 0,0 0 0 0 0,1 0 0 0 0,-1 0 0 0 0,0 0 0 0 0,0 0-1 0 0,0 0 1 0 0,-1 2 0 0 0,1-2 1 0 0,-1 0-1 0 0,1 0 1 0 0,1 0-1 0 0,-1 0 1 0 0,0 0-1 0 0,0 0 1 0 0,0 1-1 0 0,0-1 1 0 0,1 0 0 0 0,-1 1-1 0 0,1-1 1 0 0,-1 0-1 0 0,1 1 1 0 0,-1 1-1 0 0,1-2 1 0 0,1 1-1 0 0,-1 0 0 0 0,0-1 1 0 0,-1 1-1 0 0,1 0 1 0 0,0-1-1 0 0,0 1 0 0 0,-1-1 1 0 0,1 1-1 0 0,-1 0 1 0 0,1-1-1 0 0,-1 1 1 0 0,0-1-1 0 0,0 0 0 0 0,1 1 1 0 0,-1-1-1 0 0,-2 2 1 0 0,1 0 0 0 0,1-1 1 0 0,-1 1-1 0 0,1 0 1 0 0,0-1-1 0 0,-1 1 1 0 0,1 0-1 0 0,0 0 1 0 0,-1 5-1 0 0,3 1-2 0 0,-1-6 0 0 0,0-1 0 0 0,0 0 0 0 0,0 1 0 0 0,0-1 0 0 0,0 1 0 0 0,0-1 0 0 0,0 0 0 0 0,-1 0 0 0 0,1 1 0 0 0,-1-1 0 0 0,0 0 0 0 0,0 0 0 0 0,0 1 0 0 0,0-1 0 0 0,0 0 0 0 0,-2 2 0 0 0,3-2 1 0 0,-1-1-1 0 0,0 1 0 0 0,1 0 0 0 0,-1-1 1 0 0,1 1-1 0 0,0 0 0 0 0,0-1 0 0 0,0 1 1 0 0,-1 0-1 0 0,1 0 0 0 0,1-1 1 0 0,-1 1-1 0 0,1 3 0 0 0,-2 16 5 0 0,-1-18-1 0 0,1 0-1 0 0,0 0 1 0 0,-1 0-1 0 0,1 1 1 0 0,1-1 0 0 0,-1 0-1 0 0,0 1 1 0 0,1-1-1 0 0,0 0 1 0 0,-1 1 0 0 0,2 3-1 0 0,-7 9 14 0 0,1 1 6 0 0,-6 50 55 0 0,11 43 0 0 0,11-74-50 0 0,-11-34-28 0 0,-1-1 0 0 0,1 0 0 0 0,0 0 0 0 0,1 0 0 0 0,-1 0 0 0 0,0 1 0 0 0,0-1 0 0 0,0 0 1 0 0,1 0-1 0 0,-1 0 0 0 0,0 0 0 0 0,1 0 0 0 0,-1 0 0 0 0,1 0 0 0 0,-1 0 0 0 0,1 0 0 0 0,0 0 0 0 0,-1 0 0 0 0,1 0 0 0 0,2 2 0 0 0,-3-3 0 0 0,0 0 0 0 0,0 1 0 0 0,1-1 0 0 0,-1 0 0 0 0,0 1 0 0 0,1-1 0 0 0,-1 0 0 0 0,0 1 0 0 0,0-1 0 0 0,0 1 0 0 0,1-1 0 0 0,-1 0 0 0 0,0 1 0 0 0,0-1 0 0 0,0 1 0 0 0,0-1 0 0 0,0 1 0 0 0,0-1 0 0 0,0 1 0 0 0,0-1 0 0 0,0 0 0 0 0,0 1 0 0 0,0-1 0 0 0,0 1 0 0 0,0-1 0 0 0,0 1 0 0 0,0-1 0 0 0,-1 1 0 0 0,1-1 0 0 0,0 1 0 0 0,0-1 1 0 0,11 36 11 0 0,-1-6 18 0 0,-9-26-27 0 0,0 1 0 0 0,1 0-1 0 0,-1 0 1 0 0,1-1 0 0 0,0 1 0 0 0,0-1-1 0 0,1 1 1 0 0,3 6 0 0 0,-5-11-4 0 0,-1 1 1 0 0,1 0-1 0 0,-1-1 1 0 0,0 1-1 0 0,1 0 0 0 0,-1 0 1 0 0,0 0-1 0 0,0-1 1 0 0,1 1-1 0 0,-1 0 1 0 0,0 0-1 0 0,0 0 0 0 0,0 0 1 0 0,0-1-1 0 0,0 1 1 0 0,0 0-1 0 0,0 0 0 0 0,-1 0 1 0 0,1 0-1 0 0,0 0 1 0 0,-1 0 0 0 0,1 0-1 0 0,0-1 1 0 0,0 1 0 0 0,0 0 0 0 0,0 0 0 0 0,0-1 0 0 0,-1 1-1 0 0,1 0 1 0 0,1-1 0 0 0,-1 1 0 0 0,0 0 0 0 0,0 0 0 0 0,0-1 0 0 0,0 1-1 0 0,0 0 1 0 0,1-1 0 0 0,-1 1 0 0 0,0 0 0 0 0,1 0 0 0 0,2 2-1 0 0,-2-2 1 0 0,-1-1-1 0 0,1 1 1 0 0,-1-1-1 0 0,1 1 0 0 0,-1 0 1 0 0,0-1-1 0 0,1 1 1 0 0,-1-1-1 0 0,1 1 1 0 0,-1 0-1 0 0,0-1 1 0 0,0 1-1 0 0,1 0 0 0 0,-1 0 1 0 0,0-1-1 0 0,0 1 1 0 0,0 0-1 0 0,0 0 1 0 0,0-1-1 0 0,0 1 0 0 0,0 1 1 0 0,5 10-11 0 0,1 6 11 0 0,5 13 27 0 0,-6-20-29 0 0,-4-11 2 0 0,-1 1 0 0 0,1-1 0 0 0,-1 1 0 0 0,1 0 0 0 0,-1-1-1 0 0,0 1 1 0 0,1 0 0 0 0,-1-1 0 0 0,0 1 0 0 0,1 0 0 0 0,-1 0 0 0 0,0-1 0 0 0,0 1 0 0 0,1 0 0 0 0,-1 0 0 0 0,0 0 0 0 0,0 1 0 0 0,5 8 8 0 0,-5-9-9 0 0,1-1 1 0 0,-1 1 0 0 0,1 0 0 0 0,-1-1-1 0 0,1 1 1 0 0,-1 0 0 0 0,1-1 0 0 0,-1 1-1 0 0,0 0 1 0 0,1-1 0 0 0,-1 1-1 0 0,0 0 1 0 0,0 0 0 0 0,0 0 0 0 0,1-1-1 0 0,-1 1 1 0 0,0 1 0 0 0,0-2 0 0 0,0 1-1 0 0,0-1 1 0 0,0 1 0 0 0,0-1 0 0 0,0 0 0 0 0,0 1-1 0 0,0-1 1 0 0,0 1 0 0 0,0-1 0 0 0,0 0-1 0 0,1 1 1 0 0,-1-1 0 0 0,0 0 0 0 0,0 1 0 0 0,0-1-1 0 0,1 0 1 0 0,-1 1 0 0 0,0-1 0 0 0,0 0-1 0 0,1 1 1 0 0,-1-1 0 0 0,0 0 0 0 0,1 0 0 0 0,-1 1-1 0 0,0-1 1 0 0,1 0 0 0 0,0 0 0 0 0,-1 1-1 0 0,0-1 1 0 0,1 0 0 0 0,-1 0-1 0 0,0 1 1 0 0,1-1 0 0 0,-1 0-1 0 0,0 0 1 0 0,0 1-1 0 0,1-1 1 0 0,-1 0 0 0 0,0 1-1 0 0,0-1 1 0 0,1 0 0 0 0,-1 1-1 0 0,0-1 1 0 0,0 0 0 0 0,0 1-1 0 0,0-1 1 0 0,0 1 0 0 0,1-1-1 0 0,-1 0 1 0 0,0 1 0 0 0,0-1-1 0 0,0 0 1 0 0,0 1 0 0 0,0 0 0 0 0,0 0-1 0 0,0-1 1 0 0,0 1 0 0 0,0-1 0 0 0,0 1 0 0 0,1 0 0 0 0,-1-1 0 0 0,0 1 0 0 0,0-1 0 0 0,1 1 0 0 0,-1-1 0 0 0,0 1 0 0 0,1-1-1 0 0,-1 1 1 0 0,0-1 0 0 0,1 0 0 0 0,-1 1 0 0 0,1-1 0 0 0,-1 1 0 0 0,1-1 0 0 0,-1 0 0 0 0,1 1 0 0 0,-1-1 0 0 0,1 0 0 0 0,-1 0-1 0 0,1 1 1 0 0,-1-1 0 0 0,1 0 0 0 0,0 0 0 0 0,-1 0 0 0 0,2 0 0 0 0,-2 0 0 0 0,0 0 1 0 0,1 0-1 0 0,-1 0 0 0 0,1 0 1 0 0,-1 1-1 0 0,0-1 0 0 0,1 0 1 0 0,-1 0-1 0 0,0 0 0 0 0,1 0 1 0 0,-1 0-1 0 0,1 1 0 0 0,-1-1 1 0 0,0 0-1 0 0,0 0 0 0 0,1 1 1 0 0,-1-1-1 0 0,0 0 0 0 0,1 0 1 0 0,-1 1-1 0 0,0-1 1 0 0,0 0-1 0 0,0 1 0 0 0,1-1 1 0 0,-1 0-1 0 0,0 1 0 0 0,0-1 1 0 0,0 1-1 0 0,1 0 0 0 0,0 0 1 0 0,0 0-1 0 0,0 0 1 0 0,0-1-1 0 0,0 1 1 0 0,0 0-1 0 0,0 0 1 0 0,0-1 0 0 0,0 1-1 0 0,0 0 1 0 0,0-1-1 0 0,1 1 1 0 0,-1-1-1 0 0,0 0 1 0 0,0 1-1 0 0,2-1 1 0 0,19 12 33 0 0,25 18-1 0 0,48 25-77 0 0,-51-22 77 0 0,-44-33-33 0 0,1 1 1 0 0,0 0-1 0 0,0-1 1 0 0,0 1-1 0 0,0-1 1 0 0,-1 1 0 0 0,1 0-1 0 0,0 0 1 0 0,0 0-1 0 0,-1-1 1 0 0,1 1-1 0 0,-1 0 1 0 0,1 0 0 0 0,-1 0-1 0 0,1 0 1 0 0,-1 0-1 0 0,0 0 1 0 0,1 0-1 0 0,-1 1 1 0 0,2-2-6 0 0,-2 0 5 0 0,0 0-1 0 0,1 0 1 0 0,-1 0 0 0 0,0 0 0 0 0,1 0 0 0 0,-1 0 0 0 0,0 0-1 0 0,1 0 1 0 0,-1 0 0 0 0,0 0 0 0 0,1 0 0 0 0,-1 0 0 0 0,0 1-1 0 0,0-1 1 0 0,1 0 0 0 0,-1 0 0 0 0,0 0 0 0 0,1 0 0 0 0,-1 0-1 0 0,0 1 1 0 0,0-1 0 0 0,1 0 0 0 0,-1 0 0 0 0,0 1 0 0 0,0-1-1 0 0,1 0 1 0 0,-1 0 0 0 0,0 1 0 0 0,0-1 0 0 0,0 0-1 0 0,0 0 1 0 0,1 1 0 0 0,-1-1 0 0 0,0 0 0 0 0,0 1 0 0 0,0-1-1 0 0,0 0 1 0 0,0 1 0 0 0,0-1 0 0 0,1 2-2 0 0,0 0-1 0 0,0-1 1 0 0,0 1-1 0 0,1-1 1 0 0,-1 1-1 0 0,0-1 1 0 0,1 0 0 0 0,-1 0-1 0 0,1 1 1 0 0,-1-1-1 0 0,1 0 1 0 0,2 1 0 0 0,-4-2 2 0 0,1 0 0 0 0,-1 0 0 0 0,0 0 0 0 0,0 0 0 0 0,0 0 0 0 0,1 0 1 0 0,-1 1-1 0 0,0-1 0 0 0,0 0 0 0 0,0 0 0 0 0,0 0 0 0 0,1 0 0 0 0,-1 0 1 0 0,0 1-1 0 0,0-1 0 0 0,0 0 0 0 0,0 0 0 0 0,0 0 0 0 0,0 0 1 0 0,1 1-1 0 0,-1-1 0 0 0,0 0 0 0 0,0 0 0 0 0,0 0 0 0 0,0 1 0 0 0,0-1 1 0 0,0 0-1 0 0,0 0 0 0 0,0 1 0 0 0,0-1 0 0 0,0 0 0 0 0,0 0 0 0 0,0 0 1 0 0,0 1-1 0 0,0-1 0 0 0,0 0 0 0 0,0 0 0 0 0,0 0 0 0 0,-1 1 0 0 0,2 2 2 0 0,3-1 0 0 0,-3-2-1 0 0,0 0 0 0 0,0 0 0 0 0,0 1 0 0 0,-1-1 0 0 0,1 0 0 0 0,0 0 0 0 0,0 1 0 0 0,-1-1 0 0 0,1 1 0 0 0,0-1 0 0 0,-1 1 0 0 0,1-1-1 0 0,0 1 1 0 0,-1-1 0 0 0,1 1 0 0 0,-1-1 0 0 0,1 1 0 0 0,-1 0 0 0 0,1-1 0 0 0,-1 1 0 0 0,1 0 0 0 0,-1-1 0 0 0,1 2 0 0 0,3 4 10 0 0,-4-6-10 0 0,1 0 0 0 0,-1 0 0 0 0,1 0-1 0 0,-1 1 1 0 0,0-1 0 0 0,1 0-1 0 0,-1 1 1 0 0,0-1 0 0 0,1 0-1 0 0,-1 0 1 0 0,0 1 0 0 0,1-1-1 0 0,-1 1 1 0 0,0-1 0 0 0,1 0 0 0 0,-1 1-1 0 0,0-1 1 0 0,0 1 0 0 0,0-1-1 0 0,1 1 1 0 0,-1-1 0 0 0,0 0-1 0 0,0 1 1 0 0,0-1 0 0 0,0 1-1 0 0,0-1 1 0 0,0 1 0 0 0,0-1-1 0 0,0 1 1 0 0,0-1 0 0 0,0 1 0 0 0,0 0-1 0 0,0-1 0 0 0,0 0 0 0 0,0 0 0 0 0,0 1 0 0 0,0-1 0 0 0,0 0 0 0 0,0 0 0 0 0,0 1 0 0 0,0-1 0 0 0,0 0 0 0 0,0 0 0 0 0,0 0 0 0 0,0 1 0 0 0,0-1 0 0 0,0 0 0 0 0,0 0 0 0 0,1 0 0 0 0,-1 1 0 0 0,0-1 0 0 0,0 0 0 0 0,0 0 0 0 0,0 0 0 0 0,1 0 0 0 0,-1 0 0 0 0,0 1 0 0 0,0-1 0 0 0,0 0 0 0 0,0 0 0 0 0,1 0 0 0 0,-1 0 0 0 0,0 0 0 0 0,0 0 0 0 0,0 0 0 0 0,1 0 0 0 0,-1 0 0 0 0,0 0 0 0 0,0 0 0 0 0,1 0 0 0 0,-1 0 0 0 0,0 0 0 0 0,1 0 0 0 0,-1 0 0 0 0,0 0 0 0 0,0 0-1 0 0,0 1 1 0 0,1-1 0 0 0,-1 0 0 0 0,0 0 0 0 0,0 0 0 0 0,1 0 0 0 0,-1 0 0 0 0,0 0 0 0 0,0 0 0 0 0,0 0 0 0 0,0 0 0 0 0,1 0 0 0 0,-1 1-1 0 0,0-1 1 0 0,0 0 0 0 0,0 0 0 0 0,0 0 0 0 0,1 0 0 0 0,-1 1 0 0 0,0-1 0 0 0,0 0 0 0 0,0 0 0 0 0,0 0 0 0 0,0 1 0 0 0,0-1 0 0 0,0 0 0 0 0,0 0-1 0 0,0 0 1 0 0,1 1 0 0 0,-1-1 0 0 0,0 0 0 0 0,0 0 0 0 0,0 0 0 0 0,0 1 0 0 0,0 0-1 0 0,0-1 1 0 0,0 1-1 0 0,0-1 1 0 0,1 1-1 0 0,-1-1 1 0 0,0 1-1 0 0,1-1 0 0 0,-1 1 1 0 0,0-1-1 0 0,1 1 1 0 0,-1-1-1 0 0,1 1 1 0 0,-1-1-1 0 0,1 0 1 0 0,-1 1-1 0 0,1-1 1 0 0,-1 0-1 0 0,1 1 0 0 0,-1-1 1 0 0,1 0-1 0 0,0 1 1 0 0,0-1 0 0 0,0 0-1 0 0,-1 0 1 0 0,1 1 0 0 0,0-1 0 0 0,-1 1 0 0 0,1-1 0 0 0,0 0-1 0 0,-1 1 1 0 0,1-1 0 0 0,-1 1 0 0 0,1 0 0 0 0,-1-1 0 0 0,1 1-1 0 0,-1-1 1 0 0,1 1 0 0 0,-1 0 0 0 0,1-1 0 0 0,-1 1 0 0 0,0 0-1 0 0,1 0 1 0 0,-1-1 0 0 0,0 2 0 0 0,0 0 5 0 0,2-1 1 0 0,5 3-4 0 0,-5-3 10 0 0,22 11-5 0 0,-13-7 0 0 0,-4-4-5 0 0,-5-1 2 0 0,-2 0-3 0 0,0 1 0 0 0,0-1 0 0 0,1 0-1 0 0,-1 1 1 0 0,0-1 0 0 0,0 0 0 0 0,1 1 0 0 0,-1-1-1 0 0,0 0 1 0 0,0 0 0 0 0,1 1 0 0 0,-1-1 0 0 0,0 0-1 0 0,1 0 1 0 0,-1 1 0 0 0,0-1 0 0 0,1 0 0 0 0,-1 0-1 0 0,0 0 1 0 0,1 0 0 0 0,-1 0 0 0 0,1 0 0 0 0,-1 0-1 0 0,0 1 1 0 0,1-1 0 0 0,-1 0 0 0 0,1 0 0 0 0,-1 0-1 0 0,0-1 1 0 0,1 1 0 0 0,0 0 0 0 0,-1 0-1 0 0,1 0 0 0 0,-1 0 1 0 0,0 0-1 0 0,1 0 1 0 0,-1 0-1 0 0,1 0 1 0 0,-1 0-1 0 0,1 0 1 0 0,-1 0-1 0 0,0 0 1 0 0,1 0-1 0 0,-1 1 0 0 0,0-1 1 0 0,1 0-1 0 0,-1 0 1 0 0,1 0-1 0 0,-1 1 1 0 0,0-1-1 0 0,1 0 1 0 0,-1 0-1 0 0,0 1 1 0 0,1-1-1 0 0,-1 0 0 0 0,0 1 1 0 0,0-1-1 0 0,1 0 1 0 0,-1 1-1 0 0,0-1 1 0 0,0 0-1 0 0,1 1 1 0 0,-1 0 19 0 0,16 2 132 0 0,-13-2-112 0 0,0 0 0 0 0,1 0 0 0 0,-1 0 0 0 0,0-1 0 0 0,0 1 0 0 0,1-1-1 0 0,-1 0 1 0 0,0 0 0 0 0,0 0 0 0 0,1 0 0 0 0,-1-1 0 0 0,5-1 0 0 0,58-14 385 0 0,-30 3-227 0 0,-7 8-106 0 0,-20 3-71 0 0,0 0 0 0 0,0 1 0 0 0,0-1 1 0 0,11 2-1 0 0,22 0-34 0 0,-25 3 0 0 0,-15-3 12 0 0,-1 1 0 0 0,1 0 0 0 0,0-1 0 0 0,0 1 1 0 0,0-1-1 0 0,0 0 0 0 0,0 0 0 0 0,0 0 0 0 0,0 0 0 0 0,0 0 1 0 0,0 0-1 0 0,4-1 0 0 0,19-3 8 0 0,6-3 29 0 0,-31 7-35 0 0,1 0-1 0 0,-1-1 0 0 0,1 1 0 0 0,-1 0 1 0 0,0-1-1 0 0,1 1 0 0 0,-1 0 1 0 0,1-1-1 0 0,-1 1 0 0 0,1 0 0 0 0,-1 0 1 0 0,1 0-1 0 0,0-1 0 0 0,-1 1 0 0 0,1 0 1 0 0,-1 0-1 0 0,1 0 0 0 0,-1 0 0 0 0,1 0 1 0 0,-1 0-1 0 0,1 0 0 0 0,-1 0 1 0 0,1 0-1 0 0,0 0 0 0 0,-1 1 0 0 0,1-1 1 0 0,-1 0-1 0 0,1 0 0 0 0,-1 0 0 0 0,1 1 1 0 0,-1-1-1 0 0,1 0 0 0 0,-1 1 0 0 0,1-1 1 0 0,34 0 21 0 0,-1 0-65 0 0,-3 0 31 0 0,80 0-4 0 0,-78-6 8 0 0,-19 3 12 0 0,-14 3-4 0 0,1-1 0 0 0,-1 1 0 0 0,1 0 0 0 0,0-1 0 0 0,-1 1 0 0 0,1 0 0 0 0,-1-1 0 0 0,1 1 0 0 0,0 0 0 0 0,-1 0 0 0 0,1-1 0 0 0,0 1 0 0 0,-1 0 0 0 0,1 0 0 0 0,0 0 0 0 0,-1 0 0 0 0,1 0 0 0 0,0 0 0 0 0,-1 0 0 0 0,1 0 0 0 0,0 0 0 0 0,-1 0 0 0 0,1 1 0 0 0,0-1 0 0 0,65-12 37 0 0,-31 3 11 0 0,-30 7-36 0 0,1 0 1 0 0,-1 1-1 0 0,1-1 1 0 0,-1 1-1 0 0,9-1 0 0 0,4-3 31 0 0,6-2-2 0 0,-21 7-41 0 0,-1 0 1 0 0,1-1-1 0 0,-1 1 0 0 0,1-1 0 0 0,-1 1 0 0 0,1-1 0 0 0,-1 0 0 0 0,0 0 0 0 0,1 0 0 0 0,-1 0 0 0 0,4-3 0 0 0,5 0-13 0 0,12 0 2 0 0,-15 2 14 0 0,-1 0 0 0 0,0-1-1 0 0,0 0 1 0 0,10-5 0 0 0,13-5 8 0 0,-26 11-10 0 0,14-6 4 0 0,-5 3-10 0 0,-10 3 6 0 0,-1 1 0 0 0,1 0 0 0 0,-1 0 0 0 0,1 0 0 0 0,0 0 1 0 0,0 1-1 0 0,-1-1 0 0 0,1 1 0 0 0,4 0 0 0 0,10-7 3 0 0,-3 1-4 0 0,8-5 2 0 0,-8-3-17 0 0,-12 13 16 0 0,0 0 0 0 0,0-1 0 0 0,1 1-1 0 0,-2 0 1 0 0,1-1 0 0 0,0 0 0 0 0,0 1 0 0 0,0-1 0 0 0,2-3-1 0 0,3-2 12 0 0,-4 5-2 0 0,1 0 0 0 0,-1-1 0 0 0,-1 0 0 0 0,1 1 0 0 0,0-1 0 0 0,-1 0 0 0 0,1-1 0 0 0,2-3 0 0 0,-3 3 6 0 0,0 1 0 0 0,0 0 0 0 0,1-1 0 0 0,0 1 0 0 0,0 0 0 0 0,0 1 0 0 0,0-1 0 0 0,5-3 0 0 0,-4 2 18 0 0,0-1-1 0 0,0 1 1 0 0,0-1-1 0 0,0 0 1 0 0,0 0 0 0 0,-1-1-1 0 0,0 1 1 0 0,3-8-1 0 0,3-3 60 0 0,31-44 255 0 0,-26 21-28 0 0,-8 31-244 0 0,-5 6-47 0 0,1 0 0 0 0,0-1 1 0 0,-1 1-1 0 0,1-1 0 0 0,-1 0 0 0 0,0 1 0 0 0,0-1 0 0 0,0 0 0 0 0,0 0 0 0 0,0-3 1 0 0,0 3-1 0 0,-1 1 1 0 0,0 0 0 0 0,1 0 0 0 0,-1 0 0 0 0,1 0-1 0 0,0 0 1 0 0,0 0 0 0 0,0 1 0 0 0,0-1-1 0 0,0 0 1 0 0,0 0 0 0 0,2-2 0 0 0,-2 3-7 0 0,0-1 0 0 0,0 1-1 0 0,0 0 1 0 0,0-1 0 0 0,0 1 0 0 0,0-1 0 0 0,0 0 0 0 0,-1 1 0 0 0,1-1 0 0 0,-1 0 0 0 0,1-3 0 0 0,4-8 152 0 0,-4 12-157 0 0,0 0 0 0 0,-1-1 0 0 0,1 1 0 0 0,-1 0 1 0 0,1 0-1 0 0,-1-1 0 0 0,1 1 0 0 0,-1-1 0 0 0,1 1 0 0 0,-1 0 1 0 0,0-1-1 0 0,0-1 0 0 0,0 1-3 0 0,0 0 1 0 0,0 0-1 0 0,0 0 1 0 0,0 0-1 0 0,0 0 0 0 0,0 0 1 0 0,0 0-1 0 0,1 0 0 0 0,-1 0 1 0 0,1 0-1 0 0,0 0 1 0 0,-1 0-1 0 0,1 0 0 0 0,0 0 1 0 0,0 0-1 0 0,2-2 0 0 0,-2 1 3 0 0,0-1 0 0 0,0 1-1 0 0,0 0 1 0 0,-1-1-1 0 0,1 1 1 0 0,-1-1-1 0 0,0 1 1 0 0,0-1 0 0 0,-1 1-1 0 0,0-7 1 0 0,0-1 36 0 0,1-81 243 0 0,-11 62-108 0 0,11 27-153 0 0,1 0 0 0 0,-1-1 0 0 0,-1 1 0 0 0,1 0 0 0 0,0-1 0 0 0,-1 1 0 0 0,0 0 0 0 0,1 0 0 0 0,-1 0-1 0 0,-1 0 1 0 0,1 0 0 0 0,-2-4 0 0 0,2-11 180 0 0,1 16-189 0 0,1 1-1 0 0,-1-1 1 0 0,0 1-1 0 0,0 0 1 0 0,0-1-1 0 0,0 1 1 0 0,0-1-1 0 0,0 1 1 0 0,-1-1-1 0 0,1 1 1 0 0,0 0-1 0 0,-1-1 1 0 0,1 1-1 0 0,-2-3 1 0 0,1 3 6 0 0,0 0 1 0 0,0 0 0 0 0,1-1-1 0 0,-1 1 1 0 0,0 0 0 0 0,0-1-1 0 0,1 1 1 0 0,-1-1 0 0 0,1 1 0 0 0,-1-1-1 0 0,1 1 1 0 0,-1-1 0 0 0,1 1-1 0 0,0-1 1 0 0,0 1 0 0 0,0-1 0 0 0,0 0-1 0 0,0 1 1 0 0,0-2 0 0 0,0 1 1 0 0,0 1 1 0 0,-1 0 0 0 0,1-1-1 0 0,-1 1 1 0 0,0 0 0 0 0,1 0-1 0 0,-1-1 1 0 0,0 1 0 0 0,0 0-1 0 0,1 0 1 0 0,-1 0 0 0 0,0 0 0 0 0,0 0-1 0 0,0 0 1 0 0,-2-1 0 0 0,-5-9 397 0 0,7 10-420 0 0,1 1 0 0 0,0-1 0 0 0,0 0 0 0 0,0 1 0 0 0,0-1-1 0 0,-1 1 1 0 0,1-1 0 0 0,0 0 0 0 0,-1 1 0 0 0,1-1 0 0 0,0 1-1 0 0,-1-1 1 0 0,1 1 0 0 0,-1-1 0 0 0,1 1 0 0 0,-1-1 0 0 0,1 1-1 0 0,-1 0 1 0 0,1-1 0 0 0,-1 1 0 0 0,1-1 0 0 0,-1 1 0 0 0,1 0-1 0 0,-1 0 1 0 0,-1-1 0 0 0,2 1-6 0 0,-1 0 0 0 0,0 0-1 0 0,1-1 1 0 0,-1 1 0 0 0,1 0 0 0 0,-1-1 0 0 0,1 1-1 0 0,-1 0 1 0 0,1-1 0 0 0,-1 1 0 0 0,1 0-1 0 0,-1-1 1 0 0,1 1 0 0 0,0-1 0 0 0,-1 1 0 0 0,1-1-1 0 0,0 1 1 0 0,-1-1 0 0 0,1 1 0 0 0,0-1 0 0 0,0 1-1 0 0,-1-1 1 0 0,1 1 0 0 0,0-1 0 0 0,0-1-1 0 0,0 2 1 0 0,-1-1 0 0 0,1 0-1 0 0,0 1 1 0 0,0-1-1 0 0,0 0 1 0 0,-1 1-1 0 0,1-1 1 0 0,0 1-1 0 0,-1-1 1 0 0,1 0 0 0 0,0 1-1 0 0,-1-1 1 0 0,1 1-1 0 0,-1-1 1 0 0,1 1-1 0 0,-1-1 1 0 0,1 1 0 0 0,-1 0-1 0 0,0-1 1 0 0,1 1-1 0 0,-1-1 1 0 0,1 1-1 0 0,-1 0 1 0 0,0 0 0 0 0,0-1-1 0 0,0 1-2 0 0,1 0 0 0 0,-1 0 0 0 0,1-1 0 0 0,-1 1 0 0 0,1 0 0 0 0,-1 0 0 0 0,1-1-1 0 0,-1 1 1 0 0,1 0 0 0 0,-1-1 0 0 0,1 1 0 0 0,-1-1 0 0 0,1 1 0 0 0,0 0 0 0 0,-1-1 0 0 0,1 1 0 0 0,0-1 0 0 0,-1 1 0 0 0,1-1-1 0 0,0 1 1 0 0,0-1 0 0 0,-1 1 0 0 0,1-2 0 0 0,-24-18 189 0 0,-5-3-3 0 0,15 9-36 0 0,-11-9 35 0 0,22 20-162 0 0,0-1 0 0 0,-1 0-1 0 0,1 1 1 0 0,-1 0 0 0 0,0 0 0 0 0,-5-3 0 0 0,-34-37 369 0 0,20 26-180 0 0,17 12-161 0 0,0 0 1 0 0,0 1-1 0 0,-1 0 0 0 0,1 0 0 0 0,-15-6 0 0 0,-10-6 81 0 0,17 7-55 0 0,4 4-38 0 0,0 0 0 0 0,0 0 0 0 0,0 1 1 0 0,-1 0-1 0 0,-13-2 0 0 0,23 5-39 0 0,0 1-1 0 0,0 0 1 0 0,-1 0-1 0 0,1 0 1 0 0,0-1 0 0 0,0 1-1 0 0,0 0 1 0 0,0-1 0 0 0,0 1-1 0 0,-1-1 1 0 0,1 0-1 0 0,0 1 1 0 0,0-1 0 0 0,0 0-1 0 0,-1-1 1 0 0,1 1 3 0 0,0 0 0 0 0,0 0 0 0 0,-1 0 0 0 0,1 0 0 0 0,-1 1 0 0 0,1-1 0 0 0,-1 0 0 0 0,1 1 0 0 0,-1-1 0 0 0,1 1 0 0 0,-1-1 0 0 0,1 1 0 0 0,-1 0 0 0 0,0-1 0 0 0,-2 1 0 0 0,-16-7 42 0 0,18 5-41 0 0,-1 1 1 0 0,1-1 0 0 0,-1 1 0 0 0,0 0 0 0 0,1 0 0 0 0,-1 0 0 0 0,0 0 0 0 0,0 1-1 0 0,-4-1 1 0 0,5 1 7 0 0,1-1-11 0 0,1 0 0 0 0,-1 1 0 0 0,1-1 0 0 0,-1 0 0 0 0,0 1 0 0 0,0-1 0 0 0,0 0 0 0 0,1 1 0 0 0,-1-1 0 0 0,0 1 0 0 0,0-1 0 0 0,0 1 0 0 0,0 0 0 0 0,0-1 0 0 0,0 1 0 0 0,0 0 0 0 0,0 0 1 0 0,-1 0-1 0 0,-23-11 33 0 0,25 9-40 0 0,-1 0 1 0 0,-12 1-1 0 0,-9-5 14 0 0,0 1-12 0 0,15 4-3 0 0,-37-5 22 0 0,42 6-16 0 0,1-5-7 0 0,0 4 4 0 0,0 1 0 0 0,1 0 0 0 0,-1-1 0 0 0,0 1 0 0 0,1 0 0 0 0,-1 0 0 0 0,0-1 0 0 0,1 1 0 0 0,-1 0 0 0 0,0 0-1 0 0,1 0 1 0 0,-1 0 0 0 0,0 0 0 0 0,0 0 0 0 0,1 0 0 0 0,-1 0 0 0 0,0 0 0 0 0,1 0 0 0 0,-1 1 0 0 0,0-1 0 0 0,1 0 0 0 0,-2 1-1 0 0,-1-2 14 0 0,3 0-13 0 0,-1 1 0 0 0,1 0 0 0 0,0-1-1 0 0,0 1 1 0 0,0 0 0 0 0,0-1 0 0 0,-1 1 0 0 0,1 0 0 0 0,0 0 0 0 0,0-1-1 0 0,0 1 1 0 0,-1 0 0 0 0,1 0 0 0 0,0-1 0 0 0,0 1 0 0 0,-1 0 0 0 0,1 0-1 0 0,0 0 1 0 0,-1 0 0 0 0,1-1 0 0 0,0 1 0 0 0,-1 0 0 0 0,1 0 0 0 0,0 0-1 0 0,-1 0 1 0 0,1 0 0 0 0,0 0 0 0 0,-1 0 0 0 0,1 0 0 0 0,0 0 0 0 0,-1 0-1 0 0,1 0 1 0 0,0 0 0 0 0,-1 0 0 0 0,1 0 0 0 0,0 0 0 0 0,-1 1 0 0 0,0-1 0 0 0,1 0 0 0 0,0 0 0 0 0,-1 0 0 0 0,1 0 0 0 0,0 0 0 0 0,-1 0 0 0 0,1 0 0 0 0,0 0 1 0 0,-1 0-1 0 0,1 0 0 0 0,0 0 0 0 0,-1 0 0 0 0,1 0 0 0 0,0 0 0 0 0,-1 0 0 0 0,1 0 0 0 0,0 0 1 0 0,-1 0-1 0 0,1 0 0 0 0,0-1 0 0 0,-1 1 0 0 0,1 0 0 0 0,0 0 0 0 0,0 0 0 0 0,-1-1 0 0 0,1 1 1 0 0,0 0-1 0 0,0 0 0 0 0,-1-1 0 0 0,1 1 0 0 0,0 0 0 0 0,0 0 0 0 0,0-1 0 0 0,-1 1 0 0 0,1 0 0 0 0,0-1 1 0 0,0 0-1 0 0,-2 0 6 0 0,-5 1-2 0 0,5 0-7 0 0,0 0-1 0 0,-25 2 16 0 0,25-2-11 0 0,0 1-1 0 0,-1-1 0 0 0,1 0 1 0 0,0 0-1 0 0,-1 0 1 0 0,1 0-1 0 0,0-1 1 0 0,-1 1-1 0 0,1 0 1 0 0,0-1-1 0 0,0 0 1 0 0,-1 0-1 0 0,1 1 0 0 0,0-1 1 0 0,-2-2-1 0 0,-4 2 2 0 0,-71 1-31 0 0,24-6-10 0 0,42 7 46 0 0,8-1-3 0 0,0 1-1 0 0,0-1 1 0 0,0-1-1 0 0,0 1 1 0 0,0-1-1 0 0,0 0 1 0 0,1 0-1 0 0,-8-2 1 0 0,-18-3 0 0 0,18 4-7 0 0,11 3 3 0 0,0-1 0 0 0,0 0-1 0 0,0 0 1 0 0,0 0 0 0 0,0 0 0 0 0,1 0 0 0 0,-1 0 0 0 0,0 0 0 0 0,0 0 0 0 0,0 0 0 0 0,0 0 0 0 0,0 0 0 0 0,0-1-1 0 0,0 1 1 0 0,0 0 0 0 0,0-1 0 0 0,0 1 0 0 0,1-1 0 0 0,-1 1 0 0 0,0-1 0 0 0,-1 0 0 0 0,0 0-3 0 0,-40-5-32 0 0,40 6 30 0 0,-1-1 5 0 0,-1 0 0 0 0,0 0-1 0 0,1 1 1 0 0,-1 0 0 0 0,0 0 0 0 0,0 0 0 0 0,0 0-1 0 0,-5 2 1 0 0,-4-1-14 0 0,11-1 10 0 0,-31-6-428 0 0,2-1-2399 0 0,20 5 848 0 0,-14-9-9361 0 0,7 5 8170 0 0,16 1 1692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39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35 480 312 0 0,'0'-1'114'0'0,"0"0"-1"0"0,0 1 1 0 0,0-1 0 0 0,0 0-1 0 0,0 0 1 0 0,0 1 0 0 0,0-1-1 0 0,-1 0 1 0 0,1 1 0 0 0,0-1-1 0 0,0 0 1 0 0,-1 1 0 0 0,1-1-1 0 0,0 0 1 0 0,-1 1 0 0 0,1-1-1 0 0,-1 1 1 0 0,0-2 0 0 0,0 1-28 0 0,1 1 0 0 0,-1-1 0 0 0,1 0 0 0 0,-1 1 0 0 0,1-1 0 0 0,-1 0 0 0 0,1 0 0 0 0,0 0 0 0 0,-1 1 0 0 0,1-1 0 0 0,0 0 1 0 0,-1 0-1 0 0,1 0 0 0 0,0 0 0 0 0,0 0 0 0 0,0 0 0 0 0,0 1 0 0 0,0-3 0 0 0,-4-4 246 0 0,3 7-322 0 0,1 0 1 0 0,-1 0-1 0 0,1-1 1 0 0,0 1-1 0 0,-1 0 1 0 0,1 0-1 0 0,-1-1 1 0 0,1 1-1 0 0,0 0 1 0 0,0-1-1 0 0,-1 1 1 0 0,1 0-1 0 0,0-1 1 0 0,-1 1-1 0 0,1-1 1 0 0,0 1-1 0 0,0 0 1 0 0,0-1 0 0 0,0 1-1 0 0,-1-1 1 0 0,1 1-1 0 0,0-1 1 0 0,0 1-1 0 0,0-1 1 0 0,0 1-1 0 0,0 0 1 0 0,0-1-1 0 0,0 0 1 0 0,1-11 286 0 0,-1 11-272 0 0,0-1 0 0 0,0 1 0 0 0,1 0 0 0 0,-1-1 0 0 0,0 1 0 0 0,0 0 0 0 0,0-1 0 0 0,0 1 1 0 0,0 0-1 0 0,-1-1 0 0 0,1 1 0 0 0,0 0 0 0 0,-1 0 0 0 0,1-1 0 0 0,-1 1 0 0 0,1 0 1 0 0,-1 0-1 0 0,1-1 0 0 0,-1 1 0 0 0,0 0 0 0 0,0 0 0 0 0,1 0 0 0 0,-1 0 0 0 0,-2-1 1 0 0,2-2 38 0 0,0 0 1 0 0,1 1 0 0 0,-1-1 0 0 0,1 0-1 0 0,0 0 1 0 0,0 0 0 0 0,0 0 0 0 0,1-5-1 0 0,-1 1 58 0 0,0-4-6 0 0,0 10-74 0 0,0-1-1 0 0,-1 1 1 0 0,1-1 0 0 0,0 0-1 0 0,1 1 1 0 0,-1-1 0 0 0,0 1-1 0 0,1-1 1 0 0,-1 1 0 0 0,1-1 0 0 0,0 1-1 0 0,0-1 1 0 0,0 1 0 0 0,0-1-1 0 0,2-2 1 0 0,0 1 1 0 0,-1 1-1 0 0,0-1 1 0 0,0 1-1 0 0,0-1 1 0 0,0 0-1 0 0,1-6 1 0 0,7-13 86 0 0,-3 11-78 0 0,-5 7-31 0 0,1-1 1 0 0,0 1-1 0 0,0 0 1 0 0,1 0 0 0 0,5-6-1 0 0,-6 8 0 0 0,1-1-1 0 0,-1 0 0 0 0,0 0 0 0 0,-1 0 1 0 0,1-1-1 0 0,0 1 0 0 0,3-10 0 0 0,-5 9 2 0 0,2 1-1 0 0,-1-1 0 0 0,0 0 0 0 0,1 1 1 0 0,0 0-1 0 0,0-1 0 0 0,0 1 1 0 0,4-3-1 0 0,18-25 145 0 0,-23 29-145 0 0,0-1-1 0 0,0 1 1 0 0,0 0 0 0 0,1 0-1 0 0,-1 0 1 0 0,1 0 0 0 0,0 1 0 0 0,-1-1-1 0 0,5-2 1 0 0,15-9 63 0 0,-20 12-76 0 0,1 0-1 0 0,0 1 1 0 0,0-1-1 0 0,0 0 0 0 0,0 1 1 0 0,0 0-1 0 0,0 0 1 0 0,0 0-1 0 0,1 0 0 0 0,-1 0 1 0 0,0 1-1 0 0,1-1 1 0 0,-1 1-1 0 0,0 0 0 0 0,1 0 1 0 0,4 1-1 0 0,43 5 32 0 0,-46-6-33 0 0,0 1 0 0 0,0-1 1 0 0,0 2-1 0 0,0-1 0 0 0,0 0 0 0 0,-1 1 0 0 0,1 0 0 0 0,0 0 1 0 0,5 4-1 0 0,25 8 14 0 0,-29-10-18 0 0,0 0 0 0 0,0 1 0 0 0,-1 0 1 0 0,1 0-1 0 0,7 8 0 0 0,-13-12-1 0 0,0-1 0 0 0,1 0 0 0 0,-1 1-1 0 0,0-1 1 0 0,0 1 0 0 0,0-1 0 0 0,1 1-1 0 0,-1-1 1 0 0,0 0 0 0 0,0 1 0 0 0,0-1 0 0 0,0 1-1 0 0,0-1 1 0 0,0 1 0 0 0,0-1 0 0 0,0 1 0 0 0,0-1-1 0 0,0 1 1 0 0,0-1 0 0 0,0 1 0 0 0,0-1-1 0 0,0 1 1 0 0,0-1 0 0 0,-1 1 0 0 0,1 0 0 0 0,0-1-1 0 0,0 1 1 0 0,0-1 0 0 0,0 1 0 0 0,0-1-1 0 0,-1 1 1 0 0,1-1 0 0 0,0 1 0 0 0,0-1-1 0 0,0 1 1 0 0,0-1 0 0 0,1 1 0 0 0,-1-1-1 0 0,0 1 1 0 0,0-1 0 0 0,0 1 0 0 0,0-1-1 0 0,0 1 1 0 0,1-1 0 0 0,-1 1 0 0 0,0-1 0 0 0,0 0-1 0 0,1 1 1 0 0,-1 0 0 0 0,1 0-1 0 0,1 1 1 0 0,-1 0-1 0 0,-1-1 1 0 0,1 1-1 0 0,0 0 1 0 0,0 0 0 0 0,0-1-1 0 0,-1 1 1 0 0,1 0-1 0 0,-1 0 1 0 0,0 0-1 0 0,1 0 1 0 0,-1 0-1 0 0,0 0 1 0 0,0 0-1 0 0,0 0 1 0 0,-1 0-1 0 0,1 0 1 0 0,0 0 0 0 0,-1 0-1 0 0,1 0 1 0 0,-1-1-1 0 0,0 1 1 0 0,-1 2-1 0 0,-4 28-3 0 0,6-29 5 0 0,0-1 0 0 0,-1 1 0 0 0,1-1 0 0 0,-1 1 0 0 0,0-1-1 0 0,0 1 1 0 0,0-1 0 0 0,0 0 0 0 0,0 0 0 0 0,-2 3-1 0 0,2-3 1 0 0,-1 1 0 0 0,1-1 0 0 0,-1 1 0 0 0,1-1 0 0 0,0 1 0 0 0,0 0 0 0 0,1-1 0 0 0,-1 1-1 0 0,0 0 1 0 0,1 4 0 0 0,-1 0 2 0 0,-1 1-1 0 0,1 0 0 0 0,-1-1 1 0 0,-1 1-1 0 0,1-1 1 0 0,-1 0-1 0 0,-1 0 0 0 0,1 0 1 0 0,-9 12-1 0 0,7-12 3 0 0,0 0 1 0 0,1 0-1 0 0,0 1 0 0 0,0 0 0 0 0,1 0 1 0 0,-3 10-1 0 0,-5 11 7 0 0,9-26-10 0 0,-50 105 24 0 0,41-78-15 0 0,9-21-22 0 0,2-1 8 0 0,0-8 3 0 0,0 0 0 0 0,0 0 0 0 0,0 0 1 0 0,0 0-1 0 0,0 1 0 0 0,0-1 0 0 0,0 0 0 0 0,0 0 0 0 0,0 0 0 0 0,0 0 0 0 0,0 0 0 0 0,0 0 1 0 0,0 0-1 0 0,0 0 0 0 0,0 1 0 0 0,0-1 0 0 0,0 0 0 0 0,0 0 0 0 0,0 0 0 0 0,0 0 1 0 0,0 0-1 0 0,0 0 0 0 0,0 0 0 0 0,0 1 0 0 0,0-1 0 0 0,0 0 0 0 0,0 0 0 0 0,0 0 0 0 0,0 0 1 0 0,-1 0-1 0 0,1 0 0 0 0,0 0 0 0 0,0 0 0 0 0,0 0 0 0 0,0 0 0 0 0,0 0 0 0 0,0 0 0 0 0,0 0 1 0 0,0 1-1 0 0,0-1 0 0 0,-1 0 0 0 0,1 0 0 0 0,0 0 0 0 0,0 0 0 0 0,0 0 0 0 0,0 0 0 0 0,0 0 1 0 0,0 0-1 0 0,0 0 0 0 0,-1 0 0 0 0,1 0 0 0 0,0 0 0 0 0,0 0 0 0 0,0 0 0 0 0,0 0 0 0 0,0-1 1 0 0,0 1-1 0 0,0 0 0 0 0,-1 0 0 0 0,-4 1 10 0 0,3 15-5 0 0,2-5 0 0 0,0-10-3 0 0,-2 0-8 0 0,-11 9 49 0 0,10-9-26 0 0,1-1-20 0 0,0 0 355 0 0,-9-19-106 0 0,11 18-241 0 0,0-1 0 0 0,0 1 0 0 0,0-1 1 0 0,0 1-1 0 0,0-1 0 0 0,0 0 0 0 0,0 1 1 0 0,1-1-1 0 0,-1 1 0 0 0,1-1 0 0 0,-1 1 1 0 0,1-1-1 0 0,-1 1 0 0 0,1-1 0 0 0,0 1 1 0 0,0 0-1 0 0,0-1 0 0 0,1-1 1 0 0,13-22 23 0 0,1 13-21 0 0,8-7 12 0 0,-22 16-16 0 0,0 1-1 0 0,0 0 1 0 0,0-1-1 0 0,0 1 1 0 0,0 0 0 0 0,0 0-1 0 0,1 1 1 0 0,-1-1 0 0 0,1 0-1 0 0,0 1 1 0 0,-1 0 0 0 0,1-1-1 0 0,0 1 1 0 0,0 0 0 0 0,0 1-1 0 0,2-2 1 0 0,29-11 41 0 0,-26 9-28 0 0,0 1 1 0 0,0 0-1 0 0,1 1 0 0 0,-1 0 0 0 0,1 0 1 0 0,-1 1-1 0 0,15-1 0 0 0,18-3 42 0 0,-26 3-38 0 0,1 1 0 0 0,28 2 1 0 0,-12 0-3 0 0,-24-1-17 0 0,1 1-1 0 0,-1 0 0 0 0,1 0 1 0 0,-1 1-1 0 0,14 4 0 0 0,-11-2 6 0 0,-10-4-6 0 0,-1 0-1 0 0,1 0 0 0 0,-1 0 1 0 0,1 0-1 0 0,-1 1 0 0 0,1-1 1 0 0,-1 0-1 0 0,1 0 0 0 0,-1 0 1 0 0,1 0-1 0 0,-1 0 0 0 0,0 1 1 0 0,1-1-1 0 0,-1 0 0 0 0,1 0 0 0 0,-1 1 1 0 0,1-1-1 0 0,-1 0 0 0 0,0 1 1 0 0,1-1-1 0 0,-1 0 0 0 0,0 1 1 0 0,1-1-1 0 0,-1 1 0 0 0,0-1 1 0 0,0 1-1 0 0,1-1 0 0 0,-1 0 1 0 0,0 2-1 0 0,0-1-4 0 0,0 13-452 0 0,-5-10-4097 0 0,2-5 4062 0 0,-1 0 1 0 0,1 0-1 0 0,0 0 1 0 0,-1 0 0 0 0,1 0-1 0 0,0-1 1 0 0,-3-1 0 0 0,-3 2-615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41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407 38 0 0 0,'-2'-13'4528'0'0,"2"13"-4497"0"0,-1 0 0 0 0,1 1-1 0 0,-1-1 1 0 0,1 0-1 0 0,0 0 1 0 0,-1 0 0 0 0,1-1-1 0 0,0 1 1 0 0,-1 0 0 0 0,1 0-1 0 0,0 0 1 0 0,-1 0-1 0 0,1 0 1 0 0,0 0 0 0 0,-1 0-1 0 0,1-1 1 0 0,0 1-1 0 0,-1 0 1 0 0,1 0 0 0 0,0 0-1 0 0,0-1 1 0 0,-1 1 0 0 0,1 0-1 0 0,0 0 1 0 0,0-1-1 0 0,0 1 1 0 0,-1 0 0 0 0,1-1-1 0 0,0 1 1 0 0,0 0-1 0 0,0 0 1 0 0,0-1 0 0 0,-1 1-1 0 0,1 0 1 0 0,0-1 0 0 0,0 1-1 0 0,0-1 1 0 0,0 1-1 0 0,0 0 1 0 0,0-1 0 0 0,0 1-1 0 0,0 0 1 0 0,0-1-1 0 0,0 1 1 0 0,0 0 0 0 0,0-1-1 0 0,0 1 1 0 0,1-1 0 0 0,-4 0 62 0 0,3 1-83 0 0,-1 0 1 0 0,1 0-1 0 0,0 0 0 0 0,0 0 0 0 0,-1 0 0 0 0,1 0 0 0 0,0 0 1 0 0,-1 0-1 0 0,1 0 0 0 0,0 0 0 0 0,-1 0 0 0 0,1 0 1 0 0,0 0-1 0 0,0 0 0 0 0,-1-1 0 0 0,1 1 0 0 0,0 0 0 0 0,0 0 1 0 0,-1 0-1 0 0,1-1 0 0 0,0 1 0 0 0,0 0 0 0 0,0 0 0 0 0,-1 0 1 0 0,1-1-1 0 0,0 1 0 0 0,0 0 0 0 0,0 0 0 0 0,0-1 1 0 0,-1 1-1 0 0,1 0 0 0 0,0-1 0 0 0,0 1 0 0 0,0 0 0 0 0,0 0 1 0 0,0-1-1 0 0,0 1 0 0 0,0 0 0 0 0,0-1 0 0 0,0 1 3 0 0,0-1-1 0 0,0 1 0 0 0,0 0 1 0 0,0 0-1 0 0,0-1 0 0 0,0 1 1 0 0,0 0-1 0 0,0 0 1 0 0,-1 0-1 0 0,1-1 0 0 0,0 1 1 0 0,0 0-1 0 0,0 0 0 0 0,0-1 1 0 0,0 1-1 0 0,-1 0 1 0 0,1 0-1 0 0,0 0 0 0 0,0 0 1 0 0,0-1-1 0 0,0 1 0 0 0,-1 0 1 0 0,1 0-1 0 0,0 0 1 0 0,0 0-1 0 0,-1 0 0 0 0,1-1 1 0 0,0 1-1 0 0,0 0 0 0 0,0 0 1 0 0,-1 0-1 0 0,1 0 1 0 0,0 0-1 0 0,0 0 0 0 0,-1 0 1 0 0,1 0-1 0 0,0 0 0 0 0,0 0 1 0 0,-1 0-1 0 0,1 0 1 0 0,0 0-1 0 0,-1 0 0 0 0,-14 4 367 0 0,3-1-267 0 0,8-2-104 0 0,0 1-1 0 0,0 0 1 0 0,0-1 0 0 0,1 2 0 0 0,-1-1-1 0 0,0 0 1 0 0,1 1 0 0 0,0-1-1 0 0,-5 6 1 0 0,-25 14 8 0 0,26-20 4 0 0,1 0 0 0 0,-1 1 0 0 0,1 0 0 0 0,0 0 0 0 0,0 0 0 0 0,0 1 0 0 0,0-1 0 0 0,1 2 0 0 0,-7 5 0 0 0,-11 3 73 0 0,20-11-79 0 0,0-1 0 0 0,0 0 0 0 0,0 1 0 0 0,0-1 0 0 0,0 1 0 0 0,0 0 0 0 0,1 0 0 0 0,-3 2 0 0 0,-39 39 154 0 0,36-36-144 0 0,7-7-22 0 0,0 1-1 0 0,0-1 1 0 0,0 1 0 0 0,0-1-1 0 0,0 1 1 0 0,0 0-1 0 0,0 0 1 0 0,0-1 0 0 0,1 1-1 0 0,-1 0 1 0 0,0 0 0 0 0,1 0-1 0 0,-1 0 1 0 0,0 0 0 0 0,1 0-1 0 0,-1 0 1 0 0,1 0-1 0 0,-1 0 1 0 0,1 2 0 0 0,-1-1 0 0 0,1-1-1 0 0,-1 1 1 0 0,0 0 0 0 0,0 0 0 0 0,1-1 0 0 0,-1 1 0 0 0,0-1 0 0 0,0 1 0 0 0,-1-1-1 0 0,1 1 1 0 0,0-1 0 0 0,0 0 0 0 0,-3 3 0 0 0,2-3-1 0 0,1 0-1 0 0,-1 1 1 0 0,1-1 0 0 0,-1 0-1 0 0,1 1 1 0 0,0-1 0 0 0,0 1 0 0 0,0-1-1 0 0,0 1 1 0 0,0 0 0 0 0,0 0-1 0 0,1-1 1 0 0,-1 1 0 0 0,0 2-1 0 0,-7 7 2 0 0,7-10-1 0 0,0 0-1 0 0,0 0 1 0 0,0 0-1 0 0,0 0 1 0 0,0 0-1 0 0,0 0 1 0 0,0 0-1 0 0,0 0 1 0 0,0 0-1 0 0,1 1 1 0 0,-1-1-1 0 0,1 0 0 0 0,-1 0 1 0 0,1 1-1 0 0,-1-1 1 0 0,1 0-1 0 0,0 1 1 0 0,-1-1-1 0 0,1 2 1 0 0,-5 9 5 0 0,4-12-5 0 0,1 1-1 0 0,-1 0 0 0 0,1-1 1 0 0,-1 1-1 0 0,1-1 0 0 0,-1 1 0 0 0,1 0 1 0 0,0-1-1 0 0,-1 1 0 0 0,1 0 1 0 0,0-1-1 0 0,0 1 0 0 0,0 0 1 0 0,-1 0-1 0 0,1-1 0 0 0,0 1 0 0 0,0 1 1 0 0,-5 9 6 0 0,5-11-6 0 0,-1 1 0 0 0,1 0 0 0 0,-1-1-1 0 0,1 1 1 0 0,-1 0 0 0 0,1-1 0 0 0,-1 1 0 0 0,1 0 0 0 0,0 0-1 0 0,-1-1 1 0 0,1 1 0 0 0,0 0 0 0 0,0 0 0 0 0,-1 0 0 0 0,1-1 0 0 0,0 1-1 0 0,0 0 1 0 0,0 1 0 0 0,0 1 1 0 0,0 1 1 0 0,0-1-1 0 0,0 0 1 0 0,0 1-1 0 0,-1-1 0 0 0,1 0 1 0 0,-1 1-1 0 0,0-1 1 0 0,0 0-1 0 0,-1 0 0 0 0,-1 4 1 0 0,2-3-3 0 0,0 1 0 0 0,0 0 0 0 0,0-1 0 0 0,1 1 0 0 0,-1 0 0 0 0,1 0 1 0 0,0 0-1 0 0,1-1 0 0 0,0 7 0 0 0,0 8-1 0 0,10 24 13 0 0,-11-35-5 0 0,0-1-1 0 0,1 1 0 0 0,0-1 1 0 0,0 1-1 0 0,0-1 0 0 0,4 11 0 0 0,6 36 26 0 0,-7-17-4 0 0,-2-33-25 0 0,-1 0 1 0 0,1 1-1 0 0,-1 0 0 0 0,0-1 0 0 0,0 1 0 0 0,-1 0 0 0 0,1 0 0 0 0,-1 6 0 0 0,11 27 16 0 0,0 3 2 0 0,-11-38-20 0 0,1-1-1 0 0,-1 1 1 0 0,1-1 0 0 0,0 0 0 0 0,-1 1 0 0 0,1-1 0 0 0,1 0-1 0 0,-1 1 1 0 0,0-1 0 0 0,3 3 0 0 0,-3-3-1 0 0,0-1 0 0 0,0 1 1 0 0,0 0-1 0 0,0 0 0 0 0,0 0 0 0 0,0 0 0 0 0,0-1 1 0 0,-1 1-1 0 0,2 4 0 0 0,-2-4 1 0 0,0-1-1 0 0,0 0 1 0 0,1 1-1 0 0,-1-1 1 0 0,1 0-1 0 0,-1 0 1 0 0,1 1 0 0 0,-1-1-1 0 0,1 0 1 0 0,0 0-1 0 0,0 0 1 0 0,-1 0-1 0 0,1 0 1 0 0,2 2-1 0 0,-2-2 1 0 0,0 0 0 0 0,0 0 0 0 0,0 0 0 0 0,0 0-1 0 0,0 1 1 0 0,0-1 0 0 0,-1 0 0 0 0,1 0-1 0 0,0 1 1 0 0,-1-1 0 0 0,1 1 0 0 0,-1-1-1 0 0,1 1 1 0 0,-1-1 0 0 0,0 2 0 0 0,2 1 0 0 0,0 0 1 0 0,1 0 0 0 0,-1 0-1 0 0,1-1 1 0 0,0 1 0 0 0,0-1-1 0 0,0 0 1 0 0,0 0-1 0 0,4 3 1 0 0,4 5 10 0 0,15 19 8 0 0,-19-21-12 0 0,1 0 0 0 0,18 16 0 0 0,-16-18-1 0 0,4 6 7 0 0,-9-6-4 0 0,1-1 0 0 0,0 0 0 0 0,0-1 0 0 0,0 0 0 0 0,1 0 0 0 0,-1 0 0 0 0,1 0 0 0 0,0-1 0 0 0,9 3 0 0 0,-4 0 6 0 0,35 22 61 0 0,-42-26-69 0 0,1 0-1 0 0,-1 0 0 0 0,1-1 0 0 0,0 0 0 0 0,0 0 0 0 0,7 1 0 0 0,-8-1 2 0 0,126 41 83 0 0,-115-39-3 0 0,-1 0 0 0 0,1-1 0 0 0,0 0 0 0 0,30 0 1 0 0,31-15 494 0 0,-67 10-522 0 0,0 0 0 0 0,0 0-1 0 0,0-1 1 0 0,10-5-1 0 0,7-1 32 0 0,49-21 148 0 0,-70 27-213 0 0,0 1 0 0 0,-1-1 0 0 0,0 0 0 0 0,1 0 0 0 0,8-7 0 0 0,18-17 230 0 0,-26 23-191 0 0,-1 0 0 0 0,1 0 0 0 0,-1 0-1 0 0,0-1 1 0 0,0 0 0 0 0,7-10 0 0 0,43-57 345 0 0,-48 64-364 0 0,-7 7-44 0 0,1 1-1 0 0,-1 0 1 0 0,0-1-1 0 0,1 1 1 0 0,-1-1-1 0 0,1 1 1 0 0,-1-1-1 0 0,0 1 1 0 0,1-1-1 0 0,-1 1 1 0 0,0-1-1 0 0,0 1 1 0 0,1-1-1 0 0,-1 0 1 0 0,0 1-1 0 0,0-1 1 0 0,0 1-1 0 0,0-1 1 0 0,0 0-1 0 0,0 0 1 0 0,1-2 13 0 0,-1 0 1 0 0,1 1-1 0 0,-1-1 1 0 0,1 0-1 0 0,0 1 1 0 0,0-1 0 0 0,0 1-1 0 0,0 0 1 0 0,2-4-1 0 0,-1 3 10 0 0,0 0 1 0 0,-1 0-1 0 0,0 0 0 0 0,1-1 0 0 0,-1 1 0 0 0,0 0 1 0 0,0 0-1 0 0,-1-1 0 0 0,1-6 0 0 0,4-5 57 0 0,-4 14-76 0 0,0-1 1 0 0,0 0-1 0 0,-1 1 1 0 0,1-1-1 0 0,-1 1 1 0 0,1-1-1 0 0,-1 0 1 0 0,1 1 0 0 0,-1-1-1 0 0,0 0 1 0 0,0-2-1 0 0,0 0 3 0 0,0 0 0 0 0,0 0 0 0 0,1 0 0 0 0,-1-1 0 0 0,1 1 0 0 0,0 0 0 0 0,0 0 0 0 0,0 0 0 0 0,3-6 0 0 0,-2 6 6 0 0,-1-1-1 0 0,0 0 1 0 0,-1 0-1 0 0,1 0 1 0 0,-1 0-1 0 0,0 1 1 0 0,0-1-1 0 0,-2-9 1 0 0,1-3 38 0 0,1-124 223 0 0,-1 137-260 0 0,0 0 0 0 0,0 0 1 0 0,-1 0-1 0 0,1 0 0 0 0,-1 1 1 0 0,0-1-1 0 0,0 0 1 0 0,-3-4-1 0 0,3 5 7 0 0,0 0 0 0 0,0 0 1 0 0,0 0-1 0 0,0-1 0 0 0,1 1 0 0 0,-1 0 1 0 0,-1-8-1 0 0,2 5 19 0 0,-1-1 1 0 0,0 1-1 0 0,0 0 0 0 0,0 0 1 0 0,-1 0-1 0 0,0 0 0 0 0,-5-8 1 0 0,3 7-16 0 0,3 4-17 0 0,0 1 0 0 0,1-1 1 0 0,-1 0-1 0 0,0 0 0 0 0,1-1 1 0 0,0 1-1 0 0,-1 0 1 0 0,1 0-1 0 0,0-5 0 0 0,0 5-5 0 0,1 1 1 0 0,-1-1-1 0 0,0 0 0 0 0,0 0 0 0 0,0 1 0 0 0,0-1 0 0 0,-1 1 0 0 0,1-1 0 0 0,-1 1 1 0 0,0 0-1 0 0,-1-3 0 0 0,1 3 2 0 0,0-1 1 0 0,0 1 0 0 0,1 0-1 0 0,-1-1 1 0 0,1 1-1 0 0,-1-1 1 0 0,1 0 0 0 0,0 1-1 0 0,0-1 1 0 0,0 0-1 0 0,0-3 1 0 0,0 2 4 0 0,0 1-1 0 0,-1 0 1 0 0,1 0 0 0 0,-1 0 0 0 0,0 0-1 0 0,1 1 1 0 0,-1-1 0 0 0,-1 0-1 0 0,1 1 1 0 0,0-1 0 0 0,-4-2-1 0 0,0-1 31 0 0,-7-9 60 0 0,9 9-57 0 0,0 1 0 0 0,-1 0 0 0 0,0 0 0 0 0,0 1 0 0 0,0-1 0 0 0,-10-5 0 0 0,-31-28 261 0 0,-4 3 14 0 0,37 23-210 0 0,-28-11 60 0 0,18 9-113 0 0,-31-11 154 0 0,38 21-141 0 0,14 4-68 0 0,1 0 0 0 0,0 0 0 0 0,0-1 0 0 0,0 1 0 0 0,0 0 0 0 0,0 0 0 0 0,0-1 1 0 0,0 1-1 0 0,0 0 0 0 0,0-1 0 0 0,0 1 0 0 0,0-1 0 0 0,0 1 0 0 0,0-1 0 0 0,1 0 0 0 0,-3-1 0 0 0,-8 1 36 0 0,11 1-37 0 0,-1 1-1 0 0,0-1 1 0 0,0 0-1 0 0,0 0 1 0 0,0 0-1 0 0,0 0 1 0 0,1 1 0 0 0,-1-1-1 0 0,0-1 1 0 0,0 1-1 0 0,0 0 1 0 0,0 0-1 0 0,0 0 1 0 0,0 0 0 0 0,1-1-1 0 0,-1 1 1 0 0,0 0-1 0 0,0-1 1 0 0,0 1-1 0 0,1-1 1 0 0,-1 1 0 0 0,0-1-1 0 0,1 1 1 0 0,-1-1-1 0 0,0 0 1 0 0,-1 0 8 0 0,-6 1-8 0 0,-57 0-12 0 0,63 0 4 0 0,-32 6 41 0 0,-17 0-35 0 0,25 1-20 0 0,-35 16 72 0 0,-5 1-67 0 0,23-5 6 0 0,-16 1-16 0 0,54-17 23 0 0,0-1 0 0 0,0 0 0 0 0,0-1 0 0 0,0 1 0 0 0,-7 0 0 0 0,-23 9-39 0 0,34-11-8 0 0,0 1 1 0 0,1-1 0 0 0,-1 1 0 0 0,0-1-1 0 0,0 0 1 0 0,1 1 0 0 0,-1-1 0 0 0,0 0-1 0 0,0 1 1 0 0,0-1 0 0 0,1 0 0 0 0,-1 0 0 0 0,0 0-1 0 0,0 0 1 0 0,0 0 0 0 0,0 0 0 0 0,1 0-1 0 0,-1 0 1 0 0,-2-1 0 0 0,3 1-142 0 0,-1 0 0 0 0,1-1 0 0 0,0 1 0 0 0,-1 0 0 0 0,1-1 0 0 0,0 1 1 0 0,-1-1-1 0 0,1 1 0 0 0,0-1 0 0 0,-1 1 0 0 0,1-1 0 0 0,0 1 0 0 0,0-1 0 0 0,0 1 0 0 0,-1-1 0 0 0,1 1 0 0 0,0-1 1 0 0,0 1-1 0 0,0-1 0 0 0,0 1 0 0 0,0-1 0 0 0,0 0 0 0 0,0-1-337 0 0,0 0-1 0 0,1-1 1 0 0,-1 1 0 0 0,0 0-1 0 0,1 0 1 0 0,-1 0 0 0 0,1 0 0 0 0,0-1-1 0 0,0 1 1 0 0,0 0 0 0 0,1-2-1 0 0,13-22-3497 0 0,-6 15 3146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54.0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208 0 600 0 0,'0'0'7679'0'0,"0"26"-7642"0"0,0-25-37 0 0,0 1-1 0 0,0 0 0 0 0,0-1 1 0 0,0 1-1 0 0,0 0 1 0 0,0-1-1 0 0,-1 1 1 0 0,1-1-1 0 0,-1 1 1 0 0,1 0-1 0 0,-1-1 0 0 0,1 1 1 0 0,-1-1-1 0 0,0 0 1 0 0,0 1-1 0 0,0-1 1 0 0,-1 2-1 0 0,1-2 1 0 0,1 0 1 0 0,-1 0-1 0 0,1 0 1 0 0,0 1-1 0 0,-1-1 0 0 0,1 0 1 0 0,0 0-1 0 0,0 0 0 0 0,0 0 1 0 0,-1 0-1 0 0,1 0 1 0 0,1 0-1 0 0,-1 1 0 0 0,0-1 1 0 0,0 2-1 0 0,-1 13 5 0 0,-21 52-6 0 0,18-61-1 0 0,0-2 3 0 0,1 0-1 0 0,0 1 0 0 0,0-1 1 0 0,0 1-1 0 0,1 0 0 0 0,0-1 1 0 0,0 1-1 0 0,0 0 0 0 0,-1 10 0 0 0,3-12 2 0 0,-1-1 0 0 0,0 1-1 0 0,1-1 1 0 0,-2 0 0 0 0,1 1-1 0 0,0-1 1 0 0,-1 0 0 0 0,1 0 0 0 0,-4 4-1 0 0,-4 11 6 0 0,5-4-4 0 0,3-10-1 0 0,0 0 0 0 0,-1 0 1 0 0,1 0-1 0 0,-1 0 0 0 0,0 0 0 0 0,1-1 0 0 0,-5 6 0 0 0,3-5-1 0 0,1-1 1 0 0,-1 0-1 0 0,1 1 1 0 0,0 0-1 0 0,0-1 0 0 0,1 1 1 0 0,-1 0-1 0 0,1 0 1 0 0,0 0-1 0 0,-2 7 1 0 0,-8 26 16 0 0,6-25-22 0 0,4-11 4 0 0,1-1-1 0 0,-1 1 1 0 0,1 0 0 0 0,-1-1 0 0 0,1 1-1 0 0,0-1 1 0 0,-1 1 0 0 0,1 0-1 0 0,0 0 1 0 0,-1-1 0 0 0,1 1-1 0 0,0 0 1 0 0,0-1 0 0 0,0 1-1 0 0,-1 0 1 0 0,1 0 0 0 0,0 1-1 0 0,-4 10 1 0 0,-3 6 0 0 0,7-17 0 0 0,1-1 0 0 0,-1 1-1 0 0,0 0 1 0 0,0-1 0 0 0,0 1-1 0 0,0-1 1 0 0,0 1 0 0 0,0-1-1 0 0,0 1 1 0 0,0-1 0 0 0,-1 1-1 0 0,1-1 1 0 0,0 1 0 0 0,0-1-1 0 0,0 1 1 0 0,-1-1 0 0 0,1 1-1 0 0,0-1 1 0 0,0 1-1 0 0,-1-1 1 0 0,1 0 0 0 0,0 1-1 0 0,-1-1 1 0 0,0 1 0 0 0,-3 6-13 0 0,1 21 2 0 0,3-26 15 0 0,-1-1 0 0 0,0-1-4 0 0,1 1 0 0 0,-1-1 1 0 0,0 0-1 0 0,1 1 1 0 0,-1-1-1 0 0,1 1 1 0 0,-1-1-1 0 0,1 1 0 0 0,-1-1 1 0 0,1 1-1 0 0,-1-1 1 0 0,1 1-1 0 0,-1 0 1 0 0,1-1-1 0 0,0 1 0 0 0,0 0 1 0 0,-1-1-1 0 0,1 1 1 0 0,0 0-1 0 0,0-1 0 0 0,0 1 1 0 0,-1 0-1 0 0,1-1 1 0 0,0 1-1 0 0,0 0 1 0 0,0 0-1 0 0,0-1 0 0 0,1 2 1 0 0,-1-1-1 0 0,0 0 1 0 0,0 0-1 0 0,0-1 0 0 0,0 1 1 0 0,0 0-1 0 0,0 0 1 0 0,0 0-1 0 0,0 0 1 0 0,0 0-1 0 0,0 0 0 0 0,0-1 1 0 0,-1 1-1 0 0,1 0 1 0 0,0 0-1 0 0,-1 0 1 0 0,1 0-1 0 0,-1-1 0 0 0,1 1 1 0 0,0 0-1 0 0,-1-1 1 0 0,0 1-1 0 0,1 0 1 0 0,-1-1-1 0 0,1 1 0 0 0,-1 0 1 0 0,0-1-1 0 0,-1 1 1 0 0,1 0 1 0 0,1 0-2 0 0,0 0 0 0 0,0 1 0 0 0,1-1 0 0 0,-1 0 0 0 0,0 0 0 0 0,0 0-1 0 0,0 0 1 0 0,0 0 0 0 0,-1 0 0 0 0,1 0 0 0 0,0 0 0 0 0,0 0 0 0 0,0 0-1 0 0,-1 0 1 0 0,1 0 0 0 0,-1 0 0 0 0,1 0 0 0 0,-1 0 0 0 0,1 0 0 0 0,-1 0-1 0 0,-1 1 1 0 0,-3 5 1 0 0,5-7 7 0 0,0 0 0 0 0,0 0 0 0 0,0 0 1 0 0,0 0-1 0 0,0 0 0 0 0,0-1 0 0 0,0 1 0 0 0,0 0 1 0 0,0 0-1 0 0,0 0 0 0 0,0 0 0 0 0,0 0 0 0 0,0 0 1 0 0,1 0-1 0 0,-1 0 0 0 0,0 0 0 0 0,0 0 0 0 0,0 0 1 0 0,0 0-1 0 0,0 0 0 0 0,0 0 0 0 0,0 0 0 0 0,0-1 1 0 0,0 1-1 0 0,1 0 0 0 0,-1 0 0 0 0,0 0 1 0 0,0 0-1 0 0,0 0 0 0 0,0 0 0 0 0,0 0 0 0 0,0 0 1 0 0,0 0-1 0 0,0 0 0 0 0,1 0 0 0 0,-1 1 0 0 0,0-1 1 0 0,0 0-1 0 0,0 0 0 0 0,0 0 0 0 0,0 0 0 0 0,0 0 1 0 0,0 0-1 0 0,0 0 0 0 0,0 0 0 0 0,0 0 0 0 0,1 0 1 0 0,-1 0-1 0 0,0 0 0 0 0,0 0 0 0 0,0 0 0 0 0,0 0 1 0 0,0 1-1 0 0,0-1 0 0 0,0 0 0 0 0,0 0 0 0 0,0 0 1 0 0,0 0-1 0 0,0 0 0 0 0,0 0 0 0 0,0 0 0 0 0,0 0 1 0 0,0 0-1 0 0,0 1 0 0 0,0-1 0 0 0,0 0 0 0 0,1 0-3 0 0,-1-1 0 0 0,1 1 0 0 0,-1-1-1 0 0,1 1 1 0 0,-1-1 0 0 0,0 1-1 0 0,1-1 1 0 0,-1 1 0 0 0,1-1-1 0 0,-1 1 1 0 0,0-1 0 0 0,0 1-1 0 0,1-1 1 0 0,-1 0 0 0 0,0 1-1 0 0,0-1 1 0 0,0 1 0 0 0,0-1-1 0 0,1 0 1 0 0,-1 0 0 0 0,11-12 215 0 0,-11 11-200 0 0,1 0 0 0 0,1 0 1 0 0,-1 1-1 0 0,0-1 0 0 0,0 1 0 0 0,0-1 0 0 0,1 1 1 0 0,-1-1-1 0 0,1 1 0 0 0,-1 0 0 0 0,1 0 0 0 0,0 0 1 0 0,-1 0-1 0 0,1 0 0 0 0,0 0 0 0 0,2-1 1 0 0,0 0 27 0 0,53-40 340 0 0,41-25-87 0 0,-13 10-174 0 0,-30 21-50 0 0,-40 26-45 0 0,0 0 0 0 0,22-20 0 0 0,-26 20-5 0 0,32-14 44 0 0,3-8 18 0 0,-24 21-68 0 0,-15 10-17 0 0,-5 1-9 0 0,-2 9-57 0 0,0-7-63 0 0,0-1 0 0 0,1 1 0 0 0,-1-1 0 0 0,0 1 0 0 0,0 0 0 0 0,0-1 0 0 0,0 1 0 0 0,-1-1 0 0 0,1 1 0 0 0,0-1 0 0 0,-1 1 0 0 0,0 2 0 0 0,-30 4-4742 0 0,9-4 2084 0 0,11 1 1671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54.6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11 117 496 0 0,'-10'-17'3478'0'0,"10"-41"-1059"0"0,4 53-2228 0 0,-4 5-110 0 0,0 0-1 0 0,1 0 0 0 0,-1 0 0 0 0,1-1 0 0 0,-1 1 0 0 0,0 0 1 0 0,1 0-1 0 0,-1-1 0 0 0,1 1 0 0 0,-1 0 0 0 0,0-1 1 0 0,1 1-1 0 0,-1-1 0 0 0,0 1 0 0 0,0 0 0 0 0,1-1 1 0 0,-1 1-1 0 0,0-1 0 0 0,0 1 0 0 0,0 0 0 0 0,0-1 1 0 0,1 1-1 0 0,-1-1 0 0 0,0 1 0 0 0,0-1 0 0 0,0 1 1 0 0,0-1-1 0 0,0 1 0 0 0,0-1 0 0 0,0 1 0 0 0,0-1 1 0 0,-1 0-1 0 0,1-2-5 0 0,0 3-67 0 0,0-1 1 0 0,0 1-1 0 0,0 0 1 0 0,0-1-1 0 0,0 1 1 0 0,-1-1-1 0 0,1 1 1 0 0,0-1-1 0 0,0 1 1 0 0,0 0-1 0 0,0-1 1 0 0,0 1-1 0 0,0-1 1 0 0,0 1-1 0 0,0-1 1 0 0,1 1-1 0 0,-1 0 1 0 0,0-1-1 0 0,0 1 1 0 0,0-1-1 0 0,0 1 1 0 0,0 0-1 0 0,1-1 1 0 0,-1 1-1 0 0,0 0 1 0 0,0-1-1 0 0,1 1 1 0 0,-1 0-1 0 0,0-1 1 0 0,1 1-1 0 0,-1 0 1 0 0,0 0-1 0 0,1-1 1 0 0,-1 1-1 0 0,0 0 1 0 0,1 0-1 0 0,-1-1 0 0 0,0 1 1 0 0,1 0-1 0 0,-1 0 1 0 0,1 0-1 0 0,-1 0 1 0 0,1 0-1 0 0,-1 0 1 0 0,0 0-1 0 0,2 0 1 0 0,12-6 447 0 0,-10 6-429 0 0,0 1 0 0 0,0-1 0 0 0,0 1 1 0 0,0 0-1 0 0,0 1 0 0 0,-1-1 0 0 0,1 1 0 0 0,0-1 0 0 0,-1 1 0 0 0,1 0 1 0 0,2 3-1 0 0,44 35 163 0 0,-17-13-107 0 0,-18-15-61 0 0,-1 0-1 0 0,0 0 1 0 0,-1 1-1 0 0,0 1 1 0 0,14 21-1 0 0,-1-7 4 0 0,3 6 11 0 0,58 102 127 0 0,-54-71-75 0 0,-1-9-28 0 0,-28-50-57 0 0,0-1 1 0 0,-1 1-1 0 0,0-1 0 0 0,0 1 0 0 0,0 0 1 0 0,3 12-1 0 0,10 21 17 0 0,-12-19-15 0 0,-3-19-5 0 0,-1-1 0 0 0,1 1 1 0 0,0 0-1 0 0,0 0 0 0 0,-1 0 0 0 0,1 0 0 0 0,0 0 0 0 0,-1 0 0 0 0,1 0 1 0 0,-1 0-1 0 0,0 0 0 0 0,1 0 0 0 0,-1 0 0 0 0,0 0 0 0 0,1 0 1 0 0,-1 1-1 0 0,0-1 0 0 0,0 0 0 0 0,0 0 0 0 0,0 2 0 0 0,0-2-6 0 0,-55-43-10075 0 0,44 35 8972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56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447 84 0 0 0,'-2'-2'323'0'0,"-1"-1"-1"0"0,1 0 1 0 0,0 0-1 0 0,0 0 1 0 0,0 0-1 0 0,0 0 1 0 0,0-1 0 0 0,1 1-1 0 0,-2-7 1 0 0,3 10-291 0 0,0-1 0 0 0,0 1 1 0 0,0-1-1 0 0,0 1 0 0 0,0-1 1 0 0,0 1-1 0 0,0-1 1 0 0,0 1-1 0 0,-1-1 0 0 0,1 1 1 0 0,0-1-1 0 0,0 1 0 0 0,0-1 1 0 0,0 1-1 0 0,-1-1 1 0 0,1 1-1 0 0,0 0 0 0 0,-1-1 1 0 0,1 1-1 0 0,0-1 0 0 0,-1 1 1 0 0,1 0-1 0 0,0-1 1 0 0,-1 1-1 0 0,1 0 0 0 0,-1-1 1 0 0,1 1-16 0 0,-1 0 1 0 0,1-1-1 0 0,-1 1 1 0 0,1 0-1 0 0,0-1 1 0 0,-1 1-1 0 0,1 0 1 0 0,0-1-1 0 0,-1 1 1 0 0,1 0 0 0 0,0-1-1 0 0,0 1 1 0 0,0-1-1 0 0,-1 1 1 0 0,1 0-1 0 0,0-1 1 0 0,0 1-1 0 0,0-1 1 0 0,0 1-1 0 0,0-1 1 0 0,0 1-1 0 0,0-1 1 0 0,0 1-1 0 0,0-1 1 0 0,0 1 0 0 0,0-1-1 0 0,-13-17 926 0 0,12 17-857 0 0,-1 0 1 0 0,1 0-1 0 0,-1 1 0 0 0,0-1 1 0 0,1 1-1 0 0,-1-1 0 0 0,1 1 1 0 0,-1 0-1 0 0,0-1 0 0 0,1 1 1 0 0,-1 0-1 0 0,0 0 0 0 0,1 0 1 0 0,-1 1-1 0 0,1-1 0 0 0,-1 0 1 0 0,-2 1-1 0 0,-16 2 377 0 0,18-3-416 0 0,-1 1 0 0 0,1 0 0 0 0,-1 0 0 0 0,1 0 0 0 0,0 1 0 0 0,0-1 0 0 0,0 0 0 0 0,-1 1 0 0 0,1-1 0 0 0,1 1 0 0 0,-1 0 0 0 0,0 0 0 0 0,-2 3 0 0 0,-11 8 177 0 0,-8 2-11 0 0,17-10-156 0 0,0-1 0 0 0,0 0 0 0 0,-1 0-1 0 0,-9 3 1 0 0,14-6-41 0 0,-1 1 0 0 0,0-1-1 0 0,1 1 1 0 0,0-1 0 0 0,-1 1 0 0 0,1 0 0 0 0,0 0-1 0 0,0 0 1 0 0,-3 4 0 0 0,-12 9 88 0 0,13-12-70 0 0,0 0 1 0 0,0 0 0 0 0,0 0 0 0 0,0 0 0 0 0,-4 7 0 0 0,-19 14 217 0 0,-27 19 313 0 0,49-40-522 0 0,1 0 1 0 0,0 0-1 0 0,0 1 1 0 0,0 0-1 0 0,-4 5 1 0 0,-16 13 188 0 0,22-21-219 0 0,0 1 0 0 0,0-1 0 0 0,0 1 0 0 0,1-1 0 0 0,-1 1 0 0 0,0 0 0 0 0,1 0 1 0 0,-1 0-1 0 0,1 0 0 0 0,0 0 0 0 0,0 0 0 0 0,0 0 0 0 0,0 0 0 0 0,-2 5 0 0 0,-1 4 37 0 0,3-10-46 0 0,0 0-1 0 0,1 0 1 0 0,-1 1 0 0 0,0-1 0 0 0,1 0 0 0 0,-1 1 0 0 0,1-1 0 0 0,-1 1 0 0 0,1-1-1 0 0,0 0 1 0 0,0 1 0 0 0,-1 1 0 0 0,1 188 153 0 0,11-155-121 0 0,-9-28-26 0 0,0-1 1 0 0,0 0 0 0 0,1 0-1 0 0,-1 0 1 0 0,2 0-1 0 0,-1 0 1 0 0,9 12 0 0 0,4 10 7 0 0,6 13 21 0 0,18 33 26 0 0,-32-59-52 0 0,2-1 0 0 0,0 0-1 0 0,1 0 1 0 0,15 16 0 0 0,43 36-28 0 0,-40-49 42 0 0,51 27-18 0 0,4 2 17 0 0,-52-34-4 0 0,-16-4-15 0 0,-15-8-8 0 0,0 0 0 0 0,0-1 0 0 0,0 1 1 0 0,0 0-1 0 0,0 0 0 0 0,0-1 0 0 0,0 1 0 0 0,0 0 1 0 0,0-1-1 0 0,0 1 0 0 0,1-1 0 0 0,-1 1 1 0 0,2-1-1 0 0,22 5 1 0 0,-21-3 0 0 0,1-1-1 0 0,-1 0 1 0 0,1 0-1 0 0,-1 0 1 0 0,1 0-1 0 0,-1-1 0 0 0,7 0 1 0 0,20 2 22 0 0,-21-1-19 0 0,-1 0 0 0 0,1-1 0 0 0,0 0 0 0 0,0-1 0 0 0,0 0 0 0 0,-1-1 0 0 0,12-3 0 0 0,7 1-7 0 0,-24 4 6 0 0,0 0-1 0 0,-1-1 0 0 0,1 1 0 0 0,0-1 1 0 0,-1 0-1 0 0,1 0 0 0 0,6-3 0 0 0,34-11 29 0 0,-32 12-25 0 0,53-16 31 0 0,-46 14-39 0 0,-2 1 5 0 0,-1-1-1 0 0,0 0 1 0 0,24-12-1 0 0,-35 14 0 0 0,7-2 14 0 0,5 0-11 0 0,-4 1-15 0 0,-1-1 0 0 0,0-1 0 0 0,18-11 0 0 0,-10 5 5 0 0,35-24 18 0 0,10-20 20 0 0,-59 53-35 0 0,0-1 0 0 0,0 0 0 0 0,-1-1 1 0 0,1 1-1 0 0,-1-1 0 0 0,0 0 0 0 0,-1-1 0 0 0,1 1 1 0 0,4-8-1 0 0,6-2 13 0 0,-14 14-9 0 0,0 0 0 0 0,0 0 0 0 0,0 1-1 0 0,0-1 1 0 0,0 0 0 0 0,0-1 0 0 0,0 1 0 0 0,0 0 0 0 0,0 0 0 0 0,0 0 0 0 0,0 0 0 0 0,-1-1-1 0 0,1 1 1 0 0,0 0 0 0 0,-1-1 0 0 0,1-2 0 0 0,3-2 27 0 0,3-7-4 0 0,-2 2-9 0 0,-4 10-10 0 0,-1-1 0 0 0,1 1 1 0 0,0 0-1 0 0,-1 0 0 0 0,1-1 0 0 0,-1 1 1 0 0,1-1-1 0 0,-1 1 0 0 0,1 0 1 0 0,-1-1-1 0 0,0 1 0 0 0,0-3 0 0 0,5-8 98 0 0,-4 11-94 0 0,-1 0-1 0 0,1 0 1 0 0,0 0 0 0 0,-1-1 0 0 0,1 1 0 0 0,-1 0 0 0 0,1 0-1 0 0,-1-1 1 0 0,0 1 0 0 0,1 0 0 0 0,-1 0 0 0 0,0-1 0 0 0,0 0-1 0 0,-11-47 296 0 0,11 46-296 0 0,-1 1 1 0 0,0-1-1 0 0,1 1 1 0 0,-1-1-1 0 0,0 1 1 0 0,-1 0 0 0 0,1-1-1 0 0,0 1 1 0 0,-1 0-1 0 0,1 0 1 0 0,-1 0-1 0 0,-2-3 1 0 0,3 4-6 0 0,-1-1 0 0 0,0 0 0 0 0,1 0-1 0 0,0 0 1 0 0,-1 0 0 0 0,1 0 0 0 0,0 0 0 0 0,0 0 0 0 0,0-1 0 0 0,0 1 0 0 0,0-5 0 0 0,-19-16 24 0 0,9 11-16 0 0,1-3 16 0 0,-1 1 0 0 0,-16-19 0 0 0,20 26-12 0 0,-69-85 178 0 0,21 43 67 0 0,41 31-115 0 0,8 12-89 0 0,1 0 0 0 0,-1 0 1 0 0,0 1-1 0 0,0 0 0 0 0,-1 0 1 0 0,-12-6-1 0 0,-32-32 217 0 0,47 36-234 0 0,-6-5 14 0 0,2 3-21 0 0,7 8-28 0 0,1-1 0 0 0,-1 1 0 0 0,0 0 0 0 0,0 0 0 0 0,0 0 0 0 0,1 0 0 0 0,-1-1 0 0 0,-1 1 0 0 0,1 1 0 0 0,0-1 0 0 0,0 0 0 0 0,-2-1 0 0 0,-19-21 40 0 0,-18-1 88 0 0,39 23-114 0 0,-30-11 152 0 0,29 12-149 0 0,0-2-12 0 0,0 1 0 0 0,1 0 1 0 0,-1 0-1 0 0,0 0 0 0 0,0 0 0 0 0,0 0 0 0 0,0 1 1 0 0,0-1-1 0 0,0 1 0 0 0,-2-1 0 0 0,-8-3 45 0 0,3 0-3 0 0,0 1-1 0 0,-1 0 1 0 0,0 1-1 0 0,0-1 1 0 0,1 2 0 0 0,-1 0-1 0 0,0 0 1 0 0,0 0-1 0 0,-19 3 1 0 0,7-2 91 0 0,-25-6 163 0 0,37 6-262 0 0,6 0-36 0 0,1 1 1 0 0,-1-1-1 0 0,1 0 0 0 0,-1-1 0 0 0,1 1 1 0 0,-1-1-1 0 0,1 1 0 0 0,0-1 0 0 0,-7-2 0 0 0,8 2-6 0 0,0 0 0 0 0,-1 1 0 0 0,1 0 0 0 0,0-1 0 0 0,-1 1 0 0 0,1 0 0 0 0,0 0 0 0 0,-1 0 0 0 0,-3 1 0 0 0,-3 0 23 0 0,-42-14 174 0 0,49 13-174 0 0,1 0-18 0 0,-1 0 0 0 0,0 0 0 0 0,1 0 1 0 0,-1-1-1 0 0,1 2 0 0 0,-1-1 0 0 0,1 0 1 0 0,-1 0-1 0 0,1 0 0 0 0,-1 1 0 0 0,0-1 1 0 0,1 1-1 0 0,0-1 0 0 0,-3 2 0 0 0,-5 0 17 0 0,5-1-19 0 0,0 0-1 0 0,0 1 0 0 0,0-1 1 0 0,1 0-1 0 0,-1 1 0 0 0,-6 4 1 0 0,-10 6 3 0 0,15-9-4 0 0,0 0 0 0 0,0 0-1 0 0,0 0 1 0 0,0-1-1 0 0,0 0 1 0 0,0 0-1 0 0,-1 0 1 0 0,-8 2-1 0 0,-27 8-71 0 0,37-11 62 0 0,3 0 7 0 0,-1-1 0 0 0,1 1 0 0 0,-1 0 0 0 0,1-1 0 0 0,-1 1 0 0 0,1-1-1 0 0,-1 1 1 0 0,1-1 0 0 0,-1 0 0 0 0,0 0 0 0 0,1 1 0 0 0,-1-1 0 0 0,1 0-1 0 0,-3-1 1 0 0,4 1 0 0 0,-1 0 0 0 0,1 0-1 0 0,0 0 1 0 0,0 0 0 0 0,0 0-1 0 0,0 0 1 0 0,0 0 0 0 0,-1 0 0 0 0,1 0-1 0 0,0 0 1 0 0,0 0 0 0 0,0 0-1 0 0,-1 0 1 0 0,1 0 0 0 0,0 0 0 0 0,0 0-1 0 0,0 0 1 0 0,0 0 0 0 0,-1 0-1 0 0,1 0 1 0 0,0 0 0 0 0,0 0-1 0 0,0 0 1 0 0,0 0 0 0 0,0 0 0 0 0,-1 0-1 0 0,1 0 1 0 0,0 1 0 0 0,0-1-1 0 0,0 0 1 0 0,0 0 0 0 0,0 0 0 0 0,0 0-1 0 0,-1 0 1 0 0,1 0 0 0 0,0 1-1 0 0,0-1 1 0 0,0 0 0 0 0,0 0-1 0 0,0 0 1 0 0,0 0 0 0 0,0 1 0 0 0,0-1-1 0 0,0 0 1 0 0,0 0 0 0 0,0 0-1 0 0,0 0 1 0 0,0 1 0 0 0,0-1 0 0 0,0 0-1 0 0,0 0 1 0 0,0 0 0 0 0,0 0-1 0 0,0 1 1 0 0,0-1 0 0 0,-7 1-4606 0 0,16-1-1268 0 0,20-5 611 0 0,-27 4 5029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07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1604 19 0 0 0,'0'0'1135'0'0,"-22"-12"3611"0"0,22 12-4668 0 0,-1 0 1 0 0,1 1 0 0 0,0-1 0 0 0,0 0 0 0 0,0 0 0 0 0,0 0 0 0 0,-1 0 0 0 0,1 0 0 0 0,0 0 0 0 0,0 0 0 0 0,0 0 0 0 0,-1 0 0 0 0,1 0 0 0 0,0 0 0 0 0,0 0 0 0 0,0 0-1 0 0,-1 0 1 0 0,1 0 0 0 0,0 0 0 0 0,0 0 0 0 0,0 0 0 0 0,-1 0 0 0 0,1 0 0 0 0,0 0 0 0 0,0 0 0 0 0,0 0 0 0 0,-1 0 0 0 0,1 0 0 0 0,0 0 0 0 0,0 0 0 0 0,0 0 0 0 0,-1-1-1 0 0,1 1 1 0 0,0 0 0 0 0,0 0 0 0 0,0 0 0 0 0,0 0 0 0 0,0 0 0 0 0,-1-1 0 0 0,1 1 0 0 0,0 0 0 0 0,0 0 0 0 0,0 0 0 0 0,0 0 0 0 0,0-1 0 0 0,0 1 0 0 0,0 0 0 0 0,0 0-1 0 0,0 0 1 0 0,0-1 0 0 0,0 1 0 0 0,0 0 0 0 0,0 0 0 0 0,0-1 0 0 0,0 1 0 0 0,0 0 0 0 0,0 0 0 0 0,0 0 0 0 0,0-1 0 0 0,0 1 0 0 0,0 0 0 0 0,0 0 0 0 0,0 0 0 0 0,0-1-1 0 0,0 1 1 0 0,0 0 0 0 0,1 0 0 0 0,-16 18-527 0 0,4-4 601 0 0,-11 21-142 0 0,18-30-11 0 0,-9 9-2 0 0,1 0-1 0 0,1 1 0 0 0,-14 22 1 0 0,22-32 3 0 0,0 0 0 0 0,-1 0 0 0 0,0 0 0 0 0,1 0 0 0 0,-2-1 0 0 0,-3 5 0 0 0,-15 16 3 0 0,-10 22 3 0 0,14-21-10 0 0,-20 35-1 0 0,24-35 0 0 0,-22 28-1 0 0,19-30 2 0 0,-17 32-1 0 0,-96 165-47 0 0,9-2 46 0 0,109-195 5 0 0,-8 21-8 0 0,-1 3 0 0 0,12-33 7 0 0,9-14 1 0 0,0 0 0 0 0,0 0 0 0 0,1 0 0 0 0,-1 0-1 0 0,0 0 1 0 0,0 1 0 0 0,1-1 0 0 0,-1 0 0 0 0,0 0-1 0 0,1 1 1 0 0,0-1 0 0 0,-1 0 0 0 0,1 1 0 0 0,0-1-1 0 0,-1 0 1 0 0,1 3 0 0 0,-1 0-2 0 0,0 0 0 0 0,0-1 0 0 0,0 1 0 0 0,-1 0 0 0 0,1 0 0 0 0,-1-1 0 0 0,0 1 0 0 0,0-1 0 0 0,-4 6 0 0 0,-6 10-5 0 0,-24 61 6 0 0,14-50-6 0 0,0 7 25 0 0,-10 11-24 0 0,12-24 26 0 0,17-21-17 0 0,-1 1 0 0 0,1 0 1 0 0,0 0-1 0 0,0 0 0 0 0,0 0 1 0 0,-2 5-1 0 0,2-4-2 0 0,0 0 0 0 0,-1 0 0 0 0,1 0 0 0 0,-1-1 0 0 0,0 1 0 0 0,-1-1 0 0 0,-4 4 0 0 0,4-4 4 0 0,0 1 0 0 0,0-1 0 0 0,0 1-1 0 0,-5 9 1 0 0,-23 23 3 0 0,11-13-16 0 0,14-15 8 0 0,7-8 0 0 0,0 0 0 0 0,0 0-1 0 0,0-1 1 0 0,0 1 0 0 0,0 0 0 0 0,0 0-1 0 0,1 0 1 0 0,-1 0 0 0 0,0 0 0 0 0,1 0 0 0 0,-1 0-1 0 0,1 0 1 0 0,-1 0 0 0 0,0 3 0 0 0,-12 14 2 0 0,10-15-1 0 0,3-2 0 0 0,-1-1 0 0 0,1 1 0 0 0,-1-1 0 0 0,1 1-1 0 0,-1 0 1 0 0,1-1 0 0 0,-1 1 0 0 0,1 0 0 0 0,0-1 0 0 0,-1 1-1 0 0,1 0 1 0 0,0-1 0 0 0,0 1 0 0 0,-1 0 0 0 0,1 0 0 0 0,0-1-1 0 0,0 1 1 0 0,0 0 0 0 0,0 0 0 0 0,0-1 0 0 0,0 1 0 0 0,0 1-1 0 0,-11 26 21 0 0,6-16-14 0 0,5-11-6 0 0,-1 0-1 0 0,1-1 0 0 0,-1 1 1 0 0,1-1-1 0 0,-1 1 0 0 0,1 0 0 0 0,-1-1 1 0 0,1 1-1 0 0,0 0 0 0 0,-1-1 1 0 0,1 1-1 0 0,0 0 0 0 0,0-1 0 0 0,0 1 1 0 0,0 0-1 0 0,0 0 0 0 0,-1 1 1 0 0,1-2-1 0 0,1 1 0 0 0,-1-1 0 0 0,-1 0 1 0 0,1 1-1 0 0,0-1 0 0 0,0 0 0 0 0,0 1 1 0 0,0-1-1 0 0,0 1 0 0 0,0-1 0 0 0,0 0 1 0 0,0 1-1 0 0,-1-1 0 0 0,1 0 0 0 0,0 1 1 0 0,0-1-1 0 0,0 0 0 0 0,-1 1 0 0 0,1-1 1 0 0,0 0-1 0 0,0 0 0 0 0,-1 1 0 0 0,1-1 1 0 0,0 0-1 0 0,-1 0 0 0 0,1 0 1 0 0,-1 1-1 0 0,1-1 0 0 0,-1 0 0 0 0,1 0 1 0 0,0 1-1 0 0,-1-1 0 0 0,1 0 1 0 0,0 0-1 0 0,-1 1 0 0 0,1-1 0 0 0,0 0 1 0 0,0 1-1 0 0,-1-1 0 0 0,1 0 1 0 0,0 1-1 0 0,0-1 0 0 0,-1 1 0 0 0,1-1 1 0 0,0 0-1 0 0,0 1 0 0 0,0-1 1 0 0,0 1-1 0 0,0-1 0 0 0,0 0 1 0 0,-1 1-1 0 0,1-1 0 0 0,0 1 0 0 0,0-1 1 0 0,1 1-1 0 0,-2 3 1 0 0,0 0 1 0 0,-1 0-1 0 0,1-1 1 0 0,0 1-1 0 0,-1-1 0 0 0,0 1 1 0 0,0-1-1 0 0,0 1 1 0 0,0-1-1 0 0,-4 4 0 0 0,-7 12 12 0 0,-20 22-5 0 0,31-37-9 0 0,0 0 0 0 0,-1 0 0 0 0,0-1 0 0 0,0 0 0 0 0,0 1 0 0 0,0-1 0 0 0,0 0 0 0 0,-5 3 0 0 0,4-3 1 0 0,1-1 0 0 0,-1 1 0 0 0,1 0 0 0 0,0 0 0 0 0,0 1 0 0 0,0-1 0 0 0,0 1 0 0 0,-2 5 0 0 0,4-7-1 0 0,0 1 0 0 0,-1 0 0 0 0,1-1 0 0 0,0 0-1 0 0,-1 1 1 0 0,1-1 0 0 0,-1 0 0 0 0,0 0 0 0 0,1 0 0 0 0,-1 0-1 0 0,0 0 1 0 0,-4 3 0 0 0,-27 35-30 0 0,2-2 21 0 0,11-14 1 0 0,-27 27 30 0 0,39-42-20 0 0,-7 6 15 0 0,-5 9-17 0 0,15-18-6 0 0,5-5 7 0 0,-1-1 0 0 0,1 0 0 0 0,-1 1 0 0 0,1-1 0 0 0,-1 1 0 0 0,1-1 0 0 0,0 1 0 0 0,-1-1 0 0 0,1 1 0 0 0,0-1 0 0 0,-1 1 0 0 0,1 0 0 0 0,0-1 0 0 0,-1 1 0 0 0,1-1 0 0 0,0 1 0 0 0,0 0 0 0 0,0-1 0 0 0,0 1 0 0 0,0 0 0 0 0,0 0 0 0 0,0 0 0 0 0,0-1 0 0 0,0 0 0 0 0,0 0 0 0 0,0 0 0 0 0,0 1 0 0 0,0-1 0 0 0,0 0 0 0 0,0 0 0 0 0,0 0 0 0 0,-1 1 1 0 0,1-1-1 0 0,0 0 0 0 0,0 0 0 0 0,0 0 0 0 0,0 1 0 0 0,0-1 0 0 0,0 0 0 0 0,0 0 0 0 0,0 0 0 0 0,-1 0 0 0 0,1 1 0 0 0,0-1 0 0 0,0 0 0 0 0,0 0 0 0 0,0 0 0 0 0,-1 0 0 0 0,1 0 0 0 0,0 0 0 0 0,0 0 0 0 0,0 1 1 0 0,0-1-1 0 0,-1 0 0 0 0,1 0 0 0 0,0 0 0 0 0,0 0 0 0 0,0 0 0 0 0,-1 0 0 0 0,1 0 0 0 0,0 0 0 0 0,-1 0 0 0 0,1 0 0 0 0,0 0 1 0 0,0 0-1 0 0,-1 0 1 0 0,1 0-1 0 0,0 0 1 0 0,0 0-1 0 0,0 0 0 0 0,-1 0 1 0 0,1 0-1 0 0,0 0 1 0 0,0 0-1 0 0,-1 1 1 0 0,1-1-1 0 0,0 0 0 0 0,0 0 1 0 0,0 0-1 0 0,-1 0 1 0 0,1 0-1 0 0,0 1 0 0 0,0-1 1 0 0,0 0-1 0 0,0 0 1 0 0,0 0-1 0 0,-1 1 1 0 0,1-1-1 0 0,0 0 0 0 0,0 0 1 0 0,0 0-1 0 0,0 1 1 0 0,0-1-1 0 0,0 0 1 0 0,0 0-1 0 0,0 1 0 0 0,0-1 1 0 0,0 0-1 0 0,0 0 1 0 0,0 1-1 0 0,0-1 1 0 0,0 0-1 0 0,0 1 0 0 0,0 2 3 0 0,0-3-3 0 0,0 1 0 0 0,1-1 0 0 0,-1 1 0 0 0,0-1 0 0 0,0 1 0 0 0,0-1 0 0 0,0 1 0 0 0,0-1-1 0 0,-1 1 1 0 0,1-1 0 0 0,0 1 0 0 0,0-1 0 0 0,0 1 0 0 0,0-1 0 0 0,0 1 0 0 0,-1-1 0 0 0,1 1 0 0 0,0-1 0 0 0,-1 1 0 0 0,1-1 0 0 0,0 1 0 0 0,-1-1 0 0 0,1 1 0 0 0,0-1 0 0 0,-1 0 0 0 0,1 1-1 0 0,-1-1 1 0 0,1 0 0 0 0,0 1 0 0 0,-1-1 0 0 0,1 0 0 0 0,-1 0 0 0 0,1 0 0 0 0,-1 1 0 0 0,0-1 0 0 0,-3 10-1 0 0,1-8-1 0 0,0 0-10 0 0,-9 14 2 0 0,-12 8 34 0 0,12-11-24 0 0,10-12 1 0 0,0 1 0 0 0,0-1 1 0 0,0 0-1 0 0,1 1 1 0 0,-1-1-1 0 0,1 1 1 0 0,-1 0-1 0 0,1 0 1 0 0,0-1-1 0 0,-1 1 1 0 0,0 4-1 0 0,1-6-1 0 0,1 1 0 0 0,0-1 0 0 0,0 1 0 0 0,-1-1 0 0 0,1 1 0 0 0,0-1 0 0 0,-1 1 0 0 0,1-1 0 0 0,0 0 0 0 0,-1 1 0 0 0,1-1 0 0 0,-1 1 1 0 0,1-1-1 0 0,0 0 0 0 0,-1 0 0 0 0,1 1 0 0 0,-1-1 0 0 0,1 0 0 0 0,-1 0 0 0 0,1 1 0 0 0,-1-1 0 0 0,0 0 0 0 0,0 0-1 0 0,1 0 0 0 0,-1 0 0 0 0,0 1-1 0 0,1-1 1 0 0,-1 0 0 0 0,0 0 0 0 0,1 1 0 0 0,-1-1 0 0 0,1 1 0 0 0,-1-1-1 0 0,1 0 1 0 0,-1 1 0 0 0,1-1 0 0 0,-1 1 0 0 0,1-1 0 0 0,-1 1 0 0 0,1-1 0 0 0,0 1-1 0 0,-1-1 1 0 0,1 1 0 0 0,0 0 0 0 0,-1-1 0 0 0,1 1 0 0 0,0 0 0 0 0,-2 0-7 0 0,-8 7 1 0 0,11-6 6 0 0,-1-1 0 0 0,0 0-4 0 0,-22 24-19 0 0,22-25 24 0 0,0 1-1 0 0,0-1 1 0 0,0 0-1 0 0,0 1 1 0 0,0-1-1 0 0,0 0 1 0 0,0 1-1 0 0,0-1 1 0 0,0 0-1 0 0,0 0 1 0 0,0 1-1 0 0,0-1 1 0 0,0 0-1 0 0,0 1 1 0 0,-1-1-1 0 0,1 0 1 0 0,0 0-1 0 0,0 1 1 0 0,0-1-1 0 0,0 0 1 0 0,-1 0-1 0 0,1 0 0 0 0,0 1 1 0 0,0-1-1 0 0,-1 0 1 0 0,1 0-1 0 0,0 0 1 0 0,0 1-1 0 0,-1-1 1 0 0,1 0-1 0 0,0 0 1 0 0,0 0-1 0 0,-1 0 1 0 0,1 0-1 0 0,-1 0 0 0 0,1 0 1 0 0,0 1-1 0 0,-1-1 0 0 0,1 0 0 0 0,0 0 0 0 0,0 0 0 0 0,-1 0 1 0 0,1 0-1 0 0,0 0 0 0 0,0 1 0 0 0,-1-1 0 0 0,1 0 0 0 0,0 0 1 0 0,0 0-1 0 0,0 1 0 0 0,-1-1 0 0 0,1 0 0 0 0,0 0 0 0 0,0 1 1 0 0,0-1-1 0 0,0 0 0 0 0,-1 0 0 0 0,1 1 0 0 0,0-1 0 0 0,0 0 1 0 0,0 1-1 0 0,0-1 0 0 0,0 0 0 0 0,0 0 0 0 0,0 1 0 0 0,0-1 0 0 0,0 0 1 0 0,0 1-1 0 0,0 0 0 0 0,0 0-3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07.8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13 0 0 0,'0'-13'10972'0'0,"0"15"-10955"0"0,0 8 24 0 0,0 0 1 0 0,0-1-1 0 0,-1 1 1 0 0,-1 0-1 0 0,1 0 1 0 0,-4 10-1 0 0,1 34-2 0 0,-14 45-9 0 0,16-58-28 0 0,3-35-1 0 0,-1 1-1 0 0,0-1 1 0 0,0 0-1 0 0,-1 1 1 0 0,-1 6-1 0 0,-1-1 0 0 0,-2 6-3 0 0,1 0 0 0 0,1 0 0 0 0,-2 19 1 0 0,5-31 1 0 0,-1 0 1 0 0,0 0 0 0 0,0-1-1 0 0,0 1 1 0 0,-1-1 0 0 0,-3 7-1 0 0,3-6 2 0 0,0-1 0 0 0,0 1 0 0 0,1-1-1 0 0,0 1 1 0 0,0-1 0 0 0,-1 8-1 0 0,2-8 0 0 0,0-1 0 0 0,-1 0 0 0 0,0 1 0 0 0,0-1 0 0 0,-1 0 0 0 0,1 0 0 0 0,-4 6 0 0 0,4-6 0 0 0,-1 0 1 0 0,0 0-1 0 0,1 1 0 0 0,0-1 0 0 0,0 0 0 0 0,0 0 0 0 0,0 7 0 0 0,0-8-1 0 0,1 0 1 0 0,-1-1-1 0 0,1 1 1 0 0,-1 0-1 0 0,0-1 1 0 0,0 1-1 0 0,0 0 0 0 0,0-1 1 0 0,-1 1-1 0 0,-1 1 1 0 0,2-1 0 0 0,0-1-1 0 0,-1 0 1 0 0,1 1 0 0 0,0-1 0 0 0,0 0-1 0 0,0 1 1 0 0,1-1 0 0 0,-1 1 0 0 0,0 4-1 0 0,-10 31-17 0 0,11-36 17 0 0,1-2 1 0 0,-1 1 0 0 0,0-1 0 0 0,0 1 0 0 0,0-1 0 0 0,0 1 0 0 0,0-1 0 0 0,0 1 0 0 0,0-1 0 0 0,0 1-1 0 0,0-1 1 0 0,0 1 0 0 0,0-1 0 0 0,0 1 0 0 0,0-1 0 0 0,0 1 0 0 0,-1-1 0 0 0,1 1 0 0 0,0-1 0 0 0,0 1 0 0 0,0-1-1 0 0,-1 0 1 0 0,1 1 0 0 0,0-1 0 0 0,-1 1 0 0 0,1-1 0 0 0,0 0 0 0 0,-1 1 0 0 0,1-1 0 0 0,-1 0 0 0 0,1 1 0 0 0,0-1-1 0 0,-1 0 1 0 0,1 0 0 0 0,-1 1 0 0 0,1-1 0 0 0,-1 0 0 0 0,1 0 0 0 0,-1 0 0 0 0,1 0 0 0 0,-1 1 0 0 0,-1 1 3 0 0,2 2 1 0 0,0-3 651 0 0,1-1-594 0 0,0 0-58 0 0,-1 0 0 0 0,0 0 0 0 0,1 0 0 0 0,-1 0 0 0 0,0 0 0 0 0,1 0 0 0 0,-1 0-1 0 0,0 0 1 0 0,1 0 0 0 0,-1 0 0 0 0,0 0 0 0 0,1 0 0 0 0,-1-1 0 0 0,0 1 0 0 0,0 0-1 0 0,1 0 1 0 0,-1 0 0 0 0,0 0 0 0 0,1 0 0 0 0,-1-1 0 0 0,0 1 0 0 0,0 0 0 0 0,1 0-1 0 0,-1-1 1 0 0,0 1 0 0 0,0 0 0 0 0,1 0 0 0 0,-1-1 0 0 0,0 1 0 0 0,0 0 0 0 0,0 0-1 0 0,0-1 1 0 0,0 1 0 0 0,1 0 0 0 0,-1-1 0 0 0,0 1 0 0 0,0 0 0 0 0,0-1 0 0 0,0 1-1 0 0,1-3 6 0 0,0 0 1 0 0,0 1-1 0 0,1 0 0 0 0,-1-1 0 0 0,1 1 0 0 0,-1 0 0 0 0,1-1 0 0 0,0 1 0 0 0,0 0 0 0 0,0 0 0 0 0,0 1 0 0 0,0-1 0 0 0,1 0 0 0 0,-1 1 0 0 0,3-2 0 0 0,51-33-2 0 0,-41 25-7 0 0,0 1 0 0 0,1 1-1 0 0,0 0 1 0 0,0 1 0 0 0,26-8 0 0 0,30-12 9 0 0,-22 7 10 0 0,81-22 29 0 0,-35 13-62 0 0,-65 23-166 0 0,-29 7 84 0 0,-2 0-287 0 0,1 0 292 0 0,-1 0 0 0 0,1 0 1 0 0,-1 1-1 0 0,1-1 0 0 0,-1 0 0 0 0,1 0 0 0 0,-1 1 0 0 0,0-1 0 0 0,1 0 0 0 0,-1 1 0 0 0,1-1 0 0 0,-1 0 0 0 0,0 1 0 0 0,1-1 0 0 0,-1 1 0 0 0,0-1 0 0 0,1 0 0 0 0,-1 1 0 0 0,1 0 0 0 0,-17 15-1902 0 0,14-13 1623 0 0,0 0-1 0 0,-1 0 1 0 0,1 0-1 0 0,-1 0 0 0 0,0 0 1 0 0,0-1-1 0 0,0 0 1 0 0,-4 3-1 0 0,-44 19-3382 0 0,38-18 3009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11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0 108 0 0 0,'13'-7'2662'0'0,"7"-10"5598"0"0,-23 13-8006 0 0,2 3-180 0 0,1 1 0 0 0,-1 0 0 0 0,0-1 0 0 0,1 0-1 0 0,-1 1 1 0 0,1-1 0 0 0,-1 1 0 0 0,1-1-1 0 0,-1 0 1 0 0,1 1 0 0 0,0-1 0 0 0,-1 0 0 0 0,1 1-1 0 0,0-1 1 0 0,0 0 0 0 0,-1 0 0 0 0,1 1-1 0 0,0-1 1 0 0,0 0 0 0 0,0-1 0 0 0,0-58 187 0 0,0 59-267 0 0,1 0-69 0 0,0 0 74 0 0,-1 1 0 0 0,0 0 0 0 0,0 0 0 0 0,1 0 0 0 0,-1 0 0 0 0,0-1 1 0 0,0 1-1 0 0,1 0 0 0 0,-1 0 0 0 0,0 0 0 0 0,1 0 0 0 0,-1 0 1 0 0,0 0-1 0 0,0 0 0 0 0,1 0 0 0 0,-1 0 0 0 0,0 0 0 0 0,1 0 0 0 0,-1 0 1 0 0,0 0-1 0 0,1 0 0 0 0,-1 0 0 0 0,0 0 0 0 0,0 0 0 0 0,1 0 1 0 0,-1 0-1 0 0,0 0 0 0 0,1 1 0 0 0,-1-1 0 0 0,0 0 0 0 0,0 0 0 0 0,1 0 1 0 0,-1 0-1 0 0,0 1 0 0 0,0-1 0 0 0,0 0 0 0 0,1 0 0 0 0,-1 1 1 0 0,0-1-1 0 0,0 0 0 0 0,0 0 0 0 0,1 1 0 0 0,3 2 1 0 0,0 0 1 0 0,0 1-1 0 0,0-1 0 0 0,-1 1 0 0 0,1 0 0 0 0,3 5 1 0 0,15 16 1 0 0,0 11-22 0 0,12 7-4 0 0,-2 1 0 0 0,48 88 0 0 0,-41-63 13 0 0,-6 5 11 0 0,-30-68-1 0 0,0 0 1 0 0,-1 0 0 0 0,1 1-1 0 0,1 12 1 0 0,-3-14 0 0 0,1 1-1 0 0,-1 0 1 0 0,1-1-1 0 0,0 1 1 0 0,1-1 0 0 0,4 9-1 0 0,-3-8 1 0 0,-1 1 0 0 0,0-1 0 0 0,0 1 0 0 0,0 0-1 0 0,-1 0 1 0 0,2 12 0 0 0,-2-12-2 0 0,-1 0 0 0 0,1 0 0 0 0,0 0 0 0 0,1-1-1 0 0,0 1 1 0 0,5 9 0 0 0,14 33-2 0 0,-19-44 5 0 0,0 0 0 0 0,0 1-1 0 0,-1-1 1 0 0,0 1 0 0 0,2 9 0 0 0,-2-10-2 0 0,-1 0 1 0 0,1 0 0 0 0,0 1 0 0 0,0-1 0 0 0,5 7 0 0 0,12 22 5 0 0,-16-27-2 0 0,1 0 0 0 0,0-1 0 0 0,0 1 0 0 0,6 6 0 0 0,11 19-7 0 0,-13-24 5 0 0,-1 0 0 0 0,0 1 0 0 0,0 0 0 0 0,10 18 0 0 0,-11-18 0 0 0,8 12-11 0 0,-14-20 10 0 0,0 1 0 0 0,1-1 0 0 0,-1 1 0 0 0,0-1 0 0 0,1 0 0 0 0,-1 0 0 0 0,1 1 0 0 0,0-1 0 0 0,-1 0 0 0 0,1 0 0 0 0,0 0 0 0 0,0 0 0 0 0,0 1 0 0 0,1 0 0 0 0,-1-1 0 0 0,0 0-1 0 0,0 0 0 0 0,0 0 1 0 0,0 1-1 0 0,0-1 0 0 0,0 0 0 0 0,0 1 1 0 0,-1-1-1 0 0,1 1 0 0 0,0-1 0 0 0,-1 1 1 0 0,1-1-1 0 0,-1 1 0 0 0,1 2 1 0 0,3 7 6 0 0,-3-10-4 0 0,0 0-1 0 0,-1 1 1 0 0,1-1 0 0 0,0 0 0 0 0,-1 1 0 0 0,1-1 0 0 0,-1 0-1 0 0,0 1 1 0 0,1-1 0 0 0,-1 1 0 0 0,0-1 0 0 0,0 3 0 0 0,0-3-3 0 0,0-1 0 0 0,0 1 1 0 0,0 0-1 0 0,0 0 0 0 0,0 0 1 0 0,0 0-1 0 0,0 0 0 0 0,0 0 1 0 0,0 0-1 0 0,0-1 0 0 0,0 1 0 0 0,0 0 1 0 0,1 0-1 0 0,-1 0 0 0 0,0 0 1 0 0,1 0-1 0 0,-1-1 0 0 0,1 1 1 0 0,-1 0-1 0 0,1 0 0 0 0,-1-1 1 0 0,1 1-1 0 0,-1 0 0 0 0,1-1 1 0 0,0 1-1 0 0,-1 0 0 0 0,1-1 1 0 0,1 1-1 0 0,1 19-55 0 0,1-21 53 0 0,-4 1 2 0 0,1 0 1 0 0,-1 0 0 0 0,0 0 0 0 0,0 0-1 0 0,0 0 1 0 0,1 0 0 0 0,-1 1 0 0 0,0-1 0 0 0,0 0-1 0 0,1 0 1 0 0,-1 0 0 0 0,0 0 0 0 0,0 0-1 0 0,0 0 1 0 0,0 0 0 0 0,1 1 0 0 0,-1-1-1 0 0,0 0 1 0 0,0 0 0 0 0,0 0 0 0 0,0 0-1 0 0,0 1 1 0 0,1-1 0 0 0,-1 0 0 0 0,0 0 0 0 0,0 0-1 0 0,0 1 1 0 0,0-1 0 0 0,0 0 0 0 0,0 0-1 0 0,0 1 1 0 0,0-1 0 0 0,0 0 0 0 0,0 0-1 0 0,0 1 1 0 0,0 0-4 0 0,13 16 44 0 0,-11-16-36 0 0,-1-1-3 0 0,-1 0-1 0 0,0 0 1 0 0,1 0-1 0 0,-1 0 1 0 0,0 0 0 0 0,1 0-1 0 0,-1 1 1 0 0,0-1-1 0 0,1 0 1 0 0,-1 0 0 0 0,0 0-1 0 0,1 0 1 0 0,-1 1-1 0 0,0-1 1 0 0,0 0-1 0 0,1 0 1 0 0,-1 0 0 0 0,0 1-1 0 0,0-1 1 0 0,1 0-1 0 0,-1 1 1 0 0,0-1 0 0 0,0 0-1 0 0,0 0 1 0 0,1 1-1 0 0,-1-1 1 0 0,0 0-1 0 0,0 1 1 0 0,0-1 0 0 0,0 1-1 0 0,0-1 1 0 0,0 0-1 0 0,0 1 1 0 0,0-1 0 0 0,0 0-1 0 0,0 1 1 0 0,0-1-1 0 0,0 0 1 0 0,0 1-1 0 0,0-1 1 0 0,0 0 0 0 0,0 1-1 0 0,0-1 1 0 0,0 0-1 0 0,-1 1 1 0 0,1-1-1 0 0,22 20 29 0 0,-22-20-29 0 0,-1 1-1 0 0,1 0 1 0 0,0-1-1 0 0,0 1 1 0 0,0-1-1 0 0,0 1 1 0 0,0 0 0 0 0,0-1-1 0 0,0 1 1 0 0,0-1-1 0 0,0 1 1 0 0,0 0-1 0 0,0-1 1 0 0,1 1-1 0 0,-1-1 1 0 0,0 1-1 0 0,0-1 1 0 0,0 1 0 0 0,1 0-1 0 0,-1-1 1 0 0,0 1-1 0 0,1-1 1 0 0,-1 1-1 0 0,1-1 1 0 0,-1 0-1 0 0,0 1 1 0 0,1-1-1 0 0,-1 1 1 0 0,1-1 0 0 0,-1 0-1 0 0,1 1 1 0 0,-1-1-1 0 0,1 0 1 0 0,0 1-1 0 0,0-1 1 0 0,-1 1-1 0 0,1 0 0 0 0,-1 0 1 0 0,1 0-1 0 0,-1-1 0 0 0,0 1 0 0 0,0 0 0 0 0,1 0 0 0 0,-1 0 1 0 0,0 0-1 0 0,0 0 0 0 0,0 0 0 0 0,0 0 0 0 0,0 0 0 0 0,0 0 1 0 0,0 0-1 0 0,0 0 0 0 0,-1 0 0 0 0,1 1 0 0 0,0-2 1 0 0,-1 1 0 0 0,1 0 0 0 0,0 0 0 0 0,0-1 0 0 0,0 1 0 0 0,0 0 0 0 0,0 0 0 0 0,1-1 0 0 0,-1 1 0 0 0,0 0 0 0 0,0-1 0 0 0,0 1 0 0 0,1 0 0 0 0,-1 0 0 0 0,0-1 0 0 0,1 1 0 0 0,-1 0 0 0 0,0-1 0 0 0,1 1 0 0 0,-1-1 0 0 0,1 1 0 0 0,-1-1 0 0 0,2 1 0 0 0,-2 0 0 0 0,0-1 0 0 0,1 1 0 0 0,-1-1 0 0 0,1 1 0 0 0,-1-1 0 0 0,0 1 0 0 0,1-1 0 0 0,-1 1 1 0 0,0-1-1 0 0,1 1 0 0 0,-1-1 0 0 0,0 1 0 0 0,0-1 0 0 0,0 1 0 0 0,1 0 0 0 0,-1-1 0 0 0,0 1 0 0 0,0-1 0 0 0,0 1 0 0 0,0 0 0 0 0,0-1 0 0 0,0 1 0 0 0,0 0 1 0 0,11 34-3 0 0,-7-29 2 0 0,-4-5 1 0 0,1-1-1 0 0,-1 1 1 0 0,1-1-1 0 0,-1 1 1 0 0,1-1 0 0 0,-1 1-1 0 0,1-1 1 0 0,-1 1-1 0 0,0-1 1 0 0,1 1 0 0 0,-1 0-1 0 0,0-1 1 0 0,1 1 0 0 0,-1-1-1 0 0,0 1 1 0 0,0 0-1 0 0,0-1 1 0 0,0 2 0 0 0,0-1-5 0 0,0 41-347 0 0,0-11 9 0 0,0-30 270 0 0,0 0 41 0 0,0-1 0 0 0,0 1-1 0 0,-1 0 1 0 0,1 0 0 0 0,0 0-1 0 0,0-1 1 0 0,0 1-1 0 0,0 0 1 0 0,0 0 0 0 0,0-1-1 0 0,0 1 1 0 0,0 0-1 0 0,0 0 1 0 0,1 0 0 0 0,-1-1-1 0 0,0 1 1 0 0,0 0 0 0 0,1-1-1 0 0,-1 1 1 0 0,0 0-1 0 0,1 0 1 0 0,-1-1 0 0 0,1 1-1 0 0,-1-1 1 0 0,1 2-1 0 0,6 16-502 0 0,-3-9 447 0 0,-3-8 79 0 0,0 1-1 0 0,0-1 1 0 0,0 1-1 0 0,-1-1 0 0 0,1 0 1 0 0,-1 1-1 0 0,1-1 1 0 0,-1 1-1 0 0,1-1 1 0 0,-1 1-1 0 0,0 2 1 0 0,0 2 12 0 0,0-5-7 0 0,0-1-1 0 0,-1 1 0 0 0,1-1 0 0 0,0 1 0 0 0,0-1 1 0 0,0 1-1 0 0,0 0 0 0 0,0-1 0 0 0,0 1 0 0 0,0-1 1 0 0,0 1-1 0 0,0-1 0 0 0,0 1 0 0 0,0 0 1 0 0,0-1-1 0 0,0 1 0 0 0,0-1 0 0 0,1 1 0 0 0,-1-1 1 0 0,0 1-1 0 0,0-1 0 0 0,0 1 0 0 0,1-1 1 0 0,-1 1-1 0 0,0-1 0 0 0,1 1 0 0 0,-1-1 0 0 0,1 0 1 0 0,-1 1-1 0 0,0-1 0 0 0,1 1 0 0 0,-1-1 1 0 0,1 0-1 0 0,-1 0 0 0 0,1 1 0 0 0,-1-1 0 0 0,1 0 1 0 0,-1 0-1 0 0,1 1 0 0 0,0-1 0 0 0,1 0-74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12.3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58 0 0 0,'-4'0'467'0'0,"0"1"0"0"0,1-1-1 0 0,-1-1 1 0 0,0 1 0 0 0,0 0 0 0 0,1-1 0 0 0,-1 0-1 0 0,0 0 1 0 0,1 0 0 0 0,-1 0 0 0 0,1-1 0 0 0,-6-2 0 0 0,7 3 128 0 0,-1-3-299 0 0,3 4-223 0 0,-1-1 0 0 0,1 1 0 0 0,-1-1 0 0 0,0 1 0 0 0,1-1 0 0 0,-1 1 0 0 0,1-1 0 0 0,-1 0 0 0 0,1 1 1 0 0,0-1-1 0 0,-1 0 0 0 0,1 1 0 0 0,0-1 0 0 0,-1 0 0 0 0,1 1 0 0 0,0-1 0 0 0,0 0 0 0 0,0 0 0 0 0,0 1 0 0 0,-1-1 0 0 0,1-2 0 0 0,0 3-54 0 0,0 0 0 0 0,0-1-1 0 0,0 1 1 0 0,0 0-1 0 0,0-1 1 0 0,0 1-1 0 0,0 0 1 0 0,0-1-1 0 0,0 1 1 0 0,0 0-1 0 0,0-1 1 0 0,0 1 0 0 0,0 0-1 0 0,0-1 1 0 0,0 1-1 0 0,0 0 1 0 0,0-1-1 0 0,0 1 1 0 0,0 0-1 0 0,1-1 1 0 0,-1 1-1 0 0,0 0 1 0 0,0-1 0 0 0,0 1-1 0 0,1 0 1 0 0,-1 0-1 0 0,0-1 1 0 0,0 1-1 0 0,1 0 1 0 0,-1 0-1 0 0,0-1 1 0 0,1 1-1 0 0,-1 0 1 0 0,0 0 0 0 0,0 0-1 0 0,1 0 1 0 0,-1-1-1 0 0,0 1 1 0 0,1 0-1 0 0,-1 0 1 0 0,0 0-1 0 0,1 0 1 0 0,-1 0-1 0 0,1 0 1 0 0,-1 0 0 0 0,0 0-1 0 0,1 0 1 0 0,-1 0-1 0 0,2 0 94 0 0,-1-1-52 0 0,1 0-1 0 0,-1-1 1 0 0,0 1-1 0 0,0 0 1 0 0,1 0 0 0 0,-1 0-1 0 0,0 0 1 0 0,1 1-1 0 0,-1-1 1 0 0,1 0-1 0 0,-1 0 1 0 0,1 1-1 0 0,0-1 1 0 0,-1 1 0 0 0,1 0-1 0 0,0-1 1 0 0,-1 1-1 0 0,1 0 1 0 0,0 0-1 0 0,-1 0 1 0 0,1 0-1 0 0,0 0 1 0 0,-1 0-1 0 0,1 1 1 0 0,0-1 0 0 0,-1 0-1 0 0,4 2 1 0 0,7 3 61 0 0,0-1 0 0 0,0 0 1 0 0,0 0-1 0 0,1-1 0 0 0,14 1 1 0 0,25 7 76 0 0,-41-9-155 0 0,0 0 0 0 0,1 0-1 0 0,13-1 1 0 0,26 4 84 0 0,-34-3-78 0 0,0-1 0 0 0,-1 0 0 0 0,20-3-1 0 0,7 1 102 0 0,65-5 78 0 0,-85 19-236 0 0,-18-8 5 0 0,-5-4 3 0 0,0-1 1 0 0,1 0 0 0 0,-1 0 0 0 0,1 0-1 0 0,-1 1 1 0 0,0-1 0 0 0,1 0 0 0 0,-1 0-1 0 0,0 1 1 0 0,1-1 0 0 0,-1 0-1 0 0,0 1 1 0 0,0-1 0 0 0,1 0 0 0 0,-1 1-1 0 0,0-1 1 0 0,0 0 0 0 0,0 1 0 0 0,1-1-1 0 0,-1 1 1 0 0,0-1 0 0 0,0 1 0 0 0,0-1-1 0 0,0 0 1 0 0,0 1 0 0 0,0-1 0 0 0,0 1-1 0 0,0-1 1 0 0,0 1 0 0 0,0 0 0 0 0,24 18-275 0 0,-16-19 567 0 0,-7-18-13377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12.9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34 117 0 0 0,'11'-31'3194'0'0,"-6"24"-2485"0"0,-5 7-691 0 0,1 0 1 0 0,-1 0-1 0 0,1-1 0 0 0,-1 1 0 0 0,0 0 0 0 0,1 0 0 0 0,-1-1 1 0 0,0 1-1 0 0,1 0 0 0 0,-1-1 0 0 0,0 1 0 0 0,1 0 1 0 0,-1-1-1 0 0,0 1 0 0 0,0-1 0 0 0,0 1 0 0 0,1 0 0 0 0,-1-1 1 0 0,0 1-1 0 0,0-1 0 0 0,0 1 0 0 0,0-1 0 0 0,0 1 1 0 0,0-1-1 0 0,0 1 0 0 0,0 0 0 0 0,0-1 0 0 0,0 0 0 0 0,1-1 29 0 0,0 0-1 0 0,0 0 0 0 0,0 0 1 0 0,0 0-1 0 0,1 1 1 0 0,-1-1-1 0 0,0 0 0 0 0,1 1 1 0 0,-1-1-1 0 0,1 1 0 0 0,0-1 1 0 0,2-1-1 0 0,-3-1 568 0 0,0 1 0 0 0,-1-1 0 0 0,1 0 0 0 0,-1 0 0 0 0,0 0 0 0 0,0 0 0 0 0,-1 0-1 0 0,0-4 1 0 0,0 3-584 0 0,1 5-27 0 0,-1 0 0 0 0,0 0 0 0 0,0 0 0 0 0,1 1 0 0 0,-1-1-1 0 0,0 0 1 0 0,1 0 0 0 0,-1 0 0 0 0,0 1 0 0 0,1-1 0 0 0,-1 0 0 0 0,0 1 0 0 0,1-1 0 0 0,-1 1 0 0 0,0-1 0 0 0,1 1 0 0 0,-1-1 0 0 0,1 1 0 0 0,-1-1 0 0 0,1 1 0 0 0,0-1 0 0 0,-1 1 0 0 0,1-1 0 0 0,-1 1 0 0 0,1 0 0 0 0,-1 1 0 0 0,-3 23 43 0 0,0-13-27 0 0,3-11-17 0 0,0 1 1 0 0,0-1-1 0 0,1 0 0 0 0,-1 0 1 0 0,1 0-1 0 0,-1 1 0 0 0,1-1 1 0 0,-1 0-1 0 0,1 0 0 0 0,0 1 1 0 0,0-1-1 0 0,-1 0 0 0 0,1 3 1 0 0,0 147 231 0 0,-11-101-201 0 0,12-21-17 0 0,0-15-15 0 0,-1-1 0 0 0,0 0 0 0 0,-1 1 0 0 0,-1-1 1 0 0,0 0-1 0 0,-4 14 0 0 0,2 7-13 0 0,4-29 11 0 0,-1 0 1 0 0,1-1-1 0 0,-1 1 0 0 0,1-1 1 0 0,-1 1-1 0 0,-3 6 0 0 0,4-9-2 0 0,-1 1 1 0 0,0-1-1 0 0,0 1 0 0 0,1-1 0 0 0,0 1 0 0 0,-1 0 0 0 0,1 0 0 0 0,0-1 1 0 0,1 5-1 0 0,-1-5-4 0 0,0-1 0 0 0,0 1 0 0 0,1 0 0 0 0,-1-1 0 0 0,-1 1 1 0 0,1 0-1 0 0,0-1 0 0 0,0 1 0 0 0,-1 0 0 0 0,1-1 0 0 0,0 1 0 0 0,-1-1 1 0 0,0 1-1 0 0,1-1 0 0 0,-1 1 0 0 0,0-1 0 0 0,-1 3 0 0 0,1-3-51 0 0,1 0 0 0 0,-1 0 0 0 0,1 1-1 0 0,-1-1 1 0 0,1 0 0 0 0,0 0 0 0 0,0 1 0 0 0,0-1-1 0 0,-1 0 1 0 0,1 1 0 0 0,1-1 0 0 0,-1 0 0 0 0,0 1-1 0 0,0-1 1 0 0,0 0 0 0 0,1 0 0 0 0,-1 1 0 0 0,0-1-1 0 0,1 0 1 0 0,0 0 0 0 0,-1 0 0 0 0,1 0-1 0 0,-1 1 1 0 0,1-1 0 0 0,0 0 0 0 0,0 0 0 0 0,0 0-1 0 0,1 1 1 0 0,0-1-437 0 0,-1-31-7214 0 0,9 23 6713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43.0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1 313 232 0 0,'0'0'881'0'0,"-1"-7"3339"0"0,3-22-2235 0 0,0 28-1970 0 0,-1 1 34 0 0,-1 0-1 0 0,1 0 1 0 0,-1-1 0 0 0,1 1 0 0 0,-1 0 0 0 0,1-1 0 0 0,-1 1 0 0 0,1-1 0 0 0,-1 1-1 0 0,0 0 1 0 0,1-1 0 0 0,-1 1 0 0 0,0-1 0 0 0,1 1 0 0 0,-1-1 0 0 0,0 1 0 0 0,0-1 0 0 0,1 1-1 0 0,-1-1 1 0 0,0 1 0 0 0,0-1 0 0 0,0 0 0 0 0,0 1 0 0 0,0-1 0 0 0,1 1 0 0 0,-1-1-1 0 0,0 1 1 0 0,-1-1 0 0 0,1 0 0 0 0,0 1 0 0 0,0-1 0 0 0,0 1 0 0 0,0-1 0 0 0,-1 0-1 0 0,1 0 173 0 0,2-16 1099 0 0,2 15-1272 0 0,-4 2-29 0 0,1 0-1 0 0,-1-1 1 0 0,0 1-1 0 0,1 0 1 0 0,-1 0 0 0 0,0-1-1 0 0,1 1 1 0 0,-1 0-1 0 0,0 0 1 0 0,1-1-1 0 0,-1 1 1 0 0,0 0 0 0 0,0-1-1 0 0,1 1 1 0 0,-1 0-1 0 0,0-1 1 0 0,0 1 0 0 0,0 0-1 0 0,1-1 1 0 0,-1 1-1 0 0,0-1 1 0 0,0 1-1 0 0,0 0 1 0 0,0-1 0 0 0,0 1-1 0 0,0-1 1 0 0,0 1-1 0 0,0-1 1 0 0,0 1-1 0 0,0 0 1 0 0,0-1 0 0 0,0 1-1 0 0,0-1 1 0 0,-1 0-1 0 0,5-4 109 0 0,-3 5-120 0 0,-1 0-1 0 0,1-1 1 0 0,-1 1 0 0 0,1 0-1 0 0,-1 0 1 0 0,0-1 0 0 0,1 1-1 0 0,-1 0 1 0 0,0-1 0 0 0,1 1-1 0 0,-1 0 1 0 0,0-1 0 0 0,1 1-1 0 0,-1 0 1 0 0,0-1-1 0 0,0 1 1 0 0,1-1 0 0 0,-1 1-1 0 0,0-1 1 0 0,0 1 0 0 0,0 0-1 0 0,0-1 1 0 0,0 1 0 0 0,1-1-1 0 0,-1 1 1 0 0,0-1 0 0 0,0 1-1 0 0,0-1 1 0 0,0 1-1 0 0,0-1 1 0 0,0 1 0 0 0,-1-1-1 0 0,2-1 2 0 0,-1 1-1 0 0,1 0 0 0 0,-1-1 0 0 0,1 1 1 0 0,0 0-1 0 0,-1 0 0 0 0,1 0 0 0 0,0-1 1 0 0,0 1-1 0 0,0 0 0 0 0,0 0 0 0 0,0 0 1 0 0,2-1-1 0 0,6-10 52 0 0,-9 12-59 0 0,0-1-1 0 0,1 0 1 0 0,-1 1-1 0 0,0-1 1 0 0,1 1-1 0 0,-1-1 1 0 0,0 1-1 0 0,1-1 1 0 0,-1 1-1 0 0,0 0 1 0 0,1-1-1 0 0,-1 1 1 0 0,1-1-1 0 0,-1 1 1 0 0,1 0-1 0 0,-1-1 1 0 0,1 1-1 0 0,-1 0 1 0 0,1-1-1 0 0,0 1 1 0 0,0 0-1 0 0,0-1 1 0 0,-1 1-1 0 0,1 0 0 0 0,0-1 0 0 0,0 1 1 0 0,-1-1-1 0 0,1 1 0 0 0,0-1 1 0 0,-1 1-1 0 0,1-1 0 0 0,-1 0 1 0 0,1 1-1 0 0,-1-1 0 0 0,1 0 1 0 0,-1 1-1 0 0,1-1 0 0 0,-1 0 1 0 0,1 0-1 0 0,-1 1 0 0 0,0-1 0 0 0,0 0 1 0 0,1 0-1 0 0,-1 0 0 0 0,44-30-28 0 0,10-6 41 0 0,-19 14-26 0 0,-26 17 15 0 0,0 0-1 0 0,0 0 0 0 0,1 1 1 0 0,-1 0-1 0 0,19-6 0 0 0,-3 4-11 0 0,-14 3 9 0 0,0 0 0 0 0,1 2 0 0 0,-1-1 0 0 0,1 1 0 0 0,13 0 0 0 0,-21 3-2 0 0,19 7 3 0 0,-23-8 1 0 0,0 0 0 0 0,1 0 0 0 0,-1 0 0 0 0,0 0 0 0 0,1 0 0 0 0,-1 0 0 0 0,0 0-1 0 0,0 0 1 0 0,1 0 0 0 0,-1 0 0 0 0,0 0 0 0 0,1 0 0 0 0,-1 1 0 0 0,0-1 0 0 0,0 0 0 0 0,1 0 0 0 0,-1 0 0 0 0,0 0-1 0 0,0 0 1 0 0,1 1 0 0 0,-1-1 0 0 0,0 0 0 0 0,0 0 0 0 0,0 1 0 0 0,1-1 0 0 0,-1 0 0 0 0,0 0 0 0 0,0 1 0 0 0,0-1-1 0 0,0 0 1 0 0,1 0 0 0 0,-1 1 0 0 0,0-1 0 0 0,0 0 0 0 0,0 0 0 0 0,0 1 0 0 0,0-1 0 0 0,0 0 0 0 0,0 1 0 0 0,0-1 0 0 0,0 0-1 0 0,0 1 1 0 0,0-1 0 0 0,0 0 0 0 0,0 1 0 0 0,20 18-12 0 0,-19-17 11 0 0,1 0 0 0 0,-1 0 0 0 0,0 1 0 0 0,1-1 0 0 0,-1 0 0 0 0,0 1 0 0 0,0-1 0 0 0,-1 0 0 0 0,1 1 0 0 0,0-1-1 0 0,-1 4 1 0 0,0-2 1 0 0,1 2-1 0 0,-1 0 0 0 0,0 0 1 0 0,0 0-1 0 0,-1 0 1 0 0,1 0-1 0 0,-2 0 1 0 0,1 0-1 0 0,0 0 1 0 0,-1 0-1 0 0,-4 8 1 0 0,-7 5-5 0 0,-1-2 0 0 0,-1 0 0 0 0,-1 0 0 0 0,-30 25 1 0 0,-25 25-33 0 0,66-61 34 0 0,0 0 1 0 0,0-1-1 0 0,-1 0 0 0 0,0 0 0 0 0,-7 4 0 0 0,13-9 2 0 0,0 0 0 0 0,0 0 0 0 0,-1 0 0 0 0,1 0 0 0 0,0 0 0 0 0,0 0 0 0 0,0 1 0 0 0,-1-1 0 0 0,1 0 0 0 0,0 0 0 0 0,0 0 0 0 0,0 0 0 0 0,0 0 0 0 0,-1 0 0 0 0,1 0 0 0 0,0 1 0 0 0,0-1 0 0 0,0 0-1 0 0,0 0 1 0 0,0 0 0 0 0,-1 0 0 0 0,1 1 0 0 0,0-1 0 0 0,0 0 0 0 0,0 0 0 0 0,0 0 0 0 0,0 1 0 0 0,0-1 0 0 0,0 0 0 0 0,0 0 0 0 0,0 0 0 0 0,0 1 0 0 0,0-1 0 0 0,0 0 0 0 0,0 0 0 0 0,0 1 0 0 0,0-1 0 0 0,0 0 0 0 0,0 0-1 0 0,0 0 1 0 0,0 1 0 0 0,0-1 0 0 0,0 0 0 0 0,0 0 0 0 0,0 0 0 0 0,0 1 0 0 0,1-1 0 0 0,-1 0 0 0 0,0 0 0 0 0,0 0 0 0 0,0 0 0 0 0,0 1 0 0 0,0-1 0 0 0,1 0 0 0 0,-1 0 0 0 0,0 0 0 0 0,0 0 0 0 0,1 0 0 0 0,9 4-160 0 0,-4-5 144 0 0,-1 0 1 0 0,0-1-1 0 0,0 0 1 0 0,1 0-1 0 0,6-4 1 0 0,15-5-21 0 0,-4 0 28 0 0,8-8 6 0 0,2 0 27 0 0,-33 18-23 0 0,1 0-1 0 0,-1 1 1 0 0,1-1 0 0 0,-1 0 0 0 0,1 1 0 0 0,0-1 0 0 0,-1 0 0 0 0,1 1 0 0 0,0-1-1 0 0,-1 1 1 0 0,1-1 0 0 0,0 1 0 0 0,-1-1 0 0 0,1 1 0 0 0,0 0 0 0 0,0-1 0 0 0,0 1 0 0 0,-1 0-1 0 0,1 0 1 0 0,0 0 0 0 0,0-1 0 0 0,0 1 0 0 0,0 0 0 0 0,-1 0 0 0 0,1 0 0 0 0,0 0-1 0 0,0 1 1 0 0,0-1 0 0 0,1 0 0 0 0,30 4 20 0 0,-30-3-19 0 0,1 0-1 0 0,-1 0 1 0 0,1 1 0 0 0,-1-1-1 0 0,1 1 1 0 0,-1-1-1 0 0,0 1 1 0 0,4 4 0 0 0,12 8 2 0 0,-13-9-3 0 0,0 0 0 0 0,-1 1-1 0 0,0-1 1 0 0,0 1-1 0 0,0 0 1 0 0,0 0 0 0 0,2 7-1 0 0,4 4 1 0 0,-6-8 4 0 0,-1 1 0 0 0,0 0 0 0 0,0 0 0 0 0,0 0 1 0 0,-1 0-1 0 0,-1 0 0 0 0,0 1 0 0 0,0-1 0 0 0,-2 21 0 0 0,1-31-4 0 0,-11 37 31 0 0,10-35-29 0 0,1 0 1 0 0,-1 0-1 0 0,1 0 1 0 0,-1 0-1 0 0,0 0 1 0 0,0 0 0 0 0,0 0-1 0 0,0 0 1 0 0,0-1-1 0 0,0 1 1 0 0,0 0-1 0 0,-2 1 1 0 0,-8 14 36 0 0,9-14-32 0 0,0 0 0 0 0,0 0 0 0 0,0 0 0 0 0,0 0 0 0 0,-1-1 0 0 0,1 1 0 0 0,-5 3 0 0 0,-15 18 104 0 0,15-17-67 0 0,0 0-1 0 0,-1 0 0 0 0,1-1 1 0 0,-2 0-1 0 0,-16 9 0 0 0,21-13-26 0 0,-5 4 42 0 0,0-2 0 0 0,0 1 0 0 0,0-1 1 0 0,-15 4-1 0 0,21-7-48 0 0,-1 0 1 0 0,0-1-1 0 0,0 0 1 0 0,0 1-1 0 0,0-1 0 0 0,0-1 1 0 0,0 1-1 0 0,0-1 1 0 0,0 1-1 0 0,1-1 1 0 0,-1 0-1 0 0,0 0 0 0 0,0-1 1 0 0,1 1-1 0 0,-7-4 1 0 0,2 1-303 0 0,-1-1 1 0 0,1 1 0 0 0,0-2-1 0 0,1 1 1 0 0,-1-1-1 0 0,1 0 1 0 0,0 0 0 0 0,1-1-1 0 0,0 0 1 0 0,0 0-1 0 0,0 0 1 0 0,-8-15-1 0 0,-8-15-3031 0 0,13 24 1979 0 0,8 12 1193 0 0,0 0-1 0 0,0 0 0 0 0,0 0 0 0 0,0-1 1 0 0,1 1-1 0 0,-1 0 0 0 0,0 0 0 0 0,0-1 1 0 0,1 1-1 0 0,-1-1 0 0 0,1 1 0 0 0,-1 0 1 0 0,1-1-1 0 0,0 1 0 0 0,0-1 1 0 0,-1-1-1 0 0,1-9-1091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8:44.9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732 31 768 0 0,'-6'0'548'0'0,"0"0"0"0"0,0 0 0 0 0,1-1 1 0 0,-1 0-1 0 0,0 0 0 0 0,0 0 0 0 0,0 0 0 0 0,-10-6 0 0 0,14 6-158 0 0,-22-5 1058 0 0,1 2-278 0 0,-19-4-267 0 0,33 9-843 0 0,0 0-1 0 0,0 1 1 0 0,0 0-1 0 0,0 0 1 0 0,-11 5-1 0 0,-11 4-5 0 0,-44 24 13 0 0,-23 14 52 0 0,93-46-111 0 0,1-1 0 0 0,-1 1 0 0 0,1-1 0 0 0,-1 1 0 0 0,1 0 0 0 0,-4 5 0 0 0,-13 6 47 0 0,-12 5-2 0 0,29-18-48 0 0,1 1 1 0 0,-1-1-1 0 0,0 1 1 0 0,1 0 0 0 0,0 1-1 0 0,-1-1 1 0 0,-3 4-1 0 0,-16 10 30 0 0,-1 2-26 0 0,18-12-10 0 0,-9 8 9 0 0,13-12-9 0 0,0 0 0 0 0,0 0 1 0 0,1-1-1 0 0,-1 1 1 0 0,0 1-1 0 0,1-1 0 0 0,-1 0 1 0 0,1 0-1 0 0,-2 4 1 0 0,-8 12-5 0 0,9-16 6 0 0,1 0-1 0 0,0 1 1 0 0,-1-1-1 0 0,1 0 1 0 0,0 1-1 0 0,0-1 1 0 0,0 1-1 0 0,-1 4 1 0 0,-8 16 3 0 0,-1 2 6 0 0,11-25-11 0 0,0 0 1 0 0,-1 1 0 0 0,1-1 0 0 0,0 1-1 0 0,0-1 1 0 0,-1 0 0 0 0,1 1-1 0 0,0-1 1 0 0,0 1 0 0 0,0-1 0 0 0,0 1-1 0 0,-1-1 1 0 0,1 1 0 0 0,0-1 0 0 0,0 1-1 0 0,0-1 1 0 0,0 1 0 0 0,0-1 0 0 0,0 1-1 0 0,0-1 1 0 0,0 1 0 0 0,1-1-1 0 0,-1 1 1 0 0,0 0 0 0 0,-1 12-4 0 0,-2-9 4 0 0,2-3 0 0 0,1 0 0 0 0,-1 0 0 0 0,0 1 1 0 0,1-1-1 0 0,-1 0 0 0 0,1 0 1 0 0,-1 1-1 0 0,1-1 0 0 0,-1 0 1 0 0,1 1-1 0 0,0-1 0 0 0,0 0 0 0 0,0 1 1 0 0,0 1-1 0 0,-5 12 0 0 0,4-14 1 0 0,0 1-1 0 0,0-1 0 0 0,1 1 1 0 0,-1 0-1 0 0,0-1 0 0 0,1 1 1 0 0,0 0-1 0 0,-1-1 1 0 0,1 1-1 0 0,0 0 0 0 0,0 2 1 0 0,-11 37 15 0 0,0 34-1 0 0,0-26-28 0 0,11-39 5 0 0,-1-8 6 0 0,1 1-1 0 0,0 0 1 0 0,0 0-1 0 0,0-1 1 0 0,0 1-1 0 0,1 0 1 0 0,-1 0-1 0 0,1-1 1 0 0,-1 1-1 0 0,1 0 0 0 0,0-1 1 0 0,0 1-1 0 0,0-1 1 0 0,3 5-1 0 0,0 11 10 0 0,10 9 4 0 0,-11-19-6 0 0,1 0-1 0 0,0-1 0 0 0,0 0 0 0 0,1 0 0 0 0,0 0 0 0 0,8 10 1 0 0,20 32 9 0 0,-11-19-22 0 0,0 1-3 0 0,-18-26 10 0 0,0-1-1 0 0,0 1 1 0 0,-1 1-1 0 0,0-1 1 0 0,0 0 0 0 0,0 1-1 0 0,3 8 1 0 0,5 10 0 0 0,-5-14 1 0 0,-5-7 0 0 0,1 0-1 0 0,-1 0 1 0 0,1 0-1 0 0,0 0 1 0 0,0-1 0 0 0,0 1-1 0 0,4 3 1 0 0,-2-2 1 0 0,-1 0 1 0 0,1 0-1 0 0,-1 0 1 0 0,0 1-1 0 0,0-1 1 0 0,3 7-1 0 0,13 20 15 0 0,-4-12-8 0 0,-12-14-5 0 0,1 0 0 0 0,0 1 0 0 0,0-1 0 0 0,0-1-1 0 0,1 1 1 0 0,9 7 0 0 0,7 4 1 0 0,-18-13 0 0 0,0 0-1 0 0,0-1 1 0 0,0 0 0 0 0,0 1-1 0 0,1-1 1 0 0,-1 0 0 0 0,0-1-1 0 0,6 3 1 0 0,12 12 16 0 0,-15-14-16 0 0,-1 0-1 0 0,-1 1 1 0 0,1-1 0 0 0,0 1 0 0 0,6 4-1 0 0,-9-4-4 0 0,1-1 1 0 0,0 0-1 0 0,0-1 0 0 0,0 1 0 0 0,0 0 0 0 0,0-1 0 0 0,0 0 0 0 0,0 1 1 0 0,1-1-1 0 0,-1 0 0 0 0,5 0 0 0 0,-6-1 0 0 0,1 1 1 0 0,-1-1-1 0 0,1 0 1 0 0,-1 1-1 0 0,1 0 1 0 0,-1 0-1 0 0,1 0 0 0 0,-1 0 1 0 0,0 0-1 0 0,1 0 1 0 0,-1 1-1 0 0,2 1 1 0 0,5 1-6 0 0,-6-2 4 0 0,8 5 4 0 0,-9-6 0 0 0,0 0 0 0 0,0 1 0 0 0,0-1 0 0 0,0 0 0 0 0,0 0 0 0 0,0-1 0 0 0,0 1 0 0 0,0 0 0 0 0,0-1 0 0 0,1 1 0 0 0,-1-1 0 0 0,0 1 0 0 0,4-1 0 0 0,57 12 43 0 0,-54-12-23 0 0,0-1 1 0 0,-1 0-1 0 0,0-1 1 0 0,11-3-1 0 0,-10 3 4 0 0,0-1 0 0 0,0 2 0 0 0,0-1-1 0 0,11 1 1 0 0,35-13 85 0 0,54-29 94 0 0,-33 7 357 0 0,-35 17-248 0 0,-37 17-284 0 0,0-1 0 0 0,0 1 0 0 0,0 0 0 0 0,1 0 0 0 0,-1 1 0 0 0,1-1 0 0 0,-1 1 0 0 0,8-1 0 0 0,-6 1-23 0 0,0 0 0 0 0,0 0-1 0 0,0 0 1 0 0,-1-1-1 0 0,8-3 1 0 0,-8 0 3 0 0,5 3 9 0 0,14-12 101 0 0,-8 4 17 0 0,2-6 29 0 0,11-7-9 0 0,-21 14-132 0 0,-8 7-21 0 0,1 1 0 0 0,0 0 0 0 0,0 0 0 0 0,0 0 0 0 0,-1-1 0 0 0,1 1 0 0 0,0 0 0 0 0,0 0 0 0 0,0 0 0 0 0,1 0 0 0 0,-1 1 0 0 0,2-2 0 0 0,10-8 43 0 0,0 0 0 0 0,-1-1 0 0 0,0 0 0 0 0,10-14 0 0 0,0 2 37 0 0,-21 22-81 0 0,0 0 0 0 0,0 1 0 0 0,0-1 0 0 0,0 0 1 0 0,0 0-1 0 0,0 0 0 0 0,-1 1 0 0 0,1-1 1 0 0,0 0-1 0 0,-1 0 0 0 0,1 0 0 0 0,-1 0 1 0 0,1 0-1 0 0,-1-1 0 0 0,1 0 0 0 0,0 1 1 0 0,-1 0 0 0 0,1 0-1 0 0,-1-1 1 0 0,1 1-1 0 0,-1 0 1 0 0,1 0 0 0 0,0 0-1 0 0,0 0 1 0 0,-1 0 0 0 0,1 0-1 0 0,0 0 1 0 0,0 0 0 0 0,0 0-1 0 0,0 1 1 0 0,2-2 0 0 0,0-2 30 0 0,-1 1 0 0 0,1-1 0 0 0,-1 0 0 0 0,1 0 1 0 0,-1 0-1 0 0,3-9 0 0 0,0-12 125 0 0,1-6-8 0 0,-6 27-144 0 0,0 1-1 0 0,0-1 1 0 0,-1 1-1 0 0,1-1 1 0 0,-1 0 0 0 0,0 1-1 0 0,0-1 1 0 0,0 1-1 0 0,0 0 1 0 0,-3-5 0 0 0,1-20 26 0 0,-19-18 59 0 0,17 34-23 0 0,0 1 1 0 0,0-1-1 0 0,-1 1 0 0 0,-1 1 1 0 0,-9-12-1 0 0,-4-7 150 0 0,17 23-176 0 0,0 0 0 0 0,-1 1 0 0 0,0 0 0 0 0,0 0 0 0 0,0 0 0 0 0,0 0 1 0 0,-1 1-1 0 0,-7-6 0 0 0,10 9-32 0 0,1 0-1 0 0,-1 0 1 0 0,1-1 0 0 0,0 1 0 0 0,-1 0-1 0 0,1-1 1 0 0,0 1 0 0 0,0-1 0 0 0,0 1-1 0 0,-2-4 1 0 0,2 4 4 0 0,0-1-1 0 0,0 0 1 0 0,0 0 0 0 0,0 1-1 0 0,0-1 1 0 0,-1 1 0 0 0,1-1-1 0 0,-1 1 1 0 0,1 0-1 0 0,-4-3 1 0 0,3 3 4 0 0,-1-1-1 0 0,1 0 1 0 0,0 0 0 0 0,0 0-1 0 0,0 0 1 0 0,0 0 0 0 0,0-1-1 0 0,0 1 1 0 0,1 0 0 0 0,-2-4-1 0 0,1 4-4 0 0,1 0 0 0 0,0-1-1 0 0,-1 1 1 0 0,1 0-1 0 0,-1 0 1 0 0,0 0 0 0 0,0 1-1 0 0,0-1 1 0 0,-3-3-1 0 0,2 4 0 0 0,1-1-1 0 0,0 1 0 0 0,0-1 0 0 0,0 0 0 0 0,1 0 0 0 0,-1 0 0 0 0,0 0 0 0 0,1 0 0 0 0,-1 0 0 0 0,-1-4 0 0 0,2 4-5 0 0,-1-1 0 0 0,1 1 0 0 0,-1 0 0 0 0,1 0 0 0 0,-1 0 0 0 0,0 0 0 0 0,0 0 0 0 0,0 0 0 0 0,0 0 0 0 0,-3-2 0 0 0,4 4-5 0 0,0-1 0 0 0,1 1 0 0 0,-1-1 0 0 0,0 1 0 0 0,1-1 1 0 0,-1 0-1 0 0,0 1 0 0 0,1-1 0 0 0,-1 0 0 0 0,1 0 0 0 0,-1 1 0 0 0,1-1 0 0 0,-1 0 1 0 0,1 0-1 0 0,-1 0 0 0 0,1 1 0 0 0,0-1 0 0 0,-1-1 0 0 0,1 1 1 0 0,0 0 0 0 0,0 0 0 0 0,-1 0 1 0 0,1 0-1 0 0,-1 0 0 0 0,1 0 0 0 0,-1 0 0 0 0,1 0 0 0 0,-1 0 0 0 0,0 0 0 0 0,1 0 0 0 0,-1 0 1 0 0,0 1-1 0 0,0-1 0 0 0,0 0 0 0 0,1 0 0 0 0,-1 1 0 0 0,-2-1 0 0 0,-26-28 140 0 0,-25-14 258 0 0,43 36-326 0 0,10 6-73 0 0,0 0 1 0 0,0 1 0 0 0,0-1 0 0 0,0 1-1 0 0,0-1 1 0 0,0 1 0 0 0,0-1 0 0 0,0 1 0 0 0,0-1-1 0 0,0 1 1 0 0,0 0 0 0 0,0 0 0 0 0,-1-1 0 0 0,1 1-1 0 0,0 0 1 0 0,0 0 0 0 0,0 0 0 0 0,-2 1 0 0 0,-30-14 54 0 0,32 13-46 0 0,-19 1 57 0 0,16 2-57 0 0,2-2-8 0 0,1 0 1 0 0,0 0-1 0 0,0 0 0 0 0,-1 0 0 0 0,1 0 0 0 0,-1-1 1 0 0,1 1-1 0 0,0-1 0 0 0,-1 1 0 0 0,1-1 0 0 0,-1 1 1 0 0,0-1-1 0 0,1 0 0 0 0,-1 0 0 0 0,1 0 0 0 0,-1 0 1 0 0,-2 0-1 0 0,2 0 0 0 0,-11 0 9 0 0,-4 2-6 0 0,16-2-4 0 0,-1 0 0 0 0,0 0 0 0 0,1 1 0 0 0,-1-1-1 0 0,0 0 1 0 0,1-1 0 0 0,-1 1 0 0 0,1 0 0 0 0,-1 0-1 0 0,0-1 1 0 0,1 1 0 0 0,-1-1 0 0 0,-1 0 0 0 0,-7-3-2 0 0,9 3 12 0 0,-3 1 3 0 0,3 0-14 0 0,0 0 0 0 0,1 0-1 0 0,-1 0 1 0 0,0 0 0 0 0,1 0 0 0 0,-1 1-1 0 0,0-1 1 0 0,1 0 0 0 0,-1 0 0 0 0,0-1-1 0 0,1 1 1 0 0,-1 0 0 0 0,0 0-1 0 0,1 0 1 0 0,-1 0 0 0 0,0-1 0 0 0,1 1-1 0 0,-1 0 1 0 0,1 0 0 0 0,-1-1 0 0 0,0 1-1 0 0,1 0 1 0 0,-1-1 0 0 0,1 1-1 0 0,-1-1 1 0 0,1 1 0 0 0,-1-2 0 0 0,-4 2 31 0 0,0 0 0 0 0,1-1 0 0 0,-1 1 0 0 0,1-1 0 0 0,-8-3 0 0 0,-31-3 13 0 0,3 7-82 0 0,38 0 41 0 0,-11-1 64 0 0,-5-4 28 0 0,16 5-65 0 0,-32-13-729 0 0,-41-41-13217 0 0,64 47 12331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16.0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80 280 0 0,'-2'-1'265'0'0,"1"0"0"0"0,-1 0 0 0 0,1 0 1 0 0,-1 0-1 0 0,1 0 0 0 0,-1 0 0 0 0,1-1 0 0 0,0 1 0 0 0,-1-1 0 0 0,1 1 0 0 0,0-1 0 0 0,0 1 1 0 0,0-1-1 0 0,0 0 0 0 0,1 1 0 0 0,-2-3 0 0 0,2 2-120 0 0,-1 0-1 0 0,0 0 1 0 0,0 1 0 0 0,0-1-1 0 0,0 1 1 0 0,0-1 0 0 0,0 1-1 0 0,0-1 1 0 0,-1 1-1 0 0,1 0 1 0 0,0-1 0 0 0,-1 1-1 0 0,1 0 1 0 0,-4-2 0 0 0,2-9 1402 0 0,-1 9-1567 0 0,4 2 130 0 0,-1 1 0 0 0,1-1 1 0 0,-1 1-1 0 0,1-1 0 0 0,-1 1 1 0 0,1 0-1 0 0,0-1 1 0 0,-1 0-1 0 0,1 1 0 0 0,0-1 1 0 0,-1 1-1 0 0,1-1 0 0 0,0 1 1 0 0,0-1-1 0 0,0 0 0 0 0,0 1 1 0 0,-1-1-1 0 0,1 1 1 0 0,0-1-1 0 0,0 0 0 0 0,0 1 1 0 0,1-4 2450 0 0,20 17-2489 0 0,-3-1-65 0 0,-2 2 0 0 0,1 0 0 0 0,-2 1 0 0 0,25 30 0 0 0,-26-29-10 0 0,26 33 15 0 0,-26-30 2 0 0,29 29 1 0 0,76 76 56 0 0,-82-70-67 0 0,57 52 12 0 0,-79-90 0 0 0,-1 0 0 0 0,15 25 0 0 0,-20-28-4 0 0,5 5 10 0 0,18 30 25 0 0,-30-45-44 0 0,0 0 0 0 0,0 1-1 0 0,1-2 1 0 0,-1 1 0 0 0,1 0 0 0 0,0 0 0 0 0,-1-1 0 0 0,6 4-1 0 0,-4-4-1 0 0,-1 1 0 0 0,1 1 0 0 0,0-1 0 0 0,-1 1 0 0 0,0-1-1 0 0,3 5 1 0 0,1-1-1 0 0,-1-1-1 0 0,1 0 0 0 0,0 0 1 0 0,0-1-1 0 0,12 7 0 0 0,25 19-3 0 0,-1 0 15 0 0,3 3-41 0 0,-35-25 32 0 0,0 0 0 0 0,19 12 0 0 0,3 10 3 0 0,-9-13 19 0 0,-22-16-28 0 0,1 1 1 0 0,0-1 0 0 0,0 0-1 0 0,0 0 1 0 0,0 0 0 0 0,1 0-1 0 0,6 3 1 0 0,20 14 5 0 0,-6-3 15 0 0,72 39 15 0 0,-89-52-34 0 0,-1 1-1 0 0,0 0 1 0 0,0 1-1 0 0,0 0 1 0 0,0 0-1 0 0,5 6 1 0 0,18 8 14 0 0,-24-12-16 0 0,1-1 1 0 0,1 1-1 0 0,-1-1 0 0 0,1 0 0 0 0,0-1 1 0 0,13 8-1 0 0,20 17-4 0 0,-37-19 21 0 0,4-5-20 0 0,-5-4 9 0 0,-1 0-1 0 0,1 0 0 0 0,0 0 1 0 0,0-1-1 0 0,0 1 0 0 0,0 0 1 0 0,1-1-1 0 0,-1 0 1 0 0,0 1-1 0 0,4 0 0 0 0,-5-2-2 0 0,-1 1 0 0 0,1-1-1 0 0,-1 0 1 0 0,1 0 0 0 0,-1 0-1 0 0,1 1 1 0 0,-1-1 0 0 0,1 0-1 0 0,-1 0 1 0 0,1 1 0 0 0,-1-1-1 0 0,1 1 1 0 0,-1-1 0 0 0,1 0-1 0 0,-1 1 1 0 0,0-1 0 0 0,1 1-1 0 0,-1-1 1 0 0,0 1 0 0 0,1-1-1 0 0,-1 1 1 0 0,0 0 0 0 0,1 0-2 0 0,-1-1 1 0 0,0 1 0 0 0,0-1-1 0 0,1 1 1 0 0,-1-1-1 0 0,0 1 1 0 0,1-1 0 0 0,-1 1-1 0 0,1-1 1 0 0,-1 1-1 0 0,1-1 1 0 0,-1 1 0 0 0,1-1-1 0 0,-1 0 1 0 0,1 1-1 0 0,-1-1 1 0 0,1 0 0 0 0,-1 1-1 0 0,1-1 1 0 0,-1 0-1 0 0,1 0 1 0 0,0 0 0 0 0,0 1-1 0 0,-1-1 3 0 0,1 0 0 0 0,-1 0-1 0 0,1 0 1 0 0,-1 0 0 0 0,0 0 0 0 0,1 0-1 0 0,-1 0 1 0 0,1 0 0 0 0,-1 0 0 0 0,0 0-1 0 0,1 1 1 0 0,-1-1 0 0 0,0 0-1 0 0,1 0 1 0 0,-1 0 0 0 0,0 1 0 0 0,1-1-1 0 0,-1 0 1 0 0,0 0 0 0 0,0 1-1 0 0,1-1 1 0 0,-1 0 0 0 0,0 1 0 0 0,0-1-1 0 0,1 0 1 0 0,-1 1 0 0 0,13 11-14 0 0,-10-11 13 0 0,-3-1 2 0 0,1 0-1 0 0,-1 0 0 0 0,0 0 0 0 0,0 0 0 0 0,1 0 0 0 0,-1 0 0 0 0,0 0 0 0 0,0 0 0 0 0,0 0 1 0 0,1 0-1 0 0,-1 1 0 0 0,0-1 0 0 0,0 0 0 0 0,1 0 0 0 0,-1 0 0 0 0,0 0 0 0 0,0 0 1 0 0,0 0-1 0 0,0 1 0 0 0,1-1 0 0 0,-1 0 0 0 0,0 0 0 0 0,0 0 0 0 0,0 1 0 0 0,0-1 0 0 0,0 0 1 0 0,0 0-1 0 0,1 0 0 0 0,-1 1 0 0 0,0-1 0 0 0,0 0 0 0 0,0 0 0 0 0,0 1 0 0 0,0-1 0 0 0,0 0 1 0 0,0 0-1 0 0,0 0 0 0 0,0 1 0 0 0,0 0 1 0 0,0-1 0 0 0,0 1 0 0 0,0-1 0 0 0,1 0 1 0 0,-1 1-1 0 0,0-1 0 0 0,0 1 0 0 0,1-1 0 0 0,-1 1 0 0 0,0-1 0 0 0,0 0 1 0 0,1 1-1 0 0,-1-1 0 0 0,1 0 0 0 0,-1 1 0 0 0,0-1 0 0 0,1 0 0 0 0,-1 1 1 0 0,1-1-1 0 0,-1 0 0 0 0,0 0 0 0 0,1 0 0 0 0,-1 1 0 0 0,1-1 0 0 0,-1 0 1 0 0,1 0-1 0 0,-1 0 0 0 0,1 0 0 0 0,0 0 1 0 0,-1 0 0 0 0,1 0 0 0 0,-1 0 0 0 0,1 1 0 0 0,-1-1-1 0 0,1 0 1 0 0,-1 0 0 0 0,1 0 0 0 0,-1 1 0 0 0,1-1 0 0 0,-1 0 0 0 0,1 1 0 0 0,-1-1 0 0 0,1 0 0 0 0,-1 1 0 0 0,0-1 0 0 0,1 0-1 0 0,-1 1 1 0 0,0-1 0 0 0,1 1 0 0 0,-1-1 0 0 0,0 1 0 0 0,1-1 0 0 0,-1 1 0 0 0,0-1 0 0 0,0 1 0 0 0,0-1 0 0 0,1 2 0 0 0,12 9-19 0 0,-11-11 13 0 0,-1 1-1 0 0,0 0 0 0 0,1-1 1 0 0,-1 1-1 0 0,0 0 1 0 0,0 0-1 0 0,0 0 1 0 0,1 0-1 0 0,-1 0 1 0 0,0 0-1 0 0,0 0 1 0 0,0 0-1 0 0,-1 0 1 0 0,1 0-1 0 0,0 1 1 0 0,0 0-1 0 0,21 6 69 0 0,-22-7-63 0 0,0 0-1 0 0,1-1 1 0 0,-1 1-1 0 0,0-1 1 0 0,0 1-1 0 0,0-1 1 0 0,1 1-1 0 0,-1 0 1 0 0,0-1-1 0 0,1 1 1 0 0,-1-1-1 0 0,0 1 1 0 0,1-1-1 0 0,-1 0 1 0 0,1 1-1 0 0,-1-1 1 0 0,1 1-1 0 0,-1-1 1 0 0,1 0-1 0 0,-1 1 1 0 0,1-1-1 0 0,-1 0 1 0 0,1 1-1 0 0,-1-1 1 0 0,1 0-1 0 0,0 0 1 0 0,0 0-2 0 0,0 1 0 0 0,-1-1 0 0 0,1 0 0 0 0,-1 0-1 0 0,1 0 1 0 0,-1 1 0 0 0,1-1 0 0 0,-1 0 0 0 0,1 0 0 0 0,-1 1 0 0 0,1-1 0 0 0,-1 1-1 0 0,0-1 1 0 0,1 0 0 0 0,-1 1 0 0 0,1-1 0 0 0,-1 1 0 0 0,0-1 0 0 0,0 1 0 0 0,1-1 0 0 0,-1 1-1 0 0,0-1 1 0 0,0 1 0 0 0,1-1 0 0 0,-1 2 0 0 0,20 10-15 0 0,-18-11 15 0 0,9 10 27 0 0,-5-8-44 0 0,8 7 5 0 0,-13-9 10 0 0,19 5 38 0 0,-18-6-38 0 0,2 3-58 0 0,-1 1 9 0 0,1-1 0 0 0,0 0 0 0 0,-1 0 1 0 0,1 0-1 0 0,5 2 0 0 0,-5 7-252 0 0,-1-12 262 0 0,-3 0 37 0 0,1 0 0 0 0,-1 0 0 0 0,0 1 0 0 0,0-1 0 0 0,1 0 0 0 0,-1 0 0 0 0,0 0 0 0 0,0 0 0 0 0,1 0 0 0 0,-1 0 0 0 0,0 0 0 0 0,0 0 0 0 0,0 0 0 0 0,1 0 0 0 0,-1 1 0 0 0,0-1 0 0 0,0 0 0 0 0,0 0 0 0 0,1 0 0 0 0,-1 0 0 0 0,0 1 0 0 0,0-1 0 0 0,0 0 0 0 0,0 0 0 0 0,0 1 0 0 0,1-1 0 0 0,-1 0 0 0 0,0 0 0 0 0,0 0 0 0 0,0 1 0 0 0,0-1 0 0 0,0 0 0 0 0,0 0 0 0 0,0 1 0 0 0,0-1 0 0 0,0 0 0 0 0,0 0 0 0 0,0 1 0 0 0,0-1 0 0 0,0 0 0 0 0,0 1 0 0 0,20 21-479 0 0,-7-7 187 0 0,-13-15 227 0 0,0 1 0 0 0,0-1 0 0 0,0 1 0 0 0,0-1 0 0 0,0 1 0 0 0,0-1 0 0 0,0 1 1 0 0,0-1-1 0 0,0 1 0 0 0,0-1 0 0 0,0 1 0 0 0,1-1 0 0 0,-1 1 0 0 0,0-1 0 0 0,0 0 0 0 0,1 1 0 0 0,-1-1 1 0 0,0 1-1 0 0,1-1 0 0 0,-1 0 0 0 0,1 1 0 0 0,-1-1 0 0 0,1 1 0 0 0,0 1-1193 0 0,-6 1 767 0 0,4-2-173 0 0,-3 1-1003 0 0,-1 1 847 0 0,1-1 0 0 0,0 0 0 0 0,0 0-1 0 0,-1 0 1 0 0,1-1 0 0 0,-8 2 0 0 0,10-3 648 0 0,-9 1-212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16.7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68 0 0 0,'-13'-1'2548'0'0,"12"1"-2387"0"0,0-1 0 0 0,-1 1 0 0 0,1-1 0 0 0,0 1 1 0 0,0-1-1 0 0,0 0 0 0 0,0 0 0 0 0,0 1 0 0 0,0-1 1 0 0,0 0-1 0 0,0 0 0 0 0,0 0 0 0 0,1 0 0 0 0,-1 0 1 0 0,0 0-1 0 0,1 0 0 0 0,-1 0 0 0 0,0-1 0 0 0,1 1 1 0 0,0 0-1 0 0,-1 0 0 0 0,1 0 0 0 0,-1-1 0 0 0,1 1 1 0 0,0 0-1 0 0,0 0 0 0 0,0-2 0 0 0,0 2 26 0 0,11-17 674 0 0,-10 16-701 0 0,1 0-1 0 0,0 0 1 0 0,0 0-1 0 0,-1 1 0 0 0,1-1 1 0 0,0 0-1 0 0,0 1 1 0 0,1-1-1 0 0,3-1 1 0 0,-3 3-111 0 0,-1 0 0 0 0,0 0 0 0 0,1 0 0 0 0,-1 1 0 0 0,0-1 0 0 0,1 1 0 0 0,-1 0 1 0 0,0-1-1 0 0,0 1 0 0 0,0 0 0 0 0,0 0 0 0 0,3 2 0 0 0,16 7 206 0 0,-14-7-190 0 0,0-1 0 0 0,-1 1 1 0 0,1 1-1 0 0,-1-1 0 0 0,7 6 0 0 0,-9-6-40 0 0,0 0 0 0 0,0 0 0 0 0,0 0 0 0 0,1-1 0 0 0,0 1 0 0 0,-1-1 0 0 0,11 3 0 0 0,14 7 71 0 0,-22-8-79 0 0,1 0 0 0 0,-1-1 0 0 0,1 0 0 0 0,0 0-1 0 0,0-1 1 0 0,0 0 0 0 0,0-1 0 0 0,0 1 0 0 0,9-1-1 0 0,4 1-1 0 0,-18-2-10 0 0,0 1 0 0 0,0-1-1 0 0,1 0 1 0 0,-1 0 0 0 0,0 0 0 0 0,0 0-1 0 0,0 0 1 0 0,6-2 0 0 0,78-12 101 0 0,-73 10-112 0 0,1-1-1 0 0,-1 0 1 0 0,17-10-1 0 0,-29 14-51 0 0,9 14-2064 0 0,-11-5 650 0 0,0 2-5099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17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31 552 0 0,'11'-29'4146'0'0,"-11"28"-3734"0"0,-3 37 2806 0 0,4 41-2779 0 0,1-19-234 0 0,-2-35-160 0 0,1-3-21 0 0,-2 0 0 0 0,0 1 0 0 0,-7 37 0 0 0,6-44-22 0 0,0-1 0 0 0,1 0 0 0 0,0 26 0 0 0,2-25-44 0 0,-1-1 0 0 0,-1 0-1 0 0,-4 26 1 0 0,0 9-382 0 0,5-41 285 0 0,0 0 0 0 0,0-1 0 0 0,-1 1 1 0 0,0 0-1 0 0,-3 9 0 0 0,2 11-1047 0 0,2-26 1081 0 0,1 0 0 0 0,-1 0 0 0 0,0 0 0 0 0,0 0 0 0 0,0 0 1 0 0,0 1-1 0 0,0-1 0 0 0,0 0 0 0 0,0 0 0 0 0,0 0 0 0 0,0 0 0 0 0,-1 0 0 0 0,1 0 0 0 0,0 0 0 0 0,-1 1 0 0 0,1-1 0 0 0,-1 0 0 0 0,1 0 0 0 0,-1 0 0 0 0,0 0 0 0 0,1-1 0 0 0,-1 1 0 0 0,0 0 0 0 0,0 0 0 0 0,-1 1 0 0 0,0-1-993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22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55 918 644 0 0,'-3'1'457'0'0,"-1"0"1"0"0,1 0-1 0 0,0 0 1 0 0,-1 0-1 0 0,1 0 0 0 0,-1-1 1 0 0,1 1-1 0 0,-1-1 1 0 0,0 0-1 0 0,-4-1 0 0 0,-2 1 985 0 0,9 0-1282 0 0,5-7 186 0 0,-3 7-339 0 0,-1-1 0 0 0,1 1 0 0 0,-1 0 0 0 0,0 0 0 0 0,1 0 0 0 0,-1-1 0 0 0,0 1 0 0 0,1 0 1 0 0,-1-1-1 0 0,0 1 0 0 0,0 0 0 0 0,1-1 0 0 0,-1 1 0 0 0,0 0 0 0 0,0-1 0 0 0,1 1 0 0 0,-1-1 0 0 0,0 1 0 0 0,0 0 0 0 0,0-1 0 0 0,0 1 0 0 0,0-1 0 0 0,0 1 0 0 0,0 0 1 0 0,0-1-1 0 0,0 1 0 0 0,0-2 0 0 0,22-17 315 0 0,22-18 7 0 0,19-11 609 0 0,-51 44-585 0 0,-11 4-338 0 0,-1 0 0 0 0,1 0 0 0 0,-1 0 0 0 0,1 0 0 0 0,-1 0 0 0 0,1 0 0 0 0,-1-1 0 0 0,1 1 0 0 0,-1 0 0 0 0,1 0 0 0 0,-1 0 0 0 0,1-1 0 0 0,-1 1 0 0 0,1 0 0 0 0,-1 0 0 0 0,0-1 0 0 0,1 1 0 0 0,-1 0-1 0 0,1-1 1 0 0,-1 1 0 0 0,0-1 0 0 0,0 1 0 0 0,1 0 0 0 0,-1-1 0 0 0,0 1 0 0 0,1-1 0 0 0,-1 0 0 0 0,22-7 1183 0 0,23-17-66 0 0,104-54-647 0 0,-7 1-469 0 0,-98 52 0 0 0,-1 2-15 0 0,12-7 10 0 0,32-12-15 0 0,-77 39 8 0 0,-1-1 0 0 0,0 0 0 0 0,15-10-1 0 0,-17 10 1 0 0,2 0-1 0 0,-1 0 0 0 0,14-6 1 0 0,134-63 5 0 0,-59 43-3 0 0,-32 12-10 0 0,33-17-8 0 0,-43 11-1 0 0,32-6 10 0 0,0 7-17 0 0,-77 18 28 0 0,2 1-5 0 0,-8 4-10 0 0,1 0 1 0 0,0 0 0 0 0,-1 0-1 0 0,0-1 1 0 0,1 1-1 0 0,7-5 1 0 0,-8 4 4 0 0,0 0 0 0 0,0 0 0 0 0,0 1 0 0 0,0-1 0 0 0,0 1 0 0 0,7-1 0 0 0,36-11 37 0 0,-46 12-35 0 0,0 1 0 0 0,-1-1 0 0 0,1 1 0 0 0,0-1 0 0 0,-1 1 0 0 0,1-1 1 0 0,0 1-1 0 0,0 0 0 0 0,-1-1 0 0 0,1 1 0 0 0,0 0 0 0 0,0 0 0 0 0,0 0 0 0 0,-1-1 0 0 0,1 1 0 0 0,0 0 0 0 0,0 0 1 0 0,0 0-1 0 0,-1 0 0 0 0,1 0 0 0 0,0 1 0 0 0,1-1 0 0 0,-1 0-1 0 0,0 0 0 0 0,0 1 0 0 0,0-1 0 0 0,0 0 0 0 0,1 0-1 0 0,-1 0 1 0 0,0 0 0 0 0,0 0 0 0 0,0-1 0 0 0,0 1 0 0 0,0 0 0 0 0,0 0 0 0 0,0-1 0 0 0,0 1 0 0 0,0-1-1 0 0,0 1 1 0 0,-1-1 0 0 0,1 1 0 0 0,0-1 0 0 0,0 1 0 0 0,1-2 0 0 0,6-3-5 0 0,0 1 0 0 0,0 1 0 0 0,0-1-1 0 0,1 1 1 0 0,16-3 0 0 0,-19 4 2 0 0,1 0 0 0 0,-1 0 0 0 0,0 0 0 0 0,0-1 0 0 0,0 0 0 0 0,6-5 0 0 0,-7 6 4 0 0,23-11-12 0 0,0 1 0 0 0,47-12 0 0 0,-64 20 9 0 0,33-12 14 0 0,-36 14-21 0 0,-13 3 6 0 0,-9 6-172 0 0,14-6 101 0 0,-13 0-1395 0 0,-5 4-2566 0 0,16-5 3365 0 0,-18-12-5482 0 0,18 12 5847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23.5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0 0 0,'0'6'2005'0'0,"0"-6"-1938"0"0,0 0 0 0 0,0 1 0 0 0,-1-1 0 0 0,1 1 0 0 0,0-1 0 0 0,0 0 0 0 0,0 1 0 0 0,0-1 0 0 0,0 1 0 0 0,0-1 0 0 0,0 0 0 0 0,0 1 0 0 0,0-1 0 0 0,0 1 0 0 0,0-1 0 0 0,0 0 0 0 0,1 1 0 0 0,-1-1 0 0 0,0 1 0 0 0,0-1 0 0 0,0 0 0 0 0,0 1 0 0 0,1-1 0 0 0,-1 0 0 0 0,0 1 0 0 0,0-1 0 0 0,1 0 0 0 0,-1 1 0 0 0,0-1 0 0 0,0 0 0 0 0,1 0 0 0 0,-1 1 0 0 0,0-1 0 0 0,1 0 0 0 0,-1 0 0 0 0,1 0 0 0 0,-1 1 0 0 0,0-1 0 0 0,1 0 0 0 0,-1 0 0 0 0,0 0 0 0 0,1 0 0 0 0,-1 0 0 0 0,1 0 0 0 0,-1 0 0 0 0,1 0 0 0 0,-1 0 0 0 0,0 0 0 0 0,1 0 0 0 0,-1 0 0 0 0,1 0 0 0 0,10 13 1473 0 0,-7-7-1010 0 0,-3-6-470 0 0,-1 0-1 0 0,1 0 1 0 0,-1 0-1 0 0,0 1 0 0 0,1-1 1 0 0,-1 0-1 0 0,0 0 1 0 0,1 0-1 0 0,-1 1 1 0 0,0-1-1 0 0,0 0 1 0 0,1 0-1 0 0,-1 1 0 0 0,0-1 1 0 0,0 0-1 0 0,1 1 1 0 0,-1-1-1 0 0,0 0 1 0 0,0 1-1 0 0,0-1 1 0 0,1 0-1 0 0,-1 1 0 0 0,0-1 1 0 0,0 0-1 0 0,0 1 1 0 0,0-1-1 0 0,0 1 1 0 0,0-1-1 0 0,0 0 0 0 0,0 1 1 0 0,0-1-1 0 0,0 1 1 0 0,0 0-1 0 0,3-1 162 0 0,-3 0-210 0 0,0 0 0 0 0,0 0-1 0 0,1 0 1 0 0,-1 0 0 0 0,0 0 0 0 0,1 0 0 0 0,-1 0 0 0 0,0 1 0 0 0,1-1-1 0 0,-1 0 1 0 0,0 0 0 0 0,0 0 0 0 0,1 0 0 0 0,-1 0 0 0 0,0 0 0 0 0,1 0 0 0 0,-1 1-1 0 0,0-1 1 0 0,0 0 0 0 0,1 0 0 0 0,-1 0 0 0 0,0 1 0 0 0,0-1 0 0 0,0 0 0 0 0,1 0-1 0 0,-1 1 1 0 0,0-1 0 0 0,0 0 0 0 0,0 0 0 0 0,0 1 0 0 0,0-1 0 0 0,0 0 0 0 0,1 0-1 0 0,-1 1 1 0 0,0-1 0 0 0,0 0 0 0 0,0 1 0 0 0,0-1 0 0 0,0 1 0 0 0,1 1 39 0 0,0 0 0 0 0,0 0 1 0 0,0 0-1 0 0,1-1 1 0 0,-1 1-1 0 0,1 0 0 0 0,-1 0 1 0 0,1-1-1 0 0,0 1 1 0 0,-1-1-1 0 0,4 2 0 0 0,17 18 316 0 0,12 8-64 0 0,-22-20-248 0 0,9 2 6 0 0,44 19 50 0 0,-43-24-94 0 0,-1 1 0 0 0,0 1 0 0 0,24 13 0 0 0,-32-15-11 0 0,-1 0-1 0 0,22 6 0 0 0,-21-8-4 0 0,1 1 1 0 0,20 11-1 0 0,33 16-14 0 0,-58-29 2 0 0,-9-3 11 0 0,1 0 0 0 0,-1 0 1 0 0,1 0-1 0 0,-1 1 0 0 0,1-1 0 0 0,-1 0 1 0 0,1 0-1 0 0,-1 0 0 0 0,1 0 0 0 0,-1 1 1 0 0,1-1-1 0 0,-1 0 0 0 0,1 1 0 0 0,-1-1 1 0 0,0 0-1 0 0,1 1 0 0 0,-1-1 0 0 0,0 0 1 0 0,1 1-1 0 0,-1-1 0 0 0,0 1 0 0 0,1-1 1 0 0,-1 1-1 0 0,0-1 0 0 0,0 1 0 0 0,1-1 1 0 0,-1 1-1 0 0,0-1 0 0 0,0 1 0 0 0,0-1 1 0 0,0 1-1 0 0,0-1 0 0 0,0 1 0 0 0,0 0 1 0 0,2 0 2 0 0,-1 0-1 0 0,-1-1-1 0 0,1 0 0 0 0,0 0 0 0 0,-1 1 0 0 0,1-1 0 0 0,-1 0 0 0 0,1 1 1 0 0,-1-1-1 0 0,1 1 0 0 0,-1-1 0 0 0,1 1 0 0 0,-1-1 0 0 0,1 1 1 0 0,-1-1-1 0 0,0 1 0 0 0,1-1 0 0 0,-1 1 0 0 0,0-1 0 0 0,1 1 0 0 0,-1 0 1 0 0,0-1-1 0 0,0 1 0 0 0,1 0 0 0 0,-1-1 0 0 0,0 1 0 0 0,0-1 0 0 0,0 1 1 0 0,0 0-1 0 0,0-1 0 0 0,0 1 0 0 0,0 0 0 0 0,-1 1 0 0 0,-2 17-107 0 0,-40 12 6 0 0,40-28 98 0 0,-1 0 1 0 0,1 0-1 0 0,1 1 0 0 0,-1-1 1 0 0,0 1-1 0 0,1-1 0 0 0,0 1 1 0 0,0 0-1 0 0,0 0 0 0 0,0 0 1 0 0,-1 6-1 0 0,2-5 5 0 0,-1 0-1 0 0,0-1 1 0 0,0 1-1 0 0,0 0 1 0 0,0-1 0 0 0,-1 1-1 0 0,-4 5 1 0 0,-7 13 20 0 0,-19 34-343 0 0,16-29-388 0 0,10-17 31 0 0,7-9 547 0 0,-1-1 0 0 0,0 1 0 0 0,1-1-1 0 0,-1 1 1 0 0,0-1 0 0 0,0 1-1 0 0,0-1 1 0 0,0 0 0 0 0,-1 0-1 0 0,1 1 1 0 0,0-1 0 0 0,0 0-1 0 0,-2 1 1 0 0,1 4-1100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28.5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0 280 0 0,'0'0'5884'0'0,"-9"5"-5668"0"0,5-3 3248 0 0,3-1-3404 0 0,0 0-1 0 0,0 0 1 0 0,0 0-1 0 0,0 0 1 0 0,0 0-1 0 0,1 0 1 0 0,-1 0-1 0 0,0 1 1 0 0,1-1-1 0 0,-1 0 1 0 0,1 0-1 0 0,-1 0 1 0 0,1 1-1 0 0,0-1 1 0 0,-1 0 0 0 0,1 1-1 0 0,0-1 1 0 0,0 0-1 0 0,0 1 1 0 0,0-1-1 0 0,0 0 1 0 0,0 0-1 0 0,1 2 1 0 0,-1 0-65 0 0,0-1 0 0 0,0 1 1 0 0,1-1-1 0 0,0 1 0 0 0,-1-1 0 0 0,1 1 1 0 0,0-1-1 0 0,0 1 0 0 0,0-1 1 0 0,3 4-1 0 0,-4-5 6 0 0,1 0 0 0 0,-1 0 0 0 0,1 0 0 0 0,-1 0-1 0 0,0 0 1 0 0,1 0 0 0 0,-1 0 0 0 0,0 0 0 0 0,0 0 0 0 0,0 0 0 0 0,1 0 0 0 0,-1 0 0 0 0,-1 0 0 0 0,1 1-1 0 0,0-1 1 0 0,0 0 0 0 0,0 0 0 0 0,-1 1 0 0 0,1 0 0 0 0,-1-1 1 0 0,1 0-1 0 0,0 1 0 0 0,0-1 0 0 0,0 1 1 0 0,0-1-1 0 0,0 1 0 0 0,0-1 0 0 0,0 1 1 0 0,0-1-1 0 0,1 0 0 0 0,-1 1 0 0 0,1 2 1 0 0,4 5-5 0 0,-1 0 0 0 0,0 0 0 0 0,4 18-1 0 0,1 2-9 0 0,1 14 16 0 0,1 2-8 0 0,0 10-21 0 0,0 12 24 0 0,0-13-29 0 0,-9-48 25 0 0,-1 0 1 0 0,0 0-1 0 0,0 1 1 0 0,-1-1-1 0 0,1 0 1 0 0,-2 10-1 0 0,0-11 4 0 0,1 0-1 0 0,0 1 1 0 0,0-1 0 0 0,1 0-1 0 0,0 0 1 0 0,0 0-1 0 0,0 0 1 0 0,2 6-1 0 0,-2-8 2 0 0,0 0-1 0 0,-1 0 1 0 0,1-1-1 0 0,-1 1 1 0 0,0 0-1 0 0,0 0 1 0 0,0 0-1 0 0,0-1 0 0 0,0 1 1 0 0,0 0-1 0 0,-1 2 1 0 0,0-2-1 0 0,1 0 0 0 0,-1 0 1 0 0,1 0-1 0 0,0 0 0 0 0,0 0 0 0 0,0 0 1 0 0,0 0-1 0 0,1-1 0 0 0,-1 1 0 0 0,1 0 1 0 0,1 3-1 0 0,0 1-4 0 0,0 0-1 0 0,0 0 1 0 0,-1 0 0 0 0,0 0 0 0 0,0 0-1 0 0,-1 0 1 0 0,0 14 0 0 0,0-10-1 0 0,4 5-8 0 0,-3-14 11 0 0,0 1 0 0 0,0-1 0 0 0,0 1 0 0 0,0-1 1 0 0,-1 1-1 0 0,1-1 0 0 0,-1 1 0 0 0,1 4 0 0 0,-2-6 4 0 0,1 1 1 0 0,0 0-1 0 0,0-1 0 0 0,0 1 1 0 0,1 0-1 0 0,-1-1 1 0 0,0 1-1 0 0,1-1 1 0 0,-1 1-1 0 0,1-1 1 0 0,-1 1-1 0 0,1-1 0 0 0,0 1 1 0 0,-1-1-1 0 0,1 1 1 0 0,0-1-1 0 0,2 2 1 0 0,-3-1-1 0 0,1-1 0 0 0,0 1 1 0 0,-1 0-1 0 0,1-1 0 0 0,-1 1 1 0 0,0 0-1 0 0,1-1 0 0 0,-1 1 1 0 0,0 0-1 0 0,0-1 0 0 0,0 1 1 0 0,0 0-1 0 0,-1 0 0 0 0,1-1 1 0 0,0 1-1 0 0,-2 2 0 0 0,2-2 1 0 0,-1 0-1 0 0,1-1 0 0 0,0 1 0 0 0,-1-1 1 0 0,1 1-1 0 0,0 0 0 0 0,0-1 0 0 0,0 1 1 0 0,0 0-1 0 0,0-1 0 0 0,1 1 0 0 0,-1-1 1 0 0,0 1-1 0 0,1 0 0 0 0,-1-1 0 0 0,2 4 1 0 0,0-3-3 0 0,-1 0 0 0 0,0 0 0 0 0,0 0 0 0 0,0 0 0 0 0,0 1 0 0 0,0-1 0 0 0,-1 0 0 0 0,1 1 0 0 0,-1-1 0 0 0,1 1 0 0 0,-1-1 0 0 0,0 0 0 0 0,0 1 0 0 0,0-1 0 0 0,-1 5 0 0 0,1 1-1 0 0,5 4-4 0 0,1 6 14 0 0,-5-15-5 0 0,-1 0 0 0 0,0-1-1 0 0,1 1 1 0 0,0-1 0 0 0,0 1 0 0 0,0-1 0 0 0,0 0-1 0 0,0 1 1 0 0,3 3 0 0 0,-3-3 0 0 0,1-1-1 0 0,-1 1 1 0 0,0 0-1 0 0,0-1 1 0 0,0 1 0 0 0,0 0-1 0 0,0 0 1 0 0,0-1 0 0 0,-1 1-1 0 0,1 4 1 0 0,10 42 5 0 0,-6-33-18 0 0,1 10 3 0 0,-6 138 15 0 0,2-162-9 0 0,-1 0 2 0 0,0-1 1 0 0,0 1 0 0 0,0-1-1 0 0,0 1 1 0 0,0-1 0 0 0,0 1-1 0 0,0 0 1 0 0,-1-1 0 0 0,1 1 0 0 0,-1 0-1 0 0,1 0 1 0 0,-1-1 0 0 0,0 1-1 0 0,1 0 1 0 0,-1 0 0 0 0,0 0-1 0 0,0 0 1 0 0,-1-1 0 0 0,1 1-1 0 0,0 0 1 0 0,-1 2 0 0 0,1-1 2 0 0,-1 3-7 0 0,1-5 4 0 0,0 0 1 0 0,-1 1-1 0 0,1-1 1 0 0,0 0-1 0 0,0 0 1 0 0,0 1-1 0 0,0-1 1 0 0,0 0-1 0 0,0 0 1 0 0,0 1-1 0 0,1-1 1 0 0,-1 0-1 0 0,0 0 1 0 0,1 0-1 0 0,-1 1 1 0 0,1-1-1 0 0,-1 0 1 0 0,1 0-1 0 0,0 0 1 0 0,-1 0-1 0 0,1 0 1 0 0,0 0-1 0 0,0 0 1 0 0,-1 0-1 0 0,3 1 1 0 0,-2 5-7 0 0,0 1 1 0 0,0 0-1 0 0,-1-1 1 0 0,0 1-1 0 0,-1 11 1 0 0,1-17 18 0 0,0-1-10 0 0,0 0-5 0 0,0 3 2 0 0,0 10-332 0 0,1-13 241 0 0,-1 1 0 0 0,0-1 1 0 0,0 1-1 0 0,1-1 0 0 0,-1 1 1 0 0,0-1-1 0 0,0 1 0 0 0,0-1 1 0 0,-1 1-1 0 0,1-1 0 0 0,0 0 1 0 0,0 1-1 0 0,-1-1 1 0 0,1 1-1 0 0,-1-1 0 0 0,1 0 1 0 0,-1 1-1 0 0,0-1 0 0 0,0 0 1 0 0,1 1-1 0 0,-1-1 0 0 0,0 0 1 0 0,0 0-1 0 0,-1 1 0 0 0,0-1-14 0 0,3 8-1691 0 0,3-9-1273 0 0,2-16 235 0 0,-6 5 2255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0:59: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66 127 336 0 0,'0'0'1650'0'0,"-13"-7"1820"0"0,13 7-3493 0 0,-1 0 56 0 0,1-1-1 0 0,-1 1 0 0 0,0 0 1 0 0,1-1-1 0 0,-1 1 0 0 0,1 0 1 0 0,0-1-1 0 0,-1 1 1 0 0,1-1-1 0 0,-1 1 0 0 0,1-1 1 0 0,-1 1-1 0 0,1 0 0 0 0,0-1 1 0 0,0 0-1 0 0,-1 1 0 0 0,1-1 1 0 0,0 1-1 0 0,0-1 1 0 0,-1 1-1 0 0,1-1 0 0 0,0 0 1 0 0,0 1-1 0 0,0-1 0 0 0,0 1 1 0 0,0-1-1 0 0,0 0 0 0 0,0 1 1 0 0,0-1-1 0 0,0-1 2036 0 0,-10-4-946 0 0,9 6-1090 0 0,0-1 1 0 0,1 1-1 0 0,-1 0 1 0 0,1 0-1 0 0,-1 0 1 0 0,1 0 0 0 0,-1-1-1 0 0,1 1 1 0 0,-1 0-1 0 0,1-1 1 0 0,-1 1-1 0 0,1 0 1 0 0,-1-1-1 0 0,1 1 1 0 0,0 0-1 0 0,-1-1 1 0 0,1 1 0 0 0,0-1-1 0 0,-1 1 1 0 0,1-1-1 0 0,0 1 1 0 0,-1-1-1 0 0,1 1 1 0 0,0-1-1 0 0,0 1 1 0 0,0-1 0 0 0,0 1-1 0 0,-1-2 1 0 0,-1 1-12 0 0,1 2-20 0 0,1-1 0 0 0,0 0 0 0 0,-1 0 0 0 0,1 0-1 0 0,0 0 1 0 0,0 0 0 0 0,-1-1 0 0 0,1 1 0 0 0,0 0 0 0 0,-1 0 0 0 0,1 0 0 0 0,0 0 0 0 0,0 0 0 0 0,-1 0 0 0 0,1 0 0 0 0,0 0-1 0 0,-1-1 1 0 0,1 1 0 0 0,0 0 0 0 0,0 0 0 0 0,0 0 0 0 0,-1-1 0 0 0,1 1 0 0 0,0 0 0 0 0,0 0 0 0 0,0-1 0 0 0,-1 1 0 0 0,1 0 0 0 0,0 0-1 0 0,0-1 1 0 0,0 1 0 0 0,0 0 0 0 0,0-1 0 0 0,0 1 0 0 0,0 0 0 0 0,0 0 0 0 0,0-1 0 0 0,-1 1 0 0 0,1-1 0 0 0,-10-40 15 0 0,10 40-19 0 0,0-28-57 0 0,0 28 55 0 0,4-2-44 0 0,-2 1 48 0 0,13 6 7 0 0,0-1-3 0 0,-12-3-2 0 0,-1 0 1 0 0,0 0-1 0 0,1 1 0 0 0,-1-1 1 0 0,0 1-1 0 0,1 0 0 0 0,-1 0 1 0 0,0-1-1 0 0,0 1 0 0 0,4 3 1 0 0,-5-3-1 0 0,-1 0 1 0 0,1-1 0 0 0,-1 1 0 0 0,1 0 0 0 0,0-1 0 0 0,-1 1-1 0 0,1 0 1 0 0,0-1 0 0 0,0 1 0 0 0,-1-1 0 0 0,1 1 0 0 0,0-1-1 0 0,0 1 1 0 0,0-1 0 0 0,0 1 0 0 0,2-1 0 0 0,-2 1 0 0 0,0-1 1 0 0,0 0 0 0 0,0 1-1 0 0,0-1 1 0 0,0 1-1 0 0,0-1 1 0 0,0 1-1 0 0,0-1 1 0 0,0 1 0 0 0,0 0-1 0 0,0-1 1 0 0,-1 1-1 0 0,1 0 1 0 0,0 0-1 0 0,0 0 1 0 0,-1 0 0 0 0,1-1-1 0 0,0 1 1 0 0,0 1-1 0 0,19 18 56 0 0,-14-13-35 0 0,-1-1-7 0 0,0 0 0 0 0,0-1 0 0 0,1 0 1 0 0,-1 0-1 0 0,1 0 0 0 0,10 6 0 0 0,19 19 46 0 0,-23-22-50 0 0,8 3 4 0 0,13 11-19 0 0,43 15 4 0 0,-21-10-9 0 0,-43-20 4 0 0,-11-6 4 0 0,0 0 0 0 0,0 0 0 0 0,1 0 0 0 0,-1 0 0 0 0,0 0 0 0 0,1-1 0 0 0,-1 1 0 0 0,1 0 0 0 0,-1-1 0 0 0,1 1 0 0 0,-1-1 0 0 0,1 1 0 0 0,2-1 0 0 0,40 14 27 0 0,-37-10-23 0 0,-5-3 4 0 0,0 0-4 0 0,5 3 0 0 0,-5-3 0 0 0,11 12 23 0 0,-6-9-27 0 0,-5-3-3 0 0,-2 1 1 0 0,2 2 0 0 0,16 3-5 0 0,-14-4-62 0 0,10 4 70 0 0,-12-10 460 0 0,3-11-44 0 0,-5 14-416 0 0,1-1 1 0 0,0 0 1 0 0,0 1-1 0 0,0-1 1 0 0,-1 0-1 0 0,1 0 1 0 0,0 0-1 0 0,-1 0 1 0 0,1 0-1 0 0,-1 0 1 0 0,1 0-1 0 0,-1-1 1 0 0,1 1-1 0 0,-1 0 1 0 0,0 0-1 0 0,0 0 1 0 0,0 0-1 0 0,1 0 1 0 0,-1-1-1 0 0,0 1 1 0 0,-1-2-1 0 0,3-1 6 0 0,0 0 1 0 0,-1 0-1 0 0,1 0 0 0 0,1 0 0 0 0,-1 1 1 0 0,0-1-1 0 0,6-6 0 0 0,1-1 18 0 0,9-12 29 0 0,1-4 16 0 0,-16 20-56 0 0,2 0 0 0 0,-1 0 1 0 0,1 1-1 0 0,0 0 0 0 0,8-8 0 0 0,-8 9-18 0 0,0 0 1 0 0,0 0-1 0 0,-1 0 0 0 0,0-1 1 0 0,0 0-1 0 0,0 0 0 0 0,2-6 0 0 0,-2 4-107 0 0,-1 1 0 0 0,1 0 0 0 0,1 0 0 0 0,-1 1 0 0 0,1-1 0 0 0,10-9-1 0 0,-11 11-109 0 0,-1-2-274 0 0,0 0-388 0 0,-18 3-8707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7:39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3282 71 28 0 0,'0'0'2797'0'0,"1"-24"-2150"0"0,0 23-619 0 0,0 1 1 0 0,-1 0 0 0 0,1-1 0 0 0,0 1 0 0 0,-1 0-1 0 0,1-1 1 0 0,-1 1 0 0 0,1 0 0 0 0,-1-1 0 0 0,1 1 0 0 0,-1-1-1 0 0,1 1 1 0 0,-1-1 0 0 0,1 0 0 0 0,-1 1 0 0 0,0-1-1 0 0,1 1 1 0 0,-1-1 0 0 0,0 0 0 0 0,1 1 0 0 0,-1-1-1 0 0,0 0 1 0 0,0 1 0 0 0,0-1 0 0 0,0 0 0 0 0,0 1-1 0 0,0-1 1 0 0,0 0 0 0 0,0 0 0 0 0,0 1 0 0 0,0-1-1 0 0,0 0 1 0 0,0 1 0 0 0,0-1 0 0 0,0 0 0 0 0,-1 1-1 0 0,1-2 1 0 0,0-5 37 0 0,0 6-38 0 0,-2-12 2168 0 0,-1 12-2191 0 0,1 1-1 0 0,0-1 1 0 0,0 1 0 0 0,-1 0-1 0 0,1 0 1 0 0,0 0 0 0 0,-1 0-1 0 0,1 0 1 0 0,0 1 0 0 0,0-1 0 0 0,-1 1-1 0 0,1-1 1 0 0,0 1 0 0 0,0 0-1 0 0,0 0 1 0 0,0 0 0 0 0,-3 2-1 0 0,0-1 12 0 0,0 0 0 0 0,1 0 0 0 0,-1-1 0 0 0,0 1 0 0 0,-1-1 0 0 0,-8 1 0 0 0,-39 11 68 0 0,9 6-35 0 0,-63 23 38 0 0,63-23-50 0 0,41-18-32 0 0,0 0-1 0 0,0 0 0 0 0,0 0 0 0 0,0 1 1 0 0,0-1-1 0 0,1 1 0 0 0,-6 3 1 0 0,-7 5 15 0 0,-25 6 48 0 0,30-11-37 0 0,0 0-1 0 0,-1-2 0 0 0,-16 5 0 0 0,-5 6 53 0 0,7-3-19 0 0,18-8-54 0 0,0 0-1 0 0,0 0 1 0 0,0 1-1 0 0,-11 7 1 0 0,1 0-5 0 0,-16 7-3 0 0,-36 9 14 0 0,58-22-17 0 0,0-1-1 0 0,0 0 0 0 0,-18 4 1 0 0,-18 6-3 0 0,21-6 3 0 0,17-6-1 0 0,1 1 1 0 0,-1-1-1 0 0,-13 8 0 0 0,13-6 3 0 0,0 0 0 0 0,-1-1-1 0 0,1 0 1 0 0,-11 1-1 0 0,-23 9 13 0 0,-162 50 308 0 0,172-54-218 0 0,7-2 2 0 0,0-1 1 0 0,0-1 0 0 0,0-1-1 0 0,-32 0 1 0 0,56-4-110 0 0,-21-6-8 0 0,-19-2-9 0 0,35 7 23 0 0,0 0-1 0 0,0 0 1 0 0,1 1-1 0 0,-1-1 1 0 0,0 1 0 0 0,0 1-1 0 0,-9 1 1 0 0,-18 0-6 0 0,26-1 5 0 0,1 0-1 0 0,-1 0 1 0 0,1 1-1 0 0,0 0 1 0 0,0 0-1 0 0,-12 6 1 0 0,-29 7 3 0 0,-38 16 8 0 0,60-19-7 0 0,24-10-5 0 0,0-1 1 0 0,0 0 0 0 0,-1 1 0 0 0,1-1-1 0 0,-1 0 1 0 0,1 0 0 0 0,-1-1-1 0 0,0 1 1 0 0,-3 0 0 0 0,0 0-3 0 0,0 0 1 0 0,0 1-1 0 0,1-1 1 0 0,-1 1-1 0 0,0 0 1 0 0,-5 3-1 0 0,-19 7-4 0 0,-58 25-53 0 0,78-34 54 0 0,1 2 0 0 0,-1-1-1 0 0,1 1 1 0 0,0 1-1 0 0,-10 7 1 0 0,9-6-1 0 0,1-1 0 0 0,-1 0 0 0 0,-13 5 0 0 0,-11 4-26 0 0,0 1 0 0 0,-34 22-1 0 0,26-14 14 0 0,-65 30-29 0 0,92-46 50 0 0,-1-1 0 0 0,-31 8 0 0 0,7-2-1 0 0,-82 31-16 0 0,115-41 2 0 0,1-1 0 0 0,-1 1 0 0 0,0 1 0 0 0,1-1 0 0 0,-6 6 0 0 0,11-8 8 0 0,-1 0 0 0 0,1 0 0 0 0,0-1 0 0 0,-1 1 0 0 0,1 0 0 0 0,-1 0-1 0 0,1-1 1 0 0,-1 1 0 0 0,1-1 0 0 0,-1 1 0 0 0,-2 0 0 0 0,2-1 0 0 0,1 0-1 0 0,-1 1 1 0 0,1-1 0 0 0,-1 1 0 0 0,1-1 0 0 0,-1 1-1 0 0,1 0 1 0 0,-1-1 0 0 0,1 1 0 0 0,-1 0 0 0 0,-1 2-1 0 0,-1 0-20 0 0,1 0-1 0 0,-1 0 1 0 0,0 0-1 0 0,0-1 0 0 0,0 1 1 0 0,0-1-1 0 0,-1 0 1 0 0,1-1-1 0 0,-6 3 0 0 0,-44 24-188 0 0,-33 11 86 0 0,71-35 109 0 0,1 2 0 0 0,-29 13 0 0 0,41-18 18 0 0,0 0-1 0 0,0 0 1 0 0,0 0 0 0 0,0 0 0 0 0,0 0 0 0 0,0 0-1 0 0,0-1 1 0 0,-5 1 0 0 0,-18 5-6 0 0,-61 25-60 0 0,12-8-20 0 0,41-11 36 0 0,30-11 31 0 0,3-1 17 0 0,1 0-1 0 0,-1 0 0 0 0,1 0 1 0 0,-1 1-1 0 0,1-1 1 0 0,-1 0-1 0 0,1 0 1 0 0,-1 0-1 0 0,1 0 1 0 0,-1 0-1 0 0,1 0 0 0 0,-1 0 1 0 0,1 0-1 0 0,-1 0 1 0 0,1 0-1 0 0,-1-1 1 0 0,1 1-1 0 0,-1 0 1 0 0,1 0-1 0 0,-1 0 0 0 0,1-1 1 0 0,-1 1-1 0 0,1 0 1 0 0,0 0-1 0 0,-1-1 1 0 0,1 1-1 0 0,-1 0 1 0 0,1-1-1 0 0,0 1 0 0 0,-1 0 1 0 0,1-1-1 0 0,0 1 1 0 0,-1-1-1 0 0,1 0 1 0 0,0 0 55 0 0,-42 1 58 0 0,40 0-113 0 0,2 1-1 0 0,0-1 5 0 0,0 1 0 0 0,-1-1 0 0 0,1 1-1 0 0,0-1 1 0 0,-1 1 0 0 0,1-1 0 0 0,-1 1-1 0 0,1-1 1 0 0,0 1 0 0 0,-1-1 0 0 0,1 0-1 0 0,-1 1 1 0 0,1-1 0 0 0,-1 0 0 0 0,1 1-1 0 0,-1-1 1 0 0,1 0 0 0 0,-1 0-1 0 0,0 1 1 0 0,0-1 0 0 0,0 0-38 0 0,1 0 0 0 0,-1 1-1 0 0,0-1 1 0 0,1 0 0 0 0,-1 0 0 0 0,1 1 0 0 0,-1-1-1 0 0,1 0 1 0 0,-1 1 0 0 0,0-1 0 0 0,1 1 0 0 0,-1-1-1 0 0,1 1 1 0 0,0-1 0 0 0,-1 1 0 0 0,1-1 0 0 0,-1 1 0 0 0,1-1-1 0 0,0 1 1 0 0,-1-1 0 0 0,1 1 0 0 0,-1 1 0 0 0,2 11-532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7:40.6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31 252 0 0,'0'0'529'0'0,"-13"-13"3466"0"0,10 11-3852 0 0,2 2-74 0 0,0-1-1 0 0,0 1 1 0 0,0 0-1 0 0,0-1 0 0 0,0 1 1 0 0,0-1-1 0 0,0 1 1 0 0,0-1-1 0 0,1 0 0 0 0,-1 1 1 0 0,0-1-1 0 0,0 0 1 0 0,1 1-1 0 0,-1-1 0 0 0,1 0 1 0 0,-1 0-1 0 0,0 1 1 0 0,1-1-1 0 0,-1 0 1 0 0,0-2-1 0 0,1 2-47 0 0,0 2-17 0 0,0 5-1 0 0,1-5-3 0 0,-1 0-1 0 0,0 1 1 0 0,-1-1 0 0 0,1 0 0 0 0,0 1-1 0 0,0-1 1 0 0,-1 0 0 0 0,1 0-1 0 0,0 1 1 0 0,-1-1 0 0 0,1 0 0 0 0,-1 0-1 0 0,0 1 1 0 0,0 0 0 0 0,-4 14-11 0 0,5 63 27 0 0,-11-47 0 0 0,11-21-16 0 0,0 1 1 0 0,-1 0-1 0 0,0-1 1 0 0,-1 1-1 0 0,-3 15 1 0 0,4-24 0 0 0,0 0-1 0 0,0 1 1 0 0,1 0-1 0 0,-1-1 1 0 0,1 1 0 0 0,0-1-1 0 0,0 1 1 0 0,1 4 0 0 0,-2 24 6 0 0,-4-14-5 0 0,0 0 0 0 0,1 0 0 0 0,-2 25 0 0 0,-5 26 10 0 0,11-66-13 0 0,-1 0 0 0 0,1 0 0 0 0,-1 1 0 0 0,0-1 0 0 0,0 0-1 0 0,0 0 1 0 0,0 0 0 0 0,-1 0 0 0 0,-1 3 0 0 0,1-3 1 0 0,1 0 0 0 0,0-1 0 0 0,-1 1-1 0 0,1 0 1 0 0,0 0 0 0 0,0 0 0 0 0,1 0-1 0 0,-1 1 1 0 0,0 2 0 0 0,-10 30-3 0 0,0-6-1 0 0,1 1 7 0 0,5-17-3 0 0,-1 4-8 0 0,6-8-1 0 0,0 8-5 0 0,0-18 14 0 0,0 1-1 0 0,0-1 1 0 0,0 1 0 0 0,-1-1-1 0 0,1 0 1 0 0,0 1-1 0 0,0-1 1 0 0,0 0 0 0 0,0 1-1 0 0,0-1 1 0 0,-1 1 0 0 0,1-1-1 0 0,0 0 1 0 0,0 0 0 0 0,-1 1-1 0 0,1-1 1 0 0,0 0-1 0 0,-1 1 1 0 0,1-1 0 0 0,0 0-1 0 0,0 0 1 0 0,-1 0 0 0 0,1 1-1 0 0,-1-1 1 0 0,1 0 0 0 0,0 0-1 0 0,-1 0 1 0 0,1 0-1 0 0,0 0 1 0 0,-1 0 0 0 0,1 0-1 0 0,-1 1 1 0 0,1-1 0 0 0,-4 30 7 0 0,2-30-6 0 0,-1 1-2 0 0,-10 9 29 0 0,11-9-31 0 0,2-1-483 0 0,0-1 479 0 0,0 1 0 0 0,0 0-1 0 0,0 0 1 0 0,0-1 0 0 0,0 1 0 0 0,0 0 0 0 0,0 0-1 0 0,0-1 1 0 0,0 1 0 0 0,0 0 0 0 0,1 0 0 0 0,-1-1-1 0 0,0 1 1 0 0,0 0 0 0 0,0 0 0 0 0,0 0 0 0 0,0-1-1 0 0,1 1 1 0 0,-1 0 0 0 0,0 0 0 0 0,0 0 0 0 0,0-1-1 0 0,1 1 1 0 0,-1 0 0 0 0,0 0 0 0 0,0 0 0 0 0,1 0-1 0 0,-1 0 1 0 0,0 0 0 0 0,0 0 0 0 0,1-1 0 0 0,-1 1-6 0 0,1 0 1 0 0,-1 0-1 0 0,0 0 1 0 0,1 0-1 0 0,-1 0 1 0 0,0-1 0 0 0,0 1-1 0 0,1 0 1 0 0,-1 0-1 0 0,0 0 1 0 0,1-1-1 0 0,-1 1 1 0 0,0 0-1 0 0,0-1 1 0 0,1 1 0 0 0,-1 0-1 0 0,0 0 1 0 0,0-1-1 0 0,0 1 1 0 0,0 0-1 0 0,1-1 1 0 0,-1 1-1 0 0,0 0 1 0 0,0-1 0 0 0,0 1-1 0 0,0-1 1 0 0,0 1-1 0 0,0 0 1 0 0,0-1-1 0 0,0 1 1 0 0,0 0-1 0 0,0-1 1 0 0,0 1 0 0 0,0-1-1 0 0,3 0-144 0 0,-3 1 149 0 0,0 0 0 0 0,1 0 0 0 0,-1 0 0 0 0,0 0 0 0 0,1 0 0 0 0,-1 0 1 0 0,0 0-1 0 0,1 0 0 0 0,-1 0 0 0 0,0 0 0 0 0,0 0 0 0 0,1-1 0 0 0,-1 1 0 0 0,0 0 0 0 0,0 0 0 0 0,1 0 0 0 0,-1 0 0 0 0,0 0 0 0 0,0-1 1 0 0,1 1-1 0 0,-1 0 0 0 0,0 0 0 0 0,0 0 0 0 0,0-1 0 0 0,1 1 0 0 0,-1 0 0 0 0,0 0 0 0 0,0-1 0 0 0,0 1 0 0 0,0 0 0 0 0,0 0 0 0 0,0-1 1 0 0,1 1-1 0 0,-1 0 0 0 0,0-1 0 0 0,0 1 0 0 0,0 0 0 0 0,0 0 0 0 0,0-1 0 0 0,5-11-1345 0 0,-4 11 1230 0 0,-1 1 0 0 0,1-1 1 0 0,-1 1-1 0 0,0-1 0 0 0,1 1 0 0 0,-1-1 0 0 0,1 0 1 0 0,-1 1-1 0 0,0-1 0 0 0,1 0 0 0 0,-1 1 0 0 0,0-1 1 0 0,0 0-1 0 0,0 1 0 0 0,0-1 0 0 0,1 0 0 0 0,-1 1 1 0 0,0-1-1 0 0,0-1 0 0 0,0-8-747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7:43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251 106 0 0 0,'11'-60'3074'0'0,"-7"54"-2829"0"0,-3 5-229 0 0,-1 1 1 0 0,1-1-1 0 0,-1 1 0 0 0,1-1 0 0 0,-1 1 1 0 0,1-1-1 0 0,-1 1 0 0 0,0-1 0 0 0,1 1 0 0 0,-1-1 1 0 0,0 0-1 0 0,1 1 0 0 0,-1-1 0 0 0,0 1 1 0 0,0-1-1 0 0,1 0 0 0 0,-1 1 0 0 0,0-2 1 0 0,0 1 51 0 0,0 0-60 0 0,0 1-1 0 0,0 0 1 0 0,0 0 0 0 0,0-1 0 0 0,0 1 0 0 0,1 0 0 0 0,-1 0-1 0 0,0-1 1 0 0,0 1 0 0 0,0 0 0 0 0,0 0 0 0 0,0-1 0 0 0,0 1-1 0 0,0 0 1 0 0,0 0 0 0 0,0-1 0 0 0,0 1 0 0 0,-1 0 0 0 0,1 0-1 0 0,0-1 1 0 0,0 1 0 0 0,0 0 0 0 0,0 0 0 0 0,0-1 0 0 0,0 1 0 0 0,-1 0-1 0 0,1 0 1 0 0,0 0 0 0 0,0-1 0 0 0,0 1 0 0 0,0 0 0 0 0,-1 0-1 0 0,1 0 1 0 0,0 0 0 0 0,0-1 0 0 0,-1 1 0 0 0,1 0 0 0 0,0 0-1 0 0,0 0 1 0 0,0 0 0 0 0,-1 0 0 0 0,1 0 0 0 0,0 0 0 0 0,-1 0-1 0 0,1 0 4 0 0,-1 0-1 0 0,1-1 1 0 0,0 1-1 0 0,0 0 1 0 0,-1 0-1 0 0,1 0 0 0 0,0 0 1 0 0,-1 0-1 0 0,1 0 1 0 0,0-1-1 0 0,0 1 0 0 0,-1 0 1 0 0,1 0-1 0 0,0 0 1 0 0,0 0-1 0 0,-1-1 1 0 0,1 1-1 0 0,0 0 0 0 0,0 0 1 0 0,0-1-1 0 0,0 1 1 0 0,-1 0-1 0 0,1-1 0 0 0,0 1 1 0 0,0 0-1 0 0,0 0 1 0 0,0-1-1 0 0,0 1 1 0 0,0 0-1 0 0,0-1 0 0 0,0 1 1 0 0,0 0-1 0 0,0-1 1 0 0,0 1-1 0 0,0 0 0 0 0,0 0 1 0 0,0-1-1 0 0,0 1 1 0 0,0-1-1 0 0,0 1 4 0 0,0-1-1 0 0,0 1 1 0 0,0 0 0 0 0,0-1-1 0 0,-1 1 1 0 0,1 0-1 0 0,0-1 1 0 0,0 1 0 0 0,0 0-1 0 0,-1-1 1 0 0,1 1-1 0 0,0 0 1 0 0,0-1 0 0 0,-1 1-1 0 0,1 0 1 0 0,0 0-1 0 0,0-1 1 0 0,-1 1 0 0 0,1 0-1 0 0,0 0 1 0 0,-1-1-1 0 0,1 1 1 0 0,0 0 0 0 0,-1 0-1 0 0,1 0 1 0 0,-1 0-1 0 0,1 0 1 0 0,0 0 0 0 0,-1-1-1 0 0,1 1 1 0 0,-1 0 0 0 0,1 0-1 0 0,0 0 1 0 0,-1 0-1 0 0,1 0 1 0 0,-1 0 0 0 0,1 1-1 0 0,-20 0 570 0 0,16-1-561 0 0,4 0-17 0 0,-1 0 0 0 0,0 0 0 0 0,0 0 0 0 0,0 0 0 0 0,0 1 0 0 0,1-1 0 0 0,-1 0 0 0 0,0 0 0 0 0,0 1 0 0 0,1-1 0 0 0,-1 0 0 0 0,0 1 0 0 0,0-1 0 0 0,1 1 0 0 0,-1-1 0 0 0,0 1 0 0 0,1-1 0 0 0,-1 1 0 0 0,0-1 0 0 0,1 1 0 0 0,-1 0 0 0 0,1-1 0 0 0,-1 1 0 0 0,1 0 0 0 0,0-1 0 0 0,-1 1 0 0 0,1 0 0 0 0,0 0 0 0 0,-1-1 0 0 0,1 1 1 0 0,0 0-1 0 0,-1 1 0 0 0,-3 5 19 0 0,-2 6-5 0 0,-5 31 2 0 0,11-40-20 0 0,0 0 0 0 0,-1 0 0 0 0,1 0 0 0 0,-1 0 0 0 0,1 0 0 0 0,-1-1 0 0 0,0 1 1 0 0,-1 0-1 0 0,-1 5 0 0 0,1 15 2 0 0,3-22-3 0 0,-1 1 1 0 0,0 0 0 0 0,0 0-1 0 0,0 0 1 0 0,0-1 0 0 0,-1 1-1 0 0,1 0 1 0 0,-2 4 0 0 0,-1 0 1 0 0,1 1 1 0 0,0 0-1 0 0,1-1 1 0 0,-1 9-1 0 0,-6 23 2 0 0,-3-1-4 0 0,-4 10 12 0 0,12-43-9 0 0,0 0 1 0 0,0 1-1 0 0,1-1 0 0 0,0 1 0 0 0,-1 0 1 0 0,-1 10-1 0 0,4-14-2 0 0,0 0 1 0 0,-1 0-1 0 0,1 0 0 0 0,-1 0 1 0 0,1 1-1 0 0,-1-1 1 0 0,0 0-1 0 0,0 0 0 0 0,0 0 1 0 0,0 0-1 0 0,-2 2 1 0 0,1-2 0 0 0,1 0 0 0 0,0 0 0 0 0,0 0 0 0 0,0 0 0 0 0,0 0 0 0 0,0 0 0 0 0,0 1 0 0 0,0-1 0 0 0,1 0 0 0 0,-1 1 0 0 0,1 3 0 0 0,-1-4-1 0 0,1 1 1 0 0,-1-1 0 0 0,1 1-1 0 0,-1-1 1 0 0,0 1 0 0 0,0-1-1 0 0,0 1 1 0 0,0-1 0 0 0,-2 3-1 0 0,1-3 0 0 0,0 1 0 0 0,1 0-1 0 0,0-1 1 0 0,-1 1 0 0 0,1 0-1 0 0,0 0 1 0 0,1 0 0 0 0,-1 0-1 0 0,0 5 1 0 0,-4 4-6 0 0,-1 7-1 0 0,6-18 6 0 0,0 1 0 0 0,-1 0 1 0 0,1-1-1 0 0,0 1 1 0 0,-1-1-1 0 0,1 1 1 0 0,-1-1-1 0 0,1 0 0 0 0,-1 1 1 0 0,0-1-1 0 0,0 1 1 0 0,1-1-1 0 0,-1 0 1 0 0,0 0-1 0 0,-2 2 0 0 0,2-2 1 0 0,0 0 0 0 0,0 1-1 0 0,0-1 1 0 0,0 0-1 0 0,0 1 1 0 0,0-1-1 0 0,1 1 1 0 0,-1-1 0 0 0,0 1-1 0 0,1-1 1 0 0,-1 1-1 0 0,1 0 1 0 0,0-1-1 0 0,-1 1 1 0 0,1 2 0 0 0,0-2 0 0 0,0 0 0 0 0,-1 0 0 0 0,1 0 0 0 0,-1-1 0 0 0,0 1 0 0 0,1 0 0 0 0,-1 0 1 0 0,0 0-1 0 0,0-1 0 0 0,0 1 0 0 0,-2 2 0 0 0,2-2 1 0 0,-1 0 0 0 0,1 0-1 0 0,0 0 1 0 0,0 0 0 0 0,0 0 0 0 0,0 0 0 0 0,0 0-1 0 0,0 0 1 0 0,1 1 0 0 0,-1-1 0 0 0,1 0-1 0 0,-1 3 1 0 0,-10 25 26 0 0,11-29 124 0 0,4-3-143 0 0,-1 0 1 0 0,1 0 0 0 0,-1 0-1 0 0,0 0 1 0 0,0 0 0 0 0,0-1-1 0 0,0 1 1 0 0,4-7 0 0 0,-7 8-9 0 0,1 1 0 0 0,-1-1 0 0 0,0 0 0 0 0,1 1 0 0 0,-1-1 0 0 0,1 0 0 0 0,-1 1 0 0 0,1-1 0 0 0,-1 1 0 0 0,1-1 0 0 0,-1 0 0 0 0,1 1 0 0 0,-1-1 0 0 0,1 1 0 0 0,0 0 0 0 0,-1-1 0 0 0,1 1 0 0 0,1-1 0 0 0,-1 1 1 0 0,-1-1-1 0 0,1 1 1 0 0,0 0-1 0 0,-1-1 1 0 0,1 1 0 0 0,0-1-1 0 0,-1 1 1 0 0,1-1-1 0 0,-1 1 1 0 0,1-1-1 0 0,0 1 1 0 0,-1-1-1 0 0,1 0 1 0 0,-1 1-1 0 0,0-1 1 0 0,1 0 0 0 0,-1 1-1 0 0,1-2 1 0 0,33-31 70 0 0,-29 31-63 0 0,-1 0 1 0 0,1 0 0 0 0,0 1-1 0 0,0-1 1 0 0,-1 1-1 0 0,1 0 1 0 0,0 1 0 0 0,0-1-1 0 0,0 1 1 0 0,0 0 0 0 0,0 0-1 0 0,0 1 1 0 0,0-1 0 0 0,0 1-1 0 0,0 0 1 0 0,5 2 0 0 0,55-2-2 0 0,22-1-3 0 0,-80-2-7 0 0,-6 1 2 0 0,0 1 0 0 0,1-1 0 0 0,-1 0-1 0 0,0 1 1 0 0,0-1 0 0 0,1 1 0 0 0,-1 0-1 0 0,0-1 1 0 0,0 1 0 0 0,1 0 0 0 0,-1 0 0 0 0,1 0-1 0 0,-1 0 1 0 0,0 0 0 0 0,1 0 0 0 0,1 1 0 0 0,2-1 1 0 0,-1 0 0 0 0,1 0 1 0 0,0-1-1 0 0,-1 0 0 0 0,1 0 1 0 0,-1 0-1 0 0,7-2 0 0 0,12-4 1 0 0,1 3-7 0 0,0 0 0 0 0,0 1 0 0 0,1 1 1 0 0,44 3-1 0 0,-17 0 1 0 0,-32 5-7 0 0,-19-6 12 0 0,8 7 69 0 0,-32-2-19 0 0,-8 2 10 0 0,2-1-13 0 0,-6 0 28 0 0,-8 0 124 0 0,10 0-32 0 0,-9 0 27 0 0,-5 1-30 0 0,7-7-73 0 0,38 1-89 0 0,2-1-2 0 0,0 0 0 0 0,-1 1 0 0 0,1-1 0 0 0,0 1 0 0 0,-1-1 0 0 0,1 0 0 0 0,0 1 0 0 0,-1-1 0 0 0,1 0 0 0 0,-1 1 0 0 0,1-1 0 0 0,-1 0 0 0 0,1 1 0 0 0,-1-1-1 0 0,1 0 1 0 0,0 0 0 0 0,-1 0 0 0 0,0 0 0 0 0,1 0 0 0 0,-1 1 0 0 0,1-1 0 0 0,-1 0 0 0 0,1 0 0 0 0,-1 0 0 0 0,1 0 0 0 0,-1 0 0 0 0,1 0 0 0 0,-2-1 0 0 0,-20 0 99 0 0,16 1-80 0 0,-1-3 4 0 0,-1 2 0 0 0,0-1-1 0 0,1 1 1 0 0,-1 0 0 0 0,0 0-1 0 0,0 1 1 0 0,0 0 0 0 0,-12 2 0 0 0,-7 0-13 0 0,25-2-7 0 0,0 0 0 0 0,-1 1 0 0 0,1 0 1 0 0,-1-1-1 0 0,1 1 0 0 0,0 0 0 0 0,0 0 1 0 0,-1 0-1 0 0,1 1 0 0 0,0-1 0 0 0,-3 3 1 0 0,-1 0 8 0 0,-45 16 35 0 0,49-18-44 0 0,1-1 1 0 0,-1 0-1 0 0,0 0 0 0 0,0 0 1 0 0,0 0-1 0 0,0 0 1 0 0,0 0-1 0 0,0 0 1 0 0,0-1-1 0 0,-1 1 1 0 0,1-1-1 0 0,0 0 0 0 0,-3 1 1 0 0,3-1-3 0 0,1 0 10 0 0,-10 6 196 0 0,22-13-9 0 0,-11 5-193 0 0,0 0 1 0 0,0-1-1 0 0,0 1 1 0 0,0 0-1 0 0,0 0 0 0 0,0 0 1 0 0,-1 0-1 0 0,1 0 0 0 0,-1 0 1 0 0,1 0-1 0 0,-1 0 0 0 0,0 0 1 0 0,0 1-1 0 0,0-1 0 0 0,0 0 1 0 0,-1-2-1 0 0,1 1-4 0 0,0 0 0 0 0,1 0 0 0 0,-1-1 0 0 0,1 1 0 0 0,0 0 0 0 0,0 0 0 0 0,1-4 0 0 0,-1 5 3 0 0,-11-35 15 0 0,11 35-19 0 0,0-1 0 0 0,0 0 0 0 0,0 1 1 0 0,0-1-1 0 0,1 1 0 0 0,0-1 0 0 0,-1 1 0 0 0,1-1 0 0 0,0 1 1 0 0,0-1-1 0 0,0 1 0 0 0,2-3 0 0 0,-2 2-2 0 0,0 1 0 0 0,0 0 1 0 0,-1-1-1 0 0,1 1 0 0 0,-1 0 0 0 0,0-1 0 0 0,1 1 1 0 0,-1-1-1 0 0,0 1 0 0 0,0-1 0 0 0,0 1 0 0 0,-1-1 0 0 0,1 1 1 0 0,-1-3-1 0 0,0 2 1 0 0,0 1 0 0 0,1-1 0 0 0,0 0 0 0 0,0 0 0 0 0,-1 1 0 0 0,2-1 0 0 0,-1 0 0 0 0,0 0 1 0 0,0 1-1 0 0,1-1 0 0 0,1-3 0 0 0,0 0-2 0 0,0 0 1 0 0,-1-1-1 0 0,1 1 1 0 0,-1-1-1 0 0,-1 1 1 0 0,1-1-1 0 0,-1-10 1 0 0,4 0 0 0 0,3-8-6 0 0,-8 24 7 0 0,1 1 0 0 0,0-1 0 0 0,0 1 0 0 0,0-1 0 0 0,0 1 0 0 0,0 0 0 0 0,0-1 1 0 0,0 1-1 0 0,0-1 0 0 0,1 1 0 0 0,-1-1 0 0 0,0 1 0 0 0,0-1 0 0 0,0 1 0 0 0,0-1 0 0 0,0 1 0 0 0,1 0 0 0 0,-1-1 0 0 0,0 1 0 0 0,1-1 0 0 0,-1 1 0 0 0,0 0 0 0 0,0-1 0 0 0,1 1 0 0 0,-1 0 0 0 0,1-1 0 0 0,0 0-1 0 0,-1 1 1 0 0,1-1-1 0 0,0 1 1 0 0,-1-1-1 0 0,1 1 1 0 0,-1-1-1 0 0,0 0 1 0 0,1 1-1 0 0,-1-1 1 0 0,1 0-1 0 0,-1 0 1 0 0,0 1-1 0 0,0-1 1 0 0,1 0-1 0 0,-1 0 1 0 0,0 0-1 0 0,0 1 1 0 0,0-1-1 0 0,0 0 1 0 0,0 0-1 0 0,0 0 1 0 0,0 1-1 0 0,0-1 1 0 0,0 0-1 0 0,-1-1 1 0 0,6-14-18 0 0,-4 14 18 0 0,0 0 1 0 0,0 0 0 0 0,0 0-1 0 0,-1 0 1 0 0,1 0 0 0 0,0 0-1 0 0,-1 0 1 0 0,0-1 0 0 0,1 1-1 0 0,-1 0 1 0 0,0 0 0 0 0,0 0-1 0 0,-1-4 1 0 0,1 1 7 0 0,0 2-9 0 0,0 1 0 0 0,-1 0 0 0 0,1 0 0 0 0,0 0 0 0 0,0-1 0 0 0,0 1 0 0 0,1 0-1 0 0,-1 0 1 0 0,0-1 0 0 0,1 1 0 0 0,0 0 0 0 0,-1 0 0 0 0,1 0 0 0 0,0 0 0 0 0,0 0 0 0 0,0 0 0 0 0,2-3 0 0 0,0-25 85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3.6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470 88 676 0 0,'0'0'8393'0'0,"-13"-13"-7159"0"0,-12-5-1086 0 0,20 14-142 0 0,-1 0 0 0 0,1 0 0 0 0,-1 0 0 0 0,0 1 0 0 0,0-1 0 0 0,-9-2 0 0 0,-4 0 8 0 0,-15-1 9 0 0,30 6-27 0 0,0 0 1 0 0,-1 0 0 0 0,1 0-1 0 0,0 0 1 0 0,0 0 0 0 0,-7-5-1 0 0,5 5 3 0 0,-1 1 0 0 0,1-1 0 0 0,0 1-1 0 0,0 0 1 0 0,-9 1 0 0 0,6-1 10 0 0,-33 6-21 0 0,27-1-6 0 0,-13 8 1 0 0,22-12 14 0 0,4-1 2 0 0,1 0 1 0 0,0 1-1 0 0,-1-1 0 0 0,1 1 1 0 0,-1-1-1 0 0,1 1 0 0 0,0 0 1 0 0,0-1-1 0 0,-1 1 0 0 0,1 0 1 0 0,0 0-1 0 0,0 0 0 0 0,0 0 0 0 0,0 0 1 0 0,0 0-1 0 0,0 0 0 0 0,0 0 1 0 0,0 1-1 0 0,-1 1 0 0 0,-3 1-2 0 0,-12 11-1 0 0,16-12 5 0 0,0 0 0 0 0,0 1 0 0 0,1-1 0 0 0,-1 1 1 0 0,1-1-1 0 0,0 1 0 0 0,0-1 0 0 0,0 1 0 0 0,0-1 0 0 0,2 6 0 0 0,-2 3 3 0 0,0 6 11 0 0,0-9 3 0 0,-1-1 0 0 0,1 0 0 0 0,1 1 1 0 0,0-1-1 0 0,0 0 0 0 0,0 0 0 0 0,5 14 0 0 0,-2 16 55 0 0,-4-38-73 0 0,5 12 29 0 0,-1 0 1 0 0,-1 1-1 0 0,0-1 0 0 0,2 17 0 0 0,6 45 56 0 0,-5-25-29 0 0,-4-41-45 0 0,-1-1-1 0 0,0 1 1 0 0,0-1 0 0 0,-1 1 0 0 0,1 0 0 0 0,-2-1 0 0 0,-1 14 0 0 0,-16 120 159 0 0,7-49-23 0 0,-11 19 16 0 0,11-50-83 0 0,-11 43 25 0 0,12-49-46 0 0,-12 26 35 0 0,11-27-42 0 0,10-52-50 0 0,0 1 1 0 0,1 0-1 0 0,0-1 0 0 0,-1 1 1 0 0,1 0-1 0 0,0 0 1 0 0,0 0-1 0 0,0-1 0 0 0,1 1 1 0 0,0 3-1 0 0,-1-4 0 0 0,1 0-1 0 0,-1 1 1 0 0,0-1-1 0 0,0 0 1 0 0,0 1 0 0 0,0-1-1 0 0,0 0 1 0 0,0 1-1 0 0,-1-1 1 0 0,1 0-1 0 0,-1 0 1 0 0,-1 4-1 0 0,0 0-2 0 0,0-1-1 0 0,0 1 1 0 0,1-1-1 0 0,0 1 0 0 0,0 0 1 0 0,0 0-1 0 0,1 10 1 0 0,0 58-4 0 0,1-37 32 0 0,-1-37-27 0 0,0 0 0 0 0,0 1 0 0 0,1-1 0 0 0,-1 0 0 0 0,0 0 0 0 0,0 1 0 0 0,0-1 0 0 0,0 0 0 0 0,0 1 0 0 0,0-1 0 0 0,0 0 0 0 0,0 0 0 0 0,0 1 0 0 0,-1-1 0 0 0,1 0 0 0 0,0 1 0 0 0,0-1 0 0 0,0 0 0 0 0,0 0 1 0 0,0 1-1 0 0,0-1 0 0 0,0 0 0 0 0,-1 0 0 0 0,1 1 0 0 0,0-1 0 0 0,0 0 0 0 0,0 0 0 0 0,-1 0 0 0 0,1 1 0 0 0,0-1 0 0 0,0 0 0 0 0,-1 0 0 0 0,1 0 0 0 0,0 0 0 0 0,0 1 0 0 0,-1-1 0 0 0,1 0 0 0 0,0 0 0 0 0,-1 0 0 0 0,1 0 0 0 0,0 0 0 0 0,-1 0 0 0 0,1 0 0 0 0,0 0 0 0 0,-1 0 0 0 0,1 0 0 0 0,0 0 0 0 0,0 0 0 0 0,0 0 0 0 0,-1 1 0 0 0,1-1-1 0 0,0 0 1 0 0,0 0 0 0 0,-1 0 0 0 0,1 0 0 0 0,0 0 0 0 0,0 1 0 0 0,0-1 0 0 0,-1 0 0 0 0,1 0 0 0 0,0 0 0 0 0,0 1 0 0 0,0-1-1 0 0,0 0 1 0 0,0 0 0 0 0,-1 0 0 0 0,1 1 0 0 0,0-1 0 0 0,0 0 0 0 0,0 0 0 0 0,0 1 0 0 0,0-1 0 0 0,0 0 0 0 0,0 0 0 0 0,0 1-1 0 0,0-1 1 0 0,0 0 0 0 0,0 0 0 0 0,0 1 0 0 0,0-1 0 0 0,0 0 0 0 0,0 0 0 0 0,0 1 0 0 0,0 0-8 0 0,2 11-278 0 0,13-9-729 0 0,-14-3 921 0 0,1 1-1 0 0,-1-1 1 0 0,1 1-1 0 0,-1-1 1 0 0,1 0 0 0 0,-1 0-1 0 0,1 0 1 0 0,-1 0-1 0 0,1 0 1 0 0,-1 0-1 0 0,1 0 1 0 0,0 0 0 0 0,-1-1-1 0 0,1 1 1 0 0,-1-1-1 0 0,1 1 1 0 0,1-2-1 0 0,48-5-1879 0 0,-30-1-686 0 0,36-21 0 0 0,-46 23 1567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4.1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 1 0 0 0,'1'0'110'0'0,"-1"0"0"0"0,0 0 0 0 0,0 1 0 0 0,0-1 0 0 0,1 0 0 0 0,-1 0 0 0 0,0 0 0 0 0,0 1 0 0 0,1-1 0 0 0,-1 0 0 0 0,0 0 0 0 0,0 0 0 0 0,1 0 0 0 0,-1 0 0 0 0,0 0 0 0 0,0 0 0 0 0,1 0 0 0 0,-1 1 0 0 0,0-1 0 0 0,1 0 0 0 0,-1 0 0 0 0,0 0 0 0 0,0 0 0 0 0,1 0 0 0 0,-1-1 0 0 0,0 1 0 0 0,1 0 0 0 0,-1 0 0 0 0,0 0 0 0 0,0 0 0 0 0,1 0 0 0 0,-1 0 0 0 0,0 0 0 0 0,0 0 0 0 0,1-1 0 0 0,-1 1 0 0 0,0 0 0 0 0,0 0 0 0 0,1 0 0 0 0,-1-1 0 0 0,0 1 0 0 0,0 0 0 0 0,11 30 705 0 0,-22 33 247 0 0,11-52-895 0 0,-1 1 0 0 0,0 0 0 0 0,-6 20 0 0 0,-4 28 229 0 0,0 2-96 0 0,-36 97 113 0 0,18-99-378 0 0,26-50-42 0 0,-3 7-96 0 0,-1 0 1 0 0,-10 19-1 0 0,3 15-961 0 0,12-48 1571 0 0,-4 11-2943 0 0,6-14 2367 0 0,-1 0-1 0 0,1 0 0 0 0,0 1 1 0 0,0-1-1 0 0,0 0 1 0 0,0 1-1 0 0,1-1 1 0 0,-1 0-1 0 0,0 0 0 0 0,0 1 1 0 0,0-1-1 0 0,0 0 1 0 0,0 0-1 0 0,0 1 1 0 0,0-1-1 0 0,0 0 1 0 0,0 0-1 0 0,1 1 0 0 0,-1-1 1 0 0,0 0-1 0 0,0 0 1 0 0,0 0-1 0 0,1 1 1 0 0,-1-1-1 0 0,0 0 0 0 0,0 0 1 0 0,0 0-1 0 0,1 0 1 0 0,-1 1-1 0 0,0-1 1 0 0,0 0-1 0 0,1 0 1 0 0,-1 0-1 0 0,0 0 0 0 0,0 0 1 0 0,1 0-1 0 0,-1 0 1 0 0,0 0-1 0 0,0 0 1 0 0,1 0-1 0 0,-1 0 1 0 0,0 0-1 0 0,1 0 0 0 0,-1 0 1 0 0,0 0-1 0 0,0 0 1 0 0,1 0-1 0 0,1 0-970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4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182 1 0 0 0,'0'0'2629'0'0,"-10"17"-754"0"0,9-16-1835 0 0,1 1-1 0 0,0-1 1 0 0,0 1-1 0 0,-1-1 1 0 0,1 0-1 0 0,-1 0 1 0 0,1 1-1 0 0,-1-1 1 0 0,0 0-1 0 0,1 0 1 0 0,-1 0-1 0 0,0 1 1 0 0,0-1-1 0 0,0 0 0 0 0,-1 1 1 0 0,1-1-2 0 0,0 0 0 0 0,0 0-1 0 0,0 0 1 0 0,0 1 0 0 0,0-1 0 0 0,0 0-1 0 0,1 1 1 0 0,-1-1 0 0 0,0 1 0 0 0,1-1 0 0 0,-1 0-1 0 0,1 1 1 0 0,0-1 0 0 0,-1 1 0 0 0,1 2 0 0 0,-2 2 95 0 0,1 1 1 0 0,-1-1-1 0 0,0 0 1 0 0,-1 0-1 0 0,-4 9 1 0 0,0-1 86 0 0,6-10-174 0 0,-3 3 59 0 0,1 0 1 0 0,0 0 0 0 0,1 1 0 0 0,0-1 0 0 0,-3 15 0 0 0,5-19-78 0 0,-1 0-1 0 0,1 0 0 0 0,-1 1 0 0 0,0-1 0 0 0,0 0 0 0 0,0 0 1 0 0,0 0-1 0 0,-1 0 0 0 0,-1 3 0 0 0,1-3-4 0 0,1 0-1 0 0,0 0 0 0 0,-1 0 1 0 0,1-1-1 0 0,0 1 1 0 0,0 1-1 0 0,1-1 1 0 0,-1 0-1 0 0,0 3 0 0 0,0 1 6 0 0,0-1 0 0 0,-1 0 0 0 0,0 1-1 0 0,0-1 1 0 0,-1 0 0 0 0,0 0-1 0 0,0 0 1 0 0,-7 9 0 0 0,-4 12 28 0 0,8-13-39 0 0,3-7-14 0 0,1-1-1 0 0,-1 0 1 0 0,0 0-1 0 0,-1-1 1 0 0,1 1-1 0 0,-6 5 0 0 0,-1 2-510 0 0,31-38-5841 0 0,-12 13 5412 0 0,2 0 452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4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64 712 0 0,'6'-1'318'0'0,"-1"0"0"0"0,1-1 1 0 0,0 0-1 0 0,-1 0 0 0 0,0 0 0 0 0,1-1 0 0 0,-1 1 0 0 0,0-1 0 0 0,6-5 1 0 0,5-2-173 0 0,-7 5-51 0 0,1 1-1 0 0,-1 0 1 0 0,1 0-1 0 0,16-3 1 0 0,-22 6-32 0 0,0 0 1 0 0,0 0-1 0 0,1 1 1 0 0,-1-1-1 0 0,0 1 1 0 0,0 0-1 0 0,1 0 1 0 0,-1 1-1 0 0,0-1 1 0 0,0 1-1 0 0,0 0 1 0 0,1 0-1 0 0,5 3 1 0 0,-8-2 2 0 0,0 0 1 0 0,0-1-1 0 0,0 1 0 0 0,0 0 1 0 0,-1 0-1 0 0,1 0 1 0 0,-1 0-1 0 0,0 1 0 0 0,1-1 1 0 0,-1 0-1 0 0,0 0 1 0 0,0 1-1 0 0,-1-1 0 0 0,1 1 1 0 0,1 4-1 0 0,-2-3 4 0 0,1 0 1 0 0,0 0-1 0 0,-1 0 0 0 0,0 0 0 0 0,0 0 0 0 0,0 0 0 0 0,0 0 1 0 0,-1 0-1 0 0,-1 7 0 0 0,-10 28 359 0 0,9-26-320 0 0,-1 0 1 0 0,-1 0-1 0 0,0 0 1 0 0,-8 14-1 0 0,-8 23 102 0 0,6-30-142 0 0,6-5 10 0 0,-2-1 0 0 0,-18 20 0 0 0,-2-2 123 0 0,-14 11 66 0 0,41-39-231 0 0,0-1-1 0 0,0 1 0 0 0,0 0 0 0 0,1 0 0 0 0,-5 8 0 0 0,6-9-3 0 0,-1 0 0 0 0,1 1 0 0 0,-1-1 0 0 0,1 0 0 0 0,-1 0 0 0 0,0-1 0 0 0,0 1 0 0 0,-6 3 1 0 0,8-5-18 0 0,-1 0 0 0 0,0 1 0 0 0,0-1 1 0 0,1 0-1 0 0,-1 0 0 0 0,1 1 0 0 0,0-1 1 0 0,-1 1-1 0 0,1-1 0 0 0,0 1 0 0 0,0 0 1 0 0,0-1-1 0 0,0 1 0 0 0,-1 3 1 0 0,-1-2 9 0 0,2-3-21 0 0,1 0-1 0 0,-1 0 0 0 0,1 1 1 0 0,-1-1-1 0 0,1 0 0 0 0,-1 0 1 0 0,1 1-1 0 0,-1-1 0 0 0,1 1 1 0 0,0-1-1 0 0,-1 1 1 0 0,1-1-1 0 0,-1 0 0 0 0,1 1 1 0 0,0-1-1 0 0,-1 1 0 0 0,1-1 1 0 0,0 1-1 0 0,0 0 0 0 0,0-1 1 0 0,-1 1-1 0 0,1-1 0 0 0,0 1 1 0 0,0-1-1 0 0,0 1 1 0 0,0 0-1 0 0,0-1 0 0 0,0 1 1 0 0,0-1-1 0 0,0 1 0 0 0,0 0 1 0 0,0-1-1 0 0,0 1 0 0 0,0-1 1 0 0,1 1-1 0 0,-1 0 1 0 0,0-1-1 0 0,0 1 0 0 0,1-1 1 0 0,-1 1-1 0 0,12 4-14 0 0,-1-1 0 0 0,1-1 1 0 0,0 0-1 0 0,-1 0 0 0 0,1-1 0 0 0,0-1 1 0 0,1 0-1 0 0,-1-1 0 0 0,22-2 0 0 0,-2 2-173 0 0,32-6-505 0 0,-10 0-547 0 0,-43 5 497 0 0,0-1-1 0 0,0 1 1 0 0,-1-2-1 0 0,1 1 0 0 0,0-2 1 0 0,-1 1-1 0 0,0-1 1 0 0,16-9-1 0 0,-15 3-323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7.2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377 0 0 0 0,'0'0'1091'0'0,"-22"1"2702"0"0,22 0-3787 0 0,0-1 1 0 0,0 0 0 0 0,0 1 0 0 0,0-1-1 0 0,0 0 1 0 0,0 0 0 0 0,0 1-1 0 0,0-1 1 0 0,0 0 0 0 0,0 1-1 0 0,0-1 1 0 0,0 0 0 0 0,0 0-1 0 0,0 1 1 0 0,0-1 0 0 0,0 0-1 0 0,-1 0 1 0 0,1 1 0 0 0,0-1-1 0 0,0 0 1 0 0,0 0 0 0 0,-1 1-1 0 0,1-1 1 0 0,0 0 0 0 0,0 0 0 0 0,0 0-1 0 0,-1 1 1 0 0,1-1 0 0 0,0 0-1 0 0,-1 0 1 0 0,1 0 0 0 0,0 0-1 0 0,0 0 1 0 0,-1 0 0 0 0,1 1 1 0 0,-1-1 0 0 0,1 0 0 0 0,0 0 0 0 0,-1 0 0 0 0,1 0 0 0 0,0 0 0 0 0,0 0 0 0 0,-1 0 0 0 0,1 1 0 0 0,0-1 0 0 0,0 0 0 0 0,-1 0 0 0 0,1 0 0 0 0,0 1 0 0 0,0-1 0 0 0,0 0 0 0 0,-1 0 0 0 0,1 1 0 0 0,0-1 0 0 0,0 0 0 0 0,0 0 0 0 0,0 1 0 0 0,0-1 0 0 0,0 0 0 0 0,-1 0 0 0 0,1 1 0 0 0,0-1 0 0 0,0 0 0 0 0,0 1 0 0 0,0-1 0 0 0,0 0 0 0 0,0 1 0 0 0,0-1 0 0 0,0 1 0 0 0,-11 12 560 0 0,10-10-492 0 0,0 1 1 0 0,-1-1-1 0 0,0 0 0 0 0,0 0 1 0 0,0 0-1 0 0,0 0 0 0 0,0 0 1 0 0,-4 2-1 0 0,-4 9 215 0 0,6-9-206 0 0,-3 9 218 0 0,-2-1 0 0 0,-17 21 0 0 0,-82 109 647 0 0,-2 3-690 0 0,88-111-261 0 0,7-17-412 0 0,15-18 376 0 0,0 0 0 0 0,0 1 1 0 0,0-1-1 0 0,-1 0 1 0 0,1 1-1 0 0,0-1 0 0 0,0 0 1 0 0,0 1-1 0 0,0-1 1 0 0,0 1-1 0 0,0-1 0 0 0,0 0 1 0 0,0 1-1 0 0,-1-1 1 0 0,1 1-1 0 0,1-1 0 0 0,-1 0 1 0 0,0 1-1 0 0,0-1 1 0 0,0 1-1 0 0,0-1 0 0 0,0 0 1 0 0,0 1-1 0 0,0-1 1 0 0,0 0-1 0 0,1 1 0 0 0,-1-1 1 0 0,0 0-1 0 0,0 1 1 0 0,0-1-1 0 0,1 0 0 0 0,-1 1 1 0 0,0-1-1 0 0,1 0 1 0 0,-1 0-1 0 0,1 1 0 0 0,0 0-395 0 0,10-13-1454 0 0,-5 8 1234 0 0,0 0 0 0 0,-1 0 0 0 0,1 0 0 0 0,6-8 0 0 0,-1 2-134 0 0,9-7-229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7.7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37 720 0 0,'0'-1'112'0'0,"0"0"0"0"0,0 0 0 0 0,0 0 0 0 0,1 0 0 0 0,-1 0 0 0 0,0 0 0 0 0,0 0-1 0 0,1 0 1 0 0,-1 0 0 0 0,1 0 0 0 0,-1 0 0 0 0,1 0 0 0 0,0 0 0 0 0,-1 0 0 0 0,1 0 0 0 0,0 0 0 0 0,-1 1 0 0 0,1-1 0 0 0,0 0-1 0 0,0 0 1 0 0,1 0 0 0 0,-1 1-77 0 0,-1-1 0 0 0,1 1 0 0 0,0-1 0 0 0,-1 1 0 0 0,1-1 0 0 0,0 1 0 0 0,-1-1 0 0 0,1 0 0 0 0,-1 1 0 0 0,1-1 0 0 0,-1 0 0 0 0,0 1 0 0 0,1-1 0 0 0,-1 0 0 0 0,0 0 0 0 0,1 1 0 0 0,-1-1 0 0 0,0 0 0 0 0,0 0 0 0 0,1-2 2108 0 0,-3 22-1563 0 0,-94 97 838 0 0,80-94-1313 0 0,13-18-85 0 0,0 1 0 0 0,-1-1 0 0 0,1 0 0 0 0,-1 1 0 0 0,0-2 0 0 0,-5 5 0 0 0,-9 8 44 0 0,0 0 1 0 0,-19 23-1 0 0,20-20-9 0 0,-1-1-1 0 0,-26 21 0 0 0,-18 18 67 0 0,16 2 34 0 0,44-58-148 0 0,1 1 0 0 0,-1 0 0 0 0,0 0 0 0 0,0-1 0 0 0,1 1 0 0 0,-1 0 0 0 0,1 0 0 0 0,0 0 0 0 0,0 0 0 0 0,-1 1 0 0 0,1-1 0 0 0,0 0 0 0 0,1 0 0 0 0,-1 1 0 0 0,0 4 0 0 0,1-6 59 0 0,12-1-14 0 0,9-1 30 0 0,38-7 0 0 0,-37 4-26 0 0,38-2-1 0 0,-46 6-33 0 0,-1-2-1 0 0,24-5 1 0 0,-23 4-13 0 0,0 1 0 0 0,27-2 1 0 0,77-8-70 0 0,-62-1-809 0 0,-27 1-758 0 0,-27 6-2669 0 0,-4-18 2036 0 0,-7 17 1874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8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198 1 0 0 0,'0'0'3500'0'0,"-22"18"-2043"0"0,22-16-1422 0 0,0 0-1 0 0,0-1 1 0 0,-1 1-1 0 0,1 0 1 0 0,-1-1-1 0 0,1 1 1 0 0,-1-1-1 0 0,0 1 1 0 0,0-1-1 0 0,0 1 1 0 0,0-1-1 0 0,0 1 1 0 0,-1 1 0 0 0,1-2 1 0 0,0 1 0 0 0,-1-1 0 0 0,1 1 0 0 0,0-1 0 0 0,0 1 0 0 0,1 0 0 0 0,-1-1 0 0 0,0 1 0 0 0,1 0 0 0 0,-1 0 0 0 0,1 0 0 0 0,-1 0 0 0 0,1 2 0 0 0,-11 32 479 0 0,0 25 105 0 0,0 13-90 0 0,10-65-472 0 0,0 0 1 0 0,-1-1-1 0 0,1 1 0 0 0,-2 0 0 0 0,-6 15 1 0 0,6-16-16 0 0,0 0 1 0 0,1 1 0 0 0,-1-1 0 0 0,2 1 0 0 0,-3 16 0 0 0,-7 36 104 0 0,11-57-141 0 0,0-1 1 0 0,-1 1 0 0 0,0-1 0 0 0,0 1-1 0 0,0-1 1 0 0,0 1 0 0 0,0-1-1 0 0,-4 6 1 0 0,4-6-2 0 0,-1 0 0 0 0,1 1-1 0 0,-1-1 1 0 0,1 0 0 0 0,0 0 0 0 0,0 1 0 0 0,1-1-1 0 0,-1 7 1 0 0,0-7-2 0 0,1 1 1 0 0,-1 0-1 0 0,0 0 0 0 0,0 0 0 0 0,0-1 0 0 0,0 1 1 0 0,0 0-1 0 0,-4 4 0 0 0,4-5-4 0 0,-1 1 0 0 0,1-1-1 0 0,-1 0 1 0 0,1 1 0 0 0,0-1 0 0 0,0 1 0 0 0,1 0-1 0 0,-1 4 1 0 0,-10 34-76 0 0,0-10-200 0 0,11-30 228 0 0,0 0 0 0 0,1 0-1 0 0,-1 0 1 0 0,0 0 0 0 0,-1 0 0 0 0,1 0 0 0 0,0 0-1 0 0,-1 0 1 0 0,1 0 0 0 0,-1 0 0 0 0,1 0 0 0 0,-1 0-1 0 0,0 0 1 0 0,0 0 0 0 0,0 0 0 0 0,-2 3 0 0 0,-1 3-31 0 0,4-7-111 0 0,0-1 1 0 0,1 1-1 0 0,-1-1 0 0 0,0 1 0 0 0,0-1 1 0 0,1 1-1 0 0,-1-1 0 0 0,0 1 0 0 0,1-1 1 0 0,-1 1-1 0 0,0-1 0 0 0,1 1 0 0 0,-1-1 0 0 0,1 0 1 0 0,-1 1-1 0 0,0-1 0 0 0,1 0 0 0 0,-1 1 1 0 0,1-1-1 0 0,-1 0 0 0 0,1 0 0 0 0,0 0 1 0 0,-1 1-1 0 0,1-1 0 0 0,-1 0 0 0 0,1 0 1 0 0,-1 0-1 0 0,1 0 0 0 0,-1 0 0 0 0,1 0 1 0 0,0 0-1 0 0,0 0 0 0 0,8 0-826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8.4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1 0 0 0,'-2'12'2287'0'0,"-13"6"-470"0"0,4-5-1452 0 0,-1-1 1 0 0,-14 13-1 0 0,1-1 87 0 0,1 1-1 0 0,-24 32 0 0 0,4-4-63 0 0,39-46-352 0 0,0 0 0 0 0,1 0 0 0 0,-1 0 0 0 0,-4 15 1 0 0,-5 7-79 0 0,13-29 3 0 0,1 1 0 0 0,-1 0-1 0 0,1 1 1 0 0,-1-1 0 0 0,1 0-1 0 0,-1 0 1 0 0,1 0 0 0 0,0 0-1 0 0,-1 0 1 0 0,1 0 0 0 0,0 0-1 0 0,0 1 1 0 0,0-1 0 0 0,0 0-1 0 0,0 0 1 0 0,0 0 0 0 0,1 2-1 0 0,-1-2-131 0 0,0-1 0 0 0,1 1 0 0 0,-1 0 0 0 0,1-1 0 0 0,-1 1 0 0 0,1 0 0 0 0,-1-1 0 0 0,1 1 0 0 0,-1-1 0 0 0,1 1 0 0 0,0-1 0 0 0,-1 1 0 0 0,1-1 0 0 0,0 1 0 0 0,-1-1 0 0 0,1 0 0 0 0,0 1 0 0 0,-1-1 0 0 0,1 0 0 0 0,0 0 0 0 0,0 0 0 0 0,-1 1 0 0 0,1-1 0 0 0,0 0 0 0 0,0 0 0 0 0,0 0 0 0 0,-1 0 0 0 0,1 0 0 0 0,0 0-1 0 0,0 0 1 0 0,-1-1 0 0 0,1 1 0 0 0,0 0 0 0 0,1-1 0 0 0,9-4-216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39.9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187 54 0 0 0,'2'-17'2960'0'0,"0"16"-2806"0"0,-1 0-120 0 0,-1 1 0 0 0,1 0-1 0 0,-1-1 1 0 0,1 1 0 0 0,-1 0 0 0 0,1-1 0 0 0,-1 1 0 0 0,1-1 0 0 0,-1 1 0 0 0,1-1-1 0 0,-1 1 1 0 0,0-1 0 0 0,1 1 0 0 0,-1-1 0 0 0,0 1 0 0 0,0-1 0 0 0,0 0 0 0 0,1 1 0 0 0,-1-1-1 0 0,0 1 1 0 0,0-1 0 0 0,0 0 0 0 0,0 1 0 0 0,0-1 0 0 0,0 1 0 0 0,0-1 0 0 0,0 0-1 0 0,0 1 1 0 0,0-1 0 0 0,0 0 0 0 0,0 1 0 0 0,-1-1 0 0 0,1 0 0 0 0,4-5-10 0 0,-4 6 80 0 0,1 0 0 0 0,-1 0 0 0 0,1 0 0 0 0,-1-1-1 0 0,0 1 1 0 0,1 0 0 0 0,-1 0 0 0 0,0-1 0 0 0,1 1-1 0 0,-1 0 1 0 0,0-1 0 0 0,1 1 0 0 0,-1 0 0 0 0,0-1 0 0 0,0 1-1 0 0,1 0 1 0 0,-1-1 0 0 0,0 1 0 0 0,0-1 0 0 0,0 1-1 0 0,0 0 1 0 0,0-1 0 0 0,1 1 0 0 0,-1-1 0 0 0,0 1 0 0 0,0 0-1 0 0,0-1 1 0 0,0 1 0 0 0,0-1 0 0 0,0 0 0 0 0,-2 4-60 0 0,1-1-1 0 0,0 0 1 0 0,-1 0 0 0 0,0 0 0 0 0,1 0 0 0 0,-1 0-1 0 0,0 0 1 0 0,0 0 0 0 0,0 0 0 0 0,-3 2 0 0 0,-8 7 49 0 0,-40 37 152 0 0,-23 3-9 0 0,69-46-218 0 0,-8 8 36 0 0,14-12-50 0 0,1 1 1 0 0,-1 0-1 0 0,-1 0 1 0 0,1 0 0 0 0,0 0-1 0 0,0-1 1 0 0,-1 1-1 0 0,1 0 1 0 0,-1-1-1 0 0,1 0 1 0 0,-1 1 0 0 0,-3 1-1 0 0,5-1-2 0 0,-1-1 0 0 0,1 1 0 0 0,-1-1 0 0 0,1 1 0 0 0,0 0 1 0 0,-1-1-1 0 0,1 1 0 0 0,0 0 0 0 0,0-1 0 0 0,0 1 0 0 0,1 0 0 0 0,-1-1 0 0 0,0 1 0 0 0,0-1 0 0 0,2 4 0 0 0,-2-2 5 0 0,8 0 8 0 0,-1 1-1 0 0,0 0 0 0 0,-1 0 1 0 0,1 1-1 0 0,-1-1 0 0 0,8 9 1 0 0,6 7-12 0 0,-14-14-4 0 0,0 0 1 0 0,0 1-1 0 0,10 14 1 0 0,24 35 27 0 0,-29-38-21 0 0,-10-16-5 0 0,1 0-1 0 0,-1 0 1 0 0,1 1-1 0 0,-1-1 1 0 0,0 0 0 0 0,0 1-1 0 0,0-1 1 0 0,0 1-1 0 0,0-1 1 0 0,0 5-1 0 0,-1-4 1 0 0,0-1 0 0 0,1 0 0 0 0,-1 1 0 0 0,1-1 0 0 0,0 1 0 0 0,0-1 0 0 0,-1 0 0 0 0,1 1 0 0 0,1-1 0 0 0,-1 0 0 0 0,2 2 0 0 0,-2-2 0 0 0,0 1 0 0 0,1-1 0 0 0,-1 0 0 0 0,0 1 0 0 0,0-1 0 0 0,0 1 0 0 0,0-1 0 0 0,-1 1 0 0 0,1-1 0 0 0,-1 1 0 0 0,1 2 0 0 0,4 12 6 0 0,-4-16-6 0 0,-1 1 0 0 0,1-1 1 0 0,0 1-1 0 0,-1-1 1 0 0,1 1-1 0 0,-1 0 1 0 0,1-1-1 0 0,-1 1 0 0 0,0-1 1 0 0,1 1-1 0 0,-1 2 1 0 0,0 2 15 0 0,0-1 1 0 0,0 1-1 0 0,0-1 1 0 0,-1 1-1 0 0,0-1 1 0 0,0 1-1 0 0,0-1 1 0 0,-4 10-1 0 0,1-10 13 0 0,1 0 0 0 0,0-1-1 0 0,-1 1 1 0 0,0-1 0 0 0,0 0-1 0 0,0-1 1 0 0,-1 1 0 0 0,1-1-1 0 0,-1 1 1 0 0,0-1 0 0 0,0-1-1 0 0,0 1 1 0 0,0-1 0 0 0,0 0-1 0 0,-9 3 1 0 0,5-2-35 0 0,-1-1 1 0 0,0 0-1 0 0,1 0 1 0 0,-16 0-1 0 0,23-2-41 0 0,-11-1-827 0 0,12 0 754 0 0,1-1 0 0 0,-1 1-1 0 0,0 0 1 0 0,0-1 0 0 0,1 1 0 0 0,-1-1-1 0 0,1 1 1 0 0,-1-1 0 0 0,1 1-1 0 0,0-1 1 0 0,-1 0 0 0 0,1 1-1 0 0,0-1 1 0 0,0 1 0 0 0,0-1-1 0 0,0 1 1 0 0,1-1 0 0 0,-1 0-1 0 0,0 1 1 0 0,1-1 0 0 0,-1 1-1 0 0,1-1 1 0 0,-1 1 0 0 0,2-2-1 0 0,2-25-2134 0 0,-4 15 1122 0 0,0-4-22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0.3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0 0 0,'22'1'2818'0'0,"10"8"-2609"0"0,0-2 0 0 0,1 0 0 0 0,0-3 0 0 0,1 0 0 0 0,-1-2 0 0 0,62-5 0 0 0,-32-2-559 0 0,-34 3-180 0 0,1-2 1 0 0,46-10-1 0 0,-10 1-1213 0 0,-45 7 1144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0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184 0 252 0 0,'0'0'5041'0'0,"-11"6"-4560"0"0,11-2-351 0 0,-1 0 0 0 0,0-1 0 0 0,-1 1 1 0 0,1 0-1 0 0,-1-1 0 0 0,1 1 0 0 0,-1-1 0 0 0,-4 6 0 0 0,4-6-77 0 0,0 0 0 0 0,0 0 0 0 0,0 1-1 0 0,0-1 1 0 0,1 1 0 0 0,-1-1 0 0 0,1 1-1 0 0,-1 6 1 0 0,-1-3-7 0 0,0-1 0 0 0,0 1 0 0 0,0-1 0 0 0,-1 1 0 0 0,0-1 0 0 0,0 0 0 0 0,0-1 0 0 0,-1 1 0 0 0,-6 5 0 0 0,9-9-38 0 0,0 0 0 0 0,0 1-1 0 0,1-1 1 0 0,-1 0 0 0 0,1 0 0 0 0,-1 1 0 0 0,1-1-1 0 0,-2 4 1 0 0,2-3-2 0 0,0 0-1 0 0,0-1 1 0 0,-1 1-1 0 0,1-1 1 0 0,-1 1-1 0 0,0-1 0 0 0,0 0 1 0 0,-3 3-1 0 0,-1 2-12 0 0,0-1 1 0 0,0 1-1 0 0,0 0 0 0 0,-4 8 0 0 0,-8 10-223 0 0,7-9-630 0 0,10-15 822 0 0,1-1-1 0 0,0 1 1 0 0,0-1-1 0 0,0 1 0 0 0,0-1 1 0 0,0 1-1 0 0,0-1 1 0 0,0 1-1 0 0,1-1 1 0 0,-1 1-1 0 0,0-1 1 0 0,0 0-1 0 0,0 1 1 0 0,0-1-1 0 0,0 1 0 0 0,1-1 1 0 0,-1 1-1 0 0,0-1 1 0 0,0 0-1 0 0,1 1 1 0 0,-1-1-1 0 0,0 1 1 0 0,1-1-1 0 0,-1 0 1 0 0,1 1-1 0 0,-1-1 0 0 0,0 0 1 0 0,1 0-1 0 0,-1 1 1 0 0,1-1-1 0 0,-1 0 1 0 0,1 0-1 0 0,1 1-453 0 0,0 0-381 0 0,1-1 578 0 0,-1 0 0 0 0,0 0 0 0 0,1 0 0 0 0,-1 0 0 0 0,0 0 0 0 0,0-1 0 0 0,1 1 0 0 0,-1-1 0 0 0,0 0 0 0 0,0 1 0 0 0,1-1 0 0 0,1-1 0 0 0,-4 1 231 0 0,20-5-275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1.1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195 22 672 0 0,'2'-14'2328'0'0,"5"8"-1734"0"0,-5 5 854 0 0,-2 9-1016 0 0,0-7-425 0 0,0-1-1 0 0,0 1 1 0 0,0-1 0 0 0,0 0 0 0 0,0 1-1 0 0,0-1 1 0 0,0 0 0 0 0,0 1 0 0 0,0-1-1 0 0,0 0 1 0 0,0 1 0 0 0,0-1 0 0 0,-1 1-1 0 0,1-1 1 0 0,0 0 0 0 0,0 0-1 0 0,0 1 1 0 0,-1-1 0 0 0,1 0 0 0 0,0 1-1 0 0,-1-1 1 0 0,1 0 0 0 0,0 0 0 0 0,0 1-1 0 0,-1-1 1 0 0,1 0 0 0 0,-1 0 0 0 0,1 1 0 0 0,-1-1 1 0 0,1 0 0 0 0,0 0-1 0 0,-1 0 1 0 0,1 1 0 0 0,0-1-1 0 0,-1 0 1 0 0,1 1 0 0 0,0-1-1 0 0,-1 0 1 0 0,1 1 0 0 0,0-1-1 0 0,0 0 1 0 0,0 1 0 0 0,-1-1-1 0 0,1 1 1 0 0,0-1 0 0 0,0 0-1 0 0,0 1 1 0 0,0-1 0 0 0,0 1-1 0 0,-1-1 1 0 0,1 0 0 0 0,0 1-1 0 0,0-1 1 0 0,0 1 0 0 0,0 0-1 0 0,-10 28 461 0 0,-1 8 15 0 0,9-30-390 0 0,1 0 0 0 0,-1 0 0 0 0,0-1 0 0 0,0 1 1 0 0,-1-1-1 0 0,0 1 0 0 0,-7 10 0 0 0,-7 18 241 0 0,10-13-187 0 0,-10 23 116 0 0,13-37-218 0 0,0 1 1 0 0,1-1-1 0 0,0 1 1 0 0,-2 9-1 0 0,3-10-22 0 0,0 0 0 0 0,-1-1-1 0 0,0 1 1 0 0,0-1 0 0 0,0 0 0 0 0,-5 7-1 0 0,5-9-17 0 0,1-1-1 0 0,0 1 1 0 0,0 0 0 0 0,0-1-1 0 0,1 1 1 0 0,-2 8-1 0 0,-6 19 4 0 0,3-19-11 0 0,4-10 2 0 0,0 0-1 0 0,0 1 1 0 0,1-1 0 0 0,-1 1 0 0 0,1 0-1 0 0,0 0 1 0 0,0-1 0 0 0,0 1 0 0 0,0 7-1 0 0,-10 37-254 0 0,5-35-60 0 0,6-13 297 0 0,0 0-1 0 0,-1 1 1 0 0,1-1-1 0 0,0 0 1 0 0,0 1-1 0 0,-1-1 1 0 0,1 0-1 0 0,0 0 1 0 0,0 1-1 0 0,-1-1 1 0 0,1 1-1 0 0,0-1 1 0 0,0 0-1 0 0,0 1 1 0 0,0-1-1 0 0,0 0 1 0 0,-1 1-1 0 0,1-1 1 0 0,0 1-1 0 0,0-1 1 0 0,0 0-1 0 0,0 1 1 0 0,0-1-1 0 0,0 1 1 0 0,0-1-1 0 0,0 0 1 0 0,1 1-1 0 0,-1-1 1 0 0,0 1-1 0 0,0-1 1 0 0,0 0-1 0 0,0 1 1 0 0,0-1-1 0 0,1 0 1 0 0,-1 1-1 0 0,0-1 1 0 0,0 0-1 0 0,1 1 1 0 0,-1-1-1 0 0,0 0 1 0 0,0 0-1 0 0,1 1 1 0 0,-1-1-1 0 0,0 0 1 0 0,1 0-1 0 0,-1 1 1 0 0,0-1-1 0 0,1 0 1 0 0,-1 0-1 0 0,1 0 0 0 0,-1 0 1 0 0,0 0-1 0 0,1 1 1 0 0,2-1-301 0 0,-1 0 1 0 0,0 0-1 0 0,1 0 1 0 0,-1 0-1 0 0,1 0 1 0 0,-1 0-1 0 0,0 0 1 0 0,1-1-1 0 0,-1 1 1 0 0,0-1-1 0 0,0 0 1 0 0,1 0-1 0 0,-1 0 1 0 0,0 0-1 0 0,0 0 1 0 0,0 0-1 0 0,0 0 1 0 0,0-1-1 0 0,0 1 1 0 0,2-4-1 0 0,15-2-72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1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153 117 820 0 0,'1'-2'173'0'0,"-1"0"-1"0"0,1 0 0 0 0,-1 0 1 0 0,1 0-1 0 0,0 0 1 0 0,0 1-1 0 0,0-1 1 0 0,0 0-1 0 0,1 0 0 0 0,-1 1 1 0 0,0-1-1 0 0,1 1 1 0 0,-1-1-1 0 0,1 1 1 0 0,-1 0-1 0 0,4-3 1 0 0,6-8 453 0 0,-10 10-541 0 0,1-1 1 0 0,0 1 0 0 0,0 0-1 0 0,0 0 1 0 0,1 0-1 0 0,-1 0 1 0 0,0 0 0 0 0,1 1-1 0 0,-1-1 1 0 0,1 1 0 0 0,4-2-1 0 0,3-3 447 0 0,-9 6-508 0 0,-1-1-1 0 0,1 0 0 0 0,0 1 1 0 0,-1-1-1 0 0,1 1 1 0 0,0-1-1 0 0,0 1 0 0 0,-1-1 1 0 0,1 1-1 0 0,0 0 1 0 0,0-1-1 0 0,0 1 1 0 0,0 0-1 0 0,0 0 0 0 0,-1-1 1 0 0,3 1-1 0 0,39-6 581 0 0,45-6-300 0 0,-76 11-295 0 0,0 0 0 0 0,0 0 0 0 0,14-4 0 0 0,-10 1-6 0 0,-1 2 0 0 0,1 0 1 0 0,23-1-1 0 0,-36 3-7 0 0,0 0-31 0 0,5 0 31 0 0,-5 0 4 0 0,-3 8 15 0 0,2-8-14 0 0,-1 1 0 0 0,0-1 0 0 0,0 1 0 0 0,0-1 0 0 0,0 0 0 0 0,0 1 0 0 0,1-1 0 0 0,-1 1 0 0 0,0-1 0 0 0,0 1 0 0 0,0-1 0 0 0,-1 1 0 0 0,1-1 0 0 0,0 1 0 0 0,0-1 0 0 0,0 1 0 0 0,0-1 0 0 0,0 1 0 0 0,0-1 0 0 0,-1 1 0 0 0,1-1 0 0 0,0 1 0 0 0,0-1 0 0 0,-1 1 0 0 0,-1 1 5 0 0,0 1 1 0 0,0-1-1 0 0,0 1 0 0 0,0 0 0 0 0,1-1 0 0 0,-1 1 0 0 0,1 0 0 0 0,0 0 0 0 0,0 0 0 0 0,0 0 0 0 0,0 0 0 0 0,0 0 0 0 0,1 1 1 0 0,-1 4-1 0 0,-10 28 46 0 0,0-5 19 0 0,0 24 38 0 0,11-50-97 0 0,-1 0 0 0 0,0 0 0 0 0,0 0 0 0 0,0 0 0 0 0,0 0 0 0 0,-5 9 0 0 0,4-10 1 0 0,0 1 0 0 0,1 0 0 0 0,-1 0 0 0 0,1-1 0 0 0,0 1 0 0 0,-1 9 0 0 0,1 4 24 0 0,-2-1 1 0 0,0 1-1 0 0,-1-1 1 0 0,-7 20-1 0 0,-1 5 33 0 0,-28 111 146 0 0,29-93-116 0 0,0 2 8 0 0,0 10 56 0 0,9-45-89 0 0,1-5-23 0 0,-1-17-39 0 0,0-1-1 0 0,1-1 0 0 0,0 1-1 0 0,0 0 1 0 0,0 0 0 0 0,0 0 0 0 0,1 0 0 0 0,0 0 0 0 0,-1 4 0 0 0,-9 41 124 0 0,-1-1 4 0 0,10-45-129 0 0,1-1 0 0 0,-1 1 1 0 0,1-1-1 0 0,-1 1 1 0 0,0-1-1 0 0,0 1 1 0 0,0-1-1 0 0,0 0 1 0 0,0 0-1 0 0,-3 4 1 0 0,3-4 3 0 0,0 0 1 0 0,-1 0 0 0 0,1 0 0 0 0,0 0 0 0 0,0 0 0 0 0,1 0 0 0 0,-1 1 0 0 0,0-1-1 0 0,1 0 1 0 0,-1 3 0 0 0,-1-2 8 0 0,1 1-1 0 0,-1-1 1 0 0,0-1-1 0 0,0 1 1 0 0,0 0-1 0 0,0 0 1 0 0,0-1-1 0 0,-1 1 1 0 0,1-1-1 0 0,-1 0 1 0 0,-5 3-1 0 0,-3 5 59 0 0,-47 50 152 0 0,16-29-152 0 0,11-1-61 0 0,-1-7-7 0 0,28-20-309 0 0,1-2 0 0 0,-1 1 1 0 0,0 0-1 0 0,1-1 0 0 0,-1 1 1 0 0,0-1-1 0 0,-6 1 0 0 0,8-2 15 0 0,0 0 0 0 0,1 0 0 0 0,-1 0 0 0 0,0 0 0 0 0,1-1 0 0 0,-1 1 0 0 0,1 0 0 0 0,-1-1 0 0 0,0 1 0 0 0,1-1 0 0 0,-1 0 0 0 0,1 1 0 0 0,-1-1 0 0 0,1 0-1 0 0,0 0 1 0 0,-1 0 0 0 0,1 0 0 0 0,0 0 0 0 0,-1 0 0 0 0,0-3 0 0 0,-8-6-1008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3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960 44 0 0 0,'0'-5'1156'0'0,"1"-1"0"0"0,-2 1 0 0 0,1-1 0 0 0,-2-9 0 0 0,-83 9 37 0 0,66 6-1118 0 0,-5 0-10 0 0,0 0 1 0 0,-27 5-1 0 0,-17 2 15 0 0,61-6-73 0 0,0 0 1 0 0,-1-1-1 0 0,1 1 1 0 0,0-1-1 0 0,-1-1 1 0 0,-8-1-1 0 0,11 1-1 0 0,0 1-1 0 0,0-1 0 0 0,-1 1 1 0 0,1 0-1 0 0,0 0 0 0 0,-1 0 0 0 0,1 1 1 0 0,0 0-1 0 0,0 0 0 0 0,-1 0 1 0 0,-5 3-1 0 0,9-3-1 0 0,0-1 0 0 0,-1 1-1 0 0,1 0 1 0 0,0-1 0 0 0,-1 1 0 0 0,1-1-1 0 0,-1 0 1 0 0,-4 0 0 0 0,-10 2 7 0 0,2-1 5 0 0,15-1-16 0 0,0 0 1 0 0,0-1-1 0 0,-1 1 0 0 0,1 0 1 0 0,0 0-1 0 0,0 0 0 0 0,-1 0 1 0 0,1 0-1 0 0,0 0 1 0 0,0 0-1 0 0,0 0 0 0 0,-1 0 1 0 0,1 0-1 0 0,0 0 1 0 0,0 0-1 0 0,-1 0 0 0 0,1 0 1 0 0,0 0-1 0 0,0 0 1 0 0,-1 0-1 0 0,1 0 0 0 0,0 0 1 0 0,0 0-1 0 0,-1 0 0 0 0,1 0 1 0 0,0 0-1 0 0,0 0 1 0 0,0 1-1 0 0,-1-1 0 0 0,1 0 1 0 0,0 0-1 0 0,0 0 1 0 0,0 0-1 0 0,-1 1 0 0 0,1-1 1 0 0,0 0-1 0 0,0 0 1 0 0,0 0-1 0 0,0 1 0 0 0,0-1 1 0 0,0 0-1 0 0,0 0 0 0 0,-1 0 1 0 0,1 1-1 0 0,0-1 1 0 0,0 0-1 0 0,0 0 0 0 0,0 1 1 0 0,0-1-1 0 0,0 0 1 0 0,0 0-1 0 0,0 1 0 0 0,0 0 7 0 0,-13-1-1 0 0,-8 6-11 0 0,17-6 3 0 0,1 0 1 0 0,-1 0-1 0 0,1 1 0 0 0,-1-1 1 0 0,1 1-1 0 0,-1 0 1 0 0,-4 1-1 0 0,7-1 2 0 0,1-1 0 0 0,-1 0 0 0 0,1 1 1 0 0,-1-1-1 0 0,0 0 0 0 0,1 1 0 0 0,-1-1 0 0 0,0 0 0 0 0,1 0 0 0 0,-1 1 0 0 0,0-1 1 0 0,1 0-1 0 0,-1 0 0 0 0,0 0 0 0 0,0 0 0 0 0,1 0 0 0 0,-1 0 0 0 0,0 0 0 0 0,1 0 1 0 0,-1 0-1 0 0,0-1 0 0 0,0 1 0 0 0,1 0 0 0 0,-1 0 0 0 0,0-1 0 0 0,0 1 0 0 0,0-1 1 0 0,-41 7 12 0 0,-3 0 223 0 0,10 8-22 0 0,33-13-205 0 0,0 0 0 0 0,1 1 0 0 0,-1-1 0 0 0,0 1 0 0 0,1 0-1 0 0,-1 0 1 0 0,1-1 0 0 0,-1 1 0 0 0,1 0 0 0 0,0 0 0 0 0,-2 3-1 0 0,-1 8 80 0 0,3-12-78 0 0,0 0-1 0 0,0 0 0 0 0,1 0 1 0 0,-1 0-1 0 0,1 0 1 0 0,-1 1-1 0 0,1-1 0 0 0,-1 0 1 0 0,1 1-1 0 0,0-1 1 0 0,0 0-1 0 0,-1 1 0 0 0,1 1 1 0 0,-11 45 278 0 0,1 26 143 0 0,10-64-368 0 0,-1 1-1 0 0,0 0 1 0 0,0 0-1 0 0,-6 19 1 0 0,6-23-33 0 0,0 0 1 0 0,0-1-1 0 0,1 1 1 0 0,0 0-1 0 0,0 0 1 0 0,1 11-1 0 0,0-11 1 0 0,0 1-1 0 0,-1-1 1 0 0,0 1-1 0 0,0 0 0 0 0,-3 13 1 0 0,0-5 18 0 0,0 0 0 0 0,1 0-1 0 0,1 19 1 0 0,-10 23 55 0 0,0 27-4 0 0,0-30-55 0 0,0 0 4 0 0,10-41-40 0 0,-1-1 0 0 0,-1 1 1 0 0,0-1-1 0 0,-1 1 0 0 0,-6 12 1 0 0,-1 9 4 0 0,-11 19 14 0 0,0-9-15 0 0,9-22-9 0 0,11-20-4 0 0,0 0 0 0 0,0 0 1 0 0,0 0-1 0 0,0 1 1 0 0,1-1-1 0 0,-1 0 0 0 0,1 1 1 0 0,0-1-1 0 0,0 1 1 0 0,-1 6-1 0 0,2-8 0 0 0,0 0 1 0 0,-1 1-1 0 0,1-1 1 0 0,-1 0-1 0 0,0 0 0 0 0,0 0 1 0 0,1 0-1 0 0,-1 0 1 0 0,0-1-1 0 0,-1 1 1 0 0,1 0-1 0 0,-1 1 0 0 0,0-1 1 0 0,1-1-1 0 0,0 1 1 0 0,0-1-1 0 0,0 1 1 0 0,0 0-1 0 0,1-1 1 0 0,-1 1-1 0 0,0 0 1 0 0,1 0-1 0 0,-1 0 1 0 0,0 2-1 0 0,-3 13 1 0 0,-3 8-2 0 0,2-6-6 0 0,0 5 0 0 0,5-22 8 0 0,0-1 0 0 0,-10 8 0 0 0,9-2-2 0 0,1-2-1 0 0,0-4 2 0 0,0-1-1 0 0,1 1 0 0 0,-1 0 0 0 0,1 0 0 0 0,0 0 1 0 0,-1-1-1 0 0,1 1 0 0 0,-1 0 0 0 0,1 0 1 0 0,0-1-1 0 0,0 1 0 0 0,-1-1 0 0 0,1 1 0 0 0,0 0 1 0 0,0-1-1 0 0,0 0 0 0 0,0 1 0 0 0,0-1 1 0 0,-1 1-1 0 0,1-1 0 0 0,0 0 0 0 0,0 0 0 0 0,0 0 1 0 0,0 1-1 0 0,0-1 0 0 0,0 0 0 0 0,0 0 1 0 0,0 0-1 0 0,1-1 0 0 0,35 1-57 0 0,-33 0 38 0 0,4 0-222 0 0,0 0 1 0 0,0 0-1 0 0,0-1 1 0 0,-1 0-1 0 0,1 0 1 0 0,0-1-1 0 0,12-4 1 0 0,-8 0-1292 0 0,-10 6 1278 0 0,0-1 0 0 0,0 1 1 0 0,0-1-1 0 0,-1 1 0 0 0,1-1 0 0 0,0 0 1 0 0,-1 0-1 0 0,1 0 0 0 0,-1 0 0 0 0,1 0 1 0 0,-1 0-1 0 0,1 0 0 0 0,-1 0 0 0 0,0-1 1 0 0,1 1-1 0 0,-1 0 0 0 0,0-1 0 0 0,0 1 1 0 0,0-1-1 0 0,0 1 0 0 0,1-4 0 0 0,0-1-669 0 0,7 0 673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4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262 6 348 0 0,'0'0'58'0'0,"0"0"0"0"0,0-1 0 0 0,0 1 0 0 0,0 0 0 0 0,0 0-1 0 0,0 0 1 0 0,0 0 0 0 0,0-1 0 0 0,0 1 0 0 0,0 0 0 0 0,0 0 0 0 0,0 0 0 0 0,0 0 0 0 0,0-1 0 0 0,0 1-1 0 0,0 0 1 0 0,0 0 0 0 0,0 0 0 0 0,0 0 0 0 0,-1-1 0 0 0,1 1 0 0 0,0 0 0 0 0,0 0 0 0 0,0 0 0 0 0,0 0-1 0 0,0 0 1 0 0,0 0 0 0 0,-1 0 0 0 0,1-1 0 0 0,0 1 0 0 0,0 0 0 0 0,0 0 0 0 0,0 0 0 0 0,0 0 0 0 0,-1 0 0 0 0,1 0-1 0 0,0 0 1 0 0,0 0 0 0 0,0 0 0 0 0,0 0 0 0 0,-1 0 0 0 0,1 0 0 0 0,0 0 0 0 0,0 0 0 0 0,0 0 0 0 0,0 0-1 0 0,-1 0 1 0 0,1 0 0 0 0,-11 7 1696 0 0,9-6-1679 0 0,1 0 0 0 0,-1 1 0 0 0,1-1 0 0 0,-1 1 0 0 0,1-1 0 0 0,0 1 0 0 0,0-1 0 0 0,0 1 0 0 0,0 0 0 0 0,0-1 0 0 0,0 1 0 0 0,-1 2 0 0 0,2-2-28 0 0,0-1 0 0 0,-1 1-1 0 0,1-1 1 0 0,-1 1 0 0 0,1-1 0 0 0,-1 0 0 0 0,1 1 0 0 0,-1-1 0 0 0,0 0-1 0 0,0 0 1 0 0,0 1 0 0 0,0-1 0 0 0,-1 2 0 0 0,1-2 0 0 0,0 0 1 0 0,-1 0 0 0 0,2 0-1 0 0,-1 0 1 0 0,0 1 0 0 0,0-1-1 0 0,0 0 1 0 0,0 1 0 0 0,1-1-1 0 0,-1 1 1 0 0,1-1-1 0 0,-1 1 1 0 0,1 2 0 0 0,-5 3 250 0 0,-1 6 16 0 0,5-12-289 0 0,1 0-1 0 0,0 0 0 0 0,-1 0 0 0 0,1 0 0 0 0,0 0 0 0 0,-1 0 1 0 0,0 1-1 0 0,1-1 0 0 0,-1 0 0 0 0,0-1 0 0 0,1 1 0 0 0,-1 0 1 0 0,0 0-1 0 0,0 0 0 0 0,-1 1 0 0 0,1-2-4 0 0,0 1 1 0 0,0 0-1 0 0,0 0 1 0 0,1 0-1 0 0,-1 0 0 0 0,0 0 1 0 0,0 0-1 0 0,1 1 0 0 0,-1-1 1 0 0,0 0-1 0 0,1 0 1 0 0,-1 0-1 0 0,1 1 0 0 0,0-1 1 0 0,-1 3-1 0 0,-1 1 56 0 0,1 0 0 0 0,-1 0 1 0 0,-1 1-1 0 0,1-1 0 0 0,-1 0 0 0 0,-5 8 0 0 0,-6 10 129 0 0,-8 14 15 0 0,1 0-72 0 0,-5 3-56 0 0,8-14-72 0 0,9-18-19 0 0,9-7-1 0 0,-1-1 0 0 0,0 1 0 0 0,0-1 0 0 0,1 1 0 0 0,-1-1 0 0 0,0 1 0 0 0,1 0 0 0 0,-1-1 0 0 0,0 1 0 0 0,1 0 0 0 0,-1-1 0 0 0,1 1 0 0 0,0 0 0 0 0,-1 0-1 0 0,1 0 1 0 0,-1-1 0 0 0,1 1 0 0 0,0 0 0 0 0,0 0 0 0 0,-1 0 0 0 0,1 0 0 0 0,0 0 0 0 0,0 1 0 0 0,0-1 0 0 0,0 0-1 0 0,-1 0 1 0 0,1 1-1 0 0,0-1 1 0 0,-1 0 0 0 0,1 1-1 0 0,-1-1 1 0 0,0 0-1 0 0,1 0 1 0 0,-1 0-1 0 0,0 0 1 0 0,0 0 0 0 0,0 0-1 0 0,-1 2 1 0 0,1-2-1 0 0,0 0 0 0 0,0 0-1 0 0,0 0 1 0 0,0 0 0 0 0,0 1 0 0 0,0-1 0 0 0,0 0 0 0 0,1 1 0 0 0,-1-1 0 0 0,0 0 0 0 0,1 1 0 0 0,-1-1 0 0 0,1 1-1 0 0,0-1 1 0 0,-1 2 0 0 0,-3 9 52 0 0,-3 6-1863 0 0,10-18 1422 0 0,-1 1 0 0 0,0-1 1 0 0,0 0-1 0 0,1 0 0 0 0,-1 0 1 0 0,0-1-1 0 0,0 1 0 0 0,0 0 0 0 0,1-1 1 0 0,-1 0-1 0 0,0 1 0 0 0,0-1 1 0 0,4-2-1 0 0,3-2-551 0 0,2-1-33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5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1 716 0 0,'0'0'6135'0'0,"9"1"-5528"0"0,-11 0-560 0 0,1 0-1 0 0,0 1 1 0 0,-1-1-1 0 0,1 1 1 0 0,0-1-1 0 0,0 1 1 0 0,0-1 0 0 0,0 1-1 0 0,0 0 1 0 0,1 0-1 0 0,-1-1 1 0 0,0 1 0 0 0,1 0-1 0 0,0 0 1 0 0,-1 0-1 0 0,1 2 1 0 0,-1-1-2 0 0,1-1-1 0 0,-1 1 1 0 0,1 0 0 0 0,-1-1 0 0 0,0 1 0 0 0,0-1-1 0 0,0 1 1 0 0,-1-1 0 0 0,1 0 0 0 0,0 1 0 0 0,-1-1-1 0 0,-2 3 1 0 0,1-2 14 0 0,0 1 1 0 0,0-1-1 0 0,0 1 0 0 0,1-1 0 0 0,-1 1 0 0 0,1 0 0 0 0,-3 6 1 0 0,-15 24 200 0 0,-13 15-31 0 0,12-13-169 0 0,18-32-59 0 0,1-1 0 0 0,-1 0-1 0 0,1 1 1 0 0,0 0 0 0 0,0-1 0 0 0,0 1 0 0 0,1 0 0 0 0,-1 0 0 0 0,1 0-1 0 0,-1 7 1 0 0,-9 27-168 0 0,11-37 119 0 0,-1 0 0 0 0,1 0 1 0 0,0 0-1 0 0,0 0 0 0 0,0 0 1 0 0,0 0-1 0 0,0 0 0 0 0,0-1 0 0 0,0 1 1 0 0,1 0-1 0 0,-1 0 0 0 0,0 0 1 0 0,0 0-1 0 0,1 0 0 0 0,-1 0 0 0 0,0-1 1 0 0,1 1-1 0 0,-1 0 0 0 0,1 0 1 0 0,-1 0-1 0 0,1-1 0 0 0,-1 1 0 0 0,1 0 1 0 0,0-1-1 0 0,-1 1 0 0 0,1-1 0 0 0,1 2 1 0 0,0-1-304 0 0,31-2-2165 0 0,10-17-1219 0 0,-32 12 2672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6.0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41 181 0 0 0,'1'-4'351'0'0,"0"0"0"0"0,0-1 0 0 0,1 1 0 0 0,0 0 0 0 0,0 0 0 0 0,0 1 0 0 0,0-1 0 0 0,1 0 0 0 0,-1 1 0 0 0,1-1 0 0 0,0 1 0 0 0,5-5 0 0 0,12-17 70 0 0,6-5 248 0 0,-23 26-575 0 0,1 0 1 0 0,-1 0 0 0 0,1 0-1 0 0,0 0 1 0 0,0 1 0 0 0,1 0-1 0 0,-1 0 1 0 0,1 0 0 0 0,-1 1 0 0 0,1-1-1 0 0,8-2 1 0 0,59-18 590 0 0,-62 20-612 0 0,-3 2-35 0 0,0 0 0 0 0,0 0 0 0 0,0 1 0 0 0,0 0 0 0 0,10 1 0 0 0,9 0 80 0 0,-25-1-112 0 0,0 1 1 0 0,0-1-1 0 0,1 0 1 0 0,-1 1-1 0 0,0-1 0 0 0,0 1 1 0 0,0-1-1 0 0,0 1 1 0 0,0-1-1 0 0,0 1 1 0 0,0 0-1 0 0,0 0 1 0 0,0-1-1 0 0,0 1 0 0 0,0 0 1 0 0,0 0-1 0 0,1 2 1 0 0,2 3 43 0 0,-3-5-47 0 0,-1-1-1 0 0,1 0 1 0 0,-1 0-1 0 0,0 0 1 0 0,1 1-1 0 0,-1-1 1 0 0,0 0 0 0 0,1 1-1 0 0,-1-1 1 0 0,0 0-1 0 0,1 1 1 0 0,-1-1-1 0 0,0 0 1 0 0,0 1 0 0 0,1-1-1 0 0,-1 1 1 0 0,0-1-1 0 0,0 0 1 0 0,0 1-1 0 0,1-1 1 0 0,-1 1-1 0 0,0-1 1 0 0,0 1 0 0 0,0-1-1 0 0,0 1 1 0 0,0-1-1 0 0,0 1 1 0 0,0 0-1 0 0,0 3 20 0 0,0 0 1 0 0,0 0-1 0 0,0 0 0 0 0,-1 0 0 0 0,1 0 0 0 0,-1-1 0 0 0,0 1 0 0 0,0 0 0 0 0,-1 0 0 0 0,-1 5 0 0 0,-4 2 25 0 0,5-7-39 0 0,0 0 0 0 0,0-1 0 0 0,-1 0-1 0 0,1 1 1 0 0,-1-1 0 0 0,0 0-1 0 0,1 0 1 0 0,-7 4 0 0 0,-24 24 16 0 0,23-21-22 0 0,0 0 1 0 0,-1-1 0 0 0,-21 15 0 0 0,-46 32 6 0 0,73-52-9 0 0,3 0 0 0 0,-33 18-1 0 0,33-21-3 0 0,25 4-157 0 0,10 2 63 0 0,-29-7 90 0 0,0 0 0 0 0,0 1 0 0 0,0 0-1 0 0,0-1 1 0 0,-1 2 0 0 0,1-1 0 0 0,0 0-1 0 0,-1 1 1 0 0,1-1 0 0 0,-1 1-1 0 0,4 3 1 0 0,-4-4 7 0 0,-1 1-1 0 0,-1-1 1 0 0,1 0-1 0 0,-1 1 0 0 0,0-1 1 0 0,0 1-1 0 0,1 0 1 0 0,-1-1-1 0 0,0 1 0 0 0,-1 0 1 0 0,1 0-1 0 0,0-1 1 0 0,1 5-1 0 0,4 7 8 0 0,-15 18 54 0 0,8-27-42 0 0,-1 0 0 0 0,0 0 0 0 0,0 0 0 0 0,0 0 0 0 0,0 0 0 0 0,-5 5 0 0 0,1 0 31 0 0,2-4-20 0 0,-1-1-1 0 0,0 1 1 0 0,0-1 0 0 0,0 1 0 0 0,-7 2-1 0 0,-4 5 44 0 0,-3 3 22 0 0,-1-2 1 0 0,-28 16 0 0 0,37-23-61 0 0,-6 1-4 0 0,16-7-33 0 0,-1 0 0 0 0,1 0 0 0 0,-1 1 0 0 0,1-1 0 0 0,-1 1 0 0 0,1 0 0 0 0,-1-1 0 0 0,1 1 0 0 0,-1 0 0 0 0,1 0 0 0 0,0 0 0 0 0,-1 0-1 0 0,1 0 1 0 0,0 0 0 0 0,0 0 0 0 0,0 0 0 0 0,0 0 0 0 0,0 0 0 0 0,-1 2 0 0 0,-4 3-581 0 0,4-4-360 0 0,8-5 418 0 0,40-20-4541 0 0,-36 17 3956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6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0 0 0 0,'-1'4'377'0'0,"0"-1"1"0"0,-1 0-1 0 0,0 0 1 0 0,0 0-1 0 0,0 0 1 0 0,0 0-1 0 0,0 0 1 0 0,-4 3-1 0 0,-4 7 932 0 0,-8 12-496 0 0,-41 46-1 0 0,46-57-616 0 0,-14 17 151 0 0,7-6-33 0 0,-42 36 1 0 0,58-56-292 0 0,-1-1 1 0 0,1 1 0 0 0,0 0-1 0 0,0 0 1 0 0,1 0-1 0 0,-5 8 1 0 0,3-6 3 0 0,5-7-30 0 0,-1 0 0 0 0,1 1 1 0 0,0-1-1 0 0,-1 0 0 0 0,1 0 1 0 0,-1 0-1 0 0,1 1 0 0 0,0-1 1 0 0,0 0-1 0 0,-1 0 0 0 0,1 1 1 0 0,0-1-1 0 0,-1 0 0 0 0,1 1 1 0 0,0-1-1 0 0,0 0 0 0 0,0 1 1 0 0,-1-1-1 0 0,1 1 0 0 0,0-1 1 0 0,0 0-1 0 0,0 1 0 0 0,0-1 1 0 0,0 1-1 0 0,0-1 0 0 0,0 0 1 0 0,0 1-1 0 0,0-1 0 0 0,0 1 1 0 0,0 0-1 0 0,0 0-70 0 0,13-7-1085 0 0,-2 0 617 0 0,30-20-2478 0 0,-10 7 1079 0 0,-18 8 1059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6.9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329 19 0 0 0,'0'0'109'0'0,"0"-1"1"0"0,0 1-1 0 0,0 0 0 0 0,0-1 0 0 0,0 1 1 0 0,0 0-1 0 0,0-1 0 0 0,0 1 1 0 0,0 0-1 0 0,0-1 0 0 0,0 1 0 0 0,0 0 1 0 0,0-1-1 0 0,-1 1 0 0 0,1 0 1 0 0,0-1-1 0 0,0 1 0 0 0,0 0 0 0 0,0 0 1 0 0,-1-1-1 0 0,1 1 0 0 0,0 0 1 0 0,0 0-1 0 0,0-1 0 0 0,-1 1 0 0 0,1 0 1 0 0,0 0-1 0 0,0 0 0 0 0,-1-1 1 0 0,1 1-1 0 0,0 0 0 0 0,-1 0 0 0 0,1 0 1 0 0,0 0-1 0 0,-1 0 0 0 0,1-1-104 0 0,-1 1 0 0 0,1 0-1 0 0,0 0 1 0 0,0 0 0 0 0,-1 0-1 0 0,1 0 1 0 0,0 0 0 0 0,0 0-1 0 0,-1-1 1 0 0,1 1 0 0 0,0 0 0 0 0,0 0-1 0 0,0 0 1 0 0,-1 0 0 0 0,1-1-1 0 0,0 1 1 0 0,0 0 0 0 0,0 0-1 0 0,-1-1 1 0 0,1 1 0 0 0,0 0-1 0 0,0 0 1 0 0,0-1 0 0 0,0 1-1 0 0,0 0 1 0 0,0 0 0 0 0,0-1 0 0 0,0 1-1 0 0,0 0 1 0 0,0-1 0 0 0,0 1-1 0 0,0 0 1 0 0,0 0 0 0 0,0-1-1 0 0,0 1 1 0 0,-3-1 24 0 0,1 1-1 0 0,0 0 1 0 0,-1 0-1 0 0,1 0 1 0 0,-1 0-1 0 0,1 0 1 0 0,0 0-1 0 0,-1 1 1 0 0,1-1 0 0 0,0 1-1 0 0,-5 1 1 0 0,7-1-17 0 0,-40 3 312 0 0,36-4-287 0 0,0 0 0 0 0,0 0 0 0 0,-1 0 0 0 0,1 1 0 0 0,0-1 0 0 0,0 1 1 0 0,0 1-1 0 0,-8 2 0 0 0,-5 0 185 0 0,17-4-214 0 0,-1 0 0 0 0,0 0 0 0 0,0 0 0 0 0,1 0-1 0 0,-1 0 1 0 0,0 0 0 0 0,0 0 0 0 0,0 0 0 0 0,1 0 0 0 0,-1 0 0 0 0,0 1 0 0 0,0-1 0 0 0,1 0-1 0 0,-1 1 1 0 0,0-1 0 0 0,1 0 0 0 0,-1 1 0 0 0,0-1 0 0 0,1 1 0 0 0,-1-1 0 0 0,1 1 0 0 0,-1-1-1 0 0,1 1 1 0 0,-1 0 0 0 0,0 0 0 0 0,-19 7 238 0 0,19-6-200 0 0,-1 0-1 0 0,1-1 0 0 0,-1 1 0 0 0,1 0 1 0 0,0 0-1 0 0,0 0 0 0 0,0 0 1 0 0,0 0-1 0 0,0 0 0 0 0,1 0 1 0 0,-1 0-1 0 0,1 1 0 0 0,-1-1 1 0 0,1 0-1 0 0,0 0 0 0 0,0 1 1 0 0,0-1-1 0 0,0 0 0 0 0,0 0 1 0 0,0 1-1 0 0,1 2 0 0 0,-1 6 34 0 0,4-5 19 0 0,-3-6-92 0 0,0 1 0 0 0,-1-1 0 0 0,1 1 1 0 0,-1 0-1 0 0,1-1 0 0 0,-1 1 0 0 0,1 0 0 0 0,-1-1 1 0 0,0 1-1 0 0,1 0 0 0 0,-1 0 0 0 0,0-1 0 0 0,1 1 1 0 0,-1 0-1 0 0,0 0 0 0 0,0 0 0 0 0,0-1 0 0 0,0 2 1 0 0,5 15 118 0 0,1 8 160 0 0,-6-20-214 0 0,0 0-1 0 0,1-1 0 0 0,-1 1 1 0 0,1 0-1 0 0,0 0 0 0 0,0 0 0 0 0,0-1 1 0 0,3 7-1 0 0,-2-5 15 0 0,-1 0 0 0 0,0 0 0 0 0,0 0 0 0 0,-1 0 0 0 0,0 0 0 0 0,0 0 0 0 0,-2 10 0 0 0,1 6 160 0 0,-10 26 200 0 0,11-46-419 0 0,0 1 0 0 0,-1 0 0 0 0,1 0 0 0 0,-1-1 0 0 0,1 1 0 0 0,-1 0 0 0 0,0-1 0 0 0,0 1 0 0 0,-1-1 0 0 0,1 1 0 0 0,-3 3 0 0 0,3-5-9 0 0,0 1 1 0 0,0 0-1 0 0,0 0 1 0 0,0 0-1 0 0,0 1 1 0 0,0-1-1 0 0,0 0 1 0 0,1 0 0 0 0,-1 0-1 0 0,1 0 1 0 0,-1 3-1 0 0,0 0 25 0 0,-1 0-1 0 0,0 0 1 0 0,-1 0-1 0 0,1-1 1 0 0,-1 1 0 0 0,0-1-1 0 0,0 1 1 0 0,-1-1-1 0 0,1 0 1 0 0,-1 0-1 0 0,0-1 1 0 0,-7 6-1 0 0,-1 1 45 0 0,10-8-74 0 0,-1 1 1 0 0,1-1 0 0 0,-1 0 0 0 0,1 0 0 0 0,-1-1-1 0 0,0 1 1 0 0,0 0 0 0 0,0-1 0 0 0,-5 2 0 0 0,-10 3 19 0 0,16-6-36 0 0,-10-7-1008 0 0,11 7 951 0 0,0-1 0 0 0,1 1 0 0 0,-1-1 0 0 0,0 1 0 0 0,1-1 1 0 0,-1 1-1 0 0,1-1 0 0 0,-1 1 0 0 0,1-1 0 0 0,-1 0 0 0 0,1 1 1 0 0,-1-1-1 0 0,1 0 0 0 0,0 1 0 0 0,-1-1 0 0 0,1 0 0 0 0,0 1 1 0 0,0-1-1 0 0,-1 0 0 0 0,1 0 0 0 0,0 1 0 0 0,0-1 0 0 0,0 0 1 0 0,0 0-1 0 0,0 0 0 0 0,0 1 0 0 0,0-1 0 0 0,0 0 0 0 0,0 0 1 0 0,1 1-1 0 0,-1-1 0 0 0,0 0 0 0 0,0 0 0 0 0,1 1 0 0 0,-1-1 1 0 0,0 0-1 0 0,1 1 0 0 0,-1-1 0 0 0,1 0 0 0 0,-1 1 0 0 0,1-2 1 0 0,6-17-1494 0 0,-7 16 1280 0 0,0 0 0 0 0,1 0 0 0 0,0 0 0 0 0,0 0 0 0 0,0 0 0 0 0,0 0 0 0 0,0 1 0 0 0,0-1 0 0 0,3-3 0 0 0,5-12-1308 0 0,-8 1 431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7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75 0 0 0,'11'-6'769'0'0,"0"2"1"0"0,0 0-1 0 0,1 0 1 0 0,-1 1-1 0 0,18-2 0 0 0,17-5-634 0 0,-21 4-148 0 0,1 2 1 0 0,36-2-1 0 0,19-3-378 0 0,-44 3-303 0 0,0 2 0 0 0,40 1 0 0 0,-73 3 260 0 0,5 0-682 0 0,-7 0 446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7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1 0 0 0,'0'0'2861'0'0,"11"7"-854"0"0,-10 1-1205 0 0,-1-6-671 0 0,1 1 0 0 0,-1 0 0 0 0,0 0 0 0 0,0 0 1 0 0,0 0-1 0 0,0-1 0 0 0,-1 1 0 0 0,1 0 0 0 0,-1 0 0 0 0,-1 3 1 0 0,0-3-33 0 0,0 0 1 0 0,0 1-1 0 0,1-1 1 0 0,-1 0 0 0 0,1 1-1 0 0,-1-1 1 0 0,1 1-1 0 0,-1 5 1 0 0,1-4-15 0 0,0 0-1 0 0,-1 0 1 0 0,0-1 0 0 0,0 1-1 0 0,0 0 1 0 0,-4 5-1 0 0,-15 33 306 0 0,-1 4-130 0 0,12-32-206 0 0,1 1-1 0 0,-11 26 1 0 0,-5 9-52 0 0,23-47-66 0 0,0-1 0 0 0,1 1 0 0 0,-1 0 0 0 0,1 0-1 0 0,0 0 1 0 0,0 0 0 0 0,0-1 0 0 0,0 2 0 0 0,1-1 0 0 0,-1 0 0 0 0,2 7 0 0 0,-5-3-193 0 0,4-8 158 0 0,0 0-1 0 0,1 0 1 0 0,-1 0-1 0 0,0 0 1 0 0,0 0 0 0 0,1 0-1 0 0,-1 0 1 0 0,0 0-1 0 0,0 0 1 0 0,1 0 0 0 0,-1 0-1 0 0,0 0 1 0 0,0 0-1 0 0,1 0 1 0 0,-1 0 0 0 0,0 0-1 0 0,0 0 1 0 0,0 0-1 0 0,1 1 1 0 0,-1-1 0 0 0,0 0-1 0 0,0 0 1 0 0,0 0-1 0 0,1 0 1 0 0,-1 1 0 0 0,0-1-1 0 0,0 0 1 0 0,0 0-1 0 0,0 0 1 0 0,0 1 0 0 0,1-1-1 0 0,-1 0 1 0 0,0 0-1 0 0,0 1 1 0 0,0-1 0 0 0,0 0-1 0 0,0 0 1 0 0,0 1-1 0 0,0-1 1 0 0,0 0 0 0 0,0 0-1 0 0,0 1 1 0 0,0-1-1 0 0,0 0 1 0 0,0 0 0 0 0,0 1-1 0 0,0-1 1 0 0,0 0-1 0 0,0 0 1 0 0,0 1 0 0 0,0-1-1 0 0,0 0 1 0 0,-1 0-1 0 0,1 0 1 0 0,0 1 0 0 0,0-1-1 0 0,0 0 1 0 0,0 0-1 0 0,0 0 1 0 0,-1 1 0 0 0,1-1-1 0 0,0 0 1 0 0,0 0-1 0 0,0 0 1 0 0,-1 0 0 0 0,1 1-1 0 0,0-1 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49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218 1 0 0 0,'-13'0'4510'0'0,"13"0"-4415"0"0,-1 0-1 0 0,0 0 1 0 0,1 0-1 0 0,-1 0 0 0 0,0 0 1 0 0,0 0-1 0 0,1 0 1 0 0,-1 0-1 0 0,0 0 0 0 0,1 1 1 0 0,-1-1-1 0 0,0 0 0 0 0,1 1 1 0 0,-1-1-1 0 0,0 0 1 0 0,1 1-1 0 0,-1-1 0 0 0,0 1 1 0 0,1-1-1 0 0,-1 1 1 0 0,1-1-1 0 0,-1 1 0 0 0,0 0 1 0 0,-3 23 1078 0 0,0-12-884 0 0,3-11-263 0 0,0 0-1 0 0,1 0 1 0 0,-1 0-1 0 0,0 1 1 0 0,1-1 0 0 0,-1 0-1 0 0,1 0 1 0 0,0 1-1 0 0,-1-1 1 0 0,1 0-1 0 0,0 1 1 0 0,0-1 0 0 0,0 2-1 0 0,-11 34 459 0 0,10-32-431 0 0,1 0 0 0 0,-1-1 0 0 0,0 1 0 0 0,-1 0 0 0 0,1 0 0 0 0,-4 6 0 0 0,3-6-15 0 0,0 0-1 0 0,0 0 1 0 0,1 0-1 0 0,0 0 1 0 0,0 0-1 0 0,-1 10 1 0 0,1-5 5 0 0,0 0 0 0 0,-1 0 0 0 0,0 0-1 0 0,-7 18 1 0 0,0 3 45 0 0,-20 53 62 0 0,-14 47 57 0 0,28-90-152 0 0,8-25-42 0 0,5-10-7 0 0,0-1-1 0 0,0 1 1 0 0,0 0 0 0 0,0-1 0 0 0,1 1-1 0 0,-1 11 1 0 0,-3-3-9 0 0,-1 4-2 0 0,6-9-38 0 0,0-4-1221 0 0,9-12-951 0 0,2-12-528 0 0,-7 0 440 0 0,5 7 1130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50.6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6 644 0 0,'5'-5'7725'0'0,"6"5"-6099"0"0,14 5-2659 0 0,-23-4 1559 0 0,195 42-158 0 0,-177-39-375 0 0,-14-3 8 0 0,0 0-1 0 0,0 1 1 0 0,0-1-1 0 0,0 1 0 0 0,0 0 1 0 0,0 1-1 0 0,6 3 1 0 0,-7-3 0 0 0,-5-3-2 0 0,1 0 1 0 0,-1 0 0 0 0,1 0-1 0 0,-1 0 1 0 0,1 0 0 0 0,-1 0-1 0 0,0 0 1 0 0,1 0-1 0 0,-1 0 1 0 0,0 0 0 0 0,1 1-1 0 0,-1-1 1 0 0,1 0 0 0 0,-1 0-1 0 0,0 0 1 0 0,1 1-1 0 0,-1-1 1 0 0,0 0 0 0 0,1 0-1 0 0,-1 1 1 0 0,0-1 0 0 0,0 0-1 0 0,1 1 1 0 0,-1-1 0 0 0,0 0-1 0 0,0 1 1 0 0,0-1-1 0 0,1 1 1 0 0,-1-1 0 0 0,0 0-1 0 0,0 1 1 0 0,0-1 0 0 0,0 1-1 0 0,0-1 1 0 0,0 0-1 0 0,0 1 1 0 0,0-1 0 0 0,0 1-1 0 0,0-1 1 0 0,0 0 0 0 0,0 1-1 0 0,0-1 1 0 0,0 1-1 0 0,0-1 1 0 0,0 0 0 0 0,-1 1-1 0 0,1-1 1 0 0,0 1 0 0 0,0-1-1 0 0,0 0 1 0 0,-1 1-1 0 0,1-1 1 0 0,0 0 0 0 0,0 1-1 0 0,-1-1 1 0 0,1 0 0 0 0,-1 1-1 0 0,-4 6 7 0 0,0 0 1 0 0,0 0-1 0 0,1 1 0 0 0,0 0 0 0 0,1 0 0 0 0,-4 8 0 0 0,3-4 2 0 0,-1-1 1 0 0,0 0-1 0 0,-11 18 0 0 0,13-24-4 0 0,0 0-1 0 0,1 0 0 0 0,-1 0 0 0 0,1 1 1 0 0,-2 10-1 0 0,3-11 0 0 0,-1 1 0 0 0,1-1 0 0 0,-1 1 0 0 0,-1-1 0 0 0,-4 9 0 0 0,4-9 0 0 0,0 0 0 0 0,1 0 0 0 0,-1 1 0 0 0,1-1 0 0 0,0 1 0 0 0,-1 8 0 0 0,1-7 1 0 0,1-1 1 0 0,-1 0-1 0 0,-1 0 0 0 0,-4 10 0 0 0,1-3 11 0 0,0 1 0 0 0,0 0 0 0 0,2 0 0 0 0,-5 21 0 0 0,-5 15 32 0 0,6-32-19 0 0,6-13-19 0 0,0-1 0 0 0,0 1 0 0 0,1 0-1 0 0,-1-1 1 0 0,1 1 0 0 0,0 0 0 0 0,0 6-1 0 0,0-7 2 0 0,1 0-1 0 0,-1 0 0 0 0,0 0 1 0 0,0 0-1 0 0,0 0 0 0 0,0 0 1 0 0,-4 7-1 0 0,3-7 0 0 0,0 0-1 0 0,1 0 1 0 0,-1 0 0 0 0,1 0 0 0 0,0 0-1 0 0,0 0 1 0 0,1 1 0 0 0,-1 3 0 0 0,-10 35 89 0 0,11-39-91 0 0,1 0 0 0 0,-1 0 0 0 0,-1 0 0 0 0,1-1 0 0 0,0 1 0 0 0,-1 0 0 0 0,0 0 1 0 0,0-1-1 0 0,0 1 0 0 0,0 0 0 0 0,-3 4 0 0 0,3-6-3 0 0,1 0-1 0 0,-1-1 1 0 0,1 1 0 0 0,0 0-1 0 0,-1 0 1 0 0,1 0-1 0 0,0-1 1 0 0,0 1 0 0 0,0 0-1 0 0,1 0 1 0 0,-1 0 0 0 0,1 1-1 0 0,-1-1 1 0 0,0 0 0 0 0,1 0-1 0 0,-1 1 1 0 0,0-1 0 0 0,0 0-1 0 0,0 0 1 0 0,0 0 0 0 0,-1 0 0 0 0,1 0-1 0 0,0 0 1 0 0,-1 0 0 0 0,-1 3-1 0 0,0 0 7 0 0,1 0-1 0 0,-1-1 0 0 0,1 1 0 0 0,0 0 0 0 0,0 0 1 0 0,0 0-1 0 0,1 0 0 0 0,0 0 0 0 0,0 0 1 0 0,0 5-1 0 0,0-2 7 0 0,0-7-10 0 0,-1 1 1 0 0,1-1-1 0 0,0 0 0 0 0,-1 0 0 0 0,0 1 0 0 0,1-1 1 0 0,-1 0-1 0 0,0 0 0 0 0,0 0 0 0 0,1 0 0 0 0,-1 1 0 0 0,-2 0 1 0 0,2-1 3 0 0,0 0 0 0 0,0 0 0 0 0,0 1 0 0 0,0-1 1 0 0,0 0-1 0 0,0 0 0 0 0,0 1 0 0 0,0-1 1 0 0,1 0-1 0 0,-1 1 0 0 0,1-1 0 0 0,-1 0 0 0 0,0 3 1 0 0,-2-1 25 0 0,-1 1 1 0 0,0-1-1 0 0,0 1 0 0 0,-1-1 1 0 0,1 0-1 0 0,-1-1 1 0 0,1 1-1 0 0,-9 2 1 0 0,3 0 9 0 0,-34 8 28 0 0,1-1-64 0 0,37-9-173 0 0,-1-1 0 0 0,1 0 0 0 0,-1 0-1 0 0,0-1 1 0 0,1 0 0 0 0,-1 0 0 0 0,-9 0-1 0 0,14-1-240 0 0,-4-2-394 0 0,5 1 286 0 0,1 0 0 0 0,-1 0 0 0 0,1 0 0 0 0,-1 1 0 0 0,1-1 0 0 0,-1 0 0 0 0,1 0 0 0 0,0 0 0 0 0,0 0 0 0 0,-1 0 0 0 0,1 0 1 0 0,0 0-1 0 0,0-1 0 0 0,0 1 0 0 0,0-1 0 0 0,0-3-229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51.1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425 0 0 0 0,'5'12'4192'0'0,"-4"-11"-4086"0"0,0 0 0 0 0,-1 0 1 0 0,1 1-1 0 0,0-1 0 0 0,-1 0 0 0 0,1 0 0 0 0,-1 0 0 0 0,0 1 1 0 0,1-1-1 0 0,-1 0 0 0 0,0 0 0 0 0,0 1 0 0 0,0 1 1 0 0,0 2-42 0 0,-1 0 1 0 0,0-1 0 0 0,0 1-1 0 0,0 0 1 0 0,-1 0 0 0 0,1-1 0 0 0,-1 1-1 0 0,0-1 1 0 0,-1 1 0 0 0,1-1-1 0 0,-7 8 1 0 0,0 3 76 0 0,-44 43 272 0 0,45-49-377 0 0,-1 0 1 0 0,0 0 0 0 0,0-1 0 0 0,-17 12-1 0 0,-9 8 15 0 0,10-7-168 0 0,-1-1-1 0 0,-1-2 0 0 0,-43 23 0 0 0,62-36 10 0 0,-87 38-5028 0 0,93-42 4057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56.0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744 19 0 0 0,'0'0'6061'0'0,"-2"-12"-2387"0"0,-84 6-2921 0 0,-86 12-748 0 0,168-5-1 0 0,3 0-5 0 0,0-1 1 0 0,-1 1-1 0 0,1 0 0 0 0,0 0 1 0 0,0-1-1 0 0,-1 1 0 0 0,1-1 1 0 0,-1 1-1 0 0,1-1 0 0 0,0 0 1 0 0,-1 1-1 0 0,1-1 0 0 0,-1 0 1 0 0,1 0-1 0 0,-1 0 0 0 0,1 0 1 0 0,-1 0-1 0 0,1 0 0 0 0,0-1 1 0 0,-1 1-1 0 0,1 0 0 0 0,-1-1 1 0 0,1 1-1 0 0,0-1 0 0 0,-1 1 1 0 0,1-1-1 0 0,0 0 0 0 0,-3-1 1 0 0,4 1 248 0 0,-12 1-214 0 0,5-1-27 0 0,5 1-7 0 0,0 0-1 0 0,0-1 1 0 0,0 1 0 0 0,0 0-1 0 0,0 0 1 0 0,0 0-1 0 0,0 0 1 0 0,0 1 0 0 0,0-1-1 0 0,0 0 1 0 0,0 1 0 0 0,0-1-1 0 0,0 1 1 0 0,0 0 0 0 0,1 0-1 0 0,-3 1 1 0 0,4-1-4 0 0,-5-1 1 0 0,4-1 3 0 0,1 1 0 0 0,-1 0 0 0 0,1 0 0 0 0,-1 0 0 0 0,1-1 0 0 0,-1 1-1 0 0,1 0 1 0 0,-1 0 0 0 0,1 0 0 0 0,-1 0 0 0 0,1 0 0 0 0,-1 0 0 0 0,1 0 0 0 0,-1 0 0 0 0,1 1 0 0 0,-1-1 0 0 0,1 0 0 0 0,-1 0 0 0 0,1 0 0 0 0,-1 0 0 0 0,1 1 0 0 0,-1-1 0 0 0,1 0 0 0 0,-1 0 0 0 0,1 1 0 0 0,-1-1 0 0 0,1 1 0 0 0,0-1 0 0 0,-1 0 0 0 0,1 1 0 0 0,0-1 0 0 0,-1 1-1 0 0,1-1 1 0 0,0 0 0 0 0,-1 1 0 0 0,1 0 0 0 0,0 0 1 0 0,0 0-1 0 0,-1-1 0 0 0,1 1 1 0 0,0 0-1 0 0,-1 0 1 0 0,1-1-1 0 0,-1 1 0 0 0,1 0 1 0 0,-1 0-1 0 0,1-1 0 0 0,-1 1 1 0 0,1-1-1 0 0,-1 1 0 0 0,0 0 1 0 0,1-1-1 0 0,-1 1 1 0 0,0-1-1 0 0,0 1 0 0 0,1-1 1 0 0,-1 0-1 0 0,0 1 0 0 0,0-1 1 0 0,0 0-1 0 0,0 1 0 0 0,-15 9 19 0 0,-1 24 3 0 0,-11 18 54 0 0,6 2 25 0 0,-11 27 100 0 0,22-56-103 0 0,-14 46-1 0 0,-4 10 48 0 0,19-57-104 0 0,0 0 1 0 0,-5 25-1 0 0,-14 12 36 0 0,17-20 69 0 0,-30 67 1 0 0,27-59-11 0 0,13-44-104 0 0,0 0 0 0 0,1 1 1 0 0,0-1-1 0 0,0 1 0 0 0,0-1 1 0 0,0 1-1 0 0,1 10 0 0 0,-5-2 73 0 0,-1 4 6 0 0,6-13-79 0 0,0-3-19 0 0,1 0 0 0 0,-1 0-1 0 0,0 0 1 0 0,0 0 0 0 0,0 1-1 0 0,-1-1 1 0 0,1 0 0 0 0,0 0-1 0 0,-1 0 1 0 0,0 0-1 0 0,1 0 1 0 0,-1 0 0 0 0,0 0-1 0 0,0 0 1 0 0,0 0 0 0 0,-2 2-1 0 0,2-1-6 0 0,0 0 0 0 0,1 0 0 0 0,-1 0-1 0 0,1 0 1 0 0,0 0 0 0 0,0 0 0 0 0,0 0 0 0 0,0 0-1 0 0,1 5 1 0 0,-1-1 7 0 0,0-6 1 0 0,13 13-5 0 0,-2-10-39 0 0,1 0 0 0 0,-1-1 0 0 0,1-1 0 0 0,0 1 0 0 0,0-2 0 0 0,0 0 0 0 0,0 0 0 0 0,0-1 0 0 0,15-2 0 0 0,3 2-416 0 0,-21 0 228 0 0,0 0 1 0 0,0-1-1 0 0,0 0 0 0 0,0-1 0 0 0,0 0 1 0 0,12-4-1 0 0,-12 2-163 0 0,-1 1-1 0 0,1-1 1 0 0,1 2-1 0 0,15-3 1 0 0,25-8-1322 0 0,-44 11 1571 0 0,17-7-2626 0 0,33-17 0 0 0,-45 20 1725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56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60 76 0 0,'0'-2'440'0'0,"-1"0"-308"0"0,1 1 0 0 0,0 0 0 0 0,0 0 0 0 0,0 0 0 0 0,0 0 0 0 0,0 0 0 0 0,0 0 0 0 0,0 0 0 0 0,0-1 0 0 0,1 1 0 0 0,-1 0 0 0 0,0 0 0 0 0,0 0 0 0 0,1 0 0 0 0,-1 0 0 0 0,1 0 0 0 0,-1 0 0 0 0,1 0 0 0 0,0 0 0 0 0,-1 0 0 0 0,1 0 0 0 0,0 1 0 0 0,0-1 0 0 0,1-1 0 0 0,-2 1-91 0 0,1 1-1 0 0,-1 0 0 0 0,0-1 0 0 0,1 1 1 0 0,-1 0-1 0 0,0-1 0 0 0,1 1 1 0 0,-1 0-1 0 0,0-1 0 0 0,0 1 0 0 0,1-1 1 0 0,-1 1-1 0 0,0 0 0 0 0,0-1 0 0 0,0 1 1 0 0,0-1-1 0 0,1 1 0 0 0,-1-1 1 0 0,0 1-1 0 0,0-1 0 0 0,0 1 0 0 0,0-1 1 0 0,0 1-1 0 0,0-1 0 0 0,0 1 1 0 0,0-1-1 0 0,-1 1 0 0 0,1 0 0 0 0,0-1 1 0 0,0 1-1 0 0,0-1 0 0 0,0 1 0 0 0,-1-1 1 0 0,1 1-32 0 0,0-1 1 0 0,0 1 0 0 0,0 0-1 0 0,-1 0 1 0 0,1-1-1 0 0,0 1 1 0 0,0 0 0 0 0,0 0-1 0 0,0-1 1 0 0,0 1 0 0 0,0 0-1 0 0,0-1 1 0 0,0 1 0 0 0,0 0-1 0 0,0 0 1 0 0,0-1-1 0 0,0 1 1 0 0,0 0 0 0 0,0-1-1 0 0,0 1 1 0 0,0 0 0 0 0,0-1-1 0 0,0 1 1 0 0,0 0-1 0 0,0 0 1 0 0,0-1 0 0 0,0 1-1 0 0,1 0 1 0 0,-1 0 0 0 0,0-1-1 0 0,0 1 1 0 0,0 0-1 0 0,1 0 1 0 0,-1 0 0 0 0,0-1-1 0 0,0 1 1 0 0,0 0 0 0 0,1 0-1 0 0,-1 0 1 0 0,0-1 0 0 0,0 1-1 0 0,1 0 1 0 0,-1 0-1 0 0,0 0 1 0 0,1 0 0 0 0,-1 0-1 0 0,0 0 1 0 0,0 0 0 0 0,1 0-1 0 0,-1 0 1 0 0,0 0-1 0 0,1 0 1 0 0,-1 0 0 0 0,0 0-1 0 0,1 0 1 0 0,-1 0 0 0 0,0 0-1 0 0,1 0 1 0 0,1 0 238 0 0,-2 0-195 0 0,-1 0 1 0 0,1-1-1 0 0,0 1 1 0 0,0 0-1 0 0,0 0 0 0 0,0 0 1 0 0,0-1-1 0 0,0 1 1 0 0,0 0-1 0 0,0 0 1 0 0,0 0-1 0 0,-1-1 0 0 0,1 1 1 0 0,0 0-1 0 0,0 0 1 0 0,0 0-1 0 0,0 0 1 0 0,-1 0-1 0 0,1-1 0 0 0,0 1 1 0 0,0 0-1 0 0,0 0 1 0 0,-1 0-1 0 0,1 0 1 0 0,0 0-1 0 0,0 0 0 0 0,0 0 1 0 0,-1 0-1 0 0,1 0 1 0 0,0 0-1 0 0,0 0 1 0 0,0 0-1 0 0,-1 0 0 0 0,1 0 1 0 0,0 0-1 0 0,0 0 1 0 0,-1 0-1 0 0,1 0 1 0 0,0 0-1 0 0,0 0 0 0 0,0 0 1 0 0,-1 0-1 0 0,1 0 1 0 0,0 0-1 0 0,0 0 1 0 0,0 0-1 0 0,-1 1 0 0 0,1-1 1 0 0,0 0-1 0 0,0 0 1 0 0,0 0-1 0 0,0 0 1 0 0,-1 0-1 0 0,1 1 0 0 0,0-1 1 0 0,0 0-1 0 0,0 0 1 0 0,0 1-1 0 0,-1-1-55 0 0,0 1-1 0 0,0-1 1 0 0,0 0-1 0 0,1 1 1 0 0,-1-1-1 0 0,0 1 0 0 0,1 0 1 0 0,-1-1-1 0 0,0 1 1 0 0,1 0-1 0 0,-1-1 1 0 0,1 1-1 0 0,-1 0 1 0 0,1 0-1 0 0,-1-1 1 0 0,1 1-1 0 0,0 0 1 0 0,-1 1-1 0 0,0 1 27 0 0,0 0-1 0 0,0-1 0 0 0,0 1 1 0 0,0-1-1 0 0,0 1 1 0 0,-1-1-1 0 0,1 1 0 0 0,-1-1 1 0 0,0 0-1 0 0,0 0 1 0 0,1 0-1 0 0,-1 0 0 0 0,-3 2 1 0 0,-5 6 71 0 0,-23 50 247 0 0,1 6-113 0 0,-1-3-133 0 0,20-37-80 0 0,11-21-16 0 0,0 0 1 0 0,0-1 0 0 0,-1 1 0 0 0,1-1-1 0 0,-7 8 1 0 0,-7 18-11 0 0,15-26 8 0 0,-1 0 1 0 0,0 0-1 0 0,0 0 0 0 0,0 0 0 0 0,0-1 0 0 0,-3 5 1 0 0,-19 36-43 0 0,15-20-718 0 0,8-24 704 0 0,1 1 0 0 0,0-1 0 0 0,0 1 0 0 0,-1-1 0 0 0,1 1 0 0 0,0-1 0 0 0,0 1 0 0 0,0-1 0 0 0,0 1 0 0 0,0-1 0 0 0,0 1 0 0 0,0-1 0 0 0,0 1 0 0 0,0-1 0 0 0,0 1 0 0 0,0-1 1 0 0,0 1-1 0 0,0-1 0 0 0,0 1 0 0 0,1-1 0 0 0,-1 1 0 0 0,0-1 0 0 0,0 1 0 0 0,0-1 0 0 0,1 1 0 0 0,-1-1 0 0 0,0 0 0 0 0,1 1 0 0 0,-1-1 0 0 0,0 1 0 0 0,1-1 0 0 0,-1 0 0 0 0,1 1 0 0 0,-1-1 0 0 0,0 0 0 0 0,1 0 0 0 0,-1 1 0 0 0,1-1 0 0 0,-1 0 0 0 0,1 0 0 0 0,-1 0 0 0 0,1 1 0 0 0,-1-1 0 0 0,1 0 0 0 0,0 0 0 0 0,1 0-575 0 0,20-5-1881 0 0,-1-1 389 0 0,-10 5 1040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56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208 0 672 0 0,'0'0'1772'0'0,"-22"31"1168"0"0,21-29-2883 0 0,0 1 0 0 0,0-1 0 0 0,-1 0 0 0 0,1 0 0 0 0,-1 0 0 0 0,0 0 0 0 0,1 0 0 0 0,-1 0 0 0 0,0-1 0 0 0,0 1 0 0 0,-4 2 0 0 0,-13 14 347 0 0,13-9-270 0 0,-2 1 1 0 0,1-2 0 0 0,-1 1-1 0 0,-1-1 1 0 0,-9 7-1 0 0,-15 22 110 0 0,29-33-232 0 0,1 0-1 0 0,-1 0 1 0 0,1 0-1 0 0,0 1 1 0 0,-4 6-1 0 0,-10 13-10 0 0,15-22-60 0 0,0 1 0 0 0,1-1 0 0 0,0 0 0 0 0,0 1 0 0 0,0-1 0 0 0,0 1 0 0 0,0-1 0 0 0,0 1 0 0 0,0-1 0 0 0,1 1 0 0 0,-1 0 1 0 0,1 3-1 0 0,0-5-172 0 0,0 0-69 0 0,0-1 259 0 0,0 0 1 0 0,0 1-1 0 0,0-1 0 0 0,1 0 1 0 0,-1 1-1 0 0,0-1 0 0 0,0 1 1 0 0,0-1-1 0 0,1 0 0 0 0,-1 1 1 0 0,0-1-1 0 0,0 0 0 0 0,1 1 1 0 0,-1-1-1 0 0,0 0 0 0 0,1 0 1 0 0,-1 1-1 0 0,0-1 0 0 0,1 0 1 0 0,-1 0-1 0 0,0 0 0 0 0,1 1 1 0 0,-1-1-1 0 0,1 0 0 0 0,-1 0 1 0 0,0 0-1 0 0,1 0 0 0 0,-1 0 1 0 0,1 0-1 0 0,-1 0 0 0 0,0 0 1 0 0,1 0-1 0 0,-1 0 0 0 0,1 0 1 0 0,-1 0-1 0 0,1 0 0 0 0,-1 0 1 0 0,0 0-1 0 0,1 0 0 0 0,-1-1 1 0 0,0 1-1 0 0,1 0 0 0 0,-1 0 1 0 0,1 0-1 0 0,-1-1 0 0 0,1 1 1 0 0,27-13-3037 0 0,-16 8 2164 0 0,8-1 518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57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38 136 0 0,'10'-4'1815'0'0,"-9"4"-1700"0"0,-1 0 1 0 0,1 0-1 0 0,-1 0 0 0 0,1 0 1 0 0,-1 0-1 0 0,1 0 0 0 0,-1 0 1 0 0,1-1-1 0 0,-1 1 0 0 0,1 0 0 0 0,-1 0 1 0 0,1-1-1 0 0,-1 1 0 0 0,1 0 1 0 0,-1 0-1 0 0,1-1 0 0 0,-1 1 1 0 0,0-1-1 0 0,1 1 0 0 0,-1 0 1 0 0,1-1-1 0 0,-1 1 0 0 0,0-1 0 0 0,1 0 1 0 0,31-1 1287 0 0,56-14 589 0 0,-66 13-1765 0 0,1-1 33 0 0,-19 4-224 0 0,-1-1 0 0 0,1 1-1 0 0,0-1 1 0 0,0 1 0 0 0,-1 0-1 0 0,8 1 1 0 0,-4-1-6 0 0,-5 0 174 0 0,-4 19-94 0 0,-21 9-34 0 0,17-20-57 0 0,-1 1-1 0 0,0-1 1 0 0,0 0-1 0 0,-1 0 0 0 0,0-1 1 0 0,-1 0-1 0 0,-10 7 1 0 0,9-8-8 0 0,1 0 0 0 0,0 1 0 0 0,-9 9 0 0 0,-25 17 28 0 0,39-31-37 0 0,1 1 1 0 0,0-1-1 0 0,0 0 1 0 0,0 1-1 0 0,1 0 1 0 0,-5 5-1 0 0,4-5 0 0 0,0 1 0 0 0,1-1 0 0 0,-1 0 0 0 0,-1 0-1 0 0,1-1 1 0 0,0 1 0 0 0,-4 1 0 0 0,-2 3-19 0 0,11-4-25 0 0,3 6 25 0 0,-5-8 8 0 0,45 22-70 0 0,-5-4 44 0 0,-18 0 23 0 0,-21-17 10 0 0,1-1 1 0 0,-1 0 0 0 0,0 1 0 0 0,0 0-1 0 0,-1-1 1 0 0,1 1 0 0 0,0-1 0 0 0,0 1 0 0 0,-1 0-1 0 0,1 0 1 0 0,-1-1 0 0 0,1 1 0 0 0,-1 0 0 0 0,0 0-1 0 0,0 0 1 0 0,0 2 0 0 0,-3-1 1 0 0,3-3 0 0 0,-1 1 1 0 0,1-1-1 0 0,-1 1 1 0 0,1-1 0 0 0,-1 1-1 0 0,1 0 1 0 0,-1-1-1 0 0,1 1 1 0 0,0 0-1 0 0,-1-1 1 0 0,1 1-1 0 0,0 0 1 0 0,0-1-1 0 0,-1 1 1 0 0,1 0 0 0 0,0 0-1 0 0,0-1 1 0 0,0 1-1 0 0,0 0 1 0 0,0 0-1 0 0,0 0 1 0 0,-2 5 12 0 0,0 0 1 0 0,-1-1-1 0 0,0 1 1 0 0,0-1-1 0 0,-8 10 1 0 0,-21 21 117 0 0,27-30-106 0 0,0-1-1 0 0,0 1 1 0 0,-1-1-1 0 0,1 0 1 0 0,-1-1 0 0 0,0 1-1 0 0,-11 5 1 0 0,-14 11 70 0 0,24-15-79 0 0,-1 0 1 0 0,0-1-1 0 0,-1-1 1 0 0,1 1-1 0 0,-1-1 1 0 0,0-1-1 0 0,-9 3 1 0 0,-3 5 147 0 0,9-5-2618 0 0,25-24-912 0 0,7-1-30 0 0,-9 8 2383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57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437 1 68 0 0,'-6'4'717'0'0,"0"1"-1"0"0,1-1 1 0 0,0 1 0 0 0,0 0-1 0 0,0 1 1 0 0,-6 8 0 0 0,-22 24 214 0 0,11-8-274 0 0,-42 31 76 0 0,43-44-574 0 0,-25 27 0 0 0,15-12-88 0 0,14-11-43 0 0,14-17-25 0 0,1-1-1 0 0,-1 1 1 0 0,1-1 0 0 0,-1 0 0 0 0,0 0 0 0 0,0 0-1 0 0,-1 0 1 0 0,-3 3 0 0 0,-57 44-266 0 0,54-40-20 0 0,10-9 252 0 0,-1-1 1 0 0,1 1 0 0 0,0 0 0 0 0,-1-1-1 0 0,1 1 1 0 0,-1-1 0 0 0,1 1 0 0 0,-1-1-1 0 0,1 1 1 0 0,-1-1 0 0 0,0 1 0 0 0,1-1-1 0 0,-1 0 1 0 0,1 1 0 0 0,-1-1 0 0 0,0 0-1 0 0,1 1 1 0 0,-1-1 0 0 0,-1 0 0 0 0,-39 24-4315 0 0,39-24 3222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09:59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72 144 0 0,'0'0'1006'0'0,"2"-26"7963"0"0,-2 26-9001 0 0,1-1 74 0 0,-1 1 0 0 0,1 0 0 0 0,0 0 0 0 0,-1-1 0 0 0,1 1 0 0 0,-1 0 0 0 0,0-1 0 0 0,1 1 0 0 0,-1-1 0 0 0,1 1 1 0 0,-1-1-1 0 0,1 1 0 0 0,-1-1 0 0 0,0 1 0 0 0,0-1 0 0 0,1 1 0 0 0,-1-1 0 0 0,0 1 0 0 0,0-1 0 0 0,1 1 0 0 0,-1-1 0 0 0,0 0 0 0 0,0 1 1 0 0,0-1-1 0 0,0 1 0 0 0,0-1 0 0 0,0 0 0 0 0,0 1 0 0 0,0-1 0 0 0,0 0 0 0 0,22-13 542 0 0,-19 13-568 0 0,1-1 0 0 0,0 1 0 0 0,0-1 0 0 0,0 1-1 0 0,0 0 1 0 0,8 0 0 0 0,-4-1-6 0 0,3 0-5 0 0,-1 1-1 0 0,1 0 1 0 0,0 1-1 0 0,-1 0 1 0 0,13 2 0 0 0,12-1 0 0 0,3-2 4 0 0,-21 0-6 0 0,0 1 0 0 0,0 0 0 0 0,0 1 0 0 0,28 5 0 0 0,-40-4-5 0 0,4 0-9 0 0,0 1-1 0 0,0 0 1 0 0,15 8 0 0 0,-23-11 7 0 0,0 1 1 0 0,-1-1-1 0 0,1 1 1 0 0,0-1-1 0 0,-1 1 1 0 0,1 0-1 0 0,0-1 1 0 0,-1 1-1 0 0,1 0 1 0 0,-1 0-1 0 0,1-1 1 0 0,-1 1-1 0 0,0 0 1 0 0,1 0-1 0 0,-1 0 0 0 0,0-1 1 0 0,1 1-1 0 0,-1 0 1 0 0,0 0-1 0 0,0 0 1 0 0,0 0-1 0 0,0 0 1 0 0,0 0-1 0 0,0-1 1 0 0,0 3-1 0 0,-9 27-51 0 0,3-20 42 0 0,0 0-1 0 0,0-1 1 0 0,-11 14 0 0 0,-27 25-13 0 0,-2-2 1 0 0,-81 62-1 0 0,84-65 19 0 0,-12 5 21 0 0,52-45-13 0 0,-1-1 0 0 0,1 0-1 0 0,-1 1 1 0 0,1 0 0 0 0,0 0 0 0 0,0 0-1 0 0,0 0 1 0 0,1 1 0 0 0,-5 6-1 0 0,-14 16 3 0 0,-5 3 4 0 0,-1 4-15 0 0,24-31 18 0 0,3-2 1 0 0,-1 0-1 0 0,0 1 0 0 0,1-1 1 0 0,-1 1-1 0 0,1-1 1 0 0,-1 0-1 0 0,0 1 1 0 0,1-1-1 0 0,-1 1 0 0 0,1-1 1 0 0,-1 1-1 0 0,1 0 1 0 0,0-1-1 0 0,-1 1 0 0 0,1-1 1 0 0,-1 1-1 0 0,1 0 1 0 0,0 0-1 0 0,0-1-6 0 0,1 1 0 0 0,-1-1 0 0 0,1 0 0 0 0,-1 0 0 0 0,1 0 0 0 0,-1 0 0 0 0,1 1 0 0 0,-1-1 0 0 0,1 0 0 0 0,0 0 0 0 0,-1 0 0 0 0,1 0 0 0 0,-1 0 0 0 0,1 0 0 0 0,-1-1 0 0 0,1 1 0 0 0,-1 0 0 0 0,1 0 0 0 0,0 0 0 0 0,-1 0 0 0 0,1-1 0 0 0,-1 1 0 0 0,1 0 0 0 0,-1-1 0 0 0,0 1 0 0 0,1 0 0 0 0,-1-1 0 0 0,1 1 0 0 0,-1 0 0 0 0,1-1 0 0 0,-1 1 0 0 0,0-1 0 0 0,1 0 0 0 0,16-11 95 0 0,-11 9-75 0 0,9-7-22 0 0,0 2-1 0 0,24-10 1 0 0,-28 14-4 0 0,1 1-1 0 0,0 0 1 0 0,0 1 0 0 0,0 0-1 0 0,0 1 1 0 0,0 0 0 0 0,0 1-1 0 0,1 0 1 0 0,20 4 0 0 0,-17-1 5 0 0,-8-2-3 0 0,0 1-1 0 0,0-1 0 0 0,0 2 1 0 0,0-1-1 0 0,11 6 0 0 0,-17-7-1 0 0,-2-1 0 0 0,1 1 0 0 0,0-1 0 0 0,-1 0 1 0 0,1 0-1 0 0,-1 1 0 0 0,1-1 0 0 0,-1 0 0 0 0,1 1 0 0 0,-1-1 0 0 0,1 1 0 0 0,-1-1 0 0 0,1 1 1 0 0,-1-1-1 0 0,1 1 0 0 0,-1-1 0 0 0,0 1 0 0 0,1-1 0 0 0,-1 1 0 0 0,0 0 0 0 0,0-1 1 0 0,1 1-1 0 0,-1-1 0 0 0,0 1 0 0 0,0 0 0 0 0,0-1 0 0 0,0 1 0 0 0,0 0 0 0 0,1 1 0 0 0,3 2-50 0 0,-4-3 42 0 0,1-1 0 0 0,-1 0-1 0 0,0 0 1 0 0,1 0 0 0 0,-1 1-1 0 0,1-1 1 0 0,-1 0-1 0 0,0 1 1 0 0,1-1 0 0 0,-1 0-1 0 0,0 1 1 0 0,0-1-1 0 0,1 0 1 0 0,-1 1 0 0 0,0-1-1 0 0,0 0 1 0 0,1 1 0 0 0,-1-1-1 0 0,0 1 1 0 0,0-1-1 0 0,0 1 1 0 0,0-1 0 0 0,0 0-1 0 0,0 1 1 0 0,0 0-1 0 0,4 4-137 0 0,-3-5 114 0 0,-1 0 0 0 0,1 1 0 0 0,-1-1 0 0 0,1 0 1 0 0,-1 0-1 0 0,0 1 0 0 0,1-1 0 0 0,-1 0 1 0 0,0 1-1 0 0,1-1 0 0 0,-1 1 0 0 0,0-1 1 0 0,1 0-1 0 0,-1 1 0 0 0,0-1 0 0 0,0 1 1 0 0,1-1-1 0 0,-1 1 0 0 0,0-1 0 0 0,0 1 1 0 0,0-1-1 0 0,0 1 0 0 0,0-1 0 0 0,1 1 1 0 0,-1-1-1 0 0,0 1 0 0 0,0-1 0 0 0,0 1 1 0 0,-1-1-1 0 0,1 1 0 0 0,2 19-2955 0 0,5-14 31 0 0,4-1 1780 0 0,2 0-870 0 0,-2-5 1006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0.2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393 0 96 0 0,'0'0'6151'0'0,"-20"1"-5639"0"0,-3 8-99 0 0,20-8-351 0 0,-1 0-1 0 0,0 1 0 0 0,0-1 1 0 0,1 1-1 0 0,-1 0 1 0 0,0 0-1 0 0,1 0 1 0 0,0 0-1 0 0,0 0 1 0 0,-1 1-1 0 0,-3 4 0 0 0,-15 12 215 0 0,19-16-231 0 0,-1-1-1 0 0,1 1 1 0 0,0 0 0 0 0,0 0 0 0 0,0 0 0 0 0,0 0-1 0 0,0 1 1 0 0,1-1 0 0 0,-4 6 0 0 0,2-1 44 0 0,-1 0 1 0 0,-1 0-1 0 0,0-1 0 0 0,-11 12 1 0 0,-8 10 90 0 0,-84 107 101 0 0,87-100-278 0 0,-13 4-175 0 0,17-18 45 0 0,16-7-1509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2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380 80 0 0 0,'1'-2'248'0'0,"-1"-1"0"0"0,1 1-1 0 0,0-1 1 0 0,-1 1 0 0 0,1 0 0 0 0,0-1 0 0 0,1 1-1 0 0,-1 0 1 0 0,0 0 0 0 0,1 0 0 0 0,-1 0 0 0 0,1 0-1 0 0,-1 0 1 0 0,4-2 0 0 0,-1-16 629 0 0,-3 20-770 0 0,1-1 0 0 0,-1 1 0 0 0,0-1 1 0 0,0 1-1 0 0,1-1 0 0 0,-1 0 0 0 0,0 0 1 0 0,0 1-1 0 0,0-1 0 0 0,0 0 0 0 0,0 0 0 0 0,0 0 1 0 0,0 0-1 0 0,1-2 0 0 0,11-8 2411 0 0,-44 36-2189 0 0,20-11-244 0 0,0 0 0 0 0,0 0 0 0 0,-19 15 0 0 0,-7 9 3 0 0,-72 61 85 0 0,74-71-109 0 0,30-25-46 0 0,0 0 0 0 0,0 1-1 0 0,1 0 1 0 0,-1 0 0 0 0,1 0 0 0 0,-1 1-1 0 0,-5 8 1 0 0,8-11-10 0 0,0 0-1 0 0,0 1 0 0 0,0-2 1 0 0,0 1-1 0 0,0 0 0 0 0,0 0 1 0 0,-1-1-1 0 0,1 1 0 0 0,-1-1 1 0 0,-4 3-1 0 0,-15 10 72 0 0,21-13-66 0 0,-1 1 1 0 0,1-1-1 0 0,-1 1 0 0 0,1-1 0 0 0,-1 0 0 0 0,0 0 0 0 0,1 0 0 0 0,-1 0 1 0 0,0 0-1 0 0,0 0 0 0 0,1 0 0 0 0,-1 0 0 0 0,0-1 0 0 0,0 1 0 0 0,0-1 1 0 0,0 0-1 0 0,0 1 0 0 0,0-1 0 0 0,0 0 0 0 0,0 0 0 0 0,0 0 0 0 0,0 0 1 0 0,0-1-1 0 0,0 1 0 0 0,0 0 0 0 0,0-1 0 0 0,-4-1 0 0 0,5 1 49 0 0,0 1-35 0 0,0-1-1 0 0,1 1 1 0 0,-1-1 0 0 0,0 1 0 0 0,1-1 0 0 0,-1 1 0 0 0,1-1 0 0 0,-1 1 0 0 0,1-1 0 0 0,-1 1-1 0 0,1-1 1 0 0,-1 0 0 0 0,1 1 0 0 0,0-1 0 0 0,-1 0 0 0 0,1 1 0 0 0,0-2 0 0 0,3 1 5 0 0,-3 1-28 0 0,0 0 0 0 0,1 0 0 0 0,-1 0 0 0 0,0 0 0 0 0,0 0 0 0 0,1 0-1 0 0,-1 0 1 0 0,0 0 0 0 0,0 0 0 0 0,1-1 0 0 0,-1 1 0 0 0,0 0 0 0 0,0 0 0 0 0,0 0 0 0 0,1 0 0 0 0,-1 0 0 0 0,0-1 0 0 0,0 1 0 0 0,0 0 0 0 0,0 0 0 0 0,1 0 0 0 0,-1 0 0 0 0,0-1 0 0 0,0 1 0 0 0,0 0 0 0 0,0 0 0 0 0,0-1 0 0 0,0 1 0 0 0,1 0 0 0 0,-1 0 0 0 0,0 0 0 0 0,0-1 0 0 0,0 1 0 0 0,0 0 0 0 0,0 0 0 0 0,0-1 0 0 0,0 1-1 0 0,0 0 1 0 0,0 0 0 0 0,0-1 0 0 0,0 1 0 0 0,0-1 1 0 0,0 1 0 0 0,0-1 1 0 0,0 1-1 0 0,1-1 0 0 0,-1 1 0 0 0,0 0 0 0 0,1-1 0 0 0,-1 1 0 0 0,0-1 0 0 0,1 1 0 0 0,-1 0 0 0 0,0-1 0 0 0,1 1 0 0 0,-1 0 0 0 0,1 0 0 0 0,-1-1 0 0 0,0 1 0 0 0,1 0 0 0 0,-1 0 1 0 0,1-1-1 0 0,-1 1 0 0 0,1 0 0 0 0,-1 0 0 0 0,1 0 0 0 0,-1 0 0 0 0,1 0 0 0 0,0 0 0 0 0,23-3 74 0 0,-5 1-60 0 0,-2-1-23 0 0,0 1 0 0 0,1 0 0 0 0,-1 1 0 0 0,33 3 0 0 0,-5-1-14 0 0,33 5 22 0 0,-70-5-1 0 0,0-1 1 0 0,0 1-1 0 0,0 0 0 0 0,-1 1 1 0 0,16 5-1 0 0,-19-5 5 0 0,1 0-1 0 0,0 0 0 0 0,0 0 1 0 0,0-1-1 0 0,0 0 0 0 0,0 0 1 0 0,0 0-1 0 0,10 0 0 0 0,-5 2 3 0 0,1 0-1021 0 0,-8-15-9220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2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15 608 0 0,'0'-7'-18'0'0,"0"-1"3930"0"0,-6 11-765 0 0,3-2-3327 0 0,-10 29 620 0 0,13-28-411 0 0,0-1-1 0 0,-1 1 0 0 0,1 0 1 0 0,-1 0-1 0 0,1-1 0 0 0,-1 1 1 0 0,0 0-1 0 0,1 0 0 0 0,-1-1 1 0 0,0 1-1 0 0,0-1 0 0 0,-3 3 1 0 0,3-2-7 0 0,0-1 0 0 0,0 1 1 0 0,0-1-1 0 0,0 1 1 0 0,0-1-1 0 0,0 1 0 0 0,1 0 1 0 0,-1-1-1 0 0,0 1 1 0 0,1 0-1 0 0,-1 0 0 0 0,1 3 1 0 0,-11 32 373 0 0,0 12 87 0 0,0-7-199 0 0,0 7 9 0 0,0-18-118 0 0,0 31-19 0 0,0-32-114 0 0,0 6-47 0 0,0-5 13 0 0,1-1-4 0 0,-1 7-4 0 0,6-23-5 0 0,-1 4-132 0 0,1-11-74 0 0,5-7 194 0 0,-1 0 0 0 0,1 0 0 0 0,-1 1 0 0 0,1-1 0 0 0,0 0 0 0 0,-1 0 0 0 0,1 1 0 0 0,0-1 0 0 0,-1 0 1 0 0,1 1-1 0 0,0-1 0 0 0,0 0 0 0 0,-1 1 0 0 0,1-1 0 0 0,0 0 0 0 0,0 1 0 0 0,0-1 0 0 0,-1 1 0 0 0,1-1 0 0 0,0 0 1 0 0,0 1-1 0 0,0-1 0 0 0,0 1 0 0 0,0-1 0 0 0,0 1 0 0 0,0-1 0 0 0,0 1 0 0 0,0 0-258 0 0,1 0-679 0 0,-1 0 888 0 0,1-1 0 0 0,-1 1 1 0 0,0-1-1 0 0,1 0 1 0 0,-1 1-1 0 0,1-1 0 0 0,-1 0 1 0 0,1 1-1 0 0,-1-1 0 0 0,1 0 1 0 0,-1 0-1 0 0,1 1 1 0 0,0-1-1 0 0,-1 0 0 0 0,1 0 1 0 0,-1 0-1 0 0,1 0 1 0 0,-1 0-1 0 0,1 0 0 0 0,1 0 1 0 0,7 0-770 0 0,0 0 0 0 0,0-1 0 0 0,0-1 0 0 0,0 1 0 0 0,-1-1 0 0 0,1-1 0 0 0,16-6 0 0 0,-5 3 544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3.1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252 1 0 0 0,'0'0'3239'0'0,"-1"24"-439"0"0,-21 2-2024 0 0,8-10-388 0 0,0 0 0 0 0,-22 19 0 0 0,10-10-38 0 0,-24 28 0 0 0,50-52-345 0 0,-75 91 411 0 0,64-79-395 0 0,11-12-65 0 0,0 0 0 0 0,-1 0 1 0 0,1 0-1 0 0,0-1 0 0 0,-1 1 1 0 0,1 0-1 0 0,0 0 0 0 0,0 0 1 0 0,0 0-1 0 0,-1 0 0 0 0,1 0 1 0 0,0 0-1 0 0,0 0 0 0 0,1 0 1 0 0,-1 0-1 0 0,0 0 0 0 0,0 0 0 0 0,1 1 1 0 0,-1-2-1 0 0,0 0 0 0 0,0 0 0 0 0,0 0 0 0 0,0 1 0 0 0,0-1 0 0 0,0 0 1 0 0,0 0-1 0 0,0 1 0 0 0,0-1 0 0 0,0 0 0 0 0,1 0 0 0 0,-1 0 0 0 0,0 1 0 0 0,0-1 1 0 0,0 0-1 0 0,0 0 0 0 0,1 0 0 0 0,-1 1 0 0 0,0-1 0 0 0,0 0 0 0 0,0 0 0 0 0,0 0 1 0 0,1 0-1 0 0,-1 0 0 0 0,0 0 0 0 0,0 0 0 0 0,1 1 0 0 0,-1-1 0 0 0,0 0 0 0 0,0 0 0 0 0,1 0 1 0 0,-1 0-1 0 0,0 0 0 0 0,0 0 0 0 0,1 0 0 0 0,-1 0 0 0 0,0 0 0 0 0,16-3-1220 0 0,19-10-547 0 0,-29 10 1302 0 0,31-20-2204 0 0,-17 16 2387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3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286 26 0 0 0,'4'-7'927'0'0,"-3"7"-865"0"0,-1-1 0 0 0,1 1-1 0 0,-1 0 1 0 0,0 0 0 0 0,1 0 0 0 0,-1-1-1 0 0,1 1 1 0 0,-1 0 0 0 0,0-1 0 0 0,0 1 0 0 0,1 0-1 0 0,-1-1 1 0 0,0 1 0 0 0,0-1 0 0 0,1 1 0 0 0,-1 0-1 0 0,0-1 1 0 0,0 1 0 0 0,0-1 0 0 0,1 1 0 0 0,-1-1-1 0 0,0 1 1 0 0,0 0 0 0 0,0-1 0 0 0,0 1 0 0 0,0-1-1 0 0,0 1 1 0 0,0-2 0 0 0,0 2 12 0 0,0 0 1 0 0,0 0-1 0 0,0-1 0 0 0,0 1 1 0 0,0 0-1 0 0,0 0 0 0 0,0 0 1 0 0,0-1-1 0 0,0 1 0 0 0,0 0 0 0 0,0 0 1 0 0,0-1-1 0 0,0 1 0 0 0,0 0 1 0 0,0 0-1 0 0,0-1 0 0 0,0 1 1 0 0,0 0-1 0 0,0 0 0 0 0,0 0 1 0 0,-1-1-1 0 0,1 1 0 0 0,0 0 1 0 0,0 0-1 0 0,0 0 0 0 0,0-1 1 0 0,0 1-1 0 0,-1 0 0 0 0,1 0 1 0 0,0 0-1 0 0,0 0 0 0 0,0 0 1 0 0,-1 0-1 0 0,1-1 0 0 0,0 1 1 0 0,0 0-1 0 0,-1 0 0 0 0,-8 6 1042 0 0,-14 25-1156 0 0,13-18 506 0 0,-16 12-14 0 0,20-20-361 0 0,0 1 1 0 0,0-1-1 0 0,0 1 0 0 0,1 1 0 0 0,-5 6 0 0 0,-4 1 72 0 0,13-13-151 0 0,0 0-1 0 0,0 0 0 0 0,-1 0 1 0 0,1 0-1 0 0,0 0 0 0 0,0 0 0 0 0,0 1 1 0 0,0-1-1 0 0,0 0 0 0 0,0 1 0 0 0,0-1 1 0 0,1 0-1 0 0,-1 1 0 0 0,0-1 0 0 0,1 1 1 0 0,-1-1-1 0 0,1 1 0 0 0,0 0 1 0 0,-1-1-1 0 0,1 3 0 0 0,-5 8 98 0 0,-1 6 85 0 0,6-7-100 0 0,0-8-58 0 0,-1 0-1 0 0,1-1 1 0 0,0 1-1 0 0,0 0 1 0 0,0-1-1 0 0,1 1 1 0 0,-1-1-1 0 0,0 1 1 0 0,1 0-1 0 0,0-1 0 0 0,0 1 1 0 0,0-1-1 0 0,0 1 1 0 0,0-1-1 0 0,2 3 1 0 0,1 14 227 0 0,-2-17-231 0 0,1 1 20 0 0,0 0-1 0 0,0 1 0 0 0,0-1 0 0 0,0 1 1 0 0,-1 0-1 0 0,0 0 0 0 0,1 0 0 0 0,-1 0 1 0 0,-1 0-1 0 0,3 5 0 0 0,7 15 182 0 0,0 1-26 0 0,-7-11-94 0 0,-3-13-104 0 0,0 0 1 0 0,0 0-1 0 0,-1 0 1 0 0,1 0-1 0 0,-1 0 0 0 0,1 1 1 0 0,-1-1-1 0 0,0 0 1 0 0,1 0-1 0 0,-1 1 1 0 0,0-1-1 0 0,0 0 1 0 0,0 3-1 0 0,1 13 101 0 0,-1-10-75 0 0,1-1 1 0 0,-1 0-1 0 0,0 0 0 0 0,-1 1 1 0 0,1-1-1 0 0,-1 0 1 0 0,-1 0-1 0 0,1 0 1 0 0,-5 11-1 0 0,-5 13 133 0 0,-3 9 89 0 0,7-30-167 0 0,0 0-1 0 0,-1-1 0 0 0,0 0 0 0 0,-1 0 0 0 0,1-1 0 0 0,-1 0 1 0 0,-1-1-1 0 0,1 0 0 0 0,-21 10 0 0 0,17-9-34 0 0,-51 12 137 0 0,64-19-213 0 0,-1-1-1 0 0,1 1 1 0 0,0-1 0 0 0,-1 1-1 0 0,1-1 1 0 0,0 0-1 0 0,0 1 1 0 0,-1-1 0 0 0,1 1-1 0 0,0-1 1 0 0,0 0-1 0 0,0 1 1 0 0,0-1 0 0 0,0 0-1 0 0,0 1 1 0 0,0-1-1 0 0,0 0 1 0 0,0 1 0 0 0,0-1-1 0 0,0 0 1 0 0,0 1-1 0 0,1-1 1 0 0,-1 0 0 0 0,0 1-1 0 0,0-1 1 0 0,1 1-1 0 0,-1-1 1 0 0,1 0-1 0 0,10-32-1328 0 0,53-88-3919 0 0,-43 59 2645 0 0,-15 54 2145 0 0,-1 0 6 0 0,-1 1-1 0 0,0-1 1 0 0,0 0-1 0 0,4-15 1 0 0,-6 0 162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4.0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62 824 0 0,'0'0'2734'0'0,"12"0"-674"0"0,43 6 757 0 0,-23-8-2405 0 0,1-1 0 0 0,46-11 0 0 0,-52 9-348 0 0,89-24-936 0 0,-89 21-72 0 0,4 1-1335 0 0,-29 7 1707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4.4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1 0 0 0,'0'0'1041'0'0,"-2"24"2428"0"0,-14-1-2808 0 0,13-18-528 0 0,0 0 1 0 0,-1 0-1 0 0,1 0 1 0 0,-1 0-1 0 0,-5 4 1 0 0,-35 45 673 0 0,12 1-355 0 0,-23 19-56 0 0,22-19-211 0 0,7-16-110 0 0,18-24-51 0 0,-14 17 16 0 0,13-20-33 0 0,-2 6-15 0 0,0 6-695 0 0,11-23 477 0 0,5-1-194 0 0,1-1 0 0 0,-1 0 0 0 0,0 0 0 0 0,0 0 1 0 0,0 0-1 0 0,0-1 0 0 0,0 1 0 0 0,8-6 0 0 0,11-3-1248 0 0,-4 4 710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4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9 0 0 0,'8'-9'5266'0'0,"-14"15"-2333"0"0,4 3-3877 0 0,-9 20 1719 0 0,11-26-717 0 0,-1-1-1 0 0,1 1 1 0 0,-1-1-1 0 0,0 0 1 0 0,1 1 0 0 0,-1-1-1 0 0,0 0 1 0 0,0 0-1 0 0,-1 1 1 0 0,-1 2 0 0 0,1-3-13 0 0,1 0 0 0 0,0 0 0 0 0,0 0 0 0 0,0 0 1 0 0,0 0-1 0 0,0 0 0 0 0,0 0 0 0 0,1 1 0 0 0,-1-1 1 0 0,0 4-1 0 0,1-4 17 0 0,-1 1 0 0 0,1 0 0 0 0,-1-1 0 0 0,0 1 0 0 0,0-1 0 0 0,0 1 0 0 0,0-1 0 0 0,-1 1 0 0 0,-2 3 0 0 0,-4 9 206 0 0,2 5 1 0 0,3-9-130 0 0,-1-1 0 0 0,0 0 0 0 0,0 0 0 0 0,0 0 1 0 0,-2-1-1 0 0,-8 15 0 0 0,9-18-89 0 0,1 1 1 0 0,0-1 0 0 0,1 1 0 0 0,-1 0-1 0 0,-3 13 1 0 0,-1 0 39 0 0,-5 2-20 0 0,11-19-64 0 0,0 0 1 0 0,0 0-1 0 0,0 0 0 0 0,0 0 0 0 0,1 1 0 0 0,-1-1 0 0 0,1 0 0 0 0,0 1 1 0 0,-2 6-1 0 0,-2 3 9 0 0,-1 5 4 0 0,-5 6-57 0 0,11-23-7 0 0,11 4-3219 0 0,33-34-1642 0 0,-22 11 2667 0 0,-11 11 1123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05.6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316 50 724 0 0,'0'0'6866'0'0,"13"-13"-5693"0"0,50 7-493 0 0,1 0-507 0 0,-19 0-133 0 0,21 0-31 0 0,-12-1-29 0 0,-21 1-28 0 0,-35 25 9 0 0,-12 5 20 0 0,12-20 19 0 0,1-1 0 0 0,-1 0-1 0 0,0 1 1 0 0,0-1 0 0 0,0 0 0 0 0,-1 0 0 0 0,1 0-1 0 0,-1 0 1 0 0,1 0 0 0 0,-5 2 0 0 0,3-1 1 0 0,1 0 0 0 0,-1 1 0 0 0,1-1-1 0 0,-1 1 1 0 0,1-1 0 0 0,0 1 0 0 0,1 0 0 0 0,-4 9 0 0 0,-3 5 6 0 0,6-15-7 0 0,-2 3 9 0 0,1 0-1 0 0,0 1 1 0 0,0 0 0 0 0,0 0-1 0 0,1 0 1 0 0,0 0 0 0 0,-2 12 0 0 0,-6 17 62 0 0,11-34-62 0 0,-1 1-1 0 0,1-1 1 0 0,-1 0 0 0 0,0 0 0 0 0,0 0-1 0 0,0 1 1 0 0,0-1 0 0 0,-4 5 0 0 0,4-5 1 0 0,-1 0 0 0 0,1 0 0 0 0,-1-1 0 0 0,1 1 0 0 0,0 0 0 0 0,0 1 0 0 0,1-1 0 0 0,-2 6 0 0 0,2-6 3 0 0,0 0 0 0 0,-1 0 0 0 0,1 0 0 0 0,-1 0 0 0 0,0 0 0 0 0,0 0 0 0 0,-1 0-1 0 0,1 0 1 0 0,-3 4 0 0 0,3-4-1 0 0,-1 0 0 0 0,1-1 0 0 0,0 1 0 0 0,0 0-1 0 0,0 0 1 0 0,0 0 0 0 0,0 1 0 0 0,0-1 0 0 0,1 4 0 0 0,-1-4 3 0 0,1 1-1 0 0,-1-1 1 0 0,1 1 0 0 0,-1-1 0 0 0,0 1 0 0 0,0-1 0 0 0,-1 0 0 0 0,-2 5 0 0 0,2-4 3 0 0,1-1 1 0 0,-1 1-1 0 0,1-1 0 0 0,0 1 1 0 0,0 0-1 0 0,0-1 0 0 0,0 1 1 0 0,0 7-1 0 0,1-8-4 0 0,-1 0 0 0 0,0 1 1 0 0,1-1-1 0 0,-1 0 0 0 0,0 0 0 0 0,0 1 0 0 0,-1-1 0 0 0,-1 3 1 0 0,1-2 4 0 0,0 0 0 0 0,1-1 0 0 0,-1 1 0 0 0,1 0 0 0 0,0 0 1 0 0,0 0-1 0 0,0 0 0 0 0,0 6 0 0 0,-3 7 52 0 0,2-15-59 0 0,1 0 1 0 0,0 1-1 0 0,1-1 1 0 0,-1 1 0 0 0,0-1-1 0 0,1 1 1 0 0,0-1-1 0 0,-1 5 1 0 0,-4 10 39 0 0,4-15-43 0 0,1 0 0 0 0,-1 0 1 0 0,0 0-1 0 0,0 1 0 0 0,1-1 0 0 0,-1 0 0 0 0,1 0 1 0 0,-1 1-1 0 0,1 3 0 0 0,-4 11 34 0 0,-3 8 6 0 0,8-23-46 0 0,-1-1 1 0 0,0 1-1 0 0,0-1 0 0 0,0 1 1 0 0,0-1-1 0 0,-1 1 0 0 0,1 0 0 0 0,0-1 1 0 0,0 1-1 0 0,-1-1 0 0 0,1 1 1 0 0,-1-1-1 0 0,0 1 0 0 0,1-1 1 0 0,-1 0-1 0 0,0 1 0 0 0,0-1 0 0 0,-2 3 1 0 0,3-4-2 0 0,-1 1 0 0 0,1 0-1 0 0,0 0 1 0 0,-1 0 0 0 0,1 0 0 0 0,0 0 0 0 0,0 0 0 0 0,-1 0 0 0 0,1 0 0 0 0,0 0 0 0 0,0 0 0 0 0,0 0 0 0 0,0 0-1 0 0,0 0 1 0 0,1 0 0 0 0,-1 0 0 0 0,0 1 0 0 0,1-1-1 0 0,-1 0 0 0 0,0 0 0 0 0,0 0 0 0 0,1 0 0 0 0,-1 0 0 0 0,0 0 0 0 0,0 0 0 0 0,0 0 1 0 0,0 0-1 0 0,-1 0 0 0 0,1-1 0 0 0,0 1 0 0 0,0 0 0 0 0,-1 0 0 0 0,1 0 0 0 0,0 0 0 0 0,-1 1 0 0 0,-1 0 1 0 0,1 0 0 0 0,0 0-1 0 0,0-1 1 0 0,0 1 0 0 0,0 0 0 0 0,1 0-1 0 0,-1 0 1 0 0,0 0 0 0 0,1 0 0 0 0,-1 0 0 0 0,1 0-1 0 0,0 0 1 0 0,0 0 0 0 0,0 0 0 0 0,0 0-1 0 0,0 0 1 0 0,1 3 0 0 0,-6 5 0 0 0,5-9-1 0 0,-1 1 1 0 0,0-1 0 0 0,0 0-1 0 0,1 1 1 0 0,-1-1 0 0 0,1 0-1 0 0,-1 1 1 0 0,1-1 0 0 0,-1 1-1 0 0,1-1 1 0 0,0 1 0 0 0,0 2-1 0 0,0 6 13 0 0,0-9-12 0 0,1 1-1 0 0,-1-1 0 0 0,0 1 1 0 0,0-1-1 0 0,0 0 0 0 0,0 1 1 0 0,0-1-1 0 0,0 1 0 0 0,0-1 0 0 0,-1 0 1 0 0,1 1-1 0 0,0-1 0 0 0,-1 0 1 0 0,1 1-1 0 0,-1-1 0 0 0,1 0 1 0 0,-1 1-1 0 0,0-1 0 0 0,1 0 0 0 0,-1 0 1 0 0,0 0-1 0 0,0 0 0 0 0,-1 2 1 0 0,1-2-1 0 0,1-1-1 0 0,-1 1 1 0 0,1 0 0 0 0,0 0 0 0 0,-1 0 0 0 0,1-1-1 0 0,0 1 1 0 0,0 0 0 0 0,-1 0 0 0 0,1 0 0 0 0,0 0 0 0 0,0 0-1 0 0,0 0 1 0 0,0-1 0 0 0,0 1 0 0 0,0 0 0 0 0,1 0-1 0 0,-1 2 1 0 0,-1 15 87 0 0,-17-1 217 0 0,16-16-255 0 0,-11 4 87 0 0,8-3-115 0 0,0-1-1 0 0,0 0 1 0 0,0 0 0 0 0,0 0-1 0 0,-1 0 1 0 0,1-1-1 0 0,-7 0 1 0 0,-12 1-8 0 0,-42 6-155 0 0,49-6-419 0 0,1 0 1 0 0,-29 7-1 0 0,-9 4-3263 0 0,19-6-314 0 0,15-5 2725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18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815 32 0 0 0,'0'0'487'0'0,"-22"-19"6179"0"0,22 19-6635 0 0,-1-1-1 0 0,1 1 1 0 0,-1-1 0 0 0,1 1 0 0 0,0 0 0 0 0,-1-1 0 0 0,1 1 0 0 0,-1-1-1 0 0,1 1 1 0 0,0 0 0 0 0,-1 0 0 0 0,1-1 0 0 0,-1 1 0 0 0,1 0 0 0 0,-1 0-1 0 0,0-1 1 0 0,1 1 0 0 0,-1 0 0 0 0,1 0 0 0 0,-1 0 0 0 0,1 0 0 0 0,-1 0 0 0 0,1 0-1 0 0,-1 0 1 0 0,1 0 0 0 0,-2 0 0 0 0,-22 0 903 0 0,16 0-1061 0 0,-5 0 214 0 0,6-1-60 0 0,0 1 1 0 0,1 0-1 0 0,-1 0 1 0 0,0 0 0 0 0,0 1-1 0 0,1 0 1 0 0,-10 3-1 0 0,-35 2-30 0 0,48-5 3 0 0,0 0 1 0 0,-1 0-1 0 0,1-1 0 0 0,0 1 1 0 0,-1-1-1 0 0,1 0 1 0 0,0 0-1 0 0,-1 0 0 0 0,1 0 1 0 0,-5-1-1 0 0,-7-1 8 0 0,-105 2 9 0 0,85-18 38 0 0,17 18-94 0 0,16 0 33 0 0,-19 7-33 0 0,16-1 40 0 0,5-6 0 0 0,0 0-1 0 0,-1 0 0 0 0,1 1 0 0 0,-1-1 1 0 0,1 0-1 0 0,0 0 0 0 0,-1 1 0 0 0,1-1 1 0 0,0 0-1 0 0,-1 1 0 0 0,1-1 0 0 0,0 0 1 0 0,-1 1-1 0 0,1-1 0 0 0,0 0 0 0 0,0 1 0 0 0,-1-1 1 0 0,1 1-1 0 0,0-1 0 0 0,0 0 0 0 0,0 1 1 0 0,0-1-1 0 0,0 1 0 0 0,0-1 0 0 0,-1 1 1 0 0,1-1-1 0 0,0 0 0 0 0,0 1 0 0 0,0-1 0 0 0,0 1 1 0 0,0-1-1 0 0,1 1 0 0 0,-11 15 52 0 0,9-15-44 0 0,0 1-1 0 0,0-1 1 0 0,0 0 0 0 0,0 0-1 0 0,0 1 1 0 0,0-1-1 0 0,0 0 1 0 0,0 1-1 0 0,1-1 1 0 0,-1 1-1 0 0,0-1 1 0 0,1 1 0 0 0,-1 1-1 0 0,1 0 4 0 0,-1-1-1 0 0,1 0 1 0 0,-1 0-1 0 0,0 0 1 0 0,1 1-1 0 0,-1-1 1 0 0,0 0-1 0 0,0 0 1 0 0,0 0 0 0 0,-3 3-1 0 0,3-4 0 0 0,0 1 1 0 0,-1 1-1 0 0,1-1 0 0 0,0 0 1 0 0,0 0-1 0 0,0 0 0 0 0,0 1 1 0 0,1-1-1 0 0,-1 0 0 0 0,0 4 1 0 0,0-1 4 0 0,0 0 1 0 0,0-1 0 0 0,0 1 0 0 0,-1-1 0 0 0,0 1 0 0 0,0-1 0 0 0,0 0 0 0 0,0 0 0 0 0,-4 4 0 0 0,-5 12 28 0 0,-36 104 167 0 0,39-110-196 0 0,6-13-11 0 0,1 1-1 0 0,0 0 0 0 0,0-1 1 0 0,0 1-1 0 0,0 0 0 0 0,0 0 1 0 0,0 0-1 0 0,0 0 0 0 0,1 0 0 0 0,-1 0 1 0 0,1 0-1 0 0,0 0 0 0 0,-1 2 1 0 0,1 1 3 0 0,-1-1 1 0 0,0 0-1 0 0,0 0 1 0 0,0 0 0 0 0,-1-1-1 0 0,1 1 1 0 0,-1 0-1 0 0,0 0 1 0 0,-3 3-1 0 0,3-3 3 0 0,0 0-1 0 0,0 0 0 0 0,0 0 0 0 0,0 0 0 0 0,0 0 0 0 0,1 1 0 0 0,0-1 1 0 0,0 1-1 0 0,-1 5 0 0 0,2-5 2 0 0,-1 0 0 0 0,0 0 0 0 0,0 0 0 0 0,0-1 0 0 0,-1 1 0 0 0,-3 8 0 0 0,3-9-1 0 0,0 0 1 0 0,1 0-1 0 0,-1 1 0 0 0,1-1 0 0 0,0 1 0 0 0,0 7 0 0 0,-10 31 75 0 0,0-7-42 0 0,6-22-32 0 0,-1 3 2 0 0,1-5-5 0 0,-1 7 21 0 0,6-19-29 0 0,0 1 1 0 0,0-1 0 0 0,0 1-1 0 0,0-1 1 0 0,0 0 0 0 0,0 1-1 0 0,0-1 1 0 0,0 0 0 0 0,0 1-1 0 0,0-1 1 0 0,-1 0 0 0 0,1 1-1 0 0,0-1 1 0 0,0 0 0 0 0,0 1-1 0 0,0-1 1 0 0,-1 0 0 0 0,1 0-1 0 0,0 1 1 0 0,0-1 0 0 0,0 0-1 0 0,-1 0 1 0 0,1 1 0 0 0,0-1-1 0 0,-1 0 1 0 0,1 0 0 0 0,0 0-1 0 0,0 1 1 0 0,-1-1 0 0 0,0 0-1 0 0,1 0 1 0 0,0 0 0 0 0,-1 0-1 0 0,1 1 1 0 0,0-1 0 0 0,0 0-1 0 0,-1 0 1 0 0,1 0 0 0 0,0 0-1 0 0,0 1 1 0 0,-1-1-1 0 0,1 0 1 0 0,0 0 0 0 0,0 1-1 0 0,-1-1 1 0 0,1 0 0 0 0,0 1-1 0 0,0-1 1 0 0,0 0 0 0 0,0 0-1 0 0,-1 1 1 0 0,1-1 0 0 0,0 0-1 0 0,0 1 1 0 0,0-1-1 0 0,0 0 1 0 0,0 1 0 0 0,0-1-1 0 0,0 0 1 0 0,0 1 0 0 0,0 0-1 0 0,0 0 14 0 0,-2 12 79 0 0,0-12-89 0 0,1 0 0 0 0,-1 0 0 0 0,0 0 0 0 0,0 0 0 0 0,1 1 0 0 0,-1-1 0 0 0,1 1 0 0 0,-1-1 0 0 0,1 1 0 0 0,0-1 0 0 0,-2 3 0 0 0,-5 4 5 0 0,7-8-8 0 0,0 0 0 0 0,1 1-1 0 0,-1-1 1 0 0,0 1 0 0 0,0-1 0 0 0,1 1-1 0 0,-1-1 1 0 0,0 1 0 0 0,1-1 0 0 0,-1 1 0 0 0,0-1-1 0 0,1 1 1 0 0,-1 0 0 0 0,1-1 0 0 0,-1 1 0 0 0,1 0-1 0 0,-1 0 1 0 0,1-1 0 0 0,0 1 0 0 0,-1 0 0 0 0,1 0-1 0 0,0 0 1 0 0,-1 1 0 0 0,1-2 0 0 0,0 1-1 0 0,0-1 1 0 0,0 1-1 0 0,0-1 1 0 0,0 0-1 0 0,0 1 1 0 0,-1-1-1 0 0,1 1 1 0 0,0-1 0 0 0,0 1-1 0 0,-1-1 1 0 0,1 0-1 0 0,0 1 1 0 0,0-1-1 0 0,-1 0 1 0 0,1 1 0 0 0,0-1-1 0 0,-1 0 1 0 0,1 1-1 0 0,-1-1 1 0 0,1 0-1 0 0,0 0 1 0 0,-1 1-1 0 0,1-1 1 0 0,-1 0 0 0 0,1 0-1 0 0,-1 0 1 0 0,1 0-1 0 0,-1 1 1 0 0,0-1-1 0 0,0 0 1 0 0,1 0-1 0 0,-1 0 0 0 0,1 0 1 0 0,-1 0-1 0 0,1 1 1 0 0,-1-1-1 0 0,1 0 0 0 0,-1 1 1 0 0,1-1-1 0 0,-1 0 0 0 0,1 1 1 0 0,-1-1-1 0 0,1 0 1 0 0,-1 1-1 0 0,1-1 0 0 0,-1 1 1 0 0,1-1-1 0 0,0 1 0 0 0,-1-1 1 0 0,1 1-1 0 0,0-1 1 0 0,0 1-1 0 0,-1 0 0 0 0,1-1 1 0 0,0 1-1 0 0,0-1 1 0 0,0 1-1 0 0,0 0 0 0 0,0 0 1 0 0,-1-1-1 0 0,1 0 0 0 0,0 0 0 0 0,0 0 0 0 0,0 0 0 0 0,0 0 0 0 0,-1 0 1 0 0,1-1-1 0 0,0 1 0 0 0,0 0 0 0 0,0 0 0 0 0,-1 0 0 0 0,1 0 0 0 0,0 0 0 0 0,0 0 1 0 0,-1 0-1 0 0,1 0 0 0 0,0 0 0 0 0,0 0 0 0 0,0 0 0 0 0,-1 0 0 0 0,1 1 0 0 0,0-1 1 0 0,0 0-1 0 0,0 0 0 0 0,-1 0 0 0 0,1 0 0 0 0,0 0 0 0 0,0 0 0 0 0,0 0 0 0 0,0 0 1 0 0,-1 1-1 0 0,1-1 0 0 0,0 0 0 0 0,0 0 0 0 0,0 0 0 0 0,0 0 0 0 0,0 1 0 0 0,0-1 1 0 0,-1 0-1 0 0,1 0 0 0 0,0 0 0 0 0,0 1 0 0 0,0-1 0 0 0,0 0 0 0 0,0 0 0 0 0,0 0 1 0 0,0 1-1 0 0,0-1 0 0 0,0 0 0 0 0,-5 8-7 0 0,2-7 5 0 0,2-1 1 0 0,1 0 1 0 0,0 0-1 0 0,0 0 1 0 0,-1 0-1 0 0,1 1 1 0 0,0-1-1 0 0,0 0 1 0 0,-1 0-1 0 0,1 0 1 0 0,0 0-1 0 0,0 0 1 0 0,-1 0-1 0 0,1 0 1 0 0,0 0-1 0 0,0 1 1 0 0,0-1-1 0 0,-1 0 1 0 0,1 0-1 0 0,0 0 1 0 0,0 0-1 0 0,0 1 1 0 0,0-1-1 0 0,0 0 1 0 0,-1 0-1 0 0,1 0 1 0 0,0 1-1 0 0,0-1 1 0 0,0 0-1 0 0,0 0 1 0 0,0 1-1 0 0,0-1 1 0 0,0 0-1 0 0,0 0 1 0 0,0 1-1 0 0,0-1 1 0 0,0 0-1 0 0,0 0 1 0 0,0 1-1 0 0,0-1 1 0 0,0 0-1 0 0,0 1 1 0 0,0-1 0 0 0,0 1 0 0 0,0-1 0 0 0,0 0 0 0 0,0 1 0 0 0,0-1 0 0 0,-1 1 0 0 0,1-1 0 0 0,0 1 0 0 0,0-1 0 0 0,0 0 0 0 0,0 1 0 0 0,-1-1 0 0 0,1 0 0 0 0,0 1 0 0 0,0-1 0 0 0,-1 0 0 0 0,1 1 0 0 0,0-1 0 0 0,-1 0 0 0 0,1 1 0 0 0,0-1 0 0 0,-1 0 0 0 0,1 0 0 0 0,0 1 0 0 0,-1-1 0 0 0,1 0 0 0 0,0 0 0 0 0,-1 0 0 0 0,1 1 0 0 0,-1-1 0 0 0,1 0 0 0 0,-1 0 0 0 0,-1 1 28 0 0,2 6 34 0 0,0-3-65 0 0,0-3 0 0 0,-5 0 30 0 0,2-1 2 0 0,9 4-21 0 0,-4-3 15 0 0,0 12 80 0 0,-2-13-99 0 0,1 0-1 0 0,-1 0 1 0 0,0 0-1 0 0,1 0 1 0 0,-1 0-1 0 0,1 0 1 0 0,-1 0-1 0 0,0 0 1 0 0,1 0-1 0 0,-1 1 1 0 0,1-1-1 0 0,-1 0 1 0 0,0 0-1 0 0,1 1 1 0 0,-1-1-1 0 0,0 0 1 0 0,1 0-1 0 0,-1 1 1 0 0,0-1-1 0 0,0 0 1 0 0,1 1-1 0 0,-1-1 1 0 0,0 0-1 0 0,0 1 1 0 0,1 0-1 0 0,-1-1 1 0 0,0 0-1 0 0,0 1 1 0 0,1-1-1 0 0,-1 1 1 0 0,0-1-1 0 0,0 0 1 0 0,1 1-1 0 0,-1-1 0 0 0,0 0 1 0 0,1 0-1 0 0,-1 1 1 0 0,0-1-1 0 0,1 0 1 0 0,-1 0-1 0 0,0 1 1 0 0,1-1-1 0 0,-1 0 1 0 0,0 0-1 0 0,1 0 1 0 0,-1 0-1 0 0,1 1 1 0 0,-1-1-1 0 0,0 0 1 0 0,1 0-1 0 0,0 0 1 0 0,8 5 124 0 0,6 2-54 0 0,74-1 147 0 0,-37-5-207 0 0,-23 1-73 0 0,0-2-1 0 0,57-8 0 0 0,1 2-890 0 0,-44 2 32 0 0,-36 4 589 0 0,1 0-1 0 0,-1-1 1 0 0,1 0 0 0 0,-1 0 0 0 0,0-1-1 0 0,1 0 1 0 0,-1 0 0 0 0,7-3 0 0 0,-12 4-415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21.3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143 123 0 0 0,'-2'-1'226'0'0,"0"0"1"0"0,1-1-1 0 0,-1 1 0 0 0,0 0 0 0 0,1-1 1 0 0,-1 0-1 0 0,1 1 0 0 0,0-1 0 0 0,-1 0 1 0 0,1 1-1 0 0,0-1 0 0 0,0 0 0 0 0,0 0 1 0 0,1 0-1 0 0,-1 0 0 0 0,0 0 1 0 0,1 0-1 0 0,-1 0 0 0 0,1 0 0 0 0,-1 0 1 0 0,1-1-1 0 0,0 1 0 0 0,0 0 0 0 0,0 0 1 0 0,0 0-1 0 0,1 0 0 0 0,0-4 1 0 0,-1-6 160 0 0,5 5-91 0 0,-5 6-284 0 0,1 1-1 0 0,-1 0 1 0 0,0 0 0 0 0,1-1-1 0 0,-1 1 1 0 0,0 0 0 0 0,1 0 0 0 0,-1-1-1 0 0,0 1 1 0 0,1 0 0 0 0,-1-1-1 0 0,0 1 1 0 0,0 0 0 0 0,1-1 0 0 0,-1 1-1 0 0,0 0 1 0 0,0-1 0 0 0,0 1-1 0 0,1-1 1 0 0,-1 1 0 0 0,0 0-1 0 0,0-1 1 0 0,0 1 0 0 0,0-1 0 0 0,0 1-1 0 0,0-1 1 0 0,0 0 0 0 0,0 1 1 0 0,0-1-1 0 0,1 0 1 0 0,-1 1 0 0 0,0-1 0 0 0,0 1 0 0 0,1-1 0 0 0,-1 1 0 0 0,0-1 0 0 0,1 1 0 0 0,-1-1-1 0 0,1 1 1 0 0,-1-1 0 0 0,1 1 0 0 0,-1-1 0 0 0,1 1 0 0 0,-1 0 0 0 0,1-1 0 0 0,-1 1 0 0 0,1 0-1 0 0,-1-1 1 0 0,1 1 0 0 0,-1 0 0 0 0,2 0 0 0 0,-1-1-1 0 0,-1 1-1 0 0,1 0 0 0 0,-1 0 1 0 0,1 0-1 0 0,0-1 1 0 0,-1 1-1 0 0,1 0 1 0 0,-1-1-1 0 0,1 1 1 0 0,-1 0-1 0 0,1-1 1 0 0,-1 1-1 0 0,0 0 1 0 0,1-1-1 0 0,-1 1 1 0 0,1-1-1 0 0,-1 1 1 0 0,0-1-1 0 0,1 1 1 0 0,-1-1-1 0 0,0 1 0 0 0,0-1 1 0 0,1 0-1 0 0,-1 0 0 0 0,0 0 0 0 0,1 0 0 0 0,-1 0-1 0 0,0 1 1 0 0,1-1 0 0 0,-1 0 0 0 0,1 0-1 0 0,-1 1 1 0 0,1-1 0 0 0,-1 0-1 0 0,1 1 1 0 0,-1-1 0 0 0,1 0 0 0 0,0 1-1 0 0,-1-1 1 0 0,1 1 0 0 0,0-1 0 0 0,0 1-1 0 0,-1 0 1 0 0,1-1 0 0 0,0 1-1 0 0,0 0 1 0 0,0-1 0 0 0,-1 1 0 0 0,1 0-1 0 0,0 0 1 0 0,0 0 0 0 0,0 0 0 0 0,1 0-1 0 0,34-3 231 0 0,-36 3-242 0 0,116 0 73 0 0,-110 1-72 0 0,-1 0 0 0 0,0 1-1 0 0,0-1 1 0 0,0 1 0 0 0,0 0 0 0 0,0 0 0 0 0,6 4 0 0 0,-10-5 1 0 0,1 0-2 0 0,0 0 1 0 0,1 0-1 0 0,-1 1 1 0 0,0-1-1 0 0,0 1 1 0 0,0 0-1 0 0,0-1 1 0 0,0 1-1 0 0,3 3 1 0 0,-4-2 3 0 0,0 0 1 0 0,0 0-1 0 0,0 0 1 0 0,0 0-1 0 0,0 0 1 0 0,-1 0-1 0 0,0 1 1 0 0,1-1-1 0 0,-1 0 1 0 0,-1 5-1 0 0,0-1 20 0 0,-1 0 0 0 0,0 0 0 0 0,0 0 1 0 0,-1 0-1 0 0,0 0 0 0 0,0-1 0 0 0,-1 1 0 0 0,0-1 0 0 0,0 0 0 0 0,0 0 0 0 0,-1 0 0 0 0,0-1 0 0 0,-7 7 0 0 0,-3 7 95 0 0,14-16-105 0 0,-1 0 0 0 0,1-1-1 0 0,-1 1 1 0 0,0-1 0 0 0,0 1-1 0 0,0-1 1 0 0,0 0 0 0 0,-4 3 0 0 0,-34 31 177 0 0,32-31-142 0 0,0 1-1 0 0,1 0 1 0 0,0 1-1 0 0,-11 10 0 0 0,-10 10 80 0 0,14-16-51 0 0,-7 5 98 0 0,-33 19 0 0 0,38-25-96 0 0,13-7-60 0 0,1-2 0 0 0,-1 1 0 0 0,0 0 1 0 0,0 0-1 0 0,0-1 0 0 0,0 0 0 0 0,-4 2 1 0 0,2-1 9 0 0,1 0 0 0 0,1 0 0 0 0,-1 0 0 0 0,0 0 1 0 0,0 0-1 0 0,-5 7 0 0 0,-11 5 139 0 0,18-13-78 0 0,2-1-48 0 0,-1 0 1 0 0,1 0-1 0 0,-1 0 0 0 0,1 0 1 0 0,-1 0-1 0 0,1 0 1 0 0,0 0-1 0 0,-1 0 0 0 0,1 0 1 0 0,-1 0-1 0 0,1 0 0 0 0,0 0 1 0 0,-1 0-1 0 0,1 1 0 0 0,-1-1 1 0 0,1 0-1 0 0,0 0 0 0 0,-1 0 1 0 0,1 1-1 0 0,0-1 1 0 0,-1 0-1 0 0,1 0 0 0 0,0 1 1 0 0,-1-1-1 0 0,1 0 0 0 0,0 1 1 0 0,0-1-1 0 0,-1 1 0 0 0,1-2-30 0 0,0-1 0 0 0,0 1-1 0 0,0-1 1 0 0,0 1 0 0 0,0-1-1 0 0,0 1 1 0 0,1-1-1 0 0,-1 1 1 0 0,1 0 0 0 0,-1-1-1 0 0,1 1 1 0 0,-1 0 0 0 0,1-1-1 0 0,0 1 1 0 0,-1 0-1 0 0,1 0 1 0 0,0 0 0 0 0,0 0-1 0 0,0-1 1 0 0,0 1 0 0 0,0 0-1 0 0,0 1 1 0 0,0-1-1 0 0,0 0 1 0 0,1 0 0 0 0,-1 0-1 0 0,0 1 1 0 0,1-1 0 0 0,-1 0-1 0 0,3 0 1 0 0,6-4-9 0 0,-3 2-11 0 0,0 1-1 0 0,0 0 1 0 0,1 0-1 0 0,-1 0 1 0 0,1 1-1 0 0,-1 0 1 0 0,14 1-1 0 0,-2-4-7 0 0,-17 4 17 0 0,0-1 0 0 0,0 1 0 0 0,0-1 0 0 0,0 1 0 0 0,0 0 0 0 0,0 0 1 0 0,0-1-1 0 0,-1 1 0 0 0,1 1 0 0 0,0-1 0 0 0,4 1 0 0 0,14 3-5 0 0,17 3 22 0 0,-36-7-19 0 0,0 0 0 0 0,0 0 0 0 0,0 1-1 0 0,0-1 1 0 0,0 0 0 0 0,0 0-1 0 0,0 1 1 0 0,0-1 0 0 0,0 1-1 0 0,0-1 1 0 0,-1 1 0 0 0,1-1-1 0 0,0 1 1 0 0,0-1 0 0 0,0 1-1 0 0,-1 0 1 0 0,1-1 0 0 0,0 1-1 0 0,-1 0 1 0 0,2 1 0 0 0,33 23-1001 0 0,-32-24 894 0 0,-3-1 99 0 0,0 0 0 0 0,1 0-1 0 0,-1 0 1 0 0,0 0 0 0 0,0 0-1 0 0,1 0 1 0 0,-1 0 0 0 0,0 0-1 0 0,0 0 1 0 0,0 0 0 0 0,1 0-1 0 0,-1 0 1 0 0,0 0 0 0 0,0 1-1 0 0,0-1 1 0 0,1 0 0 0 0,-1 0-1 0 0,0 0 1 0 0,0 0 0 0 0,0 1 0 0 0,1-1-1 0 0,-1 0 1 0 0,0 0 0 0 0,0 0-1 0 0,0 0 1 0 0,0 1 0 0 0,0-1-1 0 0,0 0 1 0 0,0 0 0 0 0,0 1-1 0 0,1-1 1 0 0,-1 0 0 0 0,0 0-1 0 0,0 0 1 0 0,0 1 0 0 0,0-1-1 0 0,0 0 1 0 0,0 1 0 0 0,2 1-284 0 0,1 1 1 0 0,0-1 0 0 0,0 1 0 0 0,0-1-1 0 0,0 0 1 0 0,1 0 0 0 0,-1-1 0 0 0,0 1-1 0 0,1-1 1 0 0,-1 1 0 0 0,8 0 0 0 0,53-8-5178 0 0,-53 6 4411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21.7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0 0 0 0,'-4'1'420'0'0,"0"0"0"0"0,0 1 0 0 0,0-1 0 0 0,1 1 0 0 0,-1 0 0 0 0,0 0 0 0 0,1 0 0 0 0,0 0 0 0 0,-1 0 0 0 0,1 1 0 0 0,-5 5 0 0 0,-21 13 25 0 0,-17 17 242 0 0,27-22-474 0 0,-14 23 213 0 0,-43 41 51 0 0,52-44-416 0 0,18-30-54 0 0,5-5-12 0 0,0-1 1 0 0,0 1-1 0 0,0 1 0 0 0,0-1 1 0 0,0 0-1 0 0,0 0 1 0 0,0 0-1 0 0,0 0 1 0 0,1 1-1 0 0,-1-1 0 0 0,0 0 1 0 0,1 1-1 0 0,-1-1 1 0 0,1 0-1 0 0,-1 1 0 0 0,1-1 1 0 0,-1 2-1 0 0,1-2-55 0 0,13 5-1655 0 0,-4-8 1352 0 0,1-1 0 0 0,-1 0 1 0 0,0 0-1 0 0,-1-1 0 0 0,1-1 0 0 0,12-7 1 0 0,-12 7-54 0 0,34-25-1878 0 0,-30 18 2045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22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400 1 0 0 0,'0'0'8111'0'0,"-12"6"-7669"0"0,7-5-376 0 0,-1 1 0 0 0,1-1 0 0 0,0 1 1 0 0,1 1-1 0 0,-1-1 0 0 0,0 1 0 0 0,1 0 1 0 0,-1 0-1 0 0,-4 4 0 0 0,-24 15 273 0 0,-19 14 84 0 0,45-32-363 0 0,0 1 1 0 0,0 0 0 0 0,1 0-1 0 0,-7 7 1 0 0,7-6-11 0 0,0 0 0 0 0,-1-1 1 0 0,0 0-1 0 0,-7 5 1 0 0,5-4-8 0 0,0 0 0 0 0,1 1 0 0 0,0 0 1 0 0,-10 11-1 0 0,11-10-14 0 0,-2 0 0 0 0,1 0 0 0 0,-1-1-1 0 0,-14 9 1 0 0,20-14-25 0 0,0 0 0 0 0,-1 1-1 0 0,1-1 1 0 0,0 1-1 0 0,0 0 1 0 0,0-1 0 0 0,0 1-1 0 0,1 1 1 0 0,-3 3-1 0 0,5-7-2 0 0,0 1-1 0 0,-1 0 0 0 0,1-1 0 0 0,0 1 1 0 0,0 0-1 0 0,-1 0 0 0 0,1-1 0 0 0,0 1 1 0 0,-1 0-1 0 0,1-1 0 0 0,0 1 0 0 0,-1-1 1 0 0,1 1-1 0 0,-1 0 0 0 0,1-1 1 0 0,-1 1-1 0 0,0-1 0 0 0,1 0 0 0 0,-1 1 1 0 0,1-1-1 0 0,-1 1 0 0 0,-1-1 0 0 0,2 1 1 0 0,-1-1 0 0 0,0 1 0 0 0,0-1 0 0 0,1 0-1 0 0,-1 1 1 0 0,0-1 0 0 0,1 1 0 0 0,-1 0 0 0 0,1-1-1 0 0,-1 1 1 0 0,1-1 0 0 0,-1 1 0 0 0,1 0 0 0 0,-1 0 0 0 0,1-1-1 0 0,0 1 1 0 0,-1 0 0 0 0,1 0 0 0 0,0-1 0 0 0,-1 1-1 0 0,1 0 1 0 0,0 1 0 0 0,-7-1 64 0 0,16-1-27 0 0,194 6 63 0 0,-59 7-78 0 0,7-13-305 0 0,-142 3-585 0 0,-9-3 803 0 0,0 0 1 0 0,0 0-1 0 0,0 0 1 0 0,0 0-1 0 0,0 0 1 0 0,0 0-1 0 0,0-1 1 0 0,0 1-1 0 0,0 0 1 0 0,0 0-1 0 0,0 0 1 0 0,0 0-1 0 0,0 0 1 0 0,0 0 0 0 0,0 0-1 0 0,0 0 1 0 0,0 0-1 0 0,0-1 1 0 0,0 1-1 0 0,0 0 1 0 0,0 0-1 0 0,0 0 1 0 0,0 0-1 0 0,0 0 1 0 0,1-1-572 0 0,-1 1 571 0 0,0 0 1 0 0,0 0-1 0 0,0 0 1 0 0,0 0 0 0 0,1 0-1 0 0,-1 0 1 0 0,0 0-1 0 0,0 0 1 0 0,0 0-1 0 0,0 0 1 0 0,0 0-1 0 0,0 0 1 0 0,0 0-1 0 0,0 0 1 0 0,0 0-1 0 0,1 0 1 0 0,-1 0-1 0 0,0 0 1 0 0,0 0-1 0 0,0 0 1 0 0,0 0-1 0 0,0 0 1 0 0,0 0-1 0 0,0 1 1 0 0,0-2-454 0 0,-11-17-3151 0 0,11 16 2714 0 0,0-3-13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22.7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284 21 440 0 0,'-2'-2'319'0'0,"1"0"-1"0"0,-1 0 1 0 0,0 1 0 0 0,-1-1-1 0 0,1 1 1 0 0,0-1-1 0 0,0 1 1 0 0,-1 0 0 0 0,1 0-1 0 0,0 0 1 0 0,-1 0-1 0 0,1 1 1 0 0,-1-1 0 0 0,0 1-1 0 0,1-1 1 0 0,-3 1 0 0 0,3 0 115 0 0,-4 0 122 0 0,6 0-523 0 0,0 0-1 0 0,-1 0 1 0 0,1-1 0 0 0,-1 1 0 0 0,0 0 0 0 0,1 0 0 0 0,-1 0 0 0 0,1 0-1 0 0,-1 0 1 0 0,1 0 0 0 0,-1 0 0 0 0,1 0 0 0 0,-1 0 0 0 0,1 0 0 0 0,-1 0-1 0 0,1 0 1 0 0,-1 0 0 0 0,1 0 0 0 0,-1 1 0 0 0,1-1 0 0 0,-1 0 0 0 0,1 0 0 0 0,-1 1-1 0 0,1-1 1 0 0,-1 0 0 0 0,1 1 0 0 0,0-1 0 0 0,-1 0 0 0 0,1 1 0 0 0,-1-1-1 0 0,1 0 1 0 0,0 1 0 0 0,-1 0 0 0 0,1 0 63 0 0,-1-1-57 0 0,0 1-1 0 0,-1-1 1 0 0,1 1-1 0 0,0-1 1 0 0,0 0-1 0 0,0 1 1 0 0,0 0-1 0 0,0-1 1 0 0,0 1-1 0 0,0 0 1 0 0,0-1-1 0 0,0 1 0 0 0,0 0 1 0 0,0 0-1 0 0,1 0 1 0 0,-1 0-1 0 0,0 0 1 0 0,1 0-1 0 0,-1 0 1 0 0,0 0-1 0 0,1 0 1 0 0,-1 0-1 0 0,1 0 1 0 0,-1 2-1 0 0,-8 13 338 0 0,-2 14 192 0 0,-5 9 80 0 0,15-33-561 0 0,-1 0 0 0 0,-1 0 0 0 0,1-1 0 0 0,-1 1 0 0 0,-4 7 0 0 0,-15 36 333 0 0,0 1-114 0 0,-11 23-60 0 0,27-62-243 0 0,0-1-1 0 0,1 1 1 0 0,-8 22 0 0 0,-9 19-21 0 0,18-18-25 0 0,2-30-47 0 0,1 0 0 0 0,-1 1 0 0 0,1-1-1 0 0,0 0 1 0 0,0 0 0 0 0,0 1-1 0 0,1-1 1 0 0,-1 1 0 0 0,1-1-1 0 0,1 7 1 0 0,-1-3-363 0 0,24-1-1931 0 0,-18-8 1850 0 0,1 0-1 0 0,-1 0 1 0 0,1-1-1 0 0,-1 0 1 0 0,0 0 0 0 0,0-1-1 0 0,8-4 1 0 0,15-5-1889 0 0,-9 6 1369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23.0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262 0 0 0 0,'0'0'4069'0'0,"-13"7"-3101"0"0,11-7-927 0 0,0 1-1 0 0,0 0 1 0 0,0 0-1 0 0,1 0 1 0 0,-1 1 0 0 0,0-1-1 0 0,0 0 1 0 0,1 1-1 0 0,-1-1 1 0 0,1 1-1 0 0,-1-1 1 0 0,1 1 0 0 0,0 0-1 0 0,-1 0 1 0 0,0 2-1 0 0,-12 13 194 0 0,7-10-140 0 0,1 0 0 0 0,0 0 0 0 0,1 0-1 0 0,-8 12 1 0 0,-16 21 133 0 0,23-33-196 0 0,3-4-13 0 0,-1 1 1 0 0,1 0 0 0 0,0 0 0 0 0,0 1 0 0 0,0-1-1 0 0,0 0 1 0 0,1 1 0 0 0,-2 5 0 0 0,0-3-9 0 0,1-1 0 0 0,-1 1 0 0 0,0-1 1 0 0,0 0-1 0 0,-1 0 0 0 0,1-1 0 0 0,-7 6 0 0 0,5-5-47 0 0,0 0-1 0 0,1 0 0 0 0,0 1 1 0 0,0 0-1 0 0,-6 11 0 0 0,-3 1-178 0 0,12-18 145 0 0,1 0 1 0 0,0 1-1 0 0,-1-1 1 0 0,1 1 0 0 0,0-1-1 0 0,0 1 1 0 0,0-1-1 0 0,0 1 1 0 0,0 0-1 0 0,0 0 1 0 0,0 0 0 0 0,0-1-1 0 0,1 1 1 0 0,-1 0-1 0 0,0 3 1 0 0,1-4-332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29.3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42 0 0 0,'0'-22'9103'0'0,"0"9"-7250"0"0,0 12-1249 0 0,0 1-598 0 0,0-1 0 0 0,0 1 0 0 0,0 0 1 0 0,0 0-1 0 0,0 0 0 0 0,0 0 0 0 0,0 0 0 0 0,0 0 0 0 0,0-1 0 0 0,0 1 0 0 0,0 0 0 0 0,0 0 0 0 0,0 0 0 0 0,0 0 0 0 0,0 0 0 0 0,0 0 0 0 0,0-1 0 0 0,0 1 0 0 0,0 0 0 0 0,0 0 0 0 0,0 0 0 0 0,0 0 0 0 0,0 0 0 0 0,0-1 0 0 0,0 1 0 0 0,0 0 0 0 0,0 0 0 0 0,0 0 0 0 0,0 0 0 0 0,0 0 0 0 0,0 0 0 0 0,-1 0 0 0 0,1-1 0 0 0,0 1 0 0 0,0 0 0 0 0,0 0 0 0 0,0 0 0 0 0,0 0 1 0 0,0 0-1 0 0,0 0 0 0 0,-1 0 0 0 0,1 0 0 0 0,0 0 0 0 0,0 0 0 0 0,0 0 0 0 0,-6 3-8 0 0,0 0 0 0 0,1 1 1 0 0,0 0-1 0 0,-1 0 0 0 0,-6 7 0 0 0,-12 8-24 0 0,2 5 11 0 0,21-23 14 0 0,-1 0 1 0 0,0 1-1 0 0,1-1 1 0 0,-1 0-1 0 0,1 1 1 0 0,0-1 0 0 0,-1 1-1 0 0,1 0 1 0 0,0-1-1 0 0,-2 4 1 0 0,2-3-1 0 0,0 0 1 0 0,0-1 0 0 0,0 1-1 0 0,0-1 1 0 0,0 1-1 0 0,0-1 1 0 0,-1 1 0 0 0,1-1-1 0 0,0 0 1 0 0,-3 2-1 0 0,1-1 2 0 0,0 0-1 0 0,0 0 1 0 0,0 1-1 0 0,0-1 0 0 0,1 1 1 0 0,-1-1-1 0 0,1 1 1 0 0,0 0-1 0 0,0 0 0 0 0,0 0 1 0 0,-3 6-1 0 0,0-3 9 0 0,5-5-10 0 0,0-1 1 0 0,-1 0 0 0 0,1 0 0 0 0,-1 1-1 0 0,1-1 1 0 0,0 0 0 0 0,-1 1-1 0 0,1-1 1 0 0,0 0 0 0 0,-1 1 0 0 0,1-1-1 0 0,0 0 1 0 0,-1 1 0 0 0,1-1-1 0 0,0 1 1 0 0,0-1 0 0 0,0 1 0 0 0,-1-1-1 0 0,1 0 1 0 0,0 1 0 0 0,0-1-1 0 0,0 1 1 0 0,0-1 0 0 0,0 1 0 0 0,0-1-1 0 0,0 1 1 0 0,0-1 0 0 0,0 1-1 0 0,0 0 1 0 0,0-1-1 0 0,0 1-1 0 0,0-1 1 0 0,0 0-1 0 0,0 0 1 0 0,0 1-1 0 0,0-1 1 0 0,-1 0 0 0 0,1 0-1 0 0,0 1 1 0 0,0-1-1 0 0,0 0 1 0 0,0 0-1 0 0,0 1 1 0 0,0-1 0 0 0,-1 0-1 0 0,1 0 1 0 0,0 0-1 0 0,0 1 1 0 0,0-1-1 0 0,-1 0 1 0 0,1 0 0 0 0,0 0-1 0 0,0 0 1 0 0,-1 0-1 0 0,1 0 1 0 0,0 1-1 0 0,0-1 1 0 0,-1 0-1 0 0,1 0 1 0 0,0 0 0 0 0,0 0-1 0 0,-1 0 1 0 0,5-1-88 0 0,11 7 9 0 0,57-6 75 0 0,-70 0 7 0 0,-1 1-1 0 0,0-1 0 0 0,0 0 0 0 0,0 0 0 0 0,0 0 0 0 0,0 1 0 0 0,0-1 1 0 0,0 1-1 0 0,0-1 0 0 0,0 1 0 0 0,0-1 0 0 0,0 1 0 0 0,0-1 0 0 0,0 1 0 0 0,0 0 1 0 0,0 0-1 0 0,0-1 0 0 0,0 1 0 0 0,0 2 0 0 0,24 16 9 0 0,-21-17-8 0 0,-3-2-2 0 0,0 1-1 0 0,0-1 1 0 0,0 1 0 0 0,0-1 0 0 0,0 1 0 0 0,-1-1 0 0 0,1 1 0 0 0,0-1 0 0 0,0 1 0 0 0,0 0 0 0 0,0-1 0 0 0,-1 1 0 0 0,1 0 0 0 0,0 0 0 0 0,-1 0 0 0 0,1 0 0 0 0,-1-1 0 0 0,1 1 0 0 0,-1 0 0 0 0,1 0 0 0 0,-1 0 0 0 0,1 0 0 0 0,-1 0 0 0 0,0 0 0 0 0,0 0 0 0 0,1 2 0 0 0,-1-2-1 0 0,0 0 1 0 0,0 0-1 0 0,0 0 1 0 0,1 0-1 0 0,-1 0 1 0 0,1 0-1 0 0,-1 0 1 0 0,1 1 0 0 0,-1-1-1 0 0,1 0 1 0 0,0 0-1 0 0,-1-1 1 0 0,1 1-1 0 0,0 0 1 0 0,0 0-1 0 0,-1 0 1 0 0,3 1-1 0 0,-2-2 1 0 0,0 1 0 0 0,-1 0 0 0 0,1-1 0 0 0,0 1-1 0 0,0 0 1 0 0,-1 0 0 0 0,1 0 0 0 0,0 0 0 0 0,-1 0-1 0 0,1 0 1 0 0,-1 0 0 0 0,1 0 0 0 0,-1 0 0 0 0,0 0-1 0 0,1 0 1 0 0,-1 0 0 0 0,0 1 0 0 0,1 0 1 0 0,-1-1 0 0 0,0 0 0 0 0,0 1 0 0 0,1-1 0 0 0,-1 0 0 0 0,1 1 0 0 0,-1-1-1 0 0,1 0 1 0 0,0 1 0 0 0,-1-1 0 0 0,1 0 0 0 0,0 0 0 0 0,0 0 0 0 0,0 0 0 0 0,1 1 0 0 0,-1-1 3 0 0,0 0-1 0 0,0 1 0 0 0,0-1 0 0 0,0 0 1 0 0,0 0-1 0 0,0 0 0 0 0,-1 1 1 0 0,1-1-1 0 0,0 0 0 0 0,-1 1 1 0 0,1-1-1 0 0,-1 1 0 0 0,0-1 1 0 0,1 1-1 0 0,-1 1 0 0 0,0 51 561 0 0,-2-51-535 0 0,0-1 0 0 0,0 0 0 0 0,0 0 0 0 0,0-1-1 0 0,0 1 1 0 0,0 0 0 0 0,-1-1 0 0 0,-3 3 0 0 0,6-4-26 0 0,-8 5 44 0 0,6-4-37 0 0,-1 1 0 0 0,1 0-1 0 0,-1-1 1 0 0,0 1-1 0 0,0-1 1 0 0,1 0 0 0 0,-1 0-1 0 0,0 0 1 0 0,-5 1-1 0 0,-15 4-3 0 0,21-5-26 0 0,0 0-1 0 0,0 0 1 0 0,1 0-1 0 0,-1-1 1 0 0,0 1-1 0 0,0-1 1 0 0,-1 1-1 0 0,1-1 1 0 0,0 0-1 0 0,-3 1 0 0 0,2-1-14 0 0,-20 0-418 0 0,23 0 422 0 0,-1 0 0 0 0,0 0 0 0 0,1 0 0 0 0,-1 0 0 0 0,0 0 0 0 0,1 0 0 0 0,-1 0 0 0 0,1 0 0 0 0,-1-1 0 0 0,0 1 0 0 0,1 0 0 0 0,-1 0 0 0 0,0 0 0 0 0,1-1 1 0 0,-1 1-1 0 0,1 0 0 0 0,-1-1 0 0 0,1 1 0 0 0,-1 0 0 0 0,1-1 0 0 0,-1 1 0 0 0,1-1 0 0 0,-1 1 0 0 0,1-1 0 0 0,0 1 0 0 0,-1-2 0 0 0,-7-6-849 0 0,7 7 781 0 0,0 0 0 0 0,0 0-1 0 0,0 0 1 0 0,0 0 0 0 0,0 0-1 0 0,0 0 1 0 0,0-1 0 0 0,0 1-1 0 0,0 0 1 0 0,0 0 0 0 0,1-1 0 0 0,-1 1-1 0 0,0-1 1 0 0,1 1 0 0 0,-1-3-1 0 0,-10-50-2370 0 0,11 29 1590 0 0,-1 9-3 0 0,1 0 1 0 0,1-1-1 0 0,0 1 1 0 0,7-29-1 0 0,-6 26 79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29.7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1 103 0 0 0,'0'0'118'0'0,"1"-1"-1"0"0,-1 1 1 0 0,1-1-1 0 0,-1 1 1 0 0,1-1 0 0 0,-1 1-1 0 0,1 0 1 0 0,-1-1 0 0 0,1 1-1 0 0,-1-1 1 0 0,1 1-1 0 0,-1 0 1 0 0,1 0 0 0 0,0-1-1 0 0,-1 1 1 0 0,1 0 0 0 0,0 0-1 0 0,-1 0 1 0 0,1 0-1 0 0,0 0 1 0 0,-1-1 0 0 0,1 1-1 0 0,0 0 1 0 0,-1 1-1 0 0,1-1 1 0 0,0 0 0 0 0,29 0 1523 0 0,-20 0-1605 0 0,16 1 387 0 0,1-1-80 0 0,0 0 1 0 0,31-6-1 0 0,-36 4-232 0 0,4-3-17 0 0,46-13 60 0 0,-15 5-95 0 0,-18 3-54 0 0,-19 6-194 0 0,0-2-1 0 0,-1 0 1 0 0,33-16 0 0 0,-50 21-18 0 0,6-4-128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30.2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328 0 364 0 0,'-12'7'4074'0'0,"5"-2"-3668"0"0,0 0 1 0 0,0 0 0 0 0,1 1-1 0 0,0 0 1 0 0,0 0-1 0 0,-9 13 1 0 0,6-8-54 0 0,0-1 1 0 0,-16 15-1 0 0,3 6 114 0 0,8-17-172 0 0,-25 30 0 0 0,16-17-70 0 0,1 5-19 0 0,-32 33-30 0 0,35-42-167 0 0,18-20-28 0 0,-1 0 1 0 0,0-1 0 0 0,0 1-1 0 0,0-1 1 0 0,0 1-1 0 0,0-1 1 0 0,0 0-1 0 0,-1 0 1 0 0,-2 2-1 0 0,5-4 10 0 0,0 1 0 0 0,-1-1 1 0 0,1 0-1 0 0,0 1 0 0 0,0-1 0 0 0,0 0 0 0 0,-1 1 0 0 0,1-1 0 0 0,0 0 0 0 0,0 1 0 0 0,0-1 0 0 0,0 0 1 0 0,0 1-1 0 0,0-1 0 0 0,0 1 0 0 0,0-1 0 0 0,0 0 0 0 0,0 1 0 0 0,0-1 0 0 0,0 0 0 0 0,0 1 0 0 0,0-1 1 0 0,0 1-1 0 0,0-1 0 0 0,0 0 0 0 0,0 1 0 0 0,1-1 0 0 0,15-6-3570 0 0,-8 3 3013 0 0,0-1-1 0 0,-1 0 1 0 0,0-1-1 0 0,0 0 1 0 0,0 0-1 0 0,9-9 1 0 0,14-10-1174 0 0,-17 12 1441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30.7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284 5 8 0 0,'-8'-5'10028'0'0,"3"5"-10057"0"0,2 3 83 0 0,0-1 0 0 0,0 1 0 0 0,0 0 0 0 0,0 0 0 0 0,1 0 0 0 0,-1 0 1 0 0,1 0-1 0 0,0 1 0 0 0,0-1 0 0 0,-2 6 0 0 0,-19 25 330 0 0,12-12-142 0 0,1 0-31 0 0,-132 199 790 0 0,120-172-986 0 0,19-43-38 0 0,-1 1-1 0 0,1 0 1 0 0,0 0-1 0 0,1 0 1 0 0,0 1-1 0 0,0-1 1 0 0,-1 10-1 0 0,-8 26-1081 0 0,12-38 750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31.8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284 2 0 0 0,'-2'-1'5087'0'0,"-6"5"-4811"0"0,0 2 0 0 0,1-1 0 0 0,-1 1 0 0 0,1 0 0 0 0,0 0 0 0 0,1 1 0 0 0,0 0 0 0 0,0 0 0 0 0,0 1 0 0 0,1-1 0 0 0,-8 17 0 0 0,8-16-101 0 0,0 0 1 0 0,0-1-1 0 0,-1 0 1 0 0,-10 12-1 0 0,-11 12 258 0 0,5-2-133 0 0,13-18-183 0 0,1 1-1 0 0,0-1 1 0 0,-12 24 0 0 0,1-11-19 0 0,17-22-94 0 0,0 1 1 0 0,-1-1-1 0 0,1 1 1 0 0,0-1-1 0 0,0 1 1 0 0,1 0-1 0 0,-1-1 1 0 0,0 1-1 0 0,1 0 1 0 0,0 0-1 0 0,-2 5 1 0 0,3-7-10 0 0,0 1 1 0 0,-1-1-1 0 0,1 0 0 0 0,0 1 1 0 0,-1-1-1 0 0,1 0 1 0 0,-1 0-1 0 0,0 1 1 0 0,1-1-1 0 0,-1 0 1 0 0,0 0-1 0 0,0 0 1 0 0,0 0-1 0 0,-1 1 0 0 0,1-1-51 0 0,0 1 0 0 0,0-1-1 0 0,0 0 1 0 0,0 0-1 0 0,0 1 1 0 0,0-1-1 0 0,0 1 1 0 0,1-1-1 0 0,-1 0 1 0 0,0 1-1 0 0,1-1 1 0 0,-1 1-1 0 0,1 0 1 0 0,-1 2-1 0 0,2-4-2 0 0,-1 1-1 0 0,1 0 0 0 0,0-1 0 0 0,-1 1 1 0 0,1 0-1 0 0,0-1 0 0 0,-1 1 1 0 0,1-1-1 0 0,0 1 0 0 0,0-1 1 0 0,-1 0-1 0 0,1 1 0 0 0,0-1 1 0 0,0 0-1 0 0,0 0 0 0 0,0 1 0 0 0,-1-1 1 0 0,1 0-1 0 0,0 0 0 0 0,0 0 1 0 0,0 0-1 0 0,0 0 0 0 0,0 0 1 0 0,-1 0-1 0 0,1 0 0 0 0,0-1 1 0 0,0 1-1 0 0,1 0 0 0 0,29-7-1241 0 0,13-17-1043 0 0,8-14-1348 0 0,-39 26 3048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32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50 492 0 0,'45'-19'3822'0'0,"-39"19"-3705"0"0,0-1 0 0 0,0 0-1 0 0,-1-1 1 0 0,1 1 0 0 0,10-5 0 0 0,-10 3 17 0 0,1 1 0 0 0,-1 0 0 0 0,0 0-1 0 0,1 1 1 0 0,0-1 0 0 0,7 1 0 0 0,26-5 449 0 0,-39 6-564 0 0,-1 0 0 0 0,1 0 0 0 0,-1 0 1 0 0,1 0-1 0 0,0 0 0 0 0,-1 0 0 0 0,1 1 0 0 0,-1-1 0 0 0,1 0 0 0 0,-1 0 0 0 0,1 1 0 0 0,-1-1 0 0 0,1 0 0 0 0,-1 1 0 0 0,1-1 0 0 0,-1 0 0 0 0,0 1 1 0 0,1-1-1 0 0,-1 1 0 0 0,0-1 0 0 0,1 1 0 0 0,-1-1 0 0 0,0 1 0 0 0,1-1 0 0 0,-1 1 0 0 0,0-1 0 0 0,0 1 0 0 0,0-1 0 0 0,1 2 0 0 0,0 23 834 0 0,-1-19-654 0 0,-1 0 0 0 0,0 0 0 0 0,-1 1 0 0 0,1-1 0 0 0,-4 7 0 0 0,-4 7 136 0 0,-6 8 40 0 0,2-9-153 0 0,-7 6 80 0 0,17-21-258 0 0,-1 0-1 0 0,1 0 0 0 0,0 0 0 0 0,0 0 1 0 0,0 0-1 0 0,-2 5 0 0 0,-14 19 136 0 0,-68 64 347 0 0,80-83-494 0 0,-8 6 44 0 0,-16 15 61 0 0,31-30-133 0 0,0 1 0 0 0,0-1 0 0 0,0 0-1 0 0,0 1 1 0 0,0-1 0 0 0,0 0 0 0 0,0 1 0 0 0,0-1-1 0 0,0 1 1 0 0,0-1 0 0 0,0 0 0 0 0,0 1 0 0 0,0-1 0 0 0,0 0-1 0 0,0 1 1 0 0,0-1 0 0 0,0 0 0 0 0,1 1 0 0 0,-1-1-1 0 0,0 0 1 0 0,0 1 0 0 0,0-1 0 0 0,1 0 0 0 0,-1 1 0 0 0,0-1-1 0 0,1 0 1 0 0,-1 0 0 0 0,0 1 0 0 0,0-1 0 0 0,1 0 0 0 0,-1 0-1 0 0,0 0 1 0 0,1 1 0 0 0,-1-1 0 0 0,0 0 0 0 0,1 0-1 0 0,-1 0 1 0 0,1 0 0 0 0,-1 0 0 0 0,0 0 0 0 0,1 0 0 0 0,2 2 6 0 0,30-8 43 0 0,63-6 54 0 0,-31 6-191 0 0,-54 4-112 0 0,0 1-1 0 0,-1-1 0 0 0,21-7 0 0 0,-17 5-163 0 0,62-28-3410 0 0,-23 2 491 0 0,-35 17 1629 0 0,-13 9 1161 0 0,6-4-600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33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75 1052 0 0,'0'0'6928'0'0,"12"-14"-6134"0"0,8-2-430 0 0,7 3-223 0 0,-23 10-134 0 0,0 1 0 0 0,0 0 0 0 0,0 0 0 0 0,0 0 0 0 0,0 0 0 0 0,1 1 0 0 0,-1-1 0 0 0,1 1 0 0 0,7-1 0 0 0,-2-1-4 0 0,-5 1-4 0 0,0 1 1 0 0,-1-1 0 0 0,1 1 0 0 0,0 0-1 0 0,0 0 1 0 0,-1 0 0 0 0,1 1-1 0 0,0 0 1 0 0,5 0 0 0 0,-8 0-4 0 0,-1 0 4 0 0,-1 0 0 0 0,1 0 0 0 0,0 0-1 0 0,-1 1 1 0 0,1-1 0 0 0,0 0 0 0 0,-1 0 0 0 0,1 0 0 0 0,-1 1 0 0 0,1-1 0 0 0,0 0 0 0 0,-1 1 0 0 0,1-1-1 0 0,-1 1 1 0 0,1-1 0 0 0,-1 0 0 0 0,1 1 0 0 0,-1-1 0 0 0,1 1 0 0 0,-1 0 0 0 0,0-1 0 0 0,1 1 0 0 0,-1-1-1 0 0,0 1 1 0 0,1-1 0 0 0,-1 2 0 0 0,6 13 16 0 0,-7-15-10 0 0,0 1 0 0 0,0 0-1 0 0,1 0 1 0 0,-1 0 0 0 0,0 0 0 0 0,1 0-1 0 0,-1 0 1 0 0,0 0 0 0 0,1 0 0 0 0,-1 0-1 0 0,1 0 1 0 0,0 0 0 0 0,-1 0 0 0 0,1 0-1 0 0,0 1 1 0 0,-1-1 0 0 0,1 0-1 0 0,0 0 1 0 0,0 0 0 0 0,0 1 0 0 0,0-1-1 0 0,0 0 1 0 0,1 2 0 0 0,-1-2 0 0 0,-4 5 67 0 0,3-5-65 0 0,1-1 0 0 0,-1 1 0 0 0,1 0 0 0 0,-1-1 0 0 0,1 1 0 0 0,-1 0 0 0 0,1-1-1 0 0,-1 1 1 0 0,1 0 0 0 0,0-1 0 0 0,-1 1 0 0 0,1 0 0 0 0,0 0 0 0 0,0 0-1 0 0,-1-1 1 0 0,1 1 0 0 0,0 0 0 0 0,0 1 0 0 0,0-1-1 0 0,0-1 0 0 0,-1 1 0 0 0,1 0 0 0 0,-1 0 0 0 0,1 0 0 0 0,0 0 0 0 0,-1-1 0 0 0,1 1 0 0 0,-1 0 0 0 0,0 0 0 0 0,1-1 0 0 0,-1 1 0 0 0,1 0 0 0 0,-1-1 0 0 0,0 1 0 0 0,0-1 0 0 0,0 1 0 0 0,0 0 3 0 0,0 0-1 0 0,0-1 0 0 0,0 1 0 0 0,1-1 1 0 0,-1 1-1 0 0,0 0 0 0 0,0 0 0 0 0,1-1 1 0 0,-1 1-1 0 0,1 0 0 0 0,-1 0 0 0 0,1 0 0 0 0,-1 0 1 0 0,1 0-1 0 0,-1 0 0 0 0,1 0 0 0 0,-1 1 1 0 0,-10 22 237 0 0,11-23-234 0 0,0 0 0 0 0,0 1 1 0 0,-1-1-1 0 0,1 0 0 0 0,-1 1 0 0 0,1-1 0 0 0,-1 0 1 0 0,0 0-1 0 0,1 0 0 0 0,-1 0 0 0 0,0 0 1 0 0,0 0-1 0 0,0 0 0 0 0,1 0 0 0 0,-3 1 0 0 0,2-1 1 0 0,0 0-1 0 0,1 0 1 0 0,-1 0-1 0 0,0 0 1 0 0,0 0-1 0 0,0 0 1 0 0,1 0-1 0 0,-1 0 1 0 0,0 1-1 0 0,1-1 1 0 0,-1 0-1 0 0,1 0 1 0 0,-1 1-1 0 0,1-1 1 0 0,0 2-1 0 0,-1-1 6 0 0,1 0 0 0 0,0 0 0 0 0,-1 0 0 0 0,0 0 0 0 0,1 0 0 0 0,-1 0-1 0 0,0 0 1 0 0,0 0 0 0 0,0 0 0 0 0,0 0 0 0 0,-2 2 0 0 0,1-2-2 0 0,1 0 1 0 0,0-1 0 0 0,0 1 0 0 0,0 0-1 0 0,0 0 1 0 0,0 0 0 0 0,0 0-1 0 0,1 0 1 0 0,-1 0 0 0 0,1 0-1 0 0,-1 4 1 0 0,-10 25 171 0 0,11-28-177 0 0,-1 0-1 0 0,1-1 1 0 0,-1 1 0 0 0,1-1-1 0 0,-1 0 1 0 0,0 1-1 0 0,0-1 1 0 0,0 1-1 0 0,0-1 1 0 0,-2 3-1 0 0,1-3 3 0 0,1 0-1 0 0,-1 1 0 0 0,1-1 0 0 0,0 1 0 0 0,0 0 0 0 0,0-1 0 0 0,0 1 0 0 0,0 0 1 0 0,1 0-1 0 0,-1 3 0 0 0,1-3-2 0 0,-1 1 1 0 0,1 0-1 0 0,-1-1 0 0 0,0 1 1 0 0,0-1-1 0 0,0 1 1 0 0,-1-1-1 0 0,-2 5 1 0 0,3-5-2 0 0,-1 1 1 0 0,0-1-1 0 0,1 1 1 0 0,0 0-1 0 0,0-1 1 0 0,0 1 0 0 0,0 0-1 0 0,0 5 1 0 0,-10 38 113 0 0,11-43-112 0 0,0 0 0 0 0,-1 0 1 0 0,0 0-1 0 0,0-1 0 0 0,0 1 0 0 0,0 0 1 0 0,-1-1-1 0 0,-2 6 0 0 0,2-6-1 0 0,1 0 0 0 0,-1 1 1 0 0,1-1-1 0 0,0 1 0 0 0,0-1 0 0 0,0 1 0 0 0,0-1 0 0 0,1 6 0 0 0,-1-6-1 0 0,1-1-1 0 0,-1 1 0 0 0,1 0 0 0 0,-1-1 0 0 0,0 1 0 0 0,0-1 0 0 0,0 1 0 0 0,0-1 0 0 0,0 1 0 0 0,-2 2 0 0 0,1-3 0 0 0,1 0-1 0 0,-1 1 1 0 0,1-1-1 0 0,0 1 0 0 0,0-1 1 0 0,0 1-1 0 0,1-1 0 0 0,-1 1 1 0 0,0-1-1 0 0,1 4 0 0 0,-11 31 96 0 0,9-29-85 0 0,0-1-1 0 0,-1 0 0 0 0,0 0 1 0 0,0 0-1 0 0,-1 0 0 0 0,-7 11 1 0 0,8-12-7 0 0,-9 15 30 0 0,10-15-32 0 0,-1 0 1 0 0,0-1-1 0 0,0 0 0 0 0,-1 1 0 0 0,1-1 0 0 0,-1-1 0 0 0,0 1 0 0 0,0 0 0 0 0,0-1 0 0 0,-6 4 0 0 0,-12 9 28 0 0,19-14-32 0 0,-1 0 0 0 0,1-1 0 0 0,0 1 1 0 0,-1-1-1 0 0,1 0 0 0 0,-1 0 0 0 0,-5 2 0 0 0,-6 5 72 0 0,10-6-1874 0 0,3-22-470 0 0,4 13 1749 0 0,-1 1 1 0 0,1-1-1 0 0,0 1 1 0 0,0-1-1 0 0,1 1 1 0 0,-1 0-1 0 0,1 0 1 0 0,0 0-1 0 0,1 0 1 0 0,-1 1-1 0 0,1-1 1 0 0,0 1-1 0 0,6-5 1 0 0,0-2-525 0 0,1-1 496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33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240 0 0 0 0,'-2'13'3031'0'0,"-1"-9"-2675"0"0,1-1 1 0 0,-1 0-1 0 0,1 1 0 0 0,0 0 1 0 0,0-1-1 0 0,0 1 1 0 0,0 0-1 0 0,-1 4 0 0 0,-8 17 203 0 0,5-15-392 0 0,4-6-89 0 0,0-1 0 0 0,0 1 0 0 0,-1 0 0 0 0,1-1 0 0 0,-1 0 0 0 0,0 1-1 0 0,-5 4 1 0 0,-14 22 430 0 0,-33 25 193 0 0,34-31-473 0 0,3-8-121 0 0,17-14-98 0 0,-1 0 0 0 0,0 0 0 0 0,1-1 0 0 0,-1 1 0 0 0,0 0 0 0 0,0-1 0 0 0,0 1 0 0 0,-1-1 0 0 0,1 0 0 0 0,0 1 0 0 0,-3 0 1 0 0,-10 8-3 0 0,15-9-14 0 0,-1 0 0 0 0,1-1 0 0 0,-1 1 1 0 0,1 0-1 0 0,-1-1 0 0 0,0 1 0 0 0,1-1 0 0 0,-1 1 1 0 0,0-1-1 0 0,1 1 0 0 0,-1-1 0 0 0,0 0 1 0 0,0 1-1 0 0,1-1 0 0 0,-1 0 0 0 0,0 1 0 0 0,0-1 1 0 0,0 0-1 0 0,1 0 0 0 0,-3 0 0 0 0,1 0-94 0 0,15-6-2443 0 0,51-55-2868 0 0,-54 48 4401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34.1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654 19 964 0 0,'-12'-1'2780'0'0,"3"-1"-2499"0"0,-1 0 0 0 0,1 0-1 0 0,0 1 1 0 0,0 0-1 0 0,-1 0 1 0 0,1 1 0 0 0,0 0-1 0 0,-13 3 1 0 0,-10-2 298 0 0,-57-7 615 0 0,2 0-737 0 0,-13 6-361 0 0,99 0-92 0 0,0 0-1 0 0,1 0 0 0 0,-1 0 1 0 0,0 1-1 0 0,0-1 1 0 0,0 0-1 0 0,0 0 0 0 0,0 1 1 0 0,1-1-1 0 0,-1 1 1 0 0,0-1-1 0 0,0 1 0 0 0,1-1 1 0 0,-1 1-1 0 0,0-1 1 0 0,1 1-1 0 0,-1 0 0 0 0,1-1 1 0 0,-1 1-1 0 0,1 0 1 0 0,-1 0-1 0 0,1-1 0 0 0,-1 1 1 0 0,1 0-1 0 0,0 0 1 0 0,-1 0-1 0 0,1-1 0 0 0,0 1 1 0 0,0 0-1 0 0,-1 0 0 0 0,1 1 1 0 0,-3 42 417 0 0,4-39-342 0 0,-1 1-1 0 0,0-1 1 0 0,-1 1 0 0 0,1-1-1 0 0,-1 1 1 0 0,0-1-1 0 0,0 0 1 0 0,-3 6 0 0 0,3-9-45 0 0,1 0 1 0 0,-1 0 0 0 0,1 1 0 0 0,-1-1 0 0 0,1 0 0 0 0,0 0 0 0 0,0 0-1 0 0,0 0 1 0 0,0 0 0 0 0,0 1 0 0 0,1 3 0 0 0,0-4-1 0 0,-1 0-1 0 0,0 0 1 0 0,1 0 0 0 0,-1 1 0 0 0,0-1-1 0 0,0 0 1 0 0,-1 0 0 0 0,1 0 0 0 0,0 0-1 0 0,-1 0 1 0 0,-1 5 0 0 0,-16 49 601 0 0,15-19-331 0 0,-36 75 217 0 0,16-41-372 0 0,8-9-26 0 0,7-42-88 0 0,6-15-24 0 0,0-1 1 0 0,1 0-1 0 0,-1 1 0 0 0,1-1 0 0 0,0 1 0 0 0,0-1 1 0 0,-1 7-1 0 0,2-6 5 0 0,-1 1 0 0 0,0-1 0 0 0,-1 0 0 0 0,1 0 0 0 0,-1 0 0 0 0,0 0 0 0 0,-5 8 0 0 0,4-8-6 0 0,1-1 1 0 0,0 1-1 0 0,0 0 1 0 0,0 0-1 0 0,0 0 1 0 0,1 0-1 0 0,-1 9 1 0 0,-9 23 31 0 0,10-34-40 0 0,1 0 0 0 0,0 0 0 0 0,-1 0 1 0 0,0 0-1 0 0,0 0 0 0 0,0 0 0 0 0,0 0 0 0 0,-1-1 0 0 0,1 1 1 0 0,0 0-1 0 0,-4 3 0 0 0,2-3 3 0 0,1 0 0 0 0,1 0 0 0 0,-1 1-1 0 0,0-1 1 0 0,1 0 0 0 0,-1 1 0 0 0,1-1 0 0 0,0 0 0 0 0,0 1 0 0 0,0 0-1 0 0,1-1 1 0 0,-1 5 0 0 0,-10 15 31 0 0,11-22-40 0 0,35 18 29 0 0,-14-17-17 0 0,-17-2-27 0 0,0 1 0 0 0,1-1 0 0 0,-1 1 0 0 0,0-1 0 0 0,1-1 0 0 0,-1 1 0 0 0,8-2 0 0 0,54-6-685 0 0,-47 2-242 0 0,0-1-1 0 0,-1-1 0 0 0,35-19 0 0 0,-42 20-318 0 0,-1-1-1 0 0,1 1 0 0 0,-1-2 1 0 0,-1 1-1 0 0,18-21 0 0 0,-18 23 581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0.7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151 62 976 0 0,'-11'-24'9646'0'0,"12"23"-9612"0"0,0 1 0 0 0,0 0 0 0 0,0 0 0 0 0,-1-1-1 0 0,1 1 1 0 0,0 0 0 0 0,0-1 0 0 0,0 1 0 0 0,0-1-1 0 0,0 1 1 0 0,0-1 0 0 0,-1 0 0 0 0,1 1 0 0 0,0-1-1 0 0,-1 0 1 0 0,1 1 0 0 0,0-1 0 0 0,-1 0 0 0 0,1 0-1 0 0,-1 0 1 0 0,2-1 0 0 0,1-2-41 0 0,32-8 52 0 0,9 5-78 0 0,-3 7 51 0 0,-39 0-20 0 0,-1 0 1 0 0,1 0-1 0 0,-1 0 1 0 0,1 0-1 0 0,-1 1 0 0 0,1-1 1 0 0,-1 0-1 0 0,1 1 1 0 0,-1-1-1 0 0,0 1 0 0 0,1 0 1 0 0,-1-1-1 0 0,0 1 1 0 0,1 0-1 0 0,-1 0 0 0 0,0 0 1 0 0,0 0-1 0 0,0 0 1 0 0,0 0-1 0 0,0 0 0 0 0,0 0 1 0 0,0 0-1 0 0,0 0 1 0 0,1 3-1 0 0,2 2-9 0 0,-3-6 10 0 0,-1 1 0 0 0,1-1 1 0 0,-1 0-1 0 0,0 0 1 0 0,1 1-1 0 0,-1-1 1 0 0,0 0-1 0 0,1 0 1 0 0,-1 1-1 0 0,0-1 1 0 0,0 0-1 0 0,1 1 0 0 0,-1-1 1 0 0,0 1-1 0 0,0-1 1 0 0,0 0-1 0 0,1 1 1 0 0,-1-1-1 0 0,0 1 1 0 0,0-1-1 0 0,0 0 0 0 0,0 1 1 0 0,0-1-1 0 0,0 1 1 0 0,0-1-1 0 0,0 1 1 0 0,0-1-1 0 0,0 0 1 0 0,0 1-1 0 0,0-1 1 0 0,0 1-1 0 0,0-1 0 0 0,0 1 1 0 0,-1 0-1 0 0,-13 32 28 0 0,6-13-12 0 0,1-6-2 0 0,-1 0 0 0 0,0 0 0 0 0,-1-1 0 0 0,-1 0 0 0 0,0-1 0 0 0,0 0 0 0 0,-22 18 0 0 0,-4 13-8 0 0,29-38-4 0 0,0 1 1 0 0,1 0-1 0 0,0-1 0 0 0,1 2 1 0 0,-6 6-1 0 0,8-10 1 0 0,1 0-1 0 0,-1 0 1 0 0,0 0-1 0 0,0 0 1 0 0,0-1-1 0 0,0 0 1 0 0,-7 4-1 0 0,-15 13 14 0 0,-38 43 29 0 0,53-49 193 0 0,10-11 244 0 0,6-4-287 0 0,29-10 10 0 0,-22 9-188 0 0,1 1 0 0 0,0 0-1 0 0,-1 1 1 0 0,18 1-1 0 0,-18 0-8 0 0,72 0-90 0 0,-38 13-1777 0 0,4-13-2343 0 0,-49 0 3503 0 0,20-6-1824 0 0,9-2-402 0 0,-30 3 2473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1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263 15 108 0 0,'0'0'97'0'0,"1"0"-1"0"0,0 0 1 0 0,0 0-1 0 0,0 0 1 0 0,-1 0-1 0 0,1 0 1 0 0,0 0-1 0 0,0-1 1 0 0,-1 1-1 0 0,1 0 1 0 0,0-1 0 0 0,0 1-1 0 0,-1 0 1 0 0,1-1-1 0 0,0 1 1 0 0,-1-1-1 0 0,1 1 1 0 0,-1-1-1 0 0,2-1 1 0 0,4-3 2296 0 0,4 2-1386 0 0,-6 5 402 0 0,-8 5-768 0 0,-23 26 431 0 0,17-19-796 0 0,0-1-1 0 0,-1-1 1 0 0,-17 15 0 0 0,-29 29 179 0 0,37-36-372 0 0,-32 26 0 0 0,18-8-60 0 0,30-34-34 0 0,0 0 0 0 0,0 0 0 0 0,1 1-1 0 0,0 0 1 0 0,-5 9 0 0 0,-8 10-284 0 0,16-24 270 0 0,-1 0 0 0 0,1 1 1 0 0,0-1-1 0 0,0 0 0 0 0,0 0 1 0 0,-1 1-1 0 0,1-1 0 0 0,0 0 1 0 0,0 1-1 0 0,0-1 0 0 0,0 0 1 0 0,0 0-1 0 0,0 1 0 0 0,0-1 1 0 0,0 0-1 0 0,0 1 0 0 0,-1-1 1 0 0,1 0-1 0 0,0 1 0 0 0,1-1 1 0 0,-1 0-1 0 0,0 1 0 0 0,0-1 1 0 0,0 0-1 0 0,0 1 0 0 0,0-1 1 0 0,0 0-1 0 0,0 0 0 0 0,0 1 1 0 0,0-1-1 0 0,1 0 1 0 0,-1 1-1 0 0,0-1 0 0 0,0 0 1 0 0,0 0-1 0 0,1 1 0 0 0,-1-1 1 0 0,0 0-1 0 0,0 0 0 0 0,1 0 1 0 0,-1 1-1 0 0,0-1 0 0 0,0 0 1 0 0,1 0-1 0 0,-1 0 0 0 0,0 0 1 0 0,1 0-1 0 0,-1 0 0 0 0,0 1 1 0 0,0-1-1 0 0,1 0 0 0 0,-1 0 1 0 0,0 0-1 0 0,1 0 0 0 0,-1 0 1 0 0,0 0-1 0 0,1 0 0 0 0,-1 0 1 0 0,0 0-1 0 0,1-1 0 0 0,1 1-287 0 0,22-5-1516 0 0,-4-2 1126 0 0,-17 7 588 0 0,0-1-1 0 0,0 1 1 0 0,0-1 0 0 0,-1 0-1 0 0,1 0 1 0 0,0 0-1 0 0,-1-1 1 0 0,1 1 0 0 0,-1-1-1 0 0,3-1 1 0 0,25-15-1199 0 0,-25 15 1004 0 0,1 0-1 0 0,-1 0 1 0 0,1-1-1 0 0,-1 1 1 0 0,5-6-1 0 0,10-8-516 0 0,2 4 481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1.6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402 1 0 0 0,'0'0'6712'0'0,"-20"12"-6180"0"0,16-8-312 0 0,3-3-212 0 0,1-1-1 0 0,0 1 1 0 0,0-1 0 0 0,0 1 0 0 0,-1-1-1 0 0,1 0 1 0 0,0 1 0 0 0,-1-1 0 0 0,1 1-1 0 0,0-1 1 0 0,-1 0 0 0 0,1 1-1 0 0,0-1 1 0 0,-1 0 0 0 0,1 1 0 0 0,-1-1-1 0 0,1 0 1 0 0,0 0 0 0 0,-1 0 0 0 0,1 1-1 0 0,-1-1 1 0 0,1 0 0 0 0,-1 0 0 0 0,1 0-1 0 0,-1 0 1 0 0,0 0 0 0 0,-18 12 371 0 0,-4 2 76 0 0,-9 4 39 0 0,6-1-216 0 0,8-4-69 0 0,3-3-34 0 0,0 1 0 0 0,0 0 1 0 0,-17 18-1 0 0,0 1 52 0 0,3-4-56 0 0,17-15-122 0 0,-1 0-1 0 0,0 0 1 0 0,-20 12 0 0 0,4-1 57 0 0,24-17-102 0 0,-1-3 846 0 0,25-7-409 0 0,4-2-85 0 0,-16 6-289 0 0,-1-1 1 0 0,1 1-1 0 0,-1-2 0 0 0,11-3 1 0 0,-4 1 7 0 0,14-4-29 0 0,37-6 0 0 0,-4 1-53 0 0,-40 7-6 0 0,-15 5 7 0 0,1 0 0 0 0,0 0 1 0 0,-1 1-1 0 0,1 0 1 0 0,11-2-1 0 0,47-9-401 0 0,-54 11 1170 0 0,-1-4-3900 0 0,-9 5 3023 0 0,0 0-1 0 0,0-1 1 0 0,0 1 0 0 0,1 0 0 0 0,-1-1 0 0 0,0 1-1 0 0,0 0 1 0 0,0-1 0 0 0,0 1 0 0 0,0-1-1 0 0,0 1 1 0 0,0 0 0 0 0,0-1 0 0 0,0 1 0 0 0,0 0-1 0 0,0-1 1 0 0,0 1 0 0 0,0 0 0 0 0,0-1 0 0 0,-1 1-1 0 0,1 0 1 0 0,0-1 0 0 0,0 1 0 0 0,0 0-1 0 0,0-1 1 0 0,-1 1 0 0 0,1 0 0 0 0,0-1 0 0 0,0 1-1 0 0,-1 0 1 0 0,1 0 0 0 0,0-1 0 0 0,-1 1 0 0 0,1 0-1 0 0,0 0 1 0 0,0 0 0 0 0,-1-1 0 0 0,1 1 0 0 0,0 0-1 0 0,-1 0 1 0 0,1 0 0 0 0,0 0 0 0 0,-1 0-1 0 0,-12-7-2905 0 0,4 1 1930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1.9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262 1 0 0 0,'0'0'2164'0'0,"-11"5"200"0"0,9-4-2271 0 0,0-1 0 0 0,1 1 0 0 0,-1 0 1 0 0,0 0-1 0 0,1-1 0 0 0,-1 1 0 0 0,1 1 0 0 0,-1-1 0 0 0,1 0 1 0 0,-1 0-1 0 0,1 0 0 0 0,-2 2 0 0 0,-7 13 545 0 0,9-15-584 0 0,0 0 1 0 0,0 1 0 0 0,0-1 0 0 0,0 0 0 0 0,0 0 0 0 0,0 1 0 0 0,0-1 0 0 0,1 0 0 0 0,-1 1 0 0 0,0-1 0 0 0,1 1-1 0 0,-1-1 1 0 0,0 3 0 0 0,1-2-12 0 0,0-1 0 0 0,0 1-1 0 0,-1 0 1 0 0,1-1 0 0 0,-1 1 0 0 0,1 0-1 0 0,-1-1 1 0 0,0 1 0 0 0,0-1-1 0 0,0 0 1 0 0,0 1 0 0 0,0-1 0 0 0,-1 2-1 0 0,1-2 3 0 0,0 1 0 0 0,-1-1 0 0 0,1 1 0 0 0,0-1 0 0 0,1 1 0 0 0,-1-1 0 0 0,0 1 0 0 0,0 0 0 0 0,1-1 0 0 0,-1 1 0 0 0,1 0 0 0 0,-1 0 0 0 0,1 2 0 0 0,-1-1 11 0 0,1 0 0 0 0,0-1 0 0 0,-1 1 0 0 0,0-1 1 0 0,0 1-1 0 0,0-1 0 0 0,0 1 0 0 0,0-1 0 0 0,0 1 0 0 0,-2 2 0 0 0,1-3-7 0 0,1 0 0 0 0,0 1 0 0 0,-1-1 0 0 0,1 1 1 0 0,0-1-1 0 0,0 1 0 0 0,1-1 0 0 0,-1 1 0 0 0,1 0 1 0 0,-1 2-1 0 0,0 1 23 0 0,0 0 1 0 0,-1 0-1 0 0,1 0 1 0 0,-1 0-1 0 0,-1-1 0 0 0,1 1 1 0 0,-1-1-1 0 0,0 1 1 0 0,-4 5-1 0 0,-14 31 249 0 0,0 13-129 0 0,-1-6-108 0 0,-18 48-20 0 0,33-84-70 0 0,1 6-30 0 0,6-17 28 0 0,0 0-1 0 0,-1 0 1 0 0,1 0 0 0 0,-1 0-1 0 0,1 0 1 0 0,-1 0-1 0 0,0 0 1 0 0,1 0 0 0 0,-1 0-1 0 0,0 0 1 0 0,-3 3-1 0 0,3-3-139 0 0,-1 1-1 0 0,1-1 0 0 0,0 0 0 0 0,0 1 1 0 0,0-1-1 0 0,0 0 0 0 0,0 1 1 0 0,0-1-1 0 0,1 1 0 0 0,-1 0 1 0 0,1-1-1 0 0,-1 4 0 0 0,1-6 119 0 0,1 1 0 0 0,-1-1-1 0 0,0 1 1 0 0,0-1 0 0 0,0 0-1 0 0,0 1 1 0 0,1-1 0 0 0,-1 0-1 0 0,0 1 1 0 0,0-1 0 0 0,0 0-1 0 0,1 1 1 0 0,-1-1 0 0 0,0 0-1 0 0,1 0 1 0 0,-1 1 0 0 0,0-1-1 0 0,1 0 1 0 0,-1 0 0 0 0,0 0-1 0 0,1 1 1 0 0,-1-1 0 0 0,0 0-1 0 0,1 0 1 0 0,-1 0 0 0 0,1 0 0 0 0,-1 0-1 0 0,0 0 1 0 0,1 0 0 0 0,-1 0-1 0 0,1 0 1 0 0,-1 0 0 0 0,0 0-1 0 0,1 0 1 0 0,-1 0 0 0 0,1 0-1 0 0,-1 0 1 0 0,0 0 0 0 0,1 0-1 0 0,-1 0 1 0 0,0-1 0 0 0,1 1-1 0 0,-1 0 1 0 0,0 0 0 0 0,1-1-1 0 0,-1 1 1 0 0,28-12-2031 0 0,-16 7 1048 0 0,-9 4 729 0 0,0 0 1 0 0,0 0-1 0 0,0 0 0 0 0,0-1 0 0 0,0 1 1 0 0,-1-1-1 0 0,1 0 0 0 0,-1 0 0 0 0,6-4 0 0 0,2-1-719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2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251 1 744 0 0,'0'0'4497'0'0,"-9"12"-3578"0"0,-5 12 266 0 0,-22 21 205 0 0,25-29-887 0 0,-26 27 1 0 0,30-36-421 0 0,1 1 0 0 0,0-1 1 0 0,0 2-1 0 0,0-1 1 0 0,1 1-1 0 0,0-1 1 0 0,-4 13-1 0 0,-19 30 128 0 0,18-29-159 0 0,-2 0-16 0 0,10-19-32 0 0,-1 0-1 0 0,1 1 1 0 0,0-1-1 0 0,0 0 1 0 0,0 1-1 0 0,0-1 1 0 0,0 1-1 0 0,1-1 1 0 0,0 1-1 0 0,-1 4 1 0 0,1-6 46 0 0,1 0 1 0 0,0 0-1 0 0,-1 0 1 0 0,1 0-1 0 0,-1 0 1 0 0,0 0-1 0 0,1-1 1 0 0,-1 1-1 0 0,0 0 0 0 0,0 0 1 0 0,0-1-1 0 0,0 1 1 0 0,-2 1-1 0 0,-4 8-1683 0 0,4 0-6328 0 0,3-16 6798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4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27 0 0 0,'0'0'3044'0'0,"42"-20"-156"0"0,-32 13 213 0 0,-17 7-1964 0 0,-27 10-1245 0 0,23-7 500 0 0,0 1-344 0 0,-1 1-1 0 0,1 0 1 0 0,0 0-1 0 0,1 1 1 0 0,-1 0-1 0 0,1 1 1 0 0,1 0-1 0 0,-1 1 1 0 0,-13 14-1 0 0,21-20-40 0 0,1 0 0 0 0,0 0 0 0 0,-1 0 0 0 0,1 1 0 0 0,0-1 0 0 0,0 0 0 0 0,0 1 0 0 0,0-1 1 0 0,1 1-1 0 0,-1-1 0 0 0,0 4 0 0 0,2-4 0 0 0,-1 0 1 0 0,0 0-1 0 0,1 0 0 0 0,0 1 1 0 0,-1-1-1 0 0,1 0 1 0 0,0 0-1 0 0,0 0 0 0 0,0 0 1 0 0,1 0-1 0 0,-1 0 1 0 0,0-1-1 0 0,1 1 0 0 0,-1 0 1 0 0,1-1-1 0 0,2 3 1 0 0,-2-3 6 0 0,33 17 80 0 0,-32-17-89 0 0,1 0 0 0 0,0 0-1 0 0,0 0 1 0 0,-1-1 0 0 0,1 1-1 0 0,0-1 1 0 0,4 0 0 0 0,21 3 10 0 0,-2 2 2 0 0,-21-4-14 0 0,0 0 1 0 0,0 1 0 0 0,0-1 0 0 0,10 5-1 0 0,-6-4-2 0 0,-10-2-1 0 0,1 0 0 0 0,-1 0 1 0 0,1 0-1 0 0,0 0 0 0 0,-1 0 0 0 0,1 0 0 0 0,0 1 1 0 0,-1-1-1 0 0,1 0 0 0 0,-1 0 0 0 0,1 0 0 0 0,-1 1 0 0 0,1-1 1 0 0,0 0-1 0 0,-1 1 0 0 0,1-1 0 0 0,-1 0 0 0 0,1 1 1 0 0,-1-1-1 0 0,1 1 0 0 0,22 13 10 0 0,-20-13-9 0 0,0 0 0 0 0,0 1 1 0 0,0-1-1 0 0,0 1 0 0 0,0 0 0 0 0,0 0 0 0 0,-1 0 0 0 0,3 2 0 0 0,-1 0 2 0 0,0 0-1 0 0,0 1 0 0 0,-1-1 1 0 0,1 1-1 0 0,-1 0 1 0 0,0 0-1 0 0,-1 0 1 0 0,1 0-1 0 0,2 7 1 0 0,0 2 33 0 0,-5-13-32 0 0,1 0 0 0 0,0 0 1 0 0,-1 0-1 0 0,1 1 0 0 0,-1-1 1 0 0,1 0-1 0 0,-1 0 0 0 0,1 0 1 0 0,-1 1-1 0 0,0-1 0 0 0,0 0 1 0 0,0 0-1 0 0,1 3 0 0 0,3 13 75 0 0,2 8 159 0 0,-6-22-204 0 0,-1-1-1 0 0,1 1 1 0 0,-1-1-1 0 0,0 1 0 0 0,0-1 1 0 0,0 1-1 0 0,0-1 1 0 0,-1 0-1 0 0,1 1 1 0 0,-1-1-1 0 0,1 0 1 0 0,-1 0-1 0 0,0 0 1 0 0,0 0-1 0 0,0 0 1 0 0,0 0-1 0 0,-4 2 1 0 0,-45 29 298 0 0,43-29-311 0 0,-66 33 33 0 0,69-31 4 0 0,5-6-99 0 0,-1 1-1 0 0,1-1 1 0 0,0 1 0 0 0,0-1-1 0 0,-1 0 1 0 0,1 1 0 0 0,0-1-1 0 0,0 0 1 0 0,-1 1 0 0 0,1-1-1 0 0,0 0 1 0 0,-1 1 0 0 0,1-1-1 0 0,-1 0 1 0 0,1 1 0 0 0,0-1-1 0 0,-1 0 1 0 0,1 0 0 0 0,-1 0-1 0 0,1 0 1 0 0,-1 1 0 0 0,1-1-1 0 0,0 0 1 0 0,-1 0 0 0 0,1 0-1 0 0,-1 0 1 0 0,1 0 0 0 0,-1 0-1 0 0,1 0 1 0 0,-1 0 0 0 0,1 0-1 0 0,-1 0 1 0 0,1 0 0 0 0,-1 0-1 0 0,1-1 1 0 0,0 1 0 0 0,-1 0-1 0 0,1 0 1 0 0,-1 0 0 0 0,1-1-1 0 0,-1 1 1 0 0,0-1-61 0 0,0 1 1 0 0,0-1-1 0 0,0 1 0 0 0,0-1 1 0 0,1 0-1 0 0,-1 1 0 0 0,0-1 1 0 0,0 0-1 0 0,1 0 0 0 0,-1 0 1 0 0,0 1-1 0 0,1-1 0 0 0,-1 0 1 0 0,1 0-1 0 0,-1 0 0 0 0,1 0 0 0 0,0 0 1 0 0,-1 0-1 0 0,1 0 0 0 0,0 0 1 0 0,-1 0-1 0 0,1 0 0 0 0,0 0 1 0 0,0-1-1 0 0,6-25-2310 0 0,0 3 744 0 0,3-8-770 0 0,-5 22 1738 0 0,5-3-367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4.6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74 0 0 0,'0'0'3987'0'0,"34"0"-3338"0"0,-3-2-455 0 0,-1-2 1 0 0,0 0-1 0 0,30-10 0 0 0,7 0-72 0 0,-42 7-102 0 0,-18 4-19 0 0,1 1-1 0 0,-1 0 1 0 0,0 1 0 0 0,14-2 0 0 0,-16 3-22 0 0,0-1 1 0 0,0 1-1 0 0,0-1 0 0 0,-1-1 1 0 0,1 1-1 0 0,7-4 0 0 0,21-3-600 0 0,-31 8 434 0 0,-13 6-4419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4.9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257 0 0 0 0,'0'0'1583'0'0,"-2"32"3560"0"0,-13-9-4108 0 0,8-9-545 0 0,-15 15 185 0 0,19-23-579 0 0,-1-1-1 0 0,0-1 1 0 0,0 1-1 0 0,0 0 1 0 0,-9 6-1 0 0,-7 9 122 0 0,0 1-23 0 0,11-12-142 0 0,0 1 0 0 0,0-1 1 0 0,1 2-1 0 0,1-1 0 0 0,-10 18 1 0 0,-26 32-51 0 0,34-52-34 0 0,8-7 27 0 0,0-1 0 0 0,1 1-1 0 0,-1-1 1 0 0,0 1-1 0 0,1-1 1 0 0,-1 1 0 0 0,0 0-1 0 0,1-1 1 0 0,-1 1-1 0 0,1 0 1 0 0,-1-1 0 0 0,1 1-1 0 0,-1 0 1 0 0,1 0-1 0 0,-1 0 1 0 0,1-1 0 0 0,0 1-1 0 0,0 0 1 0 0,-1 0 0 0 0,1 0-1 0 0,0 0 1 0 0,0 0-1 0 0,0 1 1 0 0,0-1-21 0 0,0 0 0 0 0,-1 1 0 0 0,1-1 0 0 0,0 0 0 0 0,-1 1 0 0 0,1-1 0 0 0,-1 0 0 0 0,1 0 0 0 0,-1 0 0 0 0,0 1 0 0 0,1-1 0 0 0,-1 0 0 0 0,0 0 0 0 0,0 0 0 0 0,0 0 0 0 0,-2 1 0 0 0,3-2-11 0 0,0 1 1 0 0,0-1-1 0 0,-1 0 0 0 0,1 0 1 0 0,0 0-1 0 0,-1 0 0 0 0,1 0 1 0 0,0 0-1 0 0,0 1 0 0 0,0-1 1 0 0,-1 0-1 0 0,1 0 0 0 0,0 0 1 0 0,0 1-1 0 0,-1-1 0 0 0,1 0 1 0 0,0 0-1 0 0,0 1 0 0 0,0-1 1 0 0,0 0-1 0 0,0 0 0 0 0,-1 1 1 0 0,1-1-1 0 0,0 0 0 0 0,0 1 0 0 0,0-1 1 0 0,0 0-1 0 0,0 0 0 0 0,0 1 1 0 0,0-1-1 0 0,0 0 0 0 0,0 1 1 0 0,0-1-1 0 0,0 0 0 0 0,0 1 1 0 0,0-1-1 0 0,0 0 0 0 0,1 0 1 0 0,-1 1-1 0 0,0-1 0 0 0,0 0 1 0 0,0 1-1 0 0,0-1 0 0 0,0 0 1 0 0,1 0-1 0 0,-1 1 0 0 0,0-1 1 0 0,0 0-1 0 0,0 0 0 0 0,1 0 1 0 0,-1 1-1 0 0,0-1 0 0 0,0 0 1 0 0,1 0-1 0 0,-1 0 0 0 0,2 1-370 0 0,0 0-185 0 0,0-1 424 0 0,0 0 0 0 0,0 0-1 0 0,0 0 1 0 0,-1 0 0 0 0,1 0 0 0 0,0 0 0 0 0,0-1 0 0 0,0 1 0 0 0,0 0-1 0 0,0-1 1 0 0,0 0 0 0 0,2-1 0 0 0,0 1-47 0 0,19-12-2155 0 0,-3 7 1451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5.3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176 1 0 0 0,'0'-1'4654'0'0,"0"6"-1064"0"0,0-4-3572 0 0,0 1 1 0 0,0-1 0 0 0,-1 0 0 0 0,1 0 0 0 0,0 0-1 0 0,-1 0 1 0 0,1 0 0 0 0,0 1 0 0 0,-1-1 0 0 0,1 0 0 0 0,-1 0-1 0 0,0 0 1 0 0,1 0 0 0 0,-1 0 0 0 0,0 0 0 0 0,-1 1-1 0 0,2-2-4 0 0,0 0 0 0 0,-1 0-1 0 0,1 1 1 0 0,0-1-1 0 0,0 0 1 0 0,0 0 0 0 0,-1 1-1 0 0,1-1 1 0 0,0 0-1 0 0,0 1 1 0 0,0-1 0 0 0,0 0-1 0 0,0 1 1 0 0,-1-1-1 0 0,1 0 1 0 0,0 1 0 0 0,0-1-1 0 0,0 0 1 0 0,0 1-1 0 0,0-1 1 0 0,0 0-1 0 0,0 1 1 0 0,0-1 0 0 0,0 0-1 0 0,0 1 1 0 0,1-1-1 0 0,-1 0 1 0 0,0 1 0 0 0,0-1-1 0 0,-1 12 388 0 0,-2-8-292 0 0,0 0-1 0 0,0 0 1 0 0,1 0 0 0 0,-1 0-1 0 0,1 0 1 0 0,-2 8-1 0 0,3-9-56 0 0,0 1-1 0 0,0-1 1 0 0,0 1-1 0 0,-1-1 1 0 0,1 1-1 0 0,-1-1 0 0 0,0 0 1 0 0,1 0-1 0 0,-5 5 1 0 0,-7 14 172 0 0,3 0-56 0 0,5-7-120 0 0,-2-1-1 0 0,0 0 1 0 0,-10 14 0 0 0,11-18-37 0 0,1 0-1 0 0,0 1 1 0 0,-8 22 0 0 0,1 0-58 0 0,-3 15-297 0 0,13-42 81 0 0,0-1 0 0 0,0 1 0 0 0,1-1 0 0 0,0 1 0 0 0,0 0 0 0 0,0-1-1 0 0,1 1 1 0 0,-1 0 0 0 0,2 0 0 0 0,0 6 0 0 0,-1 7-2531 0 0,0-17 2515 0 0,1-1 0 0 0,-1 1 0 0 0,1 0 0 0 0,-1-1-1 0 0,1 1 1 0 0,0 0 0 0 0,0-1 0 0 0,0 1 0 0 0,0-1-1 0 0,0 0 1 0 0,0 1 0 0 0,0-1 0 0 0,2 2-1 0 0,6-2-773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5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 0 0 0,'0'0'2260'0'0,"0"5"639"0"0,0 20-2029 0 0,0-24-859 0 0,0-1 1 0 0,0 0 0 0 0,0 1-1 0 0,0-1 1 0 0,0 1 0 0 0,0-1 0 0 0,0 0-1 0 0,0 1 1 0 0,-1-1 0 0 0,1 0-1 0 0,0 1 1 0 0,0-1 0 0 0,0 0 0 0 0,0 1-1 0 0,-1-1 1 0 0,1 0 0 0 0,0 1-1 0 0,0-1 1 0 0,-1 0 0 0 0,1 0 0 0 0,0 1-1 0 0,0-1 1 0 0,-1 0 0 0 0,1 0-1 0 0,0 1 1 0 0,-1-1 0 0 0,1 0 0 0 0,-1 0 0 0 0,1 1 1 0 0,-1-1 0 0 0,1 0-1 0 0,0 0 1 0 0,-1 1 0 0 0,1-1-1 0 0,0 0 1 0 0,-1 0 0 0 0,1 1-1 0 0,0-1 1 0 0,0 0 0 0 0,-1 1 0 0 0,1-1-1 0 0,0 1 1 0 0,0-1 0 0 0,0 0-1 0 0,-1 1 1 0 0,1-1 0 0 0,0 1-1 0 0,0-1 1 0 0,0 0 0 0 0,0 1-1 0 0,0-1 1 0 0,0 1 0 0 0,0-1 0 0 0,0 1-1 0 0,0 0 1 0 0,-1 2 50 0 0,1-1 0 0 0,-1 1-1 0 0,0 0 1 0 0,0 0 0 0 0,0 0 0 0 0,-1-1 0 0 0,1 1 0 0 0,-1 0-1 0 0,1-1 1 0 0,-1 1 0 0 0,0-1 0 0 0,-2 3 0 0 0,-12 18 337 0 0,13-17-343 0 0,0 0 1 0 0,-1 0-1 0 0,0 0 1 0 0,0-1-1 0 0,-6 6 0 0 0,-16 24 89 0 0,21-28-152 0 0,1 1 0 0 0,-1-1-1 0 0,-1 1 1 0 0,1-1 0 0 0,-12 10 0 0 0,14-14-75 0 0,1 0 1 0 0,-1 0-1 0 0,1 0 0 0 0,0 1 0 0 0,-1-1 1 0 0,2 1-1 0 0,-1 0 0 0 0,-2 4 0 0 0,4-6-150 0 0,3-3-1731 0 0,0 1 1636 0 0,0-1-1 0 0,0 0 0 0 0,0 1 0 0 0,0-1 0 0 0,-1-1 1 0 0,1 1-1 0 0,0 0 0 0 0,0-1 0 0 0,-1 1 0 0 0,1-1 1 0 0,-1 0-1 0 0,4-3 0 0 0,-4-6-583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6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 71 0 0 0,'55'-30'3756'0'0,"8"-6"-2154"0"0,-59 35-1479 0 0,-1 0 0 0 0,1 0 1 0 0,0 1-1 0 0,-1-1 0 0 0,1 1 1 0 0,0 0-1 0 0,-1 0 0 0 0,1 0 1 0 0,6 2-1 0 0,2-1 203 0 0,-10-1-212 0 0,10 7 395 0 0,-10-7-510 0 0,-2 1 15 0 0,1-1-1 0 0,-1 0 1 0 0,0 0-1 0 0,1 1 1 0 0,-1-1-1 0 0,1 0 1 0 0,-1 0-1 0 0,1 1 1 0 0,-1-1-1 0 0,0 0 1 0 0,1 1-1 0 0,-1-1 0 0 0,0 1 1 0 0,1-1-1 0 0,-1 1 1 0 0,0-1-1 0 0,0 0 1 0 0,1 1-1 0 0,-1-1 1 0 0,0 1-1 0 0,0-1 1 0 0,0 1-1 0 0,0-1 0 0 0,0 1 1 0 0,1 0-1 0 0,3 5 162 0 0,-3-6-163 0 0,-1 0-1 0 0,1 0 1 0 0,-1 1-1 0 0,1-1 0 0 0,-1 0 1 0 0,0 0-1 0 0,1 1 1 0 0,-1-1-1 0 0,1 0 0 0 0,-1 1 1 0 0,0-1-1 0 0,1 0 1 0 0,-1 1-1 0 0,0-1 0 0 0,0 1 1 0 0,1-1-1 0 0,-1 1 1 0 0,0-1-1 0 0,0 1 0 0 0,0-1 1 0 0,1 0-1 0 0,-1 1 1 0 0,0-1-1 0 0,0 1 0 0 0,0-1 1 0 0,0 1-1 0 0,0-1 1 0 0,0 1-1 0 0,0-1 0 0 0,0 1 1 0 0,0-1-1 0 0,0 1 1 0 0,0-1-1 0 0,0 1 0 0 0,-1-1 1 0 0,1 1-1 0 0,0-1 1 0 0,0 1-1 0 0,0-1 0 0 0,-1 1 1 0 0,1-1-1 0 0,0 0 1 0 0,-1 1-1 0 0,1 0 0 0 0,-1-1-8 0 0,1 1 24 0 0,-1-1 0 0 0,0 1 0 0 0,0 0 0 0 0,0 0 0 0 0,1 0 0 0 0,-1 0 0 0 0,1 0 0 0 0,-1 0 0 0 0,1 0 0 0 0,-1 0 1 0 0,1 0-1 0 0,-1 1 0 0 0,1-1 0 0 0,0 0 0 0 0,0 0 0 0 0,-1 0 0 0 0,1 0 0 0 0,0 1 0 0 0,0-1 0 0 0,1 2 0 0 0,-2 1 29 0 0,0 0 0 0 0,0-1 0 0 0,-1 1 0 0 0,1-1 0 0 0,-1 1 1 0 0,0-1-1 0 0,0 1 0 0 0,0-1 0 0 0,0 0 0 0 0,0 0 0 0 0,-1 0 0 0 0,-4 4 0 0 0,-7 12 90 0 0,10-14-124 0 0,0 0 0 0 0,1-1 0 0 0,-2 1 0 0 0,1-1 0 0 0,-1 0 0 0 0,1 0 0 0 0,-1 0 0 0 0,-6 3 0 0 0,-21 19 29 0 0,27-20-45 0 0,2-2-3 0 0,1-1 1 0 0,-1-1-1 0 0,0 1 1 0 0,0 0-1 0 0,0-1 1 0 0,0 1-1 0 0,-1-1 0 0 0,-3 2 1 0 0,5-3-11 0 0,-1 1 0 0 0,1-1-1 0 0,0 1 1 0 0,0-1 0 0 0,-1 1 0 0 0,1 0-1 0 0,1 0 1 0 0,-1 0 0 0 0,0 1 0 0 0,0-1 0 0 0,1 0-1 0 0,-1 0 1 0 0,1 1 0 0 0,0-1 0 0 0,-2 5 0 0 0,49-7-105 0 0,-46 0 107 0 0,29 2-14 0 0,-28-2 19 0 0,0 0 0 0 0,0 0 0 0 0,0 0 1 0 0,0 0-1 0 0,0 0 0 0 0,0 0 1 0 0,0 1-1 0 0,0-1 0 0 0,0 0 1 0 0,0 1-1 0 0,0-1 0 0 0,0 1 0 0 0,-1-1 1 0 0,1 1-1 0 0,0 0 0 0 0,0-1 1 0 0,0 1-1 0 0,-1 0 0 0 0,1-1 1 0 0,0 1-1 0 0,-1 0 0 0 0,1 0 0 0 0,0-1 1 0 0,-1 1-1 0 0,1 0 0 0 0,-1 0 1 0 0,0 0-1 0 0,1 2 0 0 0,4 8 24 0 0,-4-10-20 0 0,-1 0-1 0 0,1 0 1 0 0,0 1-1 0 0,-1-1 1 0 0,1 0-1 0 0,-1 0 1 0 0,1 1-1 0 0,-1-1 1 0 0,1 0 0 0 0,-1 1-1 0 0,0-1 1 0 0,0 3-1 0 0,0 0 15 0 0,0 1-1 0 0,0 0 0 0 0,-1 0 1 0 0,1 0-1 0 0,-1 0 1 0 0,0-1-1 0 0,-1 1 1 0 0,-2 6-1 0 0,-7 32 171 0 0,8-35-159 0 0,0 0 0 0 0,-1-1 0 0 0,0 1 0 0 0,0-1 0 0 0,-1 1 0 0 0,0-1 0 0 0,0-1 0 0 0,-1 1 0 0 0,0-1 0 0 0,0 0 0 0 0,-10 8 0 0 0,-49 28 73 0 0,12-16-540 0 0,71-40-7905 0 0,-16 2 7217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7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260 52 644 0 0,'0'0'77'0'0,"1"0"0"0"0,-1 0-1 0 0,1 0 1 0 0,-1 0 0 0 0,1 0 0 0 0,-1 0-1 0 0,1 0 1 0 0,-1 0 0 0 0,1 0 0 0 0,-1 0-1 0 0,1-1 1 0 0,-1 1 0 0 0,0 0 0 0 0,1 0 0 0 0,-1-1-1 0 0,1 1 1 0 0,-1 0 0 0 0,0 0 0 0 0,1-1-1 0 0,-1 1 1 0 0,0 0 0 0 0,1-1 0 0 0,-1 1-1 0 0,0-1 1 0 0,1 1 0 0 0,-1 0 0 0 0,0-1-1 0 0,0 0-16 0 0,1 1-1 0 0,-1-1 0 0 0,0 1 0 0 0,0 0 0 0 0,0 0 0 0 0,1-1 1 0 0,-1 1-1 0 0,0 0 0 0 0,0-1 0 0 0,1 1 0 0 0,-1 0 0 0 0,0 0 0 0 0,1-1 1 0 0,-1 1-1 0 0,0 0 0 0 0,1 0 0 0 0,-1 0 0 0 0,0 0 0 0 0,1-1 1 0 0,-1 1-1 0 0,0 0 0 0 0,1 0 0 0 0,-1 0 0 0 0,0 0 0 0 0,1 0 0 0 0,-1 0 1 0 0,1 0-1 0 0,12-13 1165 0 0,-13 7-752 0 0,-1 6-431 0 0,1-1-1 0 0,0 1 0 0 0,0-1 0 0 0,0 1 0 0 0,0-1 0 0 0,-1 1 0 0 0,1-1 0 0 0,0 1 0 0 0,0-1 0 0 0,0 0 0 0 0,0 1 0 0 0,0-1 0 0 0,0 1 0 0 0,1-1 1 0 0,-1 1-1 0 0,0-1 0 0 0,0 1 0 0 0,0-1 0 0 0,0 1 0 0 0,1-1 0 0 0,-1 1 0 0 0,0-1 0 0 0,0 1 0 0 0,1-1 0 0 0,-1 1 0 0 0,0-1 0 0 0,1 1 0 0 0,-1-1 1 0 0,1 1-1 0 0,-1 0 0 0 0,1-1 0 0 0,-1 1 0 0 0,0 0 0 0 0,1-1 0 0 0,-1 1 0 0 0,1 0 0 0 0,0 0 0 0 0,-1 0 0 0 0,1-1 0 0 0,0 1 0 0 0,-5-3 1862 0 0,4 3-1901 0 0,0 0 0 0 0,0 0 0 0 0,-1 0 0 0 0,1 0 0 0 0,0 1 0 0 0,0-1 0 0 0,-1 0 0 0 0,1 0-1 0 0,0 0 1 0 0,0 0 0 0 0,-1 0 0 0 0,1 0 0 0 0,0 0 0 0 0,0 0 0 0 0,0 0 0 0 0,-1 1 0 0 0,1-1 0 0 0,0 0 0 0 0,0 0-1 0 0,0 0 1 0 0,0 0 0 0 0,-1 1 0 0 0,1-1 0 0 0,0 0 0 0 0,0 0 0 0 0,0 0 0 0 0,0 1 0 0 0,0-1 0 0 0,0 0 0 0 0,0 0-1 0 0,-1 1 1 0 0,1-1 0 0 0,0 0 0 0 0,0 0 0 0 0,0 1 0 0 0,0-1 0 0 0,0 0 0 0 0,0 0 0 0 0,0 1 0 0 0,0-1 0 0 0,0 0-1 0 0,0 0 1 0 0,0 1 0 0 0,1-1 0 0 0,-2 2 29 0 0,0 0 0 0 0,0 1 0 0 0,0-1 0 0 0,0 0 0 0 0,0 0 0 0 0,-1-1 0 0 0,1 1 0 0 0,-1 0 0 0 0,1 0 0 0 0,-1-1 0 0 0,0 1 0 0 0,1-1 0 0 0,-3 2 0 0 0,-6 7 74 0 0,-8 17 88 0 0,-2-2 0 0 0,-28 30 0 0 0,34-38-137 0 0,-52 44 75 0 0,54-48-113 0 0,-21 28 24 0 0,11-16-89 0 0,-7 5-417 0 0,51-41-7941 0 0,-2-1 6459 0 0,-9 6 1738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8.1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151 44 0 0 0,'0'0'106'0'0,"1"0"0"0"0,-1 0 1 0 0,0 0-1 0 0,1 0 0 0 0,-1 0 0 0 0,1 0 0 0 0,-1 0 0 0 0,0 1 1 0 0,1-1-1 0 0,-1-1 0 0 0,0 1 0 0 0,1 0 0 0 0,-1 0 0 0 0,0 0 1 0 0,1 0-1 0 0,-1 0 0 0 0,0 0 0 0 0,1 0 0 0 0,-1 0 0 0 0,0 0 1 0 0,1-1-1 0 0,-1 1 0 0 0,0 0 0 0 0,0 0 0 0 0,1 0 0 0 0,-1-1 1 0 0,0 1-1 0 0,0 0 0 0 0,1-1 0 0 0,-1 1 0 0 0,0 0 0 0 0,0 0 1 0 0,0-1-1 0 0,1 1 0 0 0,-1 0 0 0 0,0-1 0 0 0,0 1 0 0 0,0 0 1 0 0,0-1-1 0 0,0 1 0 0 0,0 0 0 0 0,0-1 0 0 0,0 1 0 0 0,0 0 1 0 0,0-1-1 0 0,0 1 0 0 0,0 0 0 0 0,0-1 0 0 0,0 1 1 0 0,0-1-1 0 0,0 1 0 0 0,0-2 790 0 0,31-10 1210 0 0,-29 11-2022 0 0,30 0 309 0 0,10-4-84 0 0,2-1-46 0 0,-1 0-125 0 0,-41 6-135 0 0,2 3 16 0 0,3 6 112 0 0,-2 3-22 0 0,-5-12-106 0 0,1 0 0 0 0,-1 1 0 0 0,0-1 1 0 0,0 0-1 0 0,0 0 0 0 0,1 1 1 0 0,-1-1-1 0 0,0 0 0 0 0,0 1 0 0 0,0-1 1 0 0,0 0-1 0 0,0 0 0 0 0,1 1 0 0 0,-1-1 1 0 0,0 0-1 0 0,0 1 0 0 0,0-1 1 0 0,0 0-1 0 0,0 1 0 0 0,0-1 0 0 0,0 0 1 0 0,0 1-1 0 0,0-1 0 0 0,-1 0 1 0 0,1 1-1 0 0,0-1 0 0 0,0 0 0 0 0,0 1 1 0 0,0-1-1 0 0,0 0 0 0 0,0 0 0 0 0,-1 1 1 0 0,1-1-1 0 0,0 0 0 0 0,0 0 1 0 0,0 1-1 0 0,-1-1 0 0 0,1 0 0 0 0,0 0 1 0 0,0 0-1 0 0,-1 1 0 0 0,1-1 1 0 0,0 0-1 0 0,-1 0 0 0 0,1 0 0 0 0,0 0 1 0 0,-1 1-1 0 0,-3 18 236 0 0,-4-5-125 0 0,3-5-62 0 0,0 0 0 0 0,-1 0 0 0 0,0 0 0 0 0,0-1-1 0 0,-1 0 1 0 0,-13 12 0 0 0,-44 46 88 0 0,60-62-131 0 0,0 0 0 0 0,0 0 0 0 0,0 0 0 0 0,1 0 0 0 0,-1 0-1 0 0,-2 6 1 0 0,3-5 1 0 0,0-1 0 0 0,0 1 0 0 0,-1-1 0 0 0,0 0 0 0 0,1 0 0 0 0,-6 4 0 0 0,-42 38 74 0 0,39-34-43 0 0,0 0 0 0 0,-1-1 0 0 0,-28 18 1 0 0,8 2 104 0 0,15-15 743 0 0,17-15-438 0 0,5-4-244 0 0,-1 2-215 0 0,7-12 262 0 0,-7 10-243 0 0,0 0 1 0 0,0 0 0 0 0,0 0 0 0 0,0 1 0 0 0,0-1 0 0 0,1 1 0 0 0,-1 0 0 0 0,5-2 0 0 0,-8 3-11 0 0,10-4-8 0 0,1-1 1 0 0,-1 1 0 0 0,1 1-1 0 0,14-4 1 0 0,-3 3 2 0 0,0 1 0 0 0,0 2 0 0 0,0 0 0 0 0,30 1 0 0 0,-37 8-86 0 0,-14-7 46 0 0,0 0 1 0 0,0 1 0 0 0,0-1 0 0 0,1 0 0 0 0,-1 1-1 0 0,0 0 1 0 0,0-1 0 0 0,0 1 0 0 0,0-1 0 0 0,0 1 0 0 0,-1 0-1 0 0,1 0 1 0 0,0 0 0 0 0,0 0 0 0 0,0-1 0 0 0,-1 1-1 0 0,1 0 1 0 0,0 0 0 0 0,-1 0 0 0 0,1 1 0 0 0,0 0-1 0 0,10 2-436 0 0,21-18-11141 0 0,-21 13 11402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0:49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403 1 276 0 0,'0'0'11175'0'0,"33"5"-10978"0"0,-24-3-189 0 0,1-1 0 0 0,-1 0-1 0 0,0-1 1 0 0,1 1-1 0 0,15-3 1 0 0,-16 1 1 0 0,0 0 0 0 0,0 1 0 0 0,0 1 0 0 0,1-1 0 0 0,14 4 0 0 0,19 3-51 0 0,-42-7 40 0 0,-1 0 1 0 0,1 0 0 0 0,-1 0 0 0 0,0 0-1 0 0,1 0 1 0 0,-1 0 0 0 0,1 0 0 0 0,-1 0-1 0 0,0 0 1 0 0,1 0 0 0 0,-1 0-1 0 0,0 0 1 0 0,1 0 0 0 0,-1 0 0 0 0,0 0-1 0 0,1 1 1 0 0,-1-1 0 0 0,1 0-1 0 0,-1 0 1 0 0,0 0 0 0 0,0 1 0 0 0,1-1-1 0 0,-1 0 1 0 0,0 0 0 0 0,1 1-1 0 0,-1-1 1 0 0,0 0 0 0 0,0 0 0 0 0,1 1-1 0 0,-1-1 1 0 0,0 0 0 0 0,0 1 0 0 0,0-1-1 0 0,0 0 1 0 0,0 1 0 0 0,1-1-1 0 0,-1 1 1 0 0,0-1 0 0 0,0 0 0 0 0,0 1-1 0 0,0-1 1 0 0,0 0 0 0 0,0 1-1 0 0,0-1 1 0 0,0 1 0 0 0,0-1 0 0 0,0 0-1 0 0,-1 1 1 0 0,1 0-17 0 0,0 37-256 0 0,1-36 273 0 0,-1-1 0 0 0,0 1 0 0 0,0 0 0 0 0,0-1 0 0 0,-1 1 0 0 0,1-1 0 0 0,0 1 0 0 0,-1 0 0 0 0,1-1 0 0 0,-1 1 0 0 0,1-1 0 0 0,-1 1 0 0 0,1-1 0 0 0,-1 1 0 0 0,0-1 0 0 0,0 0 0 0 0,-2 3 0 0 0,-11 33-18 0 0,4-23 26 0 0,0 0 0 0 0,2 1 0 0 0,0 0 1 0 0,-7 19-1 0 0,0 20 11 0 0,-25 93 56 0 0,26-84 57 0 0,5-25-51 0 0,8-31-60 0 0,0 0 1 0 0,-1 0 0 0 0,0 0-1 0 0,0-1 1 0 0,-1 1-1 0 0,1 0 1 0 0,-7 9 0 0 0,7-13-12 0 0,1 0 1 0 0,-1 0-1 0 0,1 0 1 0 0,0 0-1 0 0,0 1 0 0 0,0-1 1 0 0,0 0-1 0 0,0 4 1 0 0,0-4-4 0 0,1 0 1 0 0,-1 0-1 0 0,0 0 0 0 0,0 0 1 0 0,0 0-1 0 0,0 0 1 0 0,-1 0-1 0 0,-1 3 0 0 0,1-3 3 0 0,0 1 0 0 0,0 0 0 0 0,0 0 0 0 0,0 0-1 0 0,1 0 1 0 0,0 0 0 0 0,-2 9 0 0 0,-5 15 46 0 0,-14 3 23 0 0,14-17-48 0 0,6-12-24 0 0,1 1 0 0 0,-1-1 0 0 0,1 0 0 0 0,0 1-1 0 0,0-1 1 0 0,0 1 0 0 0,0-1 0 0 0,0 1 0 0 0,0 3 0 0 0,1-5-2 0 0,-1 1-1 0 0,1-1 1 0 0,-1 0-1 0 0,1 1 1 0 0,-1-1-1 0 0,1 0 0 0 0,-1 1 1 0 0,0-1-1 0 0,1 0 1 0 0,-1 0-1 0 0,0 0 1 0 0,0 0-1 0 0,0 0 1 0 0,-2 2-1 0 0,2-2 1 0 0,0 0 0 0 0,1-1-1 0 0,-1 1 1 0 0,0 0 0 0 0,0 1 0 0 0,0-1-1 0 0,1 0 1 0 0,-1 0 0 0 0,0 0 0 0 0,1 0-1 0 0,-1 0 1 0 0,1 1 0 0 0,0-1-1 0 0,-1 2 1 0 0,-10 20 77 0 0,-13 2 13 0 0,21-24-89 0 0,3-1-5 0 0,0 0 0 0 0,-1 0 0 0 0,1 0 1 0 0,0 0-1 0 0,0 0 0 0 0,-1 0 0 0 0,1 0 1 0 0,0 0-1 0 0,0 0 0 0 0,-1 0 0 0 0,1 0 1 0 0,0 0-1 0 0,0 0 0 0 0,0 1 0 0 0,-1-1 1 0 0,1 0-1 0 0,0 0 0 0 0,0 0 0 0 0,0 0 1 0 0,0 0-1 0 0,-1 1 0 0 0,1-1 0 0 0,0 0 1 0 0,0 0-1 0 0,0 0 0 0 0,0 1 0 0 0,0-1 1 0 0,0 0-1 0 0,0 0 0 0 0,0 0 0 0 0,-1 1 1 0 0,1-1-1 0 0,0 0 0 0 0,0 0 0 0 0,0 1 1 0 0,0-1-1 0 0,0 0 0 0 0,0 1 0 0 0,0 1 3 0 0,-1 1 6 0 0,-19 4 3 0 0,12-3-6 0 0,4-1-19 0 0,0 0 1 0 0,-1-1-1 0 0,1 0 0 0 0,-1 0 1 0 0,1 0-1 0 0,-1 0 0 0 0,0-1 1 0 0,1 0-1 0 0,-1 0 0 0 0,-8 1 0 0 0,-65 10-1975 0 0,-51-12-5814 0 0,118 0 6404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03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639 64 0 0 0,'0'-38'3504'0'0,"4"32"-3266"0"0,-3 6-152 0 0,-1 0 0 0 0,1 0 0 0 0,-1 0-1 0 0,0 0 1 0 0,1-1 0 0 0,-1 1 0 0 0,0 0 0 0 0,1 0 0 0 0,-1-1 0 0 0,0 1-1 0 0,1 0 1 0 0,-1 0 0 0 0,0-1 0 0 0,1 1 0 0 0,-1 0 0 0 0,0-1 0 0 0,0 1 0 0 0,0-1-1 0 0,1 1 1 0 0,-1 0 0 0 0,0-1 0 0 0,0 1 0 0 0,0-1 0 0 0,0 1 0 0 0,0 0 0 0 0,0-1-1 0 0,1 1 1 0 0,-1-1 0 0 0,0 1 0 0 0,0 0 0 0 0,0-1 0 0 0,-1 1 0 0 0,1-1 0 0 0,0 1-1 0 0,0-1 1 0 0,-1 0 33 0 0,0 0-1 0 0,0 0 0 0 0,0 1 0 0 0,0-1 1 0 0,0 1-1 0 0,0-1 0 0 0,0 1 1 0 0,0-1-1 0 0,0 1 0 0 0,0 0 1 0 0,0-1-1 0 0,-1 1 0 0 0,1 0 0 0 0,0 0 1 0 0,0 0-1 0 0,0 0 0 0 0,0 0 1 0 0,-1 0-1 0 0,1 0 0 0 0,0 0 0 0 0,0 1 1 0 0,-2-1-1 0 0,-1 1 68 0 0,2-1-136 0 0,-32 1 77 0 0,31 0-124 0 0,-1 0 1 0 0,1 0-1 0 0,0-1 1 0 0,0 1-1 0 0,-1-1 1 0 0,1 1-1 0 0,0-1 0 0 0,-5 0 1 0 0,5 0-1 0 0,0 0 0 0 0,0 0-1 0 0,-1 0 1 0 0,1 1 0 0 0,0-1 0 0 0,0 1 0 0 0,0 0 0 0 0,-4 1 0 0 0,4-1 0 0 0,-1 0 0 0 0,1 0 0 0 0,-1-1 0 0 0,1 1 0 0 0,-1-1 0 0 0,1 0 0 0 0,-1 0 0 0 0,0 0 0 0 0,1-1 0 0 0,-6 0 1 0 0,4 0-1 0 0,0 1 1 0 0,0-1-1 0 0,-1 1 1 0 0,1 0 0 0 0,0 0-1 0 0,-5 2 1 0 0,1 0 0 0 0,0 0 1 0 0,0-1 0 0 0,0 0-1 0 0,0-1 1 0 0,-17 0-1 0 0,-14-1-3 0 0,18 7-10 0 0,21-6 8 0 0,0 0 0 0 0,0-1 0 0 0,0 1 0 0 0,0 0 0 0 0,0 0 0 0 0,0 0 0 0 0,0 0 0 0 0,0 0 0 0 0,0 0-1 0 0,0 0 1 0 0,0 1 0 0 0,0-1 0 0 0,0 0 0 0 0,0 1 0 0 0,0-1 0 0 0,0 0 0 0 0,0 1 0 0 0,0-1 0 0 0,0 1 0 0 0,0-1 0 0 0,0 1-1 0 0,1 0 1 0 0,-1-1 0 0 0,0 1 0 0 0,0 0 0 0 0,1 0 0 0 0,-1 0 0 0 0,0-1 0 0 0,1 1 0 0 0,-1 0 0 0 0,1 0 0 0 0,-1 0 0 0 0,1 0-1 0 0,-1 0 1 0 0,1 0 0 0 0,-1 1 0 0 0,-4 9-12 0 0,5-10 13 0 0,-1-1-1 0 0,1 1 0 0 0,-1 0 0 0 0,1-1 1 0 0,-1 1-1 0 0,1 0 0 0 0,0-1 0 0 0,-1 1 1 0 0,1 0-1 0 0,0-1 0 0 0,-1 1 0 0 0,1 0 0 0 0,0 0 1 0 0,0-1-1 0 0,0 1 0 0 0,0 0 0 0 0,0 1 1 0 0,-11 29-18 0 0,0 6 18 0 0,10-31 1 0 0,1 0 0 0 0,-1-1 0 0 0,-1 1 0 0 0,1-1 0 0 0,-1 1 0 0 0,-2 5 0 0 0,2-6-1 0 0,0 1 1 0 0,0-1-1 0 0,1 1 0 0 0,-1 0 0 0 0,1 0 1 0 0,0 6-1 0 0,0 0-2 0 0,-1 0 0 0 0,0 0 0 0 0,0 0 1 0 0,-1 0-1 0 0,-6 13 0 0 0,-3 14 0 0 0,3 3-6 0 0,7-27 4 0 0,-1 0 1 0 0,-1-1-1 0 0,0 1 0 0 0,-8 17 1 0 0,-10 30 7 0 0,0 0-4 0 0,0-7 6 0 0,-31 62 32 0 0,43-93-12 0 0,5-13-14 0 0,5-11-12 0 0,0 1 1 0 0,0-1-1 0 0,0 0 0 0 0,0 1 1 0 0,-1-1-1 0 0,1 0 0 0 0,0 1 1 0 0,0-1-1 0 0,0 0 0 0 0,0 1 1 0 0,0-1-1 0 0,0 0 0 0 0,-1 1 1 0 0,1-1-1 0 0,0 0 0 0 0,0 1 1 0 0,0-1-1 0 0,-1 0 0 0 0,1 0 0 0 0,0 1 1 0 0,0-1-1 0 0,-1 0 0 0 0,1 0 1 0 0,0 0-1 0 0,-1 1 0 0 0,1-1 1 0 0,0 0-1 0 0,0 0 0 0 0,-1 0 1 0 0,-1 0 2 0 0,2 4 1 0 0,0 9 9 0 0,0-12-6 0 0,-6 1-14 0 0,15 2 30 0 0,21 2 42 0 0,3-3-27 0 0,-25-2-29 0 0,0 0 0 0 0,0 0 0 0 0,1-1 0 0 0,10-1 0 0 0,94-15-32 0 0,123-33-4280 0 0,-224 46 3642 0 0,-7 3 170 0 0,-1-1 0 0 0,0 0 0 0 0,0 0 0 0 0,0 0 0 0 0,0-1 0 0 0,6-2 0 0 0,-1 3-534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04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50 0 0 0,'0'0'52'0'0,"0"0"1"0"0,-1-1-1 0 0,1 1 0 0 0,-1 0 1 0 0,1 0-1 0 0,0 0 0 0 0,-1 0 1 0 0,1-1-1 0 0,-1 1 0 0 0,1 0 1 0 0,0 0-1 0 0,-1-1 0 0 0,1 1 1 0 0,0 0-1 0 0,0-1 0 0 0,-1 1 1 0 0,1 0-1 0 0,0-1 0 0 0,0 1 1 0 0,-1 0-1 0 0,1-1 0 0 0,0 1 1 0 0,0-1-1 0 0,0 1 0 0 0,0 0 1 0 0,0-2-1 0 0,-4-8 3714 0 0,3 10-3566 0 0,-19-19 1981 0 0,21 8-1545 0 0,-2 11-631 0 0,-10 13 26 0 0,11-9-30 0 0,-24 10 295 0 0,20-9 258 0 0,20-4 270 0 0,5-1-1034 0 0,24 6 219 0 0,-31-6-8 0 0,-1 2 1 0 0,1 0 0 0 0,-1 0 0 0 0,1 1-1 0 0,14 6 1 0 0,-4-2-1 0 0,9 5-1 0 0,-31-11 0 0 0,-1-1 0 0 0,1 0 0 0 0,0 1 0 0 0,-1-1 0 0 0,1 1 0 0 0,0 0 0 0 0,-1-1 0 0 0,1 1 0 0 0,-1 0 0 0 0,1 0 0 0 0,-1 0 0 0 0,0 0 0 0 0,1 0 0 0 0,-1 0 0 0 0,2 3 0 0 0,2 0 0 0 0,-4-2 0 0 0,1 0 0 0 0,-1 0 0 0 0,1 0 0 0 0,-1 0 0 0 0,0 1 0 0 0,0-1 0 0 0,0 0 1 0 0,0 1-1 0 0,-1-1 0 0 0,1 1 0 0 0,0-1 0 0 0,-1 1 0 0 0,0-1 0 0 0,0 1 0 0 0,1-1 0 0 0,-2 1 0 0 0,1 0 0 0 0,0 2 0 0 0,-1 0 1 0 0,-11 13 49 0 0,-27 5 87 0 0,17-9-4 0 0,-1-1 0 0 0,-31 12 1 0 0,35-16-61 0 0,-10 1 12 0 0,19-6-66 0 0,1-1 0 0 0,-1 2 0 0 0,-13 7 0 0 0,8-5-23 0 0,-1 1 31 0 0,16-6-164 0 0,7-1-196 0 0,-5-1 313 0 0,-1 1 0 0 0,0 0 18 0 0,0 0 1 0 0,0-1-1 0 0,1 1 0 0 0,-1 0 1 0 0,0-1-1 0 0,1 1 0 0 0,-1-1 0 0 0,0 0 1 0 0,1 1-1 0 0,-1-1 0 0 0,0 0 0 0 0,1 0 1 0 0,-1 0-1 0 0,0 0 0 0 0,1 0 1 0 0,-1 0-1 0 0,0 0 0 0 0,3-1 0 0 0,10 2-20 0 0,-13 0 20 0 0,1 0 0 0 0,0 0 0 0 0,0-1 0 0 0,-1 0 0 0 0,1 1 0 0 0,0-1 0 0 0,0 0 0 0 0,-1 1 0 0 0,1-1 0 0 0,0 0 0 0 0,0-1-1 0 0,0 1 1 0 0,0 0 0 0 0,1-1 0 0 0,0 1 0 0 0,0-1-1 0 0,0 1 0 0 0,0 0 1 0 0,0 0-1 0 0,0 0 1 0 0,0 0-1 0 0,-1 0 0 0 0,1 1 1 0 0,0-1-1 0 0,0 1 1 0 0,0 0-1 0 0,0 0 0 0 0,-1 0 1 0 0,6 3-1 0 0,-6-3 0 0 0,11 4 7 0 0,-3-3 7 0 0,-9-2-11 0 0,-1 0 0 0 0,1 0-1 0 0,-1 0 1 0 0,1 0 0 0 0,-1 1 0 0 0,1-1-1 0 0,-1 0 1 0 0,1 0 0 0 0,-1 0 0 0 0,1 1-1 0 0,-1-1 1 0 0,0 0 0 0 0,1 0 0 0 0,-1 1-1 0 0,1-1 1 0 0,-1 1 0 0 0,0-1 0 0 0,1 0-1 0 0,-1 1 1 0 0,0-1 0 0 0,0 1 0 0 0,1-1-1 0 0,-1 0 1 0 0,0 1 0 0 0,0-1 0 0 0,0 1-1 0 0,1-1 1 0 0,-1 1 0 0 0,0-1 0 0 0,0 1-1 0 0,0-1 1 0 0,0 1 0 0 0,0-1 0 0 0,0 1-1 0 0,0 0 1 0 0,0 3-2 0 0,2-2 1 0 0,-1 0 1 0 0,0 1-1 0 0,0-1 1 0 0,0 0 0 0 0,-1 0-1 0 0,1 0 1 0 0,0 1-1 0 0,-1-1 1 0 0,1 0-1 0 0,-1 1 1 0 0,0-1-1 0 0,0 1 1 0 0,0-1-1 0 0,0 0 1 0 0,0 1-1 0 0,-1 2 1 0 0,-3 1 2 0 0,-1 7 26 0 0,3-10 4 0 0,0 1 0 0 0,0-1-1 0 0,0 0 1 0 0,-1 1 0 0 0,1-1 0 0 0,-1 0 0 0 0,0-1-1 0 0,1 1 1 0 0,-1 0 0 0 0,-6 3 0 0 0,-46 37 477 0 0,32-28-339 0 0,19-11-131 0 0,-1-1-1 0 0,0 0 1 0 0,0 0 0 0 0,0 0 0 0 0,0-1 0 0 0,-8 3 0 0 0,-1 1 34 0 0,0 0 0 0 0,-19 11 0 0 0,30-15-64 0 0,-4 3-10 0 0,6-4-4 0 0,1-1 0 0 0,-1 1 0 0 0,0-1 1 0 0,1 1-1 0 0,-1-1 0 0 0,0 1 0 0 0,1-1 1 0 0,-1 0-1 0 0,0 1 0 0 0,0-1 0 0 0,0 0 1 0 0,1 0-1 0 0,-1 1 0 0 0,0-1 0 0 0,0 0 1 0 0,1 0-1 0 0,-2 0 0 0 0,0 0-62 0 0,-11-6-1593 0 0,13 6 1605 0 0,-1 0-1 0 0,1 0 1 0 0,-1 0-1 0 0,1 0 1 0 0,-1 0-1 0 0,1-1 1 0 0,-1 1-1 0 0,1 0 1 0 0,-1 0-1 0 0,1 0 1 0 0,0 0-1 0 0,-1-1 1 0 0,1 1-1 0 0,-1 0 0 0 0,1 0 1 0 0,0-1-1 0 0,-1 1 1 0 0,1 0-1 0 0,0-1 1 0 0,-1 1-1 0 0,1 0 1 0 0,0-1-1 0 0,-1 1 1 0 0,1-1-1 0 0,0 1 1 0 0,0 0-1 0 0,0-1 1 0 0,-1 1-1 0 0,1-1 1 0 0,0 1-1 0 0,0-1 1 0 0,0 1-1 0 0,0-1 1 0 0,0 1-1 0 0,0-1 1 0 0,0 1-1 0 0,0 0 1 0 0,0-1-1 0 0,0 1 1 0 0,0-1-1 0 0,0 1 1 0 0,0-1-1 0 0,1 0 1 0 0,7-26-2559 0 0,-4 15 1682 0 0,-4 11 834 0 0,0 0-1 0 0,0 0 1 0 0,0 0-1 0 0,1 0 0 0 0,-1 1 1 0 0,0-1-1 0 0,0 0 1 0 0,1 0-1 0 0,-1 1 1 0 0,1-1-1 0 0,-1 0 1 0 0,0 0-1 0 0,1 1 0 0 0,0-1 1 0 0,-1 0-1 0 0,1 1 1 0 0,-1-1-1 0 0,2 0 1 0 0,3-4-867 0 0,4-1 124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05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13 28 0 0,'-2'-12'5615'0'0,"-4"13"-5365"0"0,1 1 0 0 0,-1 0 0 0 0,1 0 0 0 0,0 0-1 0 0,0 1 1 0 0,-8 5 0 0 0,5-4-55 0 0,4 0-65 0 0,-1-1 0 0 0,1 1-1 0 0,0 0 1 0 0,0 0 0 0 0,-4 6-1 0 0,-17 17 381 0 0,-39 41 245 0 0,55-58-675 0 0,0 1-1 0 0,0 0 0 0 0,-9 16 1 0 0,-13 17 43 0 0,1-4-44 0 0,-6 5-51 0 0,-20 22-328 0 0,41-48-104 0 0,-1-1-471 0 0,14-17 463 0 0,12-7-7021 0 0,-9 0 6679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12.3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208 18 0 0 0,'0'-1'422'0'0,"0"0"0"0"0,0 0-1 0 0,0 1 1 0 0,1-1 0 0 0,-1 0 0 0 0,-1 0-1 0 0,1 1 1 0 0,0-1 0 0 0,0 0 0 0 0,0 1 0 0 0,0-1-1 0 0,0 0 1 0 0,-1 0 0 0 0,1 1 0 0 0,0-1-1 0 0,-1 0 1 0 0,1 1 0 0 0,0-1 0 0 0,-1 1 0 0 0,1-1-1 0 0,-1 0 1 0 0,0 0 0 0 0,0 1-371 0 0,0 0 1 0 0,0 0-1 0 0,0 0 1 0 0,0 0-1 0 0,-1 0 0 0 0,1 0 1 0 0,0 0-1 0 0,0 1 1 0 0,0-1-1 0 0,0 0 0 0 0,0 1 1 0 0,0-1-1 0 0,0 1 1 0 0,0-1-1 0 0,1 1 1 0 0,-3 0-1 0 0,-13 7 78 0 0,11-6-114 0 0,-1 1 0 0 0,1-1 1 0 0,-1 1-1 0 0,1 0 1 0 0,0 0-1 0 0,0 1 0 0 0,0 0 1 0 0,1 0-1 0 0,-1 0 1 0 0,-4 5-1 0 0,6-5-12 0 0,0 0-1 0 0,0 0 1 0 0,-1-1 0 0 0,1 0-1 0 0,-8 6 1 0 0,7-6-3 0 0,0 0 0 0 0,0 0 0 0 0,1 0 0 0 0,0 1-1 0 0,-6 7 1 0 0,-20 9-27 0 0,19-7 14 0 0,9-11 9 0 0,-1 1 0 0 0,0-1 0 0 0,1 0 0 0 0,-1 1 1 0 0,1-1-1 0 0,0 1 0 0 0,0-1 0 0 0,0 1 0 0 0,-1 3 1 0 0,2-5-3 0 0,2 11-277 0 0,81-12 138 0 0,-81 0 148 0 0,31 0-20 0 0,-32 0 16 0 0,1 0 0 0 0,-1 0 0 0 0,1 0 1 0 0,-1 0-1 0 0,0 0 0 0 0,1 0 0 0 0,-1 0 1 0 0,1 0-1 0 0,-1 1 0 0 0,1-1 0 0 0,-1 0 1 0 0,0 1-1 0 0,1-1 0 0 0,-1 1 0 0 0,0 0 1 0 0,0-1-1 0 0,1 1 0 0 0,-1 0 0 0 0,0 0 1 0 0,0 0-1 0 0,0 0 0 0 0,0 0 0 0 0,0 0 1 0 0,0 0-1 0 0,0 0 0 0 0,0 0 0 0 0,0 0 1 0 0,-1 1-1 0 0,1-1 0 0 0,0 0 0 0 0,-1 1 1 0 0,1 1-1 0 0,6 10-10 0 0,-3-9 11 0 0,-1 0 1 0 0,0 0-1 0 0,0 0 1 0 0,0 1 0 0 0,0-1-1 0 0,-1 1 1 0 0,0 0 0 0 0,0-1-1 0 0,0 1 1 0 0,0 0-1 0 0,0 6 1 0 0,-2-9-1 0 0,1 0 0 0 0,-1 0 0 0 0,0 0 0 0 0,1 0 0 0 0,0 0 0 0 0,-1 0 0 0 0,1-1 0 0 0,0 1 0 0 0,0 0 0 0 0,0 0 0 0 0,0-1 0 0 0,0 1 0 0 0,2 1 0 0 0,-2-2 0 0 0,0 1 0 0 0,0-1 0 0 0,0 1-1 0 0,0-1 1 0 0,0 1 0 0 0,-1-1-1 0 0,1 1 1 0 0,0-1 0 0 0,-1 1 0 0 0,1 0-1 0 0,-1 0 1 0 0,1 2 0 0 0,10 26 23 0 0,-6-16-11 0 0,1 4 1 0 0,-6-12-10 0 0,0-6 1 0 0,0 1 1 0 0,0 0 0 0 0,1 0 0 0 0,-1 0-1 0 0,0 0 1 0 0,0 0 0 0 0,0 0-1 0 0,0 0 1 0 0,0 0 0 0 0,-1 0 0 0 0,1 0-1 0 0,0 0 1 0 0,0 0 0 0 0,-1 0 0 0 0,1 0-1 0 0,0 0 1 0 0,-1 0 0 0 0,1 0-1 0 0,-1 0 1 0 0,1 0 0 0 0,-1-1 0 0 0,0 1-1 0 0,1 0 1 0 0,-1 0 0 0 0,0-1 0 0 0,1 1-1 0 0,-2 0 1 0 0,-8 8 67 0 0,-4 1-7 0 0,-14 2 22 0 0,25-10-88 0 0,0-1-1 0 0,1 1 0 0 0,-1-1 0 0 0,0 0 0 0 0,0 0 1 0 0,0 0-1 0 0,1 0 0 0 0,-1-1 0 0 0,0 1 0 0 0,-5-1 1 0 0,7 0-41 0 0,-4 0-230 0 0,5 0 240 0 0,-1 1-1 0 0,1-1 1 0 0,-1 0-1 0 0,1 0 1 0 0,-1 0-1 0 0,0 0 1 0 0,1 0-1 0 0,-1 0 1 0 0,1 0 0 0 0,-1 0-1 0 0,0 0 1 0 0,1 0-1 0 0,-1 0 1 0 0,1 0-1 0 0,-1 0 1 0 0,1 0-1 0 0,-1 0 1 0 0,0-1-1 0 0,1 1 1 0 0,-1 0-1 0 0,1-1 1 0 0,-1 1 0 0 0,1 0-1 0 0,-1-1 1 0 0,1 1-1 0 0,0 0 1 0 0,-1-1-1 0 0,1 1 1 0 0,-1-1-1 0 0,1 1 1 0 0,0 0-1 0 0,-1-2 1 0 0,1-120-7400 0 0,0 103 6375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12.6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86 420 0 0,'22'-5'1250'0'0,"5"-2"-579"0"0,-17 6-549 0 0,-1-1 0 0 0,0-1-1 0 0,-1 0 1 0 0,16-7 0 0 0,31-14 84 0 0,8-6-83 0 0,-61 29-126 0 0,0 2-232 0 0,-1-1 32 0 0,1 1-1 0 0,0-1 0 0 0,-1 1 0 0 0,1 0 1 0 0,0 0-1 0 0,-1 0 0 0 0,1 0 1 0 0,-1 0-1 0 0,3 2 0 0 0,-2-2-452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13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207 1 0 0 0,'-1'2'326'0'0,"1"0"-1"0"0,-1 1 1 0 0,0-1-1 0 0,0 1 1 0 0,-1-1-1 0 0,1 0 1 0 0,0 0-1 0 0,-1 0 1 0 0,0 0 0 0 0,1 0-1 0 0,-1 0 1 0 0,-2 2-1 0 0,-8 10 17 0 0,8-2-132 0 0,4-11-194 0 0,0 0 0 0 0,-1 0 0 0 0,1 0 0 0 0,0 0-1 0 0,-1 0 1 0 0,1 0 0 0 0,-1 0 0 0 0,1 0-1 0 0,-1 0 1 0 0,1 0 0 0 0,-1 0 0 0 0,0 0 0 0 0,1 0-1 0 0,-2 1 1 0 0,-1 0 26 0 0,1 1 0 0 0,0-1 0 0 0,0 0 0 0 0,1 1 1 0 0,-1 0-1 0 0,1-1 0 0 0,-1 1 0 0 0,1 0 0 0 0,-2 4 0 0 0,-11 19 247 0 0,-8 11 56 0 0,19-33-314 0 0,1-1 0 0 0,0 1 1 0 0,0 0-1 0 0,0 0 0 0 0,0 0 0 0 0,0 0 1 0 0,-1 5-1 0 0,-12 24 122 0 0,-6 9-12 0 0,16-36-128 0 0,1 1 0 0 0,0-1 1 0 0,0 1-1 0 0,0 0 0 0 0,1 1 1 0 0,1-1-1 0 0,-1 1 0 0 0,-1 8 0 0 0,4-13-16 0 0,-1-1-1 0 0,1 0 1 0 0,-1 1-1 0 0,1-1 1 0 0,-1 1 0 0 0,0-1-1 0 0,0 0 1 0 0,0 1-1 0 0,0-1 1 0 0,0 0-1 0 0,-2 2 1 0 0,2-2-66 0 0,-1 1 0 0 0,1-1 0 0 0,0 0 0 0 0,0 1 0 0 0,0-1 0 0 0,0 1-1 0 0,0 0 1 0 0,1-1 0 0 0,-1 1 0 0 0,1 0 0 0 0,-1 2 0 0 0,1-4 8 0 0,0-1 1 0 0,0 1-1 0 0,1-1 0 0 0,-1 1 0 0 0,0-1 0 0 0,0 1 0 0 0,1-1 0 0 0,-1 1 1 0 0,0-1-1 0 0,0 1 0 0 0,1-1 0 0 0,-1 0 0 0 0,1 1 0 0 0,-1-1 1 0 0,0 1-1 0 0,1-1 0 0 0,-1 0 0 0 0,1 0 0 0 0,-1 1 0 0 0,1-1 1 0 0,-1 0-1 0 0,1 0 0 0 0,-1 1 0 0 0,1-1 0 0 0,-1 0 0 0 0,1 0 0 0 0,-1 0 1 0 0,1 0-1 0 0,-1 0 0 0 0,1 0 0 0 0,-1 0 0 0 0,1 0 0 0 0,-1 0 1 0 0,1 0-1 0 0,-1 0 0 0 0,1 0 0 0 0,-1 0 0 0 0,1 0 0 0 0,-1-1 0 0 0,1 1 1 0 0,0 0-1 0 0,23-9-1996 0 0,-22 8 1204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13.4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 19 0 0 0,'0'-1'123'0'0,"0"1"1"0"0,0-1-1 0 0,0 1 1 0 0,0-1-1 0 0,0 1 0 0 0,0-1 1 0 0,0 1-1 0 0,0-1 1 0 0,1 1-1 0 0,-1-1 0 0 0,0 1 1 0 0,0-1-1 0 0,1 1 0 0 0,-1 0 1 0 0,0-1-1 0 0,0 1 1 0 0,1-1-1 0 0,-1 1 0 0 0,0 0 1 0 0,1-1-1 0 0,-1 1 1 0 0,3-3 2675 0 0,-8-1-1792 0 0,3 3-523 0 0,-31 25 1129 0 0,30-22-1554 0 0,1 0 0 0 0,-1-1 0 0 0,0 1 0 0 0,1 1 0 0 0,0-1 0 0 0,-1 0 0 0 0,1 1 0 0 0,-3 3 0 0 0,-14 15 255 0 0,15-17-247 0 0,0 1 0 0 0,-1 0 0 0 0,2 0 0 0 0,-1 0-1 0 0,-5 10 1 0 0,-5 7 67 0 0,-8 20 5 0 0,0-5-65 0 0,16-29-70 0 0,1 0-1 0 0,0 1 1 0 0,0 0 0 0 0,0 0 0 0 0,-3 11-1 0 0,-11 20-159 0 0,9-14-225 0 0,9-23 211 0 0,0 1-1 0 0,0-1 1 0 0,0 1 0 0 0,1 0-1 0 0,-1-1 1 0 0,1 1 0 0 0,0-1-1 0 0,0 1 1 0 0,1 0-1 0 0,0 3 1 0 0,0 5-1107 0 0,-1-11 1127 0 0,0 1-1 0 0,1-1 1 0 0,-1 1 0 0 0,1-1-1 0 0,-1 0 1 0 0,1 1 0 0 0,0-1-1 0 0,0 0 1 0 0,-1 0-1 0 0,1 1 1 0 0,0-1 0 0 0,0 0-1 0 0,0 0 1 0 0,0 0-1 0 0,0 0 1 0 0,1 0 0 0 0,-1 0-1 0 0,0-1 1 0 0,0 1-1 0 0,1 0 1 0 0,-1-1 0 0 0,0 1-1 0 0,1 0 1 0 0,1-1-1 0 0,3 4-573 0 0,-5-3-232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13.7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219 1 812 0 0,'0'0'2670'0'0,"-2"24"-1288"0"0,-29 32 25 0 0,9-20-705 0 0,-10 20 94 0 0,22-44-627 0 0,0 0 1 0 0,-11 23-1 0 0,-4 5 25 0 0,18-29-178 0 0,0 1 0 0 0,1 0 0 0 0,-5 14 0 0 0,-11 21-187 0 0,21-44 70 0 0,-1-1 1 0 0,1 1-1 0 0,-1-1 0 0 0,1 1 0 0 0,0 0 0 0 0,0 0 1 0 0,0 0-1 0 0,0 0 0 0 0,1 0 0 0 0,-1 0 1 0 0,1 0-1 0 0,0 0 0 0 0,0 3 0 0 0,0-6 55 0 0,0 1 0 0 0,0-1 0 0 0,0 1 0 0 0,0-1 0 0 0,1 1 0 0 0,-1-1 0 0 0,0 1 0 0 0,0-1 0 0 0,1 1 0 0 0,-1-1 0 0 0,0 0 0 0 0,1 1 0 0 0,-1-1-1 0 0,0 1 1 0 0,1-1 0 0 0,-1 0 0 0 0,1 1 0 0 0,-1-1 0 0 0,0 0 0 0 0,1 0 0 0 0,-1 1 0 0 0,1-1 0 0 0,-1 0 0 0 0,1 0 0 0 0,-1 0 0 0 0,1 0 0 0 0,-1 0 0 0 0,1 1 0 0 0,-1-1-1 0 0,1 0 1 0 0,-1 0 0 0 0,1 0 0 0 0,-1 0 0 0 0,1 0 0 0 0,-1-1 0 0 0,1 1 0 0 0,0 0 0 0 0,16-3-2200 0 0,16-14-267 0 0,-22 11 2069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14.3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55 160 496 0 0,'7'-8'574'0'0,"0"1"0"0"0,0 0 0 0 0,1 0 0 0 0,0 0 0 0 0,0 1 0 0 0,13-7 0 0 0,11-9-81 0 0,-26 17-396 0 0,0 0 0 0 0,1 1 1 0 0,-1 0-1 0 0,11-5 0 0 0,30-15 484 0 0,-39 19-467 0 0,0 0 0 0 0,0 1 0 0 0,0 0 0 0 0,13-4 0 0 0,-20 8-108 0 0,25-5 264 0 0,-25 4-258 0 0,-1 1-1 0 0,1 0 1 0 0,0 0 0 0 0,-1 0 0 0 0,1 0-1 0 0,-1 0 1 0 0,1 0 0 0 0,-1 0 0 0 0,1 0-1 0 0,0 1 1 0 0,-1-1 0 0 0,1 0 0 0 0,-1 0-1 0 0,1 0 1 0 0,-1 0 0 0 0,1 1 0 0 0,-1-1-1 0 0,1 0 1 0 0,-1 1 0 0 0,1-1 0 0 0,-1 0-1 0 0,0 1 1 0 0,1-1 0 0 0,-1 0 0 0 0,1 1-1 0 0,-1-1 1 0 0,0 1 0 0 0,1-1 0 0 0,-1 1-1 0 0,0-1 1 0 0,0 1 0 0 0,1-1 0 0 0,-1 1-1 0 0,0-1 1 0 0,0 1 0 0 0,0-1 0 0 0,0 1-1 0 0,1 0 1 0 0,-1 0 0 0 0,-24 41 687 0 0,6-23-373 0 0,14-13-254 0 0,1 0 1 0 0,-1-1-1 0 0,-1 1 1 0 0,1-1-1 0 0,-8 7 1 0 0,-12 15 146 0 0,19-22-178 0 0,1 0-1 0 0,-1 0 0 0 0,1-1 0 0 0,-12 9 0 0 0,-7 6 61 0 0,-62 54 58 0 0,66-59-139 0 0,-8 8 19 0 0,14-12-22 0 0,11-10-17 0 0,1 1 1 0 0,0-1-1 0 0,0 1 1 0 0,0 0 0 0 0,0-1-1 0 0,0 1 1 0 0,0 0 0 0 0,-1 0-1 0 0,2 0 1 0 0,-1-1-1 0 0,0 1 1 0 0,0 0 0 0 0,0 1-1 0 0,0-1 1 0 0,0 2 0 0 0,-5 5-18 0 0,6-8 15 0 0,0 0 0 0 0,-1 0 0 0 0,1 1 0 0 0,0-1 0 0 0,-1 0 0 0 0,1 0-1 0 0,0 0 1 0 0,0 1 0 0 0,-1-1 0 0 0,1 0 0 0 0,0 0 0 0 0,0 1 0 0 0,0-1-1 0 0,-1 0 1 0 0,1 1 0 0 0,0-1 0 0 0,0 0 0 0 0,0 1 0 0 0,0-1 0 0 0,0 0-1 0 0,0 1 1 0 0,0-1 0 0 0,-1 0 0 0 0,1 1 0 0 0,0-1 0 0 0,0 0 0 0 0,0 1-1 0 0,1-1 1 0 0,-1 0 0 0 0,0 1 0 0 0,0-1 0 0 0,0 1 0 0 0,0-1 0 0 0,0 0 0 0 0,0 1-1 0 0,0-1 1 0 0,0 0 0 0 0,1 0 0 0 0,-1 1 0 0 0,0-1 0 0 0,0 0 0 0 0,1 1-1 0 0,-1-1 1 0 0,0 0 0 0 0,0 0 0 0 0,1 1 0 0 0,-1-1 0 0 0,0 0 0 0 0,0 0-1 0 0,1 0 1 0 0,-1 0 0 0 0,0 1 0 0 0,1-1 0 0 0,-1 0 0 0 0,0 0 0 0 0,1 0-1 0 0,-1 0 1 0 0,0 0 0 0 0,1 0 0 0 0,0 0 0 0 0,1 1-23 0 0,-2 0 18 0 0,1 0 0 0 0,0 0-1 0 0,0 0 1 0 0,0 0-1 0 0,1 0 1 0 0,-1 0 0 0 0,0-1-1 0 0,0 1 1 0 0,0 0 0 0 0,1-1-1 0 0,-1 1 1 0 0,0-1 0 0 0,1 1-1 0 0,-1-1 1 0 0,0 0 0 0 0,1 1-1 0 0,1-1 1 0 0,15 6-28 0 0,1-5 6 0 0,-18-1 29 0 0,-1-1 0 0 0,0 1-1 0 0,1 0 1 0 0,-1 0-1 0 0,1 0 1 0 0,-1 0 0 0 0,1-1-1 0 0,-1 1 1 0 0,1 0-1 0 0,-1 0 1 0 0,0 0-1 0 0,1 0 1 0 0,-1 0 0 0 0,1 0-1 0 0,-1 0 1 0 0,1 0-1 0 0,-1 0 1 0 0,1 1 0 0 0,-1-1-1 0 0,1 0 1 0 0,-1 0-1 0 0,0 0 1 0 0,1 0-1 0 0,-1 1 1 0 0,1-1 0 0 0,-1 0-1 0 0,0 0 1 0 0,1 1-1 0 0,-1-1 1 0 0,0 0 0 0 0,1 1-1 0 0,-1-1 1 0 0,0 0-1 0 0,1 1 1 0 0,-1-1-1 0 0,0 0 1 0 0,0 1 0 0 0,1 0-1 0 0,30 17-9 0 0,-29-16 19 0 0,0 0 0 0 0,0-1 1 0 0,0 1-1 0 0,0 0 1 0 0,-1 0-1 0 0,1 0 0 0 0,-1 1 1 0 0,1-1-1 0 0,-1 0 1 0 0,0 1-1 0 0,0-1 1 0 0,0 0-1 0 0,0 1 0 0 0,0 0 1 0 0,0-1-1 0 0,-1 1 1 0 0,1-1-1 0 0,-1 1 0 0 0,0 0 1 0 0,1-1-1 0 0,-1 1 1 0 0,-1 0-1 0 0,0 4 1 0 0,-3-1 109 0 0,-3 2-8 0 0,5-4-31 0 0,0-1 0 0 0,0 1 0 0 0,-1-1 0 0 0,0 1 0 0 0,0-1 1 0 0,0 0-1 0 0,0 0 0 0 0,0 0 0 0 0,0 0 0 0 0,-1 0 0 0 0,0-1 0 0 0,-6 4 1 0 0,-74 35 215 0 0,83-40-416 0 0,0-1 33 0 0,1 0 1 0 0,-1 0-1 0 0,1 0 0 0 0,-1-1 0 0 0,1 1 0 0 0,-1 0 0 0 0,1 0 0 0 0,-1 0 0 0 0,1 0 0 0 0,0 0 1 0 0,-1-1-1 0 0,1 1 0 0 0,-1 0 0 0 0,1 0 0 0 0,0-1 0 0 0,-1 1 0 0 0,1 0 0 0 0,0-1 1 0 0,-1 1-1 0 0,1 0 0 0 0,0-1 0 0 0,-1 1 0 0 0,1 0 0 0 0,0-1 0 0 0,0 1 0 0 0,-1-1 0 0 0,1 1 1 0 0,0-1-1 0 0,0 1 0 0 0,0 0 0 0 0,0-1 0 0 0,0 1 0 0 0,-1-1 0 0 0,1 1 0 0 0,0-1 0 0 0,0 1 1 0 0,0-1-1 0 0,0 1 0 0 0,0-1 0 0 0,1 1 0 0 0,-1-1 0 0 0,0 1 0 0 0,0-1 0 0 0,0 1 1 0 0,0 0-1 0 0,0-1 0 0 0,1 1 0 0 0,-1-1 0 0 0,0 1 0 0 0,1-1 0 0 0,14-31-2313 0 0,-9 20 1121 0 0,14-12-778 0 0,-9 12 1328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15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99 86 0 0 0,'42'-36'4776'0'0,"-20"18"-3888"0"0,-8 4-186 0 0,-13 13-684 0 0,-1 0 0 0 0,1 0 0 0 0,-1 1 0 0 0,1-1 0 0 0,-1 0 0 0 0,1 1 0 0 0,-1-1 0 0 0,1 1 0 0 0,0-1 0 0 0,-1 0 0 0 0,1 1 0 0 0,0-1 0 0 0,-1 1 0 0 0,1 0 0 0 0,0-1 0 0 0,0 1 0 0 0,-1 0 0 0 0,1-1 0 0 0,0 1-1 0 0,0 0 1 0 0,0 0 0 0 0,0 0 0 0 0,-1 0 0 0 0,2-1 0 0 0,13-5 406 0 0,-7 6-367 0 0,0 0 0 0 0,0 1 0 0 0,0-1 0 0 0,-1 1 0 0 0,16 5 0 0 0,20-1-36 0 0,-41-5-18 0 0,0 0 1 0 0,7 0 0 0 0,0 0 0 0 0,-7 0 4 0 0,-2 1-5 0 0,0 3-2 0 0,0-3 167 0 0,-11 12 44 0 0,11-12-208 0 0,0-1 1 0 0,-1 1-1 0 0,1-1 1 0 0,0 1-1 0 0,0 0 1 0 0,-1-1-1 0 0,1 1 1 0 0,0-1-1 0 0,0 1 1 0 0,-1-1-1 0 0,1 1 1 0 0,-1-1-1 0 0,1 1 1 0 0,-1-1-1 0 0,1 1 1 0 0,-1-1-1 0 0,1 0 1 0 0,-1 1-1 0 0,1-1 1 0 0,-1 0-1 0 0,1 1 1 0 0,-1-1-1 0 0,1 0 1 0 0,-2 1-1 0 0,1-1 0 0 0,1 0-1 0 0,-1 0 0 0 0,1 0 0 0 0,-1 1 0 0 0,1-1 0 0 0,-1 0 0 0 0,0 1 0 0 0,1-1 1 0 0,-1 0-1 0 0,1 1 0 0 0,-1-1 0 0 0,1 1 0 0 0,0-1 0 0 0,-1 1 0 0 0,1-1 0 0 0,-1 1 0 0 0,1-1 1 0 0,0 1-1 0 0,-1 0 0 0 0,1-1 0 0 0,0 1 0 0 0,0-1 0 0 0,-1 1 0 0 0,1 1 0 0 0,-8 10 58 0 0,7-11-59 0 0,-1 0 1 0 0,1 0-1 0 0,0 0 1 0 0,0 0-1 0 0,0 1 1 0 0,0-1-1 0 0,1 0 0 0 0,-1 1 1 0 0,0-1-1 0 0,0 0 1 0 0,1 1-1 0 0,-1-1 1 0 0,1 1-1 0 0,-1-1 1 0 0,1 1-1 0 0,-1 1 0 0 0,-3 8 18 0 0,3-11-17 0 0,0 1 0 0 0,1 0 0 0 0,-1-1-1 0 0,1 1 1 0 0,-1 0 0 0 0,1-1-1 0 0,-1 1 1 0 0,1 0 0 0 0,0 0-1 0 0,-1-1 1 0 0,1 1 0 0 0,0 0 0 0 0,0 0-1 0 0,0 0 1 0 0,0-1 0 0 0,-1 1-1 0 0,1 0 1 0 0,0 1 0 0 0,0 1 10 0 0,0 1 1 0 0,-1-1-1 0 0,0 0 1 0 0,0 0-1 0 0,0 0 1 0 0,0 1-1 0 0,-3 4 1 0 0,2-4 2 0 0,0 0 0 0 0,0 0 0 0 0,1 0 0 0 0,-1 0 0 0 0,1 0 1 0 0,0 0-1 0 0,1 0 0 0 0,-1 6 0 0 0,-10 37 114 0 0,0 17 18 0 0,0 1-42 0 0,0-2 50 0 0,0-3 68 0 0,0-3 67 0 0,11-52-261 0 0,-1 0 0 0 0,0 0 0 0 0,0 1 0 0 0,-1-2 0 0 0,1 1 0 0 0,-3 6 0 0 0,1-6 5 0 0,1 0-1 0 0,1 0 0 0 0,-1 1 1 0 0,1-1-1 0 0,0 0 0 0 0,-1 8 1 0 0,2-11-19 0 0,0 0 0 0 0,-1 0 0 0 0,1 0 0 0 0,-1 1 0 0 0,0-1 0 0 0,1 0 0 0 0,-1 0 0 0 0,0 0 0 0 0,0-1 0 0 0,0 1 0 0 0,-2 2 0 0 0,1-2 1 0 0,1 0 0 0 0,0 0 0 0 0,0 0 0 0 0,0 0 0 0 0,0 0 1 0 0,0 0-1 0 0,0 0 0 0 0,0 0 0 0 0,1 1 0 0 0,-1-1 0 0 0,1 3 1 0 0,-1-1 18 0 0,0-1 1 0 0,0 0 0 0 0,0 1 0 0 0,0-1-1 0 0,-1 0 1 0 0,1 0 0 0 0,-1 0-1 0 0,0 0 1 0 0,0 0 0 0 0,0 0 0 0 0,0 0-1 0 0,0 0 1 0 0,-1-1 0 0 0,1 1 0 0 0,-7 3-1 0 0,-10 16 160 0 0,-7-3 39 0 0,23-15-247 0 0,-1-1 1 0 0,0 0-1 0 0,0 0 1 0 0,0 0-1 0 0,0-1 1 0 0,-1 1 0 0 0,1-1-1 0 0,-7 2 1 0 0,-7 5-440 0 0,16-8 240 0 0,2-13-6589 0 0,0-14 3903 0 0,0 15 1811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16.2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284 1 312 0 0,'0'0'4415'0'0,"-20"13"-3570"0"0,16-10-624 0 0,0 0 1 0 0,0 1 0 0 0,1-1-1 0 0,-1 1 1 0 0,1-1-1 0 0,0 1 1 0 0,-4 5 0 0 0,-17 19 836 0 0,-20 22 97 0 0,-10 11-614 0 0,32-38-487 0 0,0 2-43 0 0,15-20-95 0 0,0 0-1 0 0,0 1 0 0 0,0 0 0 0 0,1 0 1 0 0,-8 10-1 0 0,9-11-68 0 0,2 3-334 0 0,3-8 474 0 0,0 0-1 0 0,0 0 1 0 0,-1 1 0 0 0,1-1-1 0 0,0 0 1 0 0,0 0 0 0 0,0 1-1 0 0,0-1 1 0 0,0 0 0 0 0,0 0-1 0 0,0 0 1 0 0,0 0 0 0 0,0 1-1 0 0,-1-1 1 0 0,1 0 0 0 0,0 0-1 0 0,0 0 1 0 0,0 0-1 0 0,0 1 1 0 0,-1-1 0 0 0,1 0-1 0 0,0 0 1 0 0,0 0 0 0 0,0 0-1 0 0,-1 0 1 0 0,1 0 0 0 0,0 0-1 0 0,0 0 1 0 0,0 0 0 0 0,-1 1-1 0 0,1-1 1 0 0,0 0 0 0 0,0 0-1 0 0,-1 0 1 0 0,1 0 0 0 0,0 0-1 0 0,0 0 1 0 0,0 0 0 0 0,-1-1-1 0 0,1 1 1 0 0,0 0-1 0 0,0 0-3 0 0,0 0 0 0 0,0 0 0 0 0,0 0 0 0 0,0 0 0 0 0,0 1 0 0 0,0-1-1 0 0,0 0 1 0 0,0 0 0 0 0,0 0 0 0 0,1 0 0 0 0,-1 0 0 0 0,0 0-1 0 0,0 0 1 0 0,0 0 0 0 0,0 0 0 0 0,0 0 0 0 0,0 1 0 0 0,0-1 0 0 0,0 0-1 0 0,0 0 1 0 0,0 0 0 0 0,0 0 0 0 0,0 0 0 0 0,0 0 0 0 0,0 0 0 0 0,0 1-1 0 0,0-1 1 0 0,0 0 0 0 0,0 0 0 0 0,0 0 0 0 0,0 0 0 0 0,0 0 0 0 0,0 0-1 0 0,0 0 1 0 0,0 1 0 0 0,0-1 0 0 0,0 0 0 0 0,0 0 0 0 0,0 0-1 0 0,0 0 1 0 0,0 0 0 0 0,0 0 0 0 0,0 0 0 0 0,0 0 0 0 0,-1 1 0 0 0,1-1-1 0 0,0 0 1 0 0,0 0 0 0 0,0 0 0 0 0,0 0 0 0 0,0 0 0 0 0,0 0 0 0 0,0 0-1 0 0,0 0 1 0 0,-1 0 0 0 0,1 0 0 0 0,0 0 0 0 0,0 0 0 0 0,0 0-1 0 0,0 0 1 0 0,0 0 0 0 0,0 0 0 0 0,0 0 0 0 0,-1 0 0 0 0,1 0 0 0 0,0 0-1 0 0,0 0 1 0 0,0 0 0 0 0,8 8-735 0 0,-7-8 612 0 0,-1 1 46 0 0,0-1 1 0 0,1 0-1 0 0,-1 1 1 0 0,0-1-1 0 0,1 0 1 0 0,-1 0-1 0 0,0 0 1 0 0,1 1-1 0 0,-1-1 1 0 0,1 0-1 0 0,-1 0 1 0 0,0 0-1 0 0,1 0 1 0 0,-1 0-1 0 0,1 0 1 0 0,-1 1-1 0 0,1-1 1 0 0,-1 0-1 0 0,0 0 1 0 0,1 0-1 0 0,-1-1 1 0 0,1 1-1 0 0,-1 0 1 0 0,0 0-1 0 0,1 0 1 0 0,-1 0-1 0 0,1 0 1 0 0,0-1-1 0 0,12-2-1975 0 0,-4 3 1038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20.3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537 91 228 0 0,'2'-1'108'0'0,"-1"1"-37"0"0,-1-1 0 0 0,1 1 0 0 0,-1 0-1 0 0,0 0 1 0 0,1 0 0 0 0,-1-1 0 0 0,1 1-1 0 0,-1 0 1 0 0,1-1 0 0 0,-1 1-1 0 0,0 0 1 0 0,1-1 0 0 0,-1 1 0 0 0,0 0-1 0 0,1-1 1 0 0,-1 1 0 0 0,0-1 0 0 0,0 1-1 0 0,1-1 1 0 0,-1 1 0 0 0,0-1-1 0 0,0 1 1 0 0,0-1 0 0 0,0 1 0 0 0,0-1-1 0 0,0 1 1 0 0,1-1 0 0 0,-1 1-1 0 0,0-1 1 0 0,4-4 437 0 0,-4 4-487 0 0,0 1 0 0 0,1 0 0 0 0,-1 0 0 0 0,1 0 0 0 0,-1-1 0 0 0,0 1 0 0 0,1 0-1 0 0,-1-1 1 0 0,1 1 0 0 0,-1 0 0 0 0,0-1 0 0 0,1 1 0 0 0,-1 0 0 0 0,0-1 0 0 0,0 1 0 0 0,1-1-1 0 0,-1 1 1 0 0,0 0 0 0 0,0-1 0 0 0,0 1 0 0 0,0-1 0 0 0,1 1 0 0 0,-1-1 0 0 0,0 1 0 0 0,0-1-1 0 0,0 1 1 0 0,0-1 0 0 0,0 1 0 0 0,0 0 0 0 0,0-1 0 0 0,0 1 0 0 0,-1-2 0 0 0,6-7 300 0 0,1-4-14 0 0,5 0 125 0 0,-10 12-409 0 0,-1 0 0 0 0,1 0-1 0 0,-1 0 1 0 0,1 0 0 0 0,-1 1-1 0 0,1-1 1 0 0,0 0 0 0 0,-1 0-1 0 0,1 1 1 0 0,0-1 0 0 0,0 1-1 0 0,-1-1 1 0 0,1 0 0 0 0,0 1 0 0 0,0-1-1 0 0,1 1 1 0 0,4-5 642 0 0,-12 3 2166 0 0,4 2-2554 0 0,-11 5-20 0 0,-14-1 112 0 0,2-1-261 0 0,14-2-73 0 0,0 1 1 0 0,1-2-1 0 0,-1 1 1 0 0,-21-3-1 0 0,-2 1 37 0 0,-86-6 68 0 0,111 8-135 0 0,-20-1 9 0 0,28 0-14 0 0,1 0 1 0 0,-1 0-1 0 0,0 0 0 0 0,0 0 1 0 0,1 0-1 0 0,-1 0 0 0 0,0 0 1 0 0,0 0-1 0 0,1 0 1 0 0,-1 0-1 0 0,0-1 0 0 0,0 1 1 0 0,1 0-1 0 0,-1 0 1 0 0,0-1-1 0 0,1 1 0 0 0,-1 0 1 0 0,0-1-1 0 0,1 1 0 0 0,-1-1 1 0 0,1 1-1 0 0,-2-2 1 0 0,2 1 29 0 0,-11-4-5 0 0,7 11-27 0 0,4-6 2 0 0,-1 0 0 0 0,1 0 0 0 0,0 0 0 0 0,-1 1 0 0 0,1-1 0 0 0,-1 0 0 0 0,1 0 0 0 0,0 1 0 0 0,-1-1 0 0 0,1 0 0 0 0,0 1 0 0 0,-1-1 0 0 0,1 0 0 0 0,0 1 0 0 0,0-1 0 0 0,-1 0 0 0 0,1 1-1 0 0,0-1 1 0 0,0 1 0 0 0,0-1 0 0 0,0 1 0 0 0,0-1 0 0 0,-1 0 0 0 0,1 1 0 0 0,0-1 0 0 0,0 1 0 0 0,0-1 0 0 0,0 1 0 0 0,0-1 0 0 0,0 1 0 0 0,0 0 0 0 0,0 1 6 0 0,0 0 1 0 0,-1-1-1 0 0,0 1 0 0 0,1 0 0 0 0,-1 0 0 0 0,0 0 1 0 0,0 0-1 0 0,0-1 0 0 0,0 1 0 0 0,-2 2 0 0 0,2-3 4 0 0,0 1-1 0 0,-1 0 1 0 0,1 0-1 0 0,0 0 1 0 0,0 0-1 0 0,0 0 0 0 0,0 0 1 0 0,1 1-1 0 0,-1-1 1 0 0,0 4-1 0 0,0-2 17 0 0,0 1-1 0 0,0-1 1 0 0,-1 1-1 0 0,1-1 1 0 0,-1 0 0 0 0,0 1-1 0 0,-4 5 1 0 0,-2 5 55 0 0,-36 96 313 0 0,35-83-334 0 0,6-15-29 0 0,-1 0 0 0 0,-1-1 0 0 0,0 1 1 0 0,-10 17-1 0 0,10-22-1 0 0,0 0 0 0 0,1 1 0 0 0,1 0 1 0 0,-1 0-1 0 0,1 0 0 0 0,-2 15 0 0 0,-12 29 117 0 0,12-42-111 0 0,3-6-20 0 0,0-1 0 0 0,0 1 0 0 0,0-1 1 0 0,0 1-1 0 0,1 0 0 0 0,0 0 0 0 0,0 0 0 0 0,-1 9 0 0 0,-3 3 39 0 0,4-15-47 0 0,1 0 1 0 0,-1 0 0 0 0,0 0 0 0 0,0 0 0 0 0,1 0 0 0 0,-1 1 0 0 0,1-1 0 0 0,0 0 0 0 0,-1 4-1 0 0,-4 12 55 0 0,4-16-51 0 0,1 0 1 0 0,-1 0-1 0 0,0 0 1 0 0,0 1-1 0 0,1-1 1 0 0,-1 0-1 0 0,1 0 1 0 0,0 0-1 0 0,-1 5 1 0 0,1 0-4 0 0,0-7-3 0 0,0 1-1 0 0,-1 0 1 0 0,1-1-1 0 0,0 1 0 0 0,0 0 1 0 0,0-1-1 0 0,0 1 1 0 0,0 0-1 0 0,0-1 1 0 0,0 1-1 0 0,0 0 0 0 0,0 0 1 0 0,0-1-1 0 0,0 1 1 0 0,0 0-1 0 0,0-1 1 0 0,0 1-1 0 0,1 0 1 0 0,-1-1-1 0 0,0 1 0 0 0,0 0 1 0 0,1-1-1 0 0,-1 1 1 0 0,1-1-1 0 0,-1 1 1 0 0,0-1-1 0 0,1 1 0 0 0,-1-1 1 0 0,1 1-1 0 0,-1-1 1 0 0,1 1-1 0 0,0-1 1 0 0,-1 1-1 0 0,1-1 0 0 0,-1 0 1 0 0,1 1-1 0 0,1-1 1 0 0,12 11 18 0 0,-7-9-58 0 0,0 0 0 0 0,0 0 0 0 0,1-1 1 0 0,-1-1-1 0 0,0 1 0 0 0,13-1 0 0 0,-18 0-5 0 0,20-2-912 0 0,0 0 0 0 0,33-8 0 0 0,-26 4-69 0 0,14-10-902 0 0,-33 13 1147 0 0,0 0 1 0 0,-1-1 0 0 0,14-7-1 0 0,2 0-809 0 0,-13 5 614 0 0,-1 0 437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21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80 804 0 0,'0'-1'93'0'0,"0"1"0"0"0,0-1 0 0 0,0 1-1 0 0,0-1 1 0 0,0 1 0 0 0,0-1 0 0 0,0 1 0 0 0,-1-1-1 0 0,1 1 1 0 0,0-1 0 0 0,0 1 0 0 0,0-1 0 0 0,0 1-1 0 0,-1-1 1 0 0,1 1 0 0 0,0-1 0 0 0,0 1 0 0 0,-1 0-1 0 0,1-1 1 0 0,0 1 0 0 0,-1-1 0 0 0,1 1 0 0 0,0 0 0 0 0,-1-1-1 0 0,1 1 1 0 0,-1-1 0 0 0,0 1-29 0 0,1 0 0 0 0,0 0 1 0 0,-1-1-1 0 0,1 1 0 0 0,0 0 1 0 0,-1-1-1 0 0,1 1 0 0 0,0 0 0 0 0,-1-1 1 0 0,1 1-1 0 0,0 0 0 0 0,0-1 0 0 0,0 1 1 0 0,-1-1-1 0 0,1 1 0 0 0,0 0 0 0 0,0-1 1 0 0,0 1-1 0 0,0-1 0 0 0,0 1 1 0 0,0-1-1 0 0,-1 1 0 0 0,1-1 0 0 0,0 1 1 0 0,0-1-1 0 0,1 0 0 0 0,-1 0 366 0 0,-7-6 511 0 0,3-3-88 0 0,4 9-598 0 0,0 1-245 0 0,0 0 0 0 0,-1 0 1 0 0,1 0-1 0 0,0 0 0 0 0,0 0 0 0 0,0 0 1 0 0,0 0-1 0 0,0 0 0 0 0,0 0 0 0 0,0 0 1 0 0,0 0-1 0 0,-1 0 0 0 0,1 0 0 0 0,0-1 1 0 0,0 1-1 0 0,0 0 0 0 0,0 0 0 0 0,0 0 1 0 0,0 0-1 0 0,0 0 0 0 0,0 0 0 0 0,0 0 0 0 0,0 0 1 0 0,0 0-1 0 0,0 0 0 0 0,0-1 0 0 0,0 1 1 0 0,0 0-1 0 0,0 0 0 0 0,0 0 0 0 0,0 0 1 0 0,0 0-1 0 0,0 0 0 0 0,0 0 0 0 0,0 0 1 0 0,0-1-1 0 0,0 1 0 0 0,0 0 0 0 0,0 0 1 0 0,0 0-1 0 0,0 0 0 0 0,0 0 0 0 0,0 0 0 0 0,0 0 1 0 0,0 0-1 0 0,0-1 0 0 0,0 1 0 0 0,0 0 1 0 0,0 0-1 0 0,0 0 0 0 0,0 0 0 0 0,0 0 1 0 0,0 0-1 0 0,0 0 0 0 0,0 0 0 0 0,1 0 1 0 0,-1 0-1 0 0,0 0 0 0 0,0 0 0 0 0,0 0 0 0 0,0-1 1 0 0,0 1-1 0 0,0 0 0 0 0,0 0 0 0 0,0 0 1 0 0,1 0-1 0 0,-1 0 0 0 0,7-7 318 0 0,-5 6-274 0 0,2-5 268 0 0,-4 5-316 0 0,0 1-1 0 0,0 0 0 0 0,0 0 1 0 0,0-1-1 0 0,0 1 0 0 0,0 0 1 0 0,0 0-1 0 0,0-1 0 0 0,0 1 0 0 0,0 0 1 0 0,0 0-1 0 0,1 0 0 0 0,-1-1 1 0 0,0 1-1 0 0,0 0 0 0 0,0 0 0 0 0,0 0 1 0 0,1 0-1 0 0,-1-1 0 0 0,0 1 1 0 0,0 0-1 0 0,0 0 0 0 0,0 0 1 0 0,1 0-1 0 0,-1 0 0 0 0,0 0 0 0 0,0 0 1 0 0,1-1-1 0 0,-1 1 0 0 0,0 0 1 0 0,0 0-1 0 0,0 0 0 0 0,1 0 0 0 0,-1 0 1 0 0,0 0-1 0 0,0 0 0 0 0,1 0 1 0 0,-1 0-1 0 0,0 0 0 0 0,1 0 1 0 0,46-12 303 0 0,4 13-323 0 0,-43 3 9 0 0,-5-3 3 0 0,0 0 1 0 0,0 0-1 0 0,-1 0 0 0 0,1 1 1 0 0,-1-1-1 0 0,1 1 0 0 0,-1 0 1 0 0,0 0-1 0 0,1 0 0 0 0,-1 0 1 0 0,0 0-1 0 0,0 0 1 0 0,1 3-1 0 0,-2-3 17 0 0,0 1 1 0 0,-1-1-1 0 0,1 1 1 0 0,-1 0-1 0 0,0-1 1 0 0,0 1-1 0 0,0-1 0 0 0,0 1 1 0 0,0 0-1 0 0,-1-1 1 0 0,-1 6-1 0 0,-17 9 274 0 0,-14 12-8 0 0,18-13-153 0 0,-57 15 104 0 0,60-25-282 0 0,0 1 0 0 0,0-1 0 0 0,0-1 0 0 0,-1 0 0 0 0,-14 2 0 0 0,58 6-292 0 0,-26-12 335 0 0,1 1 0 0 0,-1 0 0 0 0,0 0 0 0 0,0 0 0 0 0,-1 1 0 0 0,1 0 1 0 0,5 3-1 0 0,-8-4 8 0 0,4 1-5 0 0,-5-3 4 0 0,1 1 1 0 0,-1-1 0 0 0,1 1-1 0 0,-1-1 1 0 0,0 1-1 0 0,1 0 1 0 0,-1-1 0 0 0,0 1-1 0 0,1 0 1 0 0,-1 0 0 0 0,0 0-1 0 0,0 0 1 0 0,0 0-1 0 0,0 0 1 0 0,0 1 0 0 0,0-1-1 0 0,0 0 1 0 0,0 0 0 0 0,0 1-1 0 0,0 2 1 0 0,4 1 3 0 0,1 3 1 0 0,-1 5 13 0 0,1 5 26 0 0,-6-16-24 0 0,0 1 1 0 0,0-1 0 0 0,0 1 0 0 0,0-1 0 0 0,0 1-1 0 0,-1-1 1 0 0,1 1 0 0 0,-1-1 0 0 0,0 1 0 0 0,0-1 0 0 0,0 1-1 0 0,0-1 1 0 0,-2 4 0 0 0,-1 18 282 0 0,0-17-174 0 0,0 0 0 0 0,-1 0 0 0 0,0-1 0 0 0,-1 0 0 0 0,1 0 0 0 0,-1 0 0 0 0,-1 0 0 0 0,1-1 0 0 0,-9 5 0 0 0,-3 4 67 0 0,16-12-168 0 0,0 0-1 0 0,0-1 1 0 0,-1 1-1 0 0,1 0 1 0 0,-1-1 0 0 0,1 1-1 0 0,-1-1 1 0 0,-4 2-1 0 0,-36 18 289 0 0,28-12-275 0 0,14-8-42 0 0,0-1 1 0 0,0 1-1 0 0,1 0 1 0 0,-1-1-1 0 0,0 1 1 0 0,0 0-1 0 0,0-1 1 0 0,0 1-1 0 0,0-1 1 0 0,0 0-1 0 0,0 1 1 0 0,0-1-1 0 0,0 0 1 0 0,0 1-1 0 0,-1-1 0 0 0,0 0-39 0 0,-5-1-4087 0 0,12-3 3709 0 0,6-21-3087 0 0,3 12 1098 0 0,-4 6 1391 0 0,1-4-55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21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1 864 0 0,'0'0'68'0'0,"1"0"-1"0"0,-1 0 0 0 0,1 0 1 0 0,-1 0-1 0 0,0 0 1 0 0,1 0-1 0 0,-1 1 0 0 0,1-1 1 0 0,-1 0-1 0 0,0 0 1 0 0,1 0-1 0 0,-1 1 1 0 0,1-1-1 0 0,-1 0 0 0 0,0 0 1 0 0,1 1-1 0 0,-1-1 1 0 0,0 0-1 0 0,0 1 1 0 0,1-1-1 0 0,-1 0 0 0 0,0 1 1 0 0,0-1-1 0 0,1 0 1 0 0,-1 1-1 0 0,0-1 0 0 0,0 1 1 0 0,0-1-1 0 0,0 0 1 0 0,0 1-1 0 0,1-1 1 0 0,-1 1-1 0 0,0-1 0 0 0,0 1 1 0 0,0-1-1 0 0,0 0 1 0 0,0 1-1 0 0,0-1 1 0 0,0 1-1 0 0,-1-1 0 0 0,1 1 1 0 0,0-1-1 0 0,0 0 1 0 0,0 1-1 0 0,0-1 1 0 0,0 1-1 0 0,-1-1 0 0 0,1 0 1 0 0,0 1-1 0 0,0-1 1 0 0,-1 0-1 0 0,1 1 0 0 0,0-1 1 0 0,-1 1-1 0 0,-5 13 639 0 0,4-9-572 0 0,1 0 0 0 0,-1 1-1 0 0,0-1 1 0 0,-1 0 0 0 0,1 0 0 0 0,-1 0 0 0 0,0-1 0 0 0,0 1 0 0 0,-1-1 0 0 0,-3 5 0 0 0,-5 6 208 0 0,-75 89 1075 0 0,68-80-1220 0 0,-25 24 0 0 0,9-10-86 0 0,25-26-163 0 0,0 1 1 0 0,-12 22-1 0 0,22-35 49 0 0,0 1-75 0 0,-1 1-1 0 0,0-1 1 0 0,1 1 0 0 0,0-1 0 0 0,-1 1 0 0 0,1-1-1 0 0,0 1 1 0 0,0-1 0 0 0,0 1 0 0 0,0-1 0 0 0,0 1 0 0 0,0-1-1 0 0,0 1 1 0 0,0-1 0 0 0,1 1 0 0 0,-1-1 0 0 0,0 1-1 0 0,1-1 1 0 0,0 1 0 0 0,-1-1 0 0 0,1 0 0 0 0,0 1-1 0 0,-1-1 1 0 0,1 0 0 0 0,0 0 0 0 0,0 0 0 0 0,0 1-1 0 0,0-1 1 0 0,0 0 0 0 0,1 0 0 0 0,-1 0 0 0 0,0-1 0 0 0,0 1-1 0 0,1 0 1 0 0,-1 0 0 0 0,0-1 0 0 0,1 1 0 0 0,-1-1-1 0 0,1 1 1 0 0,-1-1 0 0 0,1 1 0 0 0,-1-1 0 0 0,1 0-1 0 0,-1 0 1 0 0,1 0 0 0 0,-1 0 0 0 0,1 0 0 0 0,-1 0-1 0 0,1 0 1 0 0,1-1 0 0 0,43-16-3612 0 0,-36 11 2759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22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82 0 0 0,'0'-1'123'0'0,"0"0"0"0"0,0 0 1 0 0,0 0-1 0 0,0 0 0 0 0,0 1 0 0 0,0-1 1 0 0,0 0-1 0 0,0 0 0 0 0,0 0 0 0 0,0 0 1 0 0,0 0-1 0 0,1 0 0 0 0,-1 0 0 0 0,0 1 1 0 0,1-1-1 0 0,-1 0 0 0 0,0 0 0 0 0,1 0 1 0 0,-1 0-1 0 0,1 1 0 0 0,-1-1 0 0 0,1 0 1 0 0,0 1-1 0 0,-1-1 0 0 0,1 0 0 0 0,0 1 1 0 0,1-2-1 0 0,1-10 1065 0 0,1 10-1084 0 0,-4 2-90 0 0,1 0-1 0 0,-1 0 1 0 0,0 0-1 0 0,1 0 1 0 0,-1 0-1 0 0,0-1 1 0 0,0 1-1 0 0,1 0 1 0 0,-1 0-1 0 0,0 0 0 0 0,1-1 1 0 0,-1 1-1 0 0,0 0 1 0 0,0-1-1 0 0,0 1 1 0 0,1 0-1 0 0,-1 0 1 0 0,0-1-1 0 0,0 1 1 0 0,0 0-1 0 0,0-1 0 0 0,0 1 1 0 0,1 0-1 0 0,-1-1 1 0 0,0 1-1 0 0,0 0 1 0 0,0-1-1 0 0,0 1 1 0 0,0 0-1 0 0,0-1 1 0 0,0 1-1 0 0,0-1 0 0 0,0 1 1 0 0,0 0-1 0 0,-1-1 1 0 0,12-12 690 0 0,-10 12-662 0 0,0 0 0 0 0,-1 0 0 0 0,1 0 0 0 0,0 0 0 0 0,0 0 1 0 0,0 0-1 0 0,0 1 0 0 0,0-1 0 0 0,0 0 0 0 0,0 1 0 0 0,0-1 0 0 0,0 1 0 0 0,1-1 0 0 0,-1 1 1 0 0,0-1-1 0 0,0 1 0 0 0,2-1 0 0 0,-1 1 71 0 0,-2 0-102 0 0,1-1-1 0 0,-1 1 0 0 0,0 0 1 0 0,1-1-1 0 0,-1 1 0 0 0,0-1 0 0 0,1 1 1 0 0,-1 0-1 0 0,1-1 0 0 0,-1 1 1 0 0,1 0-1 0 0,-1 0 0 0 0,1-1 1 0 0,-1 1-1 0 0,1 0 0 0 0,-1 0 0 0 0,1 0 1 0 0,-1-1-1 0 0,1 1 0 0 0,-1 0 1 0 0,1 0-1 0 0,0 0 0 0 0,-1 0 1 0 0,1 0-1 0 0,-1 0 0 0 0,1 0 1 0 0,24 0 163 0 0,-18 0-107 0 0,8 0-28 0 0,-9-1-28 0 0,0 1 0 0 0,-1 0 0 0 0,1 0 0 0 0,0 0 0 0 0,0 1 0 0 0,0 0 0 0 0,-1 0 0 0 0,7 2 0 0 0,-6-1-7 0 0,-3-3-5 0 0,12 8-2 0 0,-14-7 12 0 0,1 1 1 0 0,-1 0 0 0 0,0 0 0 0 0,1 0 0 0 0,-1 0-1 0 0,0 0 1 0 0,0 0 0 0 0,1 0 0 0 0,-1 1 0 0 0,0-1-1 0 0,0 0 1 0 0,0 1 0 0 0,-1-1 0 0 0,1 0 0 0 0,0 1-1 0 0,0-1 1 0 0,-1 1 0 0 0,1-1 0 0 0,-1 1 0 0 0,1 0 0 0 0,-1-1-1 0 0,0 1 1 0 0,0 0 0 0 0,0-1 0 0 0,0 1 0 0 0,0-1-1 0 0,0 1 1 0 0,0 2 0 0 0,-2 2 87 0 0,1 0 0 0 0,-1-1-1 0 0,0 1 1 0 0,-1-1 0 0 0,1 1 0 0 0,-5 5 0 0 0,2 5 152 0 0,5-15-228 0 0,0 1 0 0 0,-1-1 0 0 0,1 1 0 0 0,0-1 0 0 0,-1 1 0 0 0,1-1-1 0 0,-1 0 1 0 0,1 1 0 0 0,-1-1 0 0 0,0 1 0 0 0,0-1 0 0 0,-1 2 0 0 0,-53 71 939 0 0,30-45-662 0 0,16-17-166 0 0,-1 0-1 0 0,-1 0 1 0 0,-19 15 0 0 0,-7 10 202 0 0,7-6-53 0 0,-25 24 106 0 0,31-28-193 0 0,21-23-173 0 0,1-1 1 0 0,-1 1-1 0 0,0-1 1 0 0,0 0 0 0 0,0 0-1 0 0,-1 0 1 0 0,-4 3-1 0 0,8-6-18 0 0,0 0-1 0 0,0 0 0 0 0,-1 0 1 0 0,1 1-1 0 0,0-1 1 0 0,0 0-1 0 0,-1 0 0 0 0,1 1 1 0 0,0-1-1 0 0,0 0 1 0 0,0 1-1 0 0,-1-1 0 0 0,1 0 1 0 0,0 0-1 0 0,0 1 1 0 0,0-1-1 0 0,0 0 1 0 0,0 1-1 0 0,0-1 0 0 0,0 0 1 0 0,0 1-1 0 0,0-1 1 0 0,0 1-1 0 0,0-1 0 0 0,0 0 1 0 0,0 1-1 0 0,0-1 1 0 0,0 0-1 0 0,0 1 0 0 0,0-1 1 0 0,0 1-2 0 0,0-1-1 0 0,0 0 1 0 0,0 0 0 0 0,0 0-1 0 0,0 1 1 0 0,1-1 0 0 0,-1 0 0 0 0,0 0-1 0 0,0 1 1 0 0,0-1 0 0 0,0 0-1 0 0,0 0 1 0 0,0 1 0 0 0,-1-1-1 0 0,1 0 1 0 0,0 0 0 0 0,0 1 0 0 0,0-1-1 0 0,0 0 1 0 0,0 0 0 0 0,0 1-1 0 0,0-1 1 0 0,0 0 0 0 0,-1 0-1 0 0,1 0 1 0 0,0 1 0 0 0,0-1 0 0 0,0 0-1 0 0,0 0 1 0 0,-1 0 0 0 0,1 0-1 0 0,0 1 1 0 0,0-1 0 0 0,0 0-1 0 0,-1 0 1 0 0,1 0 0 0 0,0 0 0 0 0,0 0-1 0 0,-1 0 1 0 0,1 0 0 0 0,0 0-1 0 0,0 0 1 0 0,-1 0 0 0 0,1 0-1 0 0,0 0 1 0 0,0 0 0 0 0,-1 0 0 0 0,1 0-1 0 0,0 0 1 0 0,0 0 0 0 0,-1 0-1 0 0,1 0 1 0 0,0 0 0 0 0,-4 12 105 0 0,4-12-103 0 0,-1 0-1 0 0,1 0 1 0 0,0 0-1 0 0,-1 0 0 0 0,1 0 1 0 0,-1 0-1 0 0,1 0 1 0 0,0 0-1 0 0,-1 0 0 0 0,1 0 1 0 0,0 0-1 0 0,-1 1 0 0 0,1-1 1 0 0,0 0-1 0 0,-1 0 1 0 0,1 0-1 0 0,0 0 0 0 0,0 1 1 0 0,-1-1-1 0 0,1 0 0 0 0,0 0 1 0 0,-1 0-1 0 0,1 1 1 0 0,0-1-1 0 0,0 0 0 0 0,0 1 1 0 0,-1-1-1 0 0,1 0 1 0 0,0 0-1 0 0,0 1 0 0 0,0-1 1 0 0,0 0-1 0 0,0 1 0 0 0,-1-1 1 0 0,1 0-1 0 0,0 1 1 0 0,0-1-1 0 0,0 0 0 0 0,0 1 1 0 0,0-1-1 0 0,0 1 0 0 0,0-1 1 0 0,0 0-1 0 0,0 1 1 0 0,0-1-1 0 0,0 0 0 0 0,1 1 1 0 0,-1-1-1 0 0,0 1 323 0 0,23-13-174 0 0,19-1-147 0 0,13-3-12 0 0,-52 15 5 0 0,0 0 0 0 0,0 1 0 0 0,0 0 0 0 0,0 0 0 0 0,0 0 0 0 0,1 0 0 0 0,-1 0 0 0 0,0 1 0 0 0,0-1 0 0 0,0 1 0 0 0,0 0 0 0 0,5 2 0 0 0,-8-3 3 0 0,1 0 0 0 0,-1 1 0 0 0,0-1 0 0 0,1 0 0 0 0,-1 1 0 0 0,0-1 0 0 0,1 0 0 0 0,-1 1 0 0 0,1-1 0 0 0,-1 0 0 0 0,0 0 0 0 0,1 0 0 0 0,-1 1 0 0 0,1-1 0 0 0,-1 0 0 0 0,1 0 0 0 0,-1 0 0 0 0,1 0 0 0 0,-1 0 0 0 0,1 0 0 0 0,-1 0 0 0 0,0 0 0 0 0,1 0 0 0 0,-1 0 0 0 0,1 0 0 0 0,-1 0 0 0 0,1 0 0 0 0,-1 0 0 0 0,1 0 0 0 0,-1-1 0 0 0,1 1 0 0 0,-1 0 0 0 0,0 0 0 0 0,1-1 0 0 0,2 1-1 0 0,8 7-39 0 0,-10-6 16 0 0,0 0 0 0 0,1 0 1 0 0,-1 0-1 0 0,1 0 0 0 0,-1 0 0 0 0,1-1 0 0 0,-1 1 0 0 0,1 0 0 0 0,0-1 0 0 0,-1 1 0 0 0,1-1 0 0 0,2 1 0 0 0,-2-1-108 0 0,-1 1-65 0 0,-1 0 0 0 0,1 0 0 0 0,0 0-1 0 0,0 0 1 0 0,0 0 0 0 0,0-1 0 0 0,0 1-1 0 0,0 0 1 0 0,0-1 0 0 0,0 1-1 0 0,0 0 1 0 0,0-1 0 0 0,0 1 0 0 0,0-1-1 0 0,0 0 1 0 0,1 1 0 0 0,1-1-1 0 0,-1 0-377 0 0,-22 18-6618 0 0,18-17 6130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24.2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358 1 408 0 0,'0'0'5482'0'0,"-12"1"-4595"0"0,-2 9-512 0 0,0 1 0 0 0,1 0 0 0 0,0 1 0 0 0,1 0 0 0 0,0 1 0 0 0,1 0 0 0 0,-12 21-1 0 0,-25 27 148 0 0,39-50-445 0 0,0 1-1 0 0,1 1 0 0 0,-8 16 0 0 0,1-2 21 0 0,7-12-50 0 0,0 0-11 0 0,-1-1 0 0 0,0 0-1 0 0,-1 0 1 0 0,-22 23 0 0 0,10-6-5 0 0,7-9-17 0 0,14-20-16 0 0,0 0 1 0 0,1-1-1 0 0,-1 1 0 0 0,0 0 1 0 0,0-1-1 0 0,0 1 0 0 0,-1-1 1 0 0,1 1-1 0 0,0-1 0 0 0,-1 0 1 0 0,-2 3-1 0 0,5-5-71 0 0,-1 1 0 0 0,0 0 0 0 0,0 0 0 0 0,0 0 0 0 0,0 0 0 0 0,0 0 0 0 0,0-1-1 0 0,1 1 1 0 0,-1 0 0 0 0,0 0 0 0 0,0 0 0 0 0,0 0 0 0 0,1 0 0 0 0,-1 0 0 0 0,0-1 0 0 0,0 1 0 0 0,0 0 0 0 0,1 0 0 0 0,-1 0 0 0 0,0 0 0 0 0,0 0-1 0 0,0 0 1 0 0,1 0 0 0 0,-1 0 0 0 0,0 0 0 0 0,0 0 0 0 0,0 0 0 0 0,1 0 0 0 0,-1 0 0 0 0,0 0 0 0 0,0 0 0 0 0,0 1 0 0 0,1-1 0 0 0,-1 0 0 0 0,0 0-1 0 0,0 0 1 0 0,0 0 0 0 0,1 0 0 0 0,-1 0 0 0 0,0 0 0 0 0,0 1 0 0 0,0-1 0 0 0,0 0 0 0 0,0 0 0 0 0,1 0 0 0 0,-1 0 0 0 0,0 1 0 0 0,0-1 0 0 0,0 0-1 0 0,0 0 1 0 0,0 0 0 0 0,0 1 0 0 0,0-1 0 0 0,0 0 0 0 0,0 0 0 0 0,0 1 0 0 0,20-21-2966 0 0,4 2-3 0 0,-13 12 2337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28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488 66 0 0 0,'0'0'1299'0'0,"2"-13"1327"0"0,-1 12-2543 0 0,0 0 1 0 0,0 0-1 0 0,0-1 1 0 0,0 1-1 0 0,-1 0 0 0 0,1 0 1 0 0,0-1-1 0 0,-1 1 1 0 0,1 0-1 0 0,-1-1 0 0 0,1 1 1 0 0,-1 0-1 0 0,0-1 0 0 0,1 1 1 0 0,-1-1-1 0 0,0 1 1 0 0,0 0-1 0 0,0-1 0 0 0,0 1 1 0 0,0-1-1 0 0,-1-1 1 0 0,1-1 75 0 0,0 3-77 0 0,1 1-45 0 0,-1 0 0 0 0,0 0 0 0 0,1 0 0 0 0,-1-1 0 0 0,1 1 0 0 0,-1 0 0 0 0,1 0 0 0 0,-1 0 0 0 0,0 0 0 0 0,1-1 0 0 0,-1 1 0 0 0,0 0 0 0 0,1 0 0 0 0,-1-1 0 0 0,0 1 0 0 0,1 0 0 0 0,-1-1 0 0 0,0 1 0 0 0,0 0 0 0 0,1-1 0 0 0,-1 1 0 0 0,0-1 0 0 0,0 1 0 0 0,0 0 0 0 0,1-1 0 0 0,-1 1 0 0 0,0-1 0 0 0,0 1 0 0 0,0 0 0 0 0,0-1 0 0 0,0 0 0 0 0,0 1-27 0 0,0-1 0 0 0,0 1 0 0 0,0 0 1 0 0,0 0-1 0 0,0-1 0 0 0,0 1 0 0 0,0 0 0 0 0,0 0 1 0 0,0 0-1 0 0,0-1 0 0 0,0 1 0 0 0,-1 0 0 0 0,1 0 0 0 0,0-1 1 0 0,0 1-1 0 0,0 0 0 0 0,0 0 0 0 0,-1 0 0 0 0,1-1 0 0 0,0 1 1 0 0,0 0-1 0 0,0 0 0 0 0,-1 0 0 0 0,1 0 0 0 0,0 0 1 0 0,0-1-1 0 0,0 1 0 0 0,-1 0 0 0 0,1 0 0 0 0,0 0 0 0 0,0 0 1 0 0,-1 0-1 0 0,1 0 0 0 0,0 0 0 0 0,0 0 0 0 0,-1 0 0 0 0,1 0 1 0 0,0 0-1 0 0,0 0 0 0 0,-1 0 0 0 0,1 0 0 0 0,0 0 1 0 0,0 0-1 0 0,-1 0 0 0 0,1 0 0 0 0,0 0 0 0 0,0 1 0 0 0,-1-1 1 0 0,1 0-1 0 0,0 0 0 0 0,0 0 0 0 0,0 0 0 0 0,-1 0 0 0 0,1 1 1 0 0,0-1-1 0 0,0 0 0 0 0,0 0 0 0 0,-1 1 0 0 0,-8 1 87 0 0,9-2-89 0 0,-1 0-1 0 0,0 0 0 0 0,1 0 1 0 0,-1 0-1 0 0,0 0 0 0 0,1 0 1 0 0,-1 0-1 0 0,0 0 0 0 0,1 0 1 0 0,-1 1-1 0 0,1-1 0 0 0,-1 0 0 0 0,1 1 1 0 0,-1-1-1 0 0,0 0 0 0 0,1 1 1 0 0,-1-1-1 0 0,1 0 0 0 0,-1 1 1 0 0,1 0-1 0 0,-17 9 129 0 0,15-10-124 0 0,0 1 0 0 0,0 0 1 0 0,0 0-1 0 0,0 0 1 0 0,0 0-1 0 0,1 0 1 0 0,-1 0-1 0 0,0 1 0 0 0,1-1 1 0 0,-1 1-1 0 0,-1 1 1 0 0,-3 4 18 0 0,0-1 0 0 0,0 0 0 0 0,-1 0 0 0 0,1-1 0 0 0,-1 1 0 0 0,-1-1 0 0 0,1-1 1 0 0,-16 8-1 0 0,9-5 8 0 0,1 1 1 0 0,-17 12 0 0 0,-79 60 200 0 0,44-39-139 0 0,53-33-43 0 0,1 0-1 0 0,-1-1 1 0 0,-22 11-1 0 0,6-4 112 0 0,18-6-38 0 0,-2-3-53 0 0,11-5-49 0 0,-6 5 58 0 0,6-4 291 0 0,10 0-201 0 0,79-15-108 0 0,-24 6-38 0 0,0 2 0 0 0,80 3 0 0 0,-104-3-308 0 0,-38 6 160 0 0,5-2-218 0 0,4-1-865 0 0,-5 2-3176 0 0,12-7 729 0 0,-16 3 3097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29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220 2 884 0 0,'0'-1'5395'0'0,"0"1"-5386"0"0,1 1-1 0 0,-1-1 1 0 0,0 0-1 0 0,0 1 1 0 0,0-1-1 0 0,0 0 1 0 0,0 1 0 0 0,0-1-1 0 0,0 0 1 0 0,-1 1-1 0 0,1-1 1 0 0,0 0-1 0 0,0 1 1 0 0,0-1-1 0 0,0 0 1 0 0,0 1-1 0 0,0-1 1 0 0,-1 0 0 0 0,1 1-1 0 0,0-1 1 0 0,0 0-1 0 0,0 0 1 0 0,-1 1-1 0 0,1-1 1 0 0,0 0-1 0 0,0 0 1 0 0,-1 1-1 0 0,1-1 1 0 0,0 0-1 0 0,-1 0 1 0 0,1 0 0 0 0,-1 1-1 0 0,1-1 4 0 0,-1 0 0 0 0,1 0 0 0 0,0 0-1 0 0,-1 0 1 0 0,1 1 0 0 0,0-1 0 0 0,-1 0 0 0 0,1 0 0 0 0,0 1 0 0 0,0-1-1 0 0,-1 0 1 0 0,1 0 0 0 0,0 1 0 0 0,0-1 0 0 0,-1 0 0 0 0,1 1-1 0 0,0-1 1 0 0,0 0 0 0 0,0 1 0 0 0,0-1 0 0 0,0 0 0 0 0,-1 1 0 0 0,1-1-1 0 0,0 1 1 0 0,0-1 0 0 0,0 0 0 0 0,0 1 0 0 0,0-1 0 0 0,0 1-1 0 0,0-1 1 0 0,0 0 0 0 0,0 1 0 0 0,1 2 48 0 0,-1 0 0 0 0,0-1 0 0 0,-1 1-1 0 0,1 0 1 0 0,-1 0 0 0 0,1-1 0 0 0,-1 1 0 0 0,0-1 0 0 0,0 1-1 0 0,0-1 1 0 0,0 1 0 0 0,-2 2 0 0 0,-7 31 554 0 0,0 0-163 0 0,9-31-401 0 0,1-1-1 0 0,-1 1 1 0 0,-1-1-1 0 0,1 1 1 0 0,-1-1-1 0 0,1 0 0 0 0,-5 8 1 0 0,1-5 22 0 0,1 1-1 0 0,0 1 1 0 0,0-1 0 0 0,1 1-1 0 0,-3 8 1 0 0,-12 31 133 0 0,-4 12-27 0 0,1-5-55 0 0,-1-1-62 0 0,17-45-55 0 0,0-1 1 0 0,1 1-1 0 0,0 0 0 0 0,-3 11 1 0 0,5-13-12 0 0,-1 0 0 0 0,1 0 0 0 0,-2 0 0 0 0,1 0-1 0 0,-1-1 1 0 0,-6 10 0 0 0,9-14-43 0 0,1 1 1 0 0,-1 0-1 0 0,0-1 0 0 0,1 1 0 0 0,0 0 0 0 0,0 0 0 0 0,0-1 0 0 0,0 1 0 0 0,0 0 1 0 0,1 4-1 0 0,-1 1-731 0 0,24-1-2284 0 0,-18-8 2455 0 0,1 0 0 0 0,-1-1 0 0 0,0 0 0 0 0,0 0 0 0 0,0 0 0 0 0,0-1-1 0 0,0 0 1 0 0,8-6 0 0 0,-13 9 593 0 0,9-6-313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30.3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306 2 0 0 0,'0'-1'5905'0'0,"-2"1"-6333"0"0,-1 2 458 0 0,2-2-8 0 0,1 0 0 0 0,-1 1 0 0 0,1-1-1 0 0,0 0 1 0 0,-1 0 0 0 0,1 0 0 0 0,0 1 0 0 0,-1-1 0 0 0,1 0 0 0 0,0 0 0 0 0,0 1 0 0 0,-1-1 0 0 0,1 0 0 0 0,0 1 0 0 0,0-1-1 0 0,-1 0 1 0 0,1 1 0 0 0,0-1 0 0 0,0 0 0 0 0,0 1 0 0 0,0-1 0 0 0,0 1 0 0 0,0-1 0 0 0,-1 0 0 0 0,1 1 0 0 0,0-1 0 0 0,0 1-1 0 0,0-1 1 0 0,0 0 0 0 0,0 1 0 0 0,0-1 0 0 0,0 1 0 0 0,1-1 0 0 0,-1 1 0 0 0,-2 3 139 0 0,1 0 1 0 0,-1 0-1 0 0,0 0 1 0 0,0-1-1 0 0,0 1 0 0 0,-5 6 1 0 0,1-1 85 0 0,5-8-208 0 0,-1 4 57 0 0,-1-1-1 0 0,0 1 1 0 0,0-1-1 0 0,0 0 1 0 0,-1 0 0 0 0,0 0-1 0 0,-4 3 1 0 0,-24 42 563 0 0,15-26-408 0 0,14-19-203 0 0,0 1 0 0 0,0 0-1 0 0,-1-1 1 0 0,1 0 0 0 0,-8 7 0 0 0,-9 16 144 0 0,18-23-171 0 0,-1 1 0 0 0,0-1 0 0 0,0 0 0 0 0,0 0 1 0 0,-7 7-1 0 0,-22 28 60 0 0,17-20-60 0 0,14-16-21 0 0,0-1 1 0 0,0 0-1 0 0,0 0 1 0 0,-1 0-1 0 0,1 0 1 0 0,-1 0 0 0 0,0 0-1 0 0,0-1 1 0 0,-3 4-1 0 0,4-5-2 0 0,0 1-1 0 0,1 0 1 0 0,-1-1 0 0 0,0 1-1 0 0,0 0 1 0 0,1-1-1 0 0,-1 1 1 0 0,1 0-1 0 0,-1 0 1 0 0,0 0 0 0 0,1 0-1 0 0,-1-1 1 0 0,1 1-1 0 0,0 0 1 0 0,-1 0 0 0 0,1 2-1 0 0,0-2-2 0 0,-1 0 0 0 0,1-1 0 0 0,0 1 0 0 0,0 0-1 0 0,0-1 1 0 0,-1 1 0 0 0,1 0 0 0 0,0-1 0 0 0,-1 1 0 0 0,1 0-1 0 0,-1-1 1 0 0,1 1 0 0 0,0 0 0 0 0,-1-1 0 0 0,1 1 0 0 0,-1-1 0 0 0,0 1-1 0 0,1-1 1 0 0,-1 0 0 0 0,1 1 0 0 0,-1-1 0 0 0,0 1 0 0 0,-1-1 0 0 0,0 1-97 0 0,0 1 1 0 0,0-1-1 0 0,0 0 0 0 0,0 0 1 0 0,0 1-1 0 0,0-1 1 0 0,0 1-1 0 0,0 0 1 0 0,1 0-1 0 0,-1-1 1 0 0,1 1-1 0 0,-1 0 1 0 0,1 0-1 0 0,0 0 1 0 0,0 1-1 0 0,0-1 1 0 0,0 0-1 0 0,0 0 1 0 0,0 1-1 0 0,1-1 1 0 0,-2 3-1 0 0,2-4-300 0 0,11-7-5583 0 0,0 0 5056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30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283 13 636 0 0,'1'0'76'0'0,"-1"0"0"0"0,0-1 1 0 0,0 1-1 0 0,0 0 0 0 0,0 0 0 0 0,0 0 1 0 0,0-1-1 0 0,0 1 0 0 0,1 0 0 0 0,-1 0 0 0 0,0-1 1 0 0,0 1-1 0 0,0 0 0 0 0,0 0 0 0 0,0-1 1 0 0,0 1-1 0 0,0 0 0 0 0,0 0 0 0 0,0-1 0 0 0,0 1 1 0 0,-1 0-1 0 0,1 0 0 0 0,0-1 0 0 0,0 1 0 0 0,0 0 1 0 0,0 0-1 0 0,0-1 0 0 0,0 1 0 0 0,0 0 1 0 0,-1 0-1 0 0,1 0 0 0 0,0-1 0 0 0,0 1 0 0 0,0 0 1 0 0,0 0-1 0 0,-1 0 0 0 0,1 0 0 0 0,0 0 1 0 0,0-1-1 0 0,-1 1 0 0 0,1 0 0 0 0,0 0 0 0 0,0 0 1 0 0,0 0-1 0 0,-1 0 0 0 0,1 0 0 0 0,-7-3 979 0 0,-37 28 471 0 0,11-6-872 0 0,22-15-468 0 0,-1 1 0 0 0,1 0 0 0 0,1 1 0 0 0,-15 10 0 0 0,-4 2 138 0 0,-2 1 42 0 0,30-18-347 0 0,-1 0 0 0 0,0 0 0 0 0,1 0 0 0 0,-1 0 0 0 0,1 0 0 0 0,0 0 0 0 0,-1 1 1 0 0,1-1-1 0 0,0 0 0 0 0,0 1 0 0 0,-1-1 0 0 0,1 1 0 0 0,0-1 0 0 0,1 1 0 0 0,-1-1 0 0 0,0 1 0 0 0,0 0 0 0 0,0 3 1 0 0,1-5-19 0 0,0 1 0 0 0,0-1 0 0 0,0 0 0 0 0,0 0 0 0 0,-1 1 1 0 0,1-1-1 0 0,0 0 0 0 0,0 1 0 0 0,0-1 0 0 0,0 0 0 0 0,0 0 1 0 0,0 1-1 0 0,0-1 0 0 0,-1 0 0 0 0,1 0 0 0 0,0 1 0 0 0,0-1 1 0 0,0 0-1 0 0,-1 0 0 0 0,1 1 0 0 0,0-1 0 0 0,0 0 0 0 0,-1 0 1 0 0,1 0-1 0 0,0 0 0 0 0,0 1 0 0 0,-1-1 0 0 0,1 0 0 0 0,0 0 1 0 0,-1 0-1 0 0,1 0 0 0 0,-1 0 0 0 0,0 1 15 0 0,7 3-12 0 0,-3 10 59 0 0,52 23 40 0 0,-50-32-95 0 0,1-1-1 0 0,-1 1 1 0 0,-1 0 0 0 0,1 0-1 0 0,-1 1 1 0 0,0 0-1 0 0,0-1 1 0 0,5 12-1 0 0,-4-9 10 0 0,5 23 61 0 0,-6-13-42 0 0,0-5 54 0 0,-2 1-1 0 0,0-1 1 0 0,0 1 0 0 0,-1 0 0 0 0,-1-1-1 0 0,-1 16 1 0 0,0 3 233 0 0,0-24-223 0 0,-1-1 1 0 0,0 1 0 0 0,-1-1 0 0 0,0 1-1 0 0,0-1 1 0 0,-1 0 0 0 0,1 0 0 0 0,-6 6 0 0 0,5-7 10 0 0,2-3-71 0 0,-1 0 1 0 0,1 0-1 0 0,-1 0 1 0 0,1 0-1 0 0,-1-1 1 0 0,0 0-1 0 0,-5 4 1 0 0,4-4-2 0 0,1 0-1 0 0,0 1 1 0 0,0-1-1 0 0,0 1 1 0 0,0 0-1 0 0,0 0 1 0 0,-4 6-1 0 0,2-4-10 0 0,0 0 0 0 0,0 0 0 0 0,-1-1 1 0 0,1 0-1 0 0,-1 0 0 0 0,-1 0 0 0 0,1 0 0 0 0,0-1 0 0 0,-8 3 0 0 0,-4 3-10 0 0,16-8-42 0 0,13-31-4028 0 0,0-2 2134 0 0,-11 29 1680 0 0,1-1 0 0 0,-1 1 0 0 0,1-1 0 0 0,0 1 1 0 0,0-1-1 0 0,0 1 0 0 0,1 0 0 0 0,1-5 0 0 0,-1 5 4 0 0,0-1 0 0 0,-1 0 1 0 0,1 1-1 0 0,-1-1 0 0 0,0 0 1 0 0,0 0-1 0 0,0 1 1 0 0,0-7-1 0 0,5-25-1424 0 0,-3 28 1338 0 0,-1-11-223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31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13 160 0 0,'19'-6'2118'0'0,"-17"5"-1993"0"0,-1 1 0 0 0,1-1 0 0 0,0 0 0 0 0,0 0 1 0 0,0 1-1 0 0,0-1 0 0 0,0 1 0 0 0,0-1 0 0 0,0 1 0 0 0,4 0 0 0 0,124 0 1013 0 0,-52 6-1010 0 0,-26-6-194 0 0,14 0-518 0 0,-22 0-2995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31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250 1 0 0 0,'0'0'711'0'0,"-1"12"2427"0"0,-16 11-1367 0 0,-8 8-894 0 0,19-24-696 0 0,1-1 1 0 0,-1 1 0 0 0,1 0-1 0 0,-4 8 1 0 0,-4 5 56 0 0,3-7-17 0 0,-1 2-24 0 0,1 0-1 0 0,-11 22 1 0 0,17-30-149 0 0,0 0 1 0 0,0 0-1 0 0,-1-1 0 0 0,-6 8 0 0 0,6-8-17 0 0,0 0-1 0 0,1 0 1 0 0,0 0 0 0 0,-5 9-1 0 0,-5 5 37 0 0,11-18-67 0 0,1 0-1 0 0,1 1 1 0 0,-1-1-1 0 0,0 0 0 0 0,0 1 1 0 0,1-1-1 0 0,0 1 1 0 0,-1-1-1 0 0,1 1 1 0 0,0 0-1 0 0,0-1 1 0 0,0 4-1 0 0,-10 18-438 0 0,4-16-606 0 0,3-4-242 0 0,13-3 831 0 0,-7-1-155 0 0,9-6-3895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32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317 6 0 0 0,'0'0'3550'0'0,"-13"-5"51"0"0,11 6-3522 0 0,0 0 0 0 0,1 0 0 0 0,-1 0 0 0 0,0 0 1 0 0,1 1-1 0 0,-1-1 0 0 0,1 1 0 0 0,-1-1 0 0 0,1 1 0 0 0,0-1 1 0 0,-2 3-1 0 0,-21 39 717 0 0,-17 36 67 0 0,-3 19-264 0 0,32-78-502 0 0,1 1 0 0 0,0 1 0 0 0,-11 38 1 0 0,-22 38-18 0 0,22-50-48 0 0,3-14-53 0 0,9-19-14 0 0,-1 10-222 0 0,11-24 234 0 0,-1-1 0 0 0,1 1 0 0 0,0 0 0 0 0,-1-1 1 0 0,1 1-1 0 0,0 0 0 0 0,0-1 0 0 0,-1 1 0 0 0,1 0 0 0 0,0-1 0 0 0,0 1 0 0 0,0 0 1 0 0,0 0-1 0 0,0-1 0 0 0,0 1 0 0 0,0 0 0 0 0,0-1 0 0 0,0 1 0 0 0,0 0 0 0 0,0 0 1 0 0,0 0 10 0 0,1-1 0 0 0,-1 0 0 0 0,0 0 1 0 0,0 1-1 0 0,0-1 0 0 0,0 0 1 0 0,0 1-1 0 0,0-1 0 0 0,0 0 0 0 0,0 0 1 0 0,0 1-1 0 0,0-1 0 0 0,0 0 0 0 0,0 1 1 0 0,0-1-1 0 0,0 0 0 0 0,0 0 0 0 0,0 1 1 0 0,0-1-1 0 0,0 0 0 0 0,0 0 1 0 0,-1 1-1 0 0,1-1 0 0 0,0 0 0 0 0,0 0 1 0 0,0 1-1 0 0,0-1 0 0 0,-1 0 0 0 0,1 0 1 0 0,0 0-1 0 0,0 1 0 0 0,0-1 1 0 0,-1 0-1 0 0,1 0 0 0 0,0 0 0 0 0,0 0 1 0 0,-1 1-1 0 0,1-1 0 0 0,0 0 0 0 0,0 0 1 0 0,-1 0-1 0 0,1 0 0 0 0,0 0 1 0 0,0 0-1 0 0,-1 0 0 0 0,1 0 0 0 0,0 0 1 0 0,-1 0-1 0 0,1 0 0 0 0,0 0 0 0 0,0 0 1 0 0,-1 0-1 0 0,1 0 0 0 0,-1 0 1 0 0,0 0-332 0 0,7 12-538 0 0,-1-6-3349 0 0,-4-6 4065 0 0,0 0 0 0 0,1 0 0 0 0,-1 0 1 0 0,0 0-1 0 0,1 0 0 0 0,-1 0 1 0 0,0 0-1 0 0,1-1 0 0 0,-1 1 0 0 0,0-1 1 0 0,0 1-1 0 0,1-1 0 0 0,0 0 0 0 0,0 0-215 0 0,9 0-597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33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230 1 0 0 0,'-12'13'3292'0'0,"6"-9"-2967"0"0,1 1 0 0 0,0-1 1 0 0,0 1-1 0 0,0 0 0 0 0,0 0 1 0 0,-4 8-1 0 0,-26 26 78 0 0,32-36-364 0 0,-1 0 1 0 0,1 0-1 0 0,0 1 1 0 0,0-1-1 0 0,0 1 1 0 0,0 0-1 0 0,0 0 1 0 0,1 0-1 0 0,0 0 0 0 0,-3 9 1 0 0,2-8-12 0 0,1-1 0 0 0,-1 1 1 0 0,0 0-1 0 0,0-1 0 0 0,-1 0 1 0 0,1 0-1 0 0,-8 7 0 0 0,6-7-11 0 0,0 1-1 0 0,1 0 1 0 0,0 0 0 0 0,0 0-1 0 0,0 1 1 0 0,-4 7 0 0 0,-32 61-161 0 0,39-70 63 0 0,1 0-1 0 0,-1-1 1 0 0,1 1 0 0 0,-1 0-1 0 0,1 0 1 0 0,0 0-1 0 0,1 6 1 0 0,0 1-530 0 0,-1-10 562 0 0,0-1 0 0 0,0 1 0 0 0,1 0-1 0 0,-1-1 1 0 0,0 1 0 0 0,1-1 0 0 0,-1 1 0 0 0,0-1-1 0 0,1 1 1 0 0,-1-1 0 0 0,1 1 0 0 0,-1-1 0 0 0,1 0-1 0 0,-1 1 1 0 0,1-1 0 0 0,0 1 0 0 0,-1-1 0 0 0,1 0-1 0 0,-1 0 1 0 0,1 1 0 0 0,0-1 0 0 0,-1 0 0 0 0,1 0-1 0 0,-1 0 1 0 0,1 0 0 0 0,0 0 0 0 0,-1 0 0 0 0,1 0-1 0 0,0 0 1 0 0,-1 0 0 0 0,2 0 0 0 0,24-3-2778 0 0,-15 2 1977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33.8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138 68 0 0 0,'0'-1'165'0'0,"0"-1"0"0"0,0 1 0 0 0,1-1 0 0 0,-1 0 0 0 0,1 1 0 0 0,-1-1 0 0 0,1 1 0 0 0,0-1 0 0 0,0 1 0 0 0,-1-1 0 0 0,1 1 0 0 0,0-1 0 0 0,0 1 0 0 0,0 0 0 0 0,1 0 0 0 0,-1-1 0 0 0,0 1 0 0 0,0 0 0 0 0,1 0 1 0 0,-1 0-1 0 0,1 0 0 0 0,-1 1 0 0 0,3-2 0 0 0,43-16 726 0 0,-18 8-495 0 0,-25 9-340 0 0,0-1 1 0 0,1 1 0 0 0,-1 0-1 0 0,1 0 1 0 0,0 0 0 0 0,-1 1-1 0 0,1 0 1 0 0,8 0 0 0 0,-12 0-36 0 0,1 0 37 0 0,20 7 204 0 0,-18-2-188 0 0,-3-4-68 0 0,-1-1 0 0 0,0 0 0 0 0,1 0 0 0 0,-1 0 0 0 0,1 1 0 0 0,-1-1 0 0 0,0 0 0 0 0,1 0 0 0 0,-1 1 0 0 0,0-1 0 0 0,1 0 0 0 0,-1 1 0 0 0,0-1 0 0 0,1 0 0 0 0,-1 1 0 0 0,0-1 0 0 0,0 1 0 0 0,0-1 0 0 0,1 0 0 0 0,-1 1 0 0 0,0-1 0 0 0,0 1 0 0 0,0-1 0 0 0,0 1 0 0 0,0-1 0 0 0,0 1 0 0 0,0-1 0 0 0,0 1 0 0 0,0-1 0 0 0,0 0 0 0 0,0 2 0 0 0,5 3 69 0 0,-5-5-71 0 0,1 1 1 0 0,-1-1-1 0 0,1 0 1 0 0,-1 0-1 0 0,1 1 1 0 0,-1-1 0 0 0,0 0-1 0 0,1 0 1 0 0,-1 1-1 0 0,0-1 1 0 0,1 1-1 0 0,-1-1 1 0 0,0 0-1 0 0,1 1 1 0 0,-1-1-1 0 0,0 1 1 0 0,0-1-1 0 0,1 0 1 0 0,-1 1-1 0 0,0-1 1 0 0,0 1-1 0 0,0-1 1 0 0,0 1-1 0 0,0-1 1 0 0,0 1-1 0 0,0-1 1 0 0,0 1-1 0 0,0-1 1 0 0,0 1-1 0 0,0-1 1 0 0,0 1 0 0 0,0-1-1 0 0,0 1 1 0 0,0-1-1 0 0,0 1 1 0 0,0-1-1 0 0,-1 1 1 0 0,1-1-1 0 0,0 1 1 0 0,0-1-1 0 0,-1 0 1 0 0,1 1-1 0 0,0-1 1 0 0,-1 1-1 0 0,0 0 9 0 0,0 0 0 0 0,1 0 0 0 0,-1 0 0 0 0,0 0 0 0 0,0 0 0 0 0,1 0 0 0 0,-1 0-1 0 0,1 0 1 0 0,-1 0 0 0 0,1 0 0 0 0,-1 0 0 0 0,1 0 0 0 0,0 1 0 0 0,-1-1 0 0 0,1 0 0 0 0,0 0 0 0 0,0 0-1 0 0,0 1 1 0 0,0 1 0 0 0,-11 21 298 0 0,9-18-251 0 0,-1 0 1 0 0,1 0-1 0 0,-1-1 0 0 0,-1 1 1 0 0,1-1-1 0 0,-1 0 0 0 0,0 0 0 0 0,0 0 1 0 0,0 0-1 0 0,-7 4 0 0 0,-65 63 330 0 0,23-33-250 0 0,41-21-104 0 0,12-14-30 0 0,0-3-8 0 0,2 7-34 0 0,24 6 21 0 0,-19-11 18 0 0,0 1-1 0 0,0 0 1 0 0,0 0-1 0 0,-1 1 1 0 0,1 0 0 0 0,9 10-1 0 0,-1 21 16 0 0,-14-32 5 0 0,1-1 0 0 0,-1 0 0 0 0,0 0 0 0 0,1 1 0 0 0,-2-1 0 0 0,1 1 0 0 0,0-1 0 0 0,-1 1 0 0 0,1-1 0 0 0,-1 1 0 0 0,0-1 0 0 0,0 1 0 0 0,-1-1 0 0 0,1 1 0 0 0,-1-1 0 0 0,1 1 0 0 0,-1-1 0 0 0,0 1 0 0 0,-1-1 0 0 0,1 0 0 0 0,-2 4 0 0 0,-2 1 201 0 0,0 0 1 0 0,-1 0-1 0 0,-10 12 0 0 0,15-20-211 0 0,-8 9 108 0 0,0-1 1 0 0,-1-1 0 0 0,1 1 0 0 0,-2-2 0 0 0,1 1 0 0 0,-1-1-1 0 0,0-1 1 0 0,0 0 0 0 0,0 0 0 0 0,-20 4 0 0 0,21-6-236 0 0,0 1 1 0 0,0 0 0 0 0,-12 7-1 0 0,20-10-110 0 0,-5 5-3404 0 0,14-12 1854 0 0,24-12-2551 0 0,-29 12 3544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36.6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262 92 0 0 0,'-5'-12'2065'0'0,"4"11"-1866"0"0,1 0 0 0 0,-1-1 0 0 0,0 1 0 0 0,1 0-1 0 0,-1 0 1 0 0,1 0 0 0 0,-1-1 0 0 0,1 1 0 0 0,0 0 0 0 0,-1-1 0 0 0,1 1-1 0 0,0-1 1 0 0,0-1 0 0 0,-11-25 1176 0 0,0 14-334 0 0,-5 1 1283 0 0,15 12-2269 0 0,1 1 1 0 0,0 0-1 0 0,0 0 0 0 0,-1-1 0 0 0,1 1 1 0 0,0 0-1 0 0,0-1 0 0 0,-1 1 0 0 0,1 0 1 0 0,-1 0-1 0 0,1 0 0 0 0,0-1 0 0 0,-1 1 0 0 0,1 0 1 0 0,0 0-1 0 0,-1 0 0 0 0,1 0 0 0 0,-1 0 1 0 0,1 0-1 0 0,0 0 0 0 0,-1 0 0 0 0,1-1 1 0 0,-1 2-1 0 0,1-1 0 0 0,0 0 0 0 0,-1 0 1 0 0,1 0-1 0 0,-1 0 0 0 0,1 0 0 0 0,0 0 0 0 0,-1 0 1 0 0,1 0-1 0 0,0 1 0 0 0,-1-1 0 0 0,1 0 1 0 0,0 0-1 0 0,-1 0 0 0 0,1 1 0 0 0,0-1 1 0 0,-1 0-1 0 0,1 0 0 0 0,0 1 0 0 0,0-1 1 0 0,-1 0-1 0 0,1 1 0 0 0,0-1 0 0 0,-1 1 0 0 0,25 23 142 0 0,-10-17-163 0 0,1 1 0 0 0,0-2 0 0 0,0 0 0 0 0,0-1 0 0 0,1 0 0 0 0,0-1 0 0 0,0-1 0 0 0,0 0 0 0 0,19 0 0 0 0,-19-1-36 0 0,-10-1 2 0 0,0 0-1 0 0,1 0 1 0 0,-1 0 0 0 0,0-1 0 0 0,10 0 0 0 0,-14 0 38 0 0,-6 6-92 0 0,3-6 54 0 0,1 1-1 0 0,-1-1 0 0 0,1 0 1 0 0,-1 0-1 0 0,1 1 0 0 0,0-1 1 0 0,-1 0-1 0 0,1 1 0 0 0,0-1 1 0 0,-1 0-1 0 0,1 1 1 0 0,0-1-1 0 0,-1 1 0 0 0,1-1 1 0 0,0 1-1 0 0,0-1 0 0 0,0 0 1 0 0,-1 1-1 0 0,1-1 1 0 0,0 1-1 0 0,0-1 0 0 0,0 1 1 0 0,0-1-1 0 0,0 1 0 0 0,0-1 1 0 0,0 1-1 0 0,0-1 0 0 0,0 1 1 0 0,0-1-1 0 0,0 1 1 0 0,-11 35 2 0 0,0 12 15 0 0,0-22-7 0 0,11-22-10 0 0,-1 1 0 0 0,1 0 1 0 0,-1-1-1 0 0,0 1 0 0 0,-1-1 1 0 0,1 1-1 0 0,-3 5 0 0 0,2-6 1 0 0,0 1 0 0 0,0-1 0 0 0,1 1 0 0 0,-1 0 0 0 0,1-1-1 0 0,1 1 1 0 0,-1 6 0 0 0,-10 33 10 0 0,10-39-12 0 0,1 1 0 0 0,-1-1 0 0 0,0 0 0 0 0,-1-1 0 0 0,1 1 0 0 0,-5 8 0 0 0,4-8 1 0 0,1-1-1 0 0,-1 1 1 0 0,1-1-1 0 0,-1 1 1 0 0,1 0-1 0 0,0 8 1 0 0,-10 36 24 0 0,11-45-19 0 0,-1 0 0 0 0,1 1 0 0 0,-1-1 0 0 0,0 0-1 0 0,0 0 1 0 0,-1 0 0 0 0,-3 7 0 0 0,3-7 3 0 0,1 0 0 0 0,-1 0 0 0 0,1 0 0 0 0,-1 0 0 0 0,1 0 0 0 0,1 0 0 0 0,-1 0 0 0 0,0 5 0 0 0,-10 28 73 0 0,0 6 54 0 0,12-41-128 0 0,-1 0 0 0 0,0 0 0 0 0,0 0 0 0 0,0 0 0 0 0,0 0-1 0 0,0 0 1 0 0,-1 0 0 0 0,1 0 0 0 0,-1 0 0 0 0,1 0 0 0 0,-1 0 0 0 0,0 0-1 0 0,0 0 1 0 0,0 0 0 0 0,0 0 0 0 0,-2 2 0 0 0,3-3-3 0 0,-1 0-1 0 0,0 0 1 0 0,1 0 0 0 0,-1 0 0 0 0,1 0-1 0 0,0 0 1 0 0,-1 0 0 0 0,1 0 0 0 0,0 0-1 0 0,0 1 1 0 0,-1-1 0 0 0,1 0 0 0 0,0 0-1 0 0,0 0 1 0 0,0 0 0 0 0,0 0 0 0 0,1 0 0 0 0,-1 2-1 0 0,0-2-1 0 0,1-1-1 0 0,-1 1 0 0 0,0 0 1 0 0,0 0-1 0 0,0-1 0 0 0,0 1 1 0 0,0 0-1 0 0,0 0 0 0 0,0-1 1 0 0,0 1-1 0 0,0 0 1 0 0,0 0-1 0 0,0-1 0 0 0,-1 1 1 0 0,1 0-1 0 0,0 0 0 0 0,0-1 1 0 0,-1 1-1 0 0,1 0 0 0 0,-1-1 1 0 0,1 1-1 0 0,0-1 0 0 0,-1 1 1 0 0,1 0-1 0 0,-1-1 1 0 0,0 1-1 0 0,1-1 0 0 0,-2 1 1 0 0,2 0-1 0 0,0-1 0 0 0,-1 1 1 0 0,1 0-1 0 0,0-1 0 0 0,-1 1 1 0 0,1-1-1 0 0,0 1 0 0 0,0 0 1 0 0,-1-1-1 0 0,1 1 1 0 0,0 0-1 0 0,0-1 0 0 0,0 1 1 0 0,0 0-1 0 0,0-1 0 0 0,0 1 1 0 0,0 0-1 0 0,0-1 1 0 0,0 1-1 0 0,0 0 0 0 0,1-1 1 0 0,-1 1-1 0 0,1 1 0 0 0,-1-2 7 0 0,0 1-1 0 0,0 0 0 0 0,0-1 0 0 0,1 1 0 0 0,-1 0 0 0 0,0-1 1 0 0,0 1-1 0 0,0 0 0 0 0,0-1 0 0 0,0 1 0 0 0,0 0 1 0 0,0-1-1 0 0,0 1 0 0 0,0 0 0 0 0,0-1 0 0 0,-1 1 1 0 0,1 0-1 0 0,0-1 0 0 0,0 1 0 0 0,-1-1 0 0 0,1 1 1 0 0,0 0-1 0 0,-1 0 0 0 0,-1 0-11 0 0,2-1 13 0 0,-1 0 0 0 0,1 0-1 0 0,-1 1 1 0 0,1-1-1 0 0,0 0 1 0 0,-1 0-1 0 0,1 1 1 0 0,-1-1-1 0 0,1 0 1 0 0,0 1 0 0 0,-1-1-1 0 0,1 0 1 0 0,0 1-1 0 0,0-1 1 0 0,-1 1-1 0 0,1-1 1 0 0,0 1-1 0 0,0-1 1 0 0,-1 0 0 0 0,1 1-1 0 0,0-1 1 0 0,0 1-1 0 0,0-1 1 0 0,0 1-1 0 0,0-1 1 0 0,0 1-1 0 0,0-1 1 0 0,0 1 0 0 0,-20 16 464 0 0,18-16-407 0 0,-22 11 291 0 0,5-7-253 0 0,-16 2-40 0 0,-18-1-402 0 0,26-2-427 0 0,23-3 361 0 0,0 0 0 0 0,1-1 0 0 0,-1 1 1 0 0,0-1-1 0 0,1 0 0 0 0,-1 1 0 0 0,0-2 0 0 0,0 1 0 0 0,1 0 0 0 0,-1-1 0 0 0,0 0 0 0 0,1 0 0 0 0,-1 0 0 0 0,-6-3 0 0 0,6 2-624 0 0,-21-14-4180 0 0,23 5 3735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43.4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577 21 388 0 0,'0'0'2825'0'0,"3"-1"-2978"0"0,3-3 5772 0 0,-16 0-5514 0 0,0 1 0 0 0,-1 1 0 0 0,1 0 0 0 0,-1 1-1 0 0,0 0 1 0 0,-11 0 0 0 0,-55 0-14 0 0,-97 2-270 0 0,194 13 160 0 0,-16-4 30 0 0,-4-10-12 0 0,1 0 2 0 0,-1 1 0 0 0,1-1 0 0 0,-1 0 0 0 0,1 0-1 0 0,-1 1 1 0 0,1-1 0 0 0,-1 0 0 0 0,1 1 0 0 0,-1-1-1 0 0,1 1 1 0 0,-1-1 0 0 0,1 1 0 0 0,-1-1 0 0 0,0 1 0 0 0,1-1-1 0 0,-1 1 1 0 0,0-1 0 0 0,0 1 0 0 0,1-1 0 0 0,-1 1-1 0 0,0-1 1 0 0,0 1 0 0 0,0 0 0 0 0,0-1 0 0 0,0 1 0 0 0,1-1-1 0 0,-1 1 1 0 0,0 0 0 0 0,0-1 0 0 0,-1 1 0 0 0,1 0-1 0 0,0-1 1 0 0,0 1 0 0 0,0 0 0 0 0,0 0 3 0 0,0 48-9 0 0,-1-45 3 0 0,1 0 0 0 0,-1 0 0 0 0,0-1 0 0 0,0 1-1 0 0,0 0 1 0 0,0-1 0 0 0,0 1 0 0 0,-4 4 0 0 0,4-5 2 0 0,-1 0 0 0 0,1 0 0 0 0,-1 1 0 0 0,1-1 0 0 0,0 1 0 0 0,1-1 0 0 0,-1 1 0 0 0,0 4 1 0 0,-10 30 18 0 0,9-28-13 0 0,0-1 0 0 0,0 1 0 0 0,-1 0-1 0 0,0-1 1 0 0,-1 1 0 0 0,-8 15 0 0 0,-5 13 18 0 0,-16 38 26 0 0,16-42-36 0 0,14-28-9 0 0,-1 0-1 0 0,1 0 1 0 0,0 0 0 0 0,0 1-1 0 0,1-1 1 0 0,0 1 0 0 0,0-1 0 0 0,-1 13-1 0 0,-8 30 24 0 0,0-5-15 0 0,0 10-5 0 0,11-53-8 0 0,0 0-1 0 0,0-1 1 0 0,0 1 0 0 0,0 0-1 0 0,0 0 1 0 0,0-1 0 0 0,0 1-1 0 0,0 0 1 0 0,-1-1 0 0 0,1 1 0 0 0,0 0-1 0 0,0-1 1 0 0,-1 1 0 0 0,1 0-1 0 0,0-1 1 0 0,-1 1 0 0 0,1-1-1 0 0,-1 1 1 0 0,0 0 0 0 0,1 0 0 0 0,-1-1 0 0 0,0 1 0 0 0,1 0 0 0 0,-1-1 0 0 0,1 1 0 0 0,0 0 1 0 0,-1-1-1 0 0,1 1 0 0 0,0 0 0 0 0,-1 0 0 0 0,1-1 0 0 0,0 1 0 0 0,0 0 0 0 0,0 0 0 0 0,-1 0 0 0 0,1-1 1 0 0,0 1-1 0 0,0 0 0 0 0,0 1 0 0 0,0-1-3 0 0,-10 12 45 0 0,6-9 24 0 0,-1 0-1 0 0,1-1 0 0 0,-1 1 0 0 0,1-1 1 0 0,-1 0-1 0 0,-8 3 0 0 0,11-4-41 0 0,0-1 3 0 0,-18 12 63 0 0,18-12-129 0 0,-8 6 231 0 0,11-7-186 0 0,-1 0 0 0 0,0 1 0 0 0,0-1 1 0 0,0 0-1 0 0,0 1 0 0 0,1-1 0 0 0,-1 0 1 0 0,0 0-1 0 0,0 1 0 0 0,0-1 0 0 0,1 0 1 0 0,-1 0-1 0 0,0 0 0 0 0,1 1 1 0 0,-1-1-1 0 0,0 0 0 0 0,0 0 0 0 0,1 0 1 0 0,-1 0-1 0 0,0 0 0 0 0,1 1 0 0 0,-1-1 1 0 0,0 0-1 0 0,1 0 0 0 0,-1 0 0 0 0,0 0 1 0 0,1 0-1 0 0,-1 0 0 0 0,0 0 0 0 0,1 0 1 0 0,-1 0-1 0 0,0 0 0 0 0,1-1 0 0 0,-1 1 1 0 0,0 0-1 0 0,1 0 0 0 0,-1 0 0 0 0,0 0 1 0 0,1-1-1 0 0,41-5 33 0 0,36 0-29 0 0,-58 6-21 0 0,-9-1-12 0 0,1 1 1 0 0,-1 0-1 0 0,0 1 0 0 0,20 4 1 0 0,-20-3-162 0 0,0 0 1 0 0,0-1 0 0 0,1-1 0 0 0,-1 0-1 0 0,17-2 1 0 0,8 0-986 0 0,-27 2 105 0 0,-1-1 0 0 0,0 0 0 0 0,1 0 1 0 0,-1-1-1 0 0,14-4 0 0 0,-21 5-78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48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435 38 116 0 0,'11'-17'3524'0'0,"-11"16"-2860"0"0,0-6 637 0 0,-1-3 1444 0 0,1 10-2720 0 0,0-1 0 0 0,0 1-1 0 0,0 0 1 0 0,0 0 0 0 0,0 0-1 0 0,0 0 1 0 0,-1-1 0 0 0,1 1-1 0 0,0 0 1 0 0,0 0 0 0 0,0 0-1 0 0,-1 0 1 0 0,1 0 0 0 0,0 0-1 0 0,0 0 1 0 0,0-1-1 0 0,0 1 1 0 0,-1 0 0 0 0,1 0-1 0 0,0 0 1 0 0,0 0 0 0 0,-1 0-1 0 0,1 0 1 0 0,0 0 0 0 0,0 0-1 0 0,0 0 1 0 0,-1 0 0 0 0,1 0-1 0 0,0 0 1 0 0,0 0-1 0 0,0 0 1 0 0,-1 0 0 0 0,1 1-1 0 0,0-1 1 0 0,0 0 0 0 0,0 0-1 0 0,-1 0 1 0 0,1 0 0 0 0,0 0-1 0 0,0 0 1 0 0,0 0 0 0 0,-1 1-1 0 0,1-1 1 0 0,0 0 0 0 0,-24 21 185 0 0,20-16-177 0 0,-1-1-1 0 0,1 0 1 0 0,-1 0 0 0 0,-9 6 0 0 0,-19 21 107 0 0,12-18-5 0 0,-34 30 0 0 0,24-18-18 0 0,-4 4 55 0 0,-61 28 88 0 0,87-48-269 0 0,8-9 9 0 0,1 1-1 0 0,0-1 1 0 0,-1 1-1 0 0,1-1 1 0 0,-1 1 0 0 0,1-1-1 0 0,-1 1 1 0 0,1-1 0 0 0,-1 1-1 0 0,1-1 1 0 0,-1 0 0 0 0,1 1-1 0 0,-1-1 1 0 0,1 0 0 0 0,-1 1-1 0 0,0-1 1 0 0,1 0 0 0 0,-1 0-1 0 0,0 1 1 0 0,1-1 0 0 0,-2 0-1 0 0,-11 17-3 0 0,12-18 5 0 0,-3 5 2 0 0,3-3-3 0 0,0 0 0 0 0,1 0 1 0 0,-1-1-1 0 0,0 1 1 0 0,0 0-1 0 0,1 0 0 0 0,-1-1 1 0 0,0 1-1 0 0,0 0 1 0 0,0-1-1 0 0,0 1 0 0 0,0-1 1 0 0,0 1-1 0 0,-2 0 1 0 0,2-1 75 0 0,-11 17-62 0 0,12-17-15 0 0,0 1 1 0 0,0-1-1 0 0,0 0 1 0 0,0 1-1 0 0,0-1 1 0 0,0 0-1 0 0,0 1 1 0 0,-1-1-1 0 0,1 0 0 0 0,0 1 1 0 0,0-1-1 0 0,0 0 1 0 0,-1 0-1 0 0,1 1 1 0 0,0-1-1 0 0,0 0 1 0 0,-1 0-1 0 0,1 1 0 0 0,0-1 1 0 0,0 0-1 0 0,-1 0 1 0 0,1 0-1 0 0,0 0 1 0 0,-1 1-1 0 0,1-1 0 0 0,0 0 1 0 0,-1 0-1 0 0,1 0 1 0 0,0 0-1 0 0,-1 0 1 0 0,1 0-1 0 0,0 0 1 0 0,-1 0-1 0 0,-3 25-23 0 0,4-25 24 0 0,-1 0 1 0 0,1 0-1 0 0,-1 0 0 0 0,1 0 1 0 0,0 0-1 0 0,-1 0 1 0 0,1 0-1 0 0,0 0 0 0 0,-1 0 1 0 0,1 0-1 0 0,0 0 0 0 0,-1 0 1 0 0,1 0-1 0 0,0 1 1 0 0,-1-1-1 0 0,1 0 0 0 0,0 0 1 0 0,-1 1-1 0 0,1-1 0 0 0,0 0 1 0 0,0 0-1 0 0,-1 1 1 0 0,1-1-1 0 0,0 0 0 0 0,0 0 1 0 0,0 1-1 0 0,-1-1 0 0 0,1 0 1 0 0,0 1-1 0 0,0-1 0 0 0,0 0 1 0 0,0 1-1 0 0,0-1 1 0 0,0 1-1 0 0,-1-1 0 0 0,1 0 1 0 0,0 1-1 0 0,0-1 0 0 0,0 0 1 0 0,0 1-1 0 0,0-1 1 0 0,1 1-1 0 0,-1-1 0 0 0,0 1 1 0 0,0-1-1 0 0,-1 0 0 0 0,1-1 0 0 0,0 1 0 0 0,-1 0 0 0 0,1 0 0 0 0,0 0 0 0 0,-1 0 0 0 0,1 0 0 0 0,-1 0 0 0 0,1 0 0 0 0,0 0 1 0 0,-1 0-1 0 0,1 0 0 0 0,0 0 0 0 0,-1 0 0 0 0,1 0 0 0 0,0 0 0 0 0,-1 0 0 0 0,1 1 0 0 0,0-1 0 0 0,-1 0 0 0 0,1 0 0 0 0,0 0 0 0 0,-1 0 0 0 0,1 1 1 0 0,0-1-1 0 0,0 0 0 0 0,-1 0 0 0 0,1 1 0 0 0,0-1 0 0 0,0 0 0 0 0,-1 0 0 0 0,1 1 0 0 0,0-1 0 0 0,0 1 0 0 0,-9 7 284 0 0,14-10-279 0 0,1-1-1 0 0,0 1 1 0 0,0 1-1 0 0,-1-1 1 0 0,1 1-1 0 0,0 0 1 0 0,12 0-1 0 0,22-4-26 0 0,109-12-3 0 0,-84 11 48 0 0,-49 3-11 0 0,0 1 0 0 0,0 0 0 0 0,0 2 0 0 0,19 0 0 0 0,-25 0-12 0 0,-8 0-3 0 0,-2 1-599 0 0,-1 0 553 0 0,1 0 1 0 0,-1 0 0 0 0,1 0-1 0 0,-1 0 1 0 0,1-1 0 0 0,-1 1 0 0 0,0 0-1 0 0,0 0 1 0 0,1-1 0 0 0,-1 1-1 0 0,0 0 1 0 0,0-1 0 0 0,0 1 0 0 0,-1 0-1 0 0,-6 6-185 0 0,-1 1-1430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49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260 37 0 0 0,'-6'-16'3039'0'0,"5"15"-2925"0"0,1 1 0 0 0,-1-1 0 0 0,1 0 0 0 0,-1 0 0 0 0,1 0 0 0 0,-1 0 0 0 0,1 0 0 0 0,0 0 0 0 0,-1 0 1 0 0,1 0-1 0 0,0 0 0 0 0,0 0 0 0 0,0 0 0 0 0,0 0 0 0 0,-1 0 0 0 0,2 0 0 0 0,-1 0 0 0 0,0 0 0 0 0,0-2 0 0 0,-1 4 41 0 0,0-1-1 0 0,0 0 0 0 0,0 1 0 0 0,0-1 0 0 0,0 1 0 0 0,-1-1 0 0 0,1 1 0 0 0,0 0 0 0 0,1-1 0 0 0,-1 1 0 0 0,0 0 0 0 0,0 0 0 0 0,0 0 0 0 0,0 0 0 0 0,1-1 0 0 0,-2 3 0 0 0,0-1-129 0 0,0 1 0 0 0,1-1-1 0 0,-1 1 1 0 0,1-1-1 0 0,-1 1 1 0 0,1 0 0 0 0,0 0-1 0 0,0 0 1 0 0,0 0 0 0 0,0-1-1 0 0,0 5 1 0 0,1-4 22 0 0,-1 1 1 0 0,0-1 0 0 0,0 0-1 0 0,0 1 1 0 0,-1-1 0 0 0,1 0-1 0 0,-1 0 1 0 0,0 1 0 0 0,0-1-1 0 0,-3 4 1 0 0,-7 14 144 0 0,6-4-43 0 0,3-7-73 0 0,-1 1 0 0 0,0-1 0 0 0,-1 0 1 0 0,-8 14-1 0 0,9-17-29 0 0,0 0 1 0 0,0 1-1 0 0,-4 15 0 0 0,-5 9 34 0 0,1-7-30 0 0,1 1 0 0 0,-11 35 0 0 0,-7 5 13 0 0,19-45-49 0 0,8-18-13 0 0,0 1 1 0 0,0-1-1 0 0,1 0 1 0 0,-1 1-1 0 0,1-1 1 0 0,0 1-1 0 0,0-1 0 0 0,-1 6 1 0 0,-9 27-76 0 0,6-28-91 0 0,1-5-204 0 0,11 3 101 0 0,-5-5 42 0 0,-2 0-359 0 0,1 0 556 0 0,-1-1 0 0 0,0 0 0 0 0,0 1 0 0 0,0-1 0 0 0,0 0 0 0 0,0 1 0 0 0,1-1 0 0 0,-1 0 0 0 0,0 0 0 0 0,0 1 0 0 0,1-1 0 0 0,-1 0 0 0 0,0 1 0 0 0,0-1 0 0 0,1 0 0 0 0,-1 0 0 0 0,0 0 0 0 0,1 1 0 0 0,-1-1 0 0 0,0 0 0 0 0,1 0 1 0 0,-1 0-1 0 0,0 0 0 0 0,1 0 0 0 0,-1 0 0 0 0,0 1 0 0 0,1-1 0 0 0,-1 0 0 0 0,1 0 0 0 0,-1 0 0 0 0,0 0 0 0 0,1 0 0 0 0,-1 0 0 0 0,0-1 0 0 0,1 1 0 0 0,0 0 0 0 0,21-4-1429 0 0,-10 1 597 0 0,-10 3 658 0 0,0 0 0 0 0,1 0 0 0 0,-1 0 0 0 0,0-1 1 0 0,0 1-1 0 0,1-1 0 0 0,-1 0 0 0 0,0 0 0 0 0,4-1 0 0 0,10-5-1448 0 0,-6 2 847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49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6 0 0 0,'0'0'102'0'0,"0"0"-1"0"0,0-1 1 0 0,0 1-1 0 0,-1 0 1 0 0,1 0-1 0 0,0-1 1 0 0,0 1 0 0 0,0 0-1 0 0,0 0 1 0 0,0-1-1 0 0,0 1 1 0 0,-1 0-1 0 0,1 0 1 0 0,0-1 0 0 0,0 1-1 0 0,0 0 1 0 0,-1 0-1 0 0,1 0 1 0 0,0-1-1 0 0,0 1 1 0 0,0 0-1 0 0,-1 0 1 0 0,1 0 0 0 0,0 0-1 0 0,-1 0 1 0 0,1-1-1 0 0,0 1 1 0 0,0 0-1 0 0,-1 0 1 0 0,1 0 0 0 0,0 0-1 0 0,0 0 1 0 0,-1 0-1 0 0,1 0 1 0 0,0 0-1 0 0,-1 0 1 0 0,1 0 0 0 0,0 0-1 0 0,-1 0 1 0 0,1 0-1 0 0,0 0 1 0 0,0 1-1 0 0,-1-1 1 0 0,1 0 0 0 0,0 0-1 0 0,0 0 1 0 0,-1 0-1 0 0,1 0 1 0 0,0 1-1 0 0,0-1 1 0 0,0 0-1 0 0,-1 0 1 0 0,1 0 0 0 0,0 1-1 0 0,-1-1 1 0 0,-21 15-301 0 0,13-8 787 0 0,-24 23 148 0 0,30-27-656 0 0,-1 0 0 0 0,0 0 0 0 0,1 0 0 0 0,-1 0 0 0 0,1 0 0 0 0,-3 4 0 0 0,-10 10 190 0 0,4-7-144 0 0,1 0-1 0 0,0 1 1 0 0,0 0-1 0 0,1 0 1 0 0,-10 16-1 0 0,-12 17-151 0 0,30-42-2 0 0,1 0-1 0 0,-1 0 1 0 0,1 0-1 0 0,0 1 1 0 0,0-1-1 0 0,0 0 1 0 0,0 1-1 0 0,0-1 1 0 0,0 1-1 0 0,1-1 1 0 0,-1 4-1 0 0,1 1-70 0 0,-1 20-963 0 0,1-27 1022 0 0,0 1 0 0 0,0 0 0 0 0,0-1 0 0 0,1 1 0 0 0,-1-1 0 0 0,0 1 0 0 0,0-1 0 0 0,0 1 0 0 0,0 0 0 0 0,0-1 0 0 0,1 1 0 0 0,-1-1 0 0 0,0 1 0 0 0,0-1 0 0 0,1 1 0 0 0,-1-1 0 0 0,0 1 0 0 0,1-1 0 0 0,-1 1 0 0 0,1-1 0 0 0,-1 0 0 0 0,1 1 0 0 0,-1-1 0 0 0,1 1 0 0 0,-1-1 0 0 0,1 0 0 0 0,-1 0 0 0 0,1 1 0 0 0,-1-1 0 0 0,1 0 0 0 0,-1 0 0 0 0,2 1 0 0 0,-1 0-642 0 0,-1-1 594 0 0,1 1 1 0 0,-1-1-1 0 0,0 0 1 0 0,1 1-1 0 0,-1-1 1 0 0,1 0-1 0 0,-1 1 1 0 0,1-1-1 0 0,-1 0 1 0 0,1 1-1 0 0,-1-1 1 0 0,1 0-1 0 0,0 0 0 0 0,-1 0 1 0 0,1 1-1 0 0,-1-1 1 0 0,1 0-1 0 0,-1 0 1 0 0,1 0-1 0 0,1 0 1 0 0,16-5-1343 0 0,-16 4 597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50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14 0 0 0,'0'0'1482'0'0,"2"-14"1702"0"0,-102 65-129 0 0,94-48-2986 0 0,0 0 0 0 0,1 1 0 0 0,-1 0-1 0 0,1 1 1 0 0,0-1 0 0 0,-8 9 0 0 0,5-5-16 0 0,7-8-48 0 0,0 1-1 0 0,0-1 1 0 0,1 1-1 0 0,-1 0 1 0 0,0-1 0 0 0,0 1-1 0 0,1 0 1 0 0,-1 0-1 0 0,1-1 1 0 0,-1 1 0 0 0,1 0-1 0 0,-1 0 1 0 0,1 0 0 0 0,-1 0-1 0 0,1 0 1 0 0,-1 0-1 0 0,1 0 1 0 0,0 0 0 0 0,0 0-1 0 0,0 0 1 0 0,-1 0 0 0 0,1 0-1 0 0,0 0 1 0 0,0 1-1 0 0,-4 4 5 0 0,4-5-9 0 0,-1-1 1 0 0,1 0 0 0 0,-1 1-1 0 0,1-1 1 0 0,-1 1-1 0 0,1-1 1 0 0,-1 1 0 0 0,1 0-1 0 0,0-1 1 0 0,-1 1 0 0 0,1-1-1 0 0,0 1 1 0 0,0 0-1 0 0,-1-1 1 0 0,1 1 0 0 0,0 0-1 0 0,0-1 1 0 0,0 1 0 0 0,0 0-1 0 0,0 0 1 0 0,0 5 2 0 0,-1-5-2 0 0,1 0-1 0 0,0 0 1 0 0,0 0-1 0 0,0 0 1 0 0,0 0-1 0 0,0 0 1 0 0,0 0-1 0 0,0 0 1 0 0,0 0-1 0 0,0 0 1 0 0,0 0-1 0 0,0 0 1 0 0,1 0-1 0 0,-1 0 1 0 0,0 0-1 0 0,1 0 1 0 0,-1 0-1 0 0,1 0 1 0 0,-1 0-1 0 0,1-1 0 0 0,0 1 1 0 0,-1 0-1 0 0,1 0 1 0 0,0 0-1 0 0,-1-1 1 0 0,3 2-1 0 0,0 10 39 0 0,19 12 70 0 0,-9-12-42 0 0,-10-9-54 0 0,1-1-1 0 0,-1 1 1 0 0,0 0-1 0 0,0 0 0 0 0,0 1 1 0 0,0-1-1 0 0,0 1 0 0 0,-1-1 1 0 0,1 1-1 0 0,-1 0 0 0 0,0 0 1 0 0,0 0-1 0 0,2 8 0 0 0,-4-9-4 0 0,1 0 0 0 0,0 1-1 0 0,0-1 1 0 0,0 0-1 0 0,0-1 1 0 0,0 1-1 0 0,1 0 1 0 0,-1 0-1 0 0,1 0 1 0 0,3 3 0 0 0,-3-4 1 0 0,0 1 0 0 0,0 0 0 0 0,-1 0 0 0 0,1 0 0 0 0,-1 0 1 0 0,1 0-1 0 0,-1 0 0 0 0,0 0 0 0 0,0 0 0 0 0,0 6 0 0 0,0-7-1 0 0,-1 0-1 0 0,1 1 1 0 0,-1-1-1 0 0,1 0 0 0 0,0 0 1 0 0,0 0-1 0 0,0 0 0 0 0,0 0 1 0 0,0 0-1 0 0,2 3 0 0 0,-2-3 9 0 0,1 0 0 0 0,-1 0-1 0 0,0 1 1 0 0,0-1-1 0 0,0 0 1 0 0,0 0-1 0 0,0 1 1 0 0,0-1-1 0 0,-1 0 1 0 0,1 5 0 0 0,10 40 512 0 0,-11-44-433 0 0,0 1 1 0 0,-1-1-1 0 0,1 1 1 0 0,-1-1 0 0 0,0 0-1 0 0,0 0 1 0 0,0 1-1 0 0,0-1 1 0 0,-1 0 0 0 0,1 0-1 0 0,-1 0 1 0 0,0 0-1 0 0,0-1 1 0 0,0 1 0 0 0,0 0-1 0 0,0-1 1 0 0,-1 1-1 0 0,1-1 1 0 0,-1 0 0 0 0,-5 4-1 0 0,-5 2 189 0 0,-1 0 0 0 0,0-1 0 0 0,-22 7 0 0 0,-13 8-45 0 0,45-20-242 0 0,0-1 0 0 0,1 1 1 0 0,-1 0-1 0 0,0-1 0 0 0,0 0 0 0 0,0 0 1 0 0,0 0-1 0 0,-7 0 0 0 0,9-1-43 0 0,2-1-551 0 0,1-1 493 0 0,-1 1 0 0 0,0 0 1 0 0,1-1-1 0 0,-1 1 0 0 0,0-1 0 0 0,0 1 0 0 0,0 0 1 0 0,0-1-1 0 0,-1 1 0 0 0,1 0 0 0 0,-1-3 0 0 0,1 3 14 0 0,0-1-1 0 0,-1 1 0 0 0,1-1 0 0 0,0 1 0 0 0,0 0 0 0 0,0-1 0 0 0,0 1 0 0 0,0-1 0 0 0,0 1 0 0 0,0-1 0 0 0,1 1 0 0 0,-1-1 0 0 0,0 1 0 0 0,2-3 0 0 0,3-7-572 0 0,-1 0-1 0 0,0 0 1 0 0,-1 0-1 0 0,0-1 1 0 0,2-18-1 0 0,4-11-1073 0 0,12-46-2216 0 0,-12 63 3758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50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24 820 0 0,'1'-1'307'0'0,"0"0"1"0"0,-1 0-1 0 0,1 1 1 0 0,0-1-1 0 0,-1 0 0 0 0,1 0 1 0 0,0 0-1 0 0,0 1 0 0 0,0-1 1 0 0,-1 0-1 0 0,1 1 0 0 0,0-1 1 0 0,2 0-1 0 0,8 4-241 0 0,0 0-1 0 0,0-1 1 0 0,1 0-1 0 0,-1 0 0 0 0,1-2 1 0 0,-1 1-1 0 0,18-3 1 0 0,-10 2-30 0 0,79-6-12 0 0,-7 0-276 0 0,-5 0-662 0 0,-64 3 402 0 0,-20 2 375 0 0,0 1 0 0 0,0 0 0 0 0,0-1 1 0 0,0 1-1 0 0,0 0 0 0 0,0 0 0 0 0,0 0 0 0 0,0 0 0 0 0,0 0 1 0 0,0 0-1 0 0,0 1 0 0 0,0-1 0 0 0,0 1 0 0 0,0-1 0 0 0,2 2 1 0 0,7-1-1490 0 0,-2-1 1412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1:50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132 6 0 0 0,'6'1'479'0'0,"-5"-1"-402"0"0,-1 0 0 0 0,1 0 1 0 0,-1 0-1 0 0,0 0 0 0 0,1 1 0 0 0,-1-1 0 0 0,1 0 0 0 0,-1 0 0 0 0,1 0 0 0 0,-1 0 0 0 0,1 0 0 0 0,-1 0 1 0 0,1 0-1 0 0,-1 0 0 0 0,1 0 0 0 0,-1 0 0 0 0,1-1 0 0 0,-1 1 0 0 0,1 0 0 0 0,-1 0 0 0 0,1 0 0 0 0,-1-1 1 0 0,1 1-1 0 0,-1 0 0 0 0,0 0 0 0 0,1-1 0 0 0,-1 1 0 0 0,0 0 0 0 0,1-1 0 0 0,-1 1 0 0 0,0 0 1 0 0,1-1-1 0 0,-1 1 0 0 0,0-1 0 0 0,1 0 0 0 0,-1 0 562 0 0,2 2-559 0 0,0 0 1 0 0,0 0 0 0 0,0 0-1 0 0,-1 0 1 0 0,1 0 0 0 0,0 0-1 0 0,-1 0 1 0 0,1 1 0 0 0,-1-1-1 0 0,1 1 1 0 0,-1-1 0 0 0,1 1-1 0 0,-1-1 1 0 0,0 1 0 0 0,0 0-1 0 0,0 0 1 0 0,0 0 0 0 0,0 0-1 0 0,0 0 1 0 0,-1 0 0 0 0,1 0 0 0 0,-1 0-1 0 0,1 0 1 0 0,-1 0 0 0 0,0 0-1 0 0,1 0 1 0 0,-1 0 0 0 0,0 0-1 0 0,0 0 1 0 0,-1 3 0 0 0,-17 51 1313 0 0,3 7-352 0 0,-7-9-419 0 0,1-5-167 0 0,-1-1-119 0 0,-7-5-72 0 0,24-31-238 0 0,-1 1 0 0 0,0-1 0 0 0,0 0 0 0 0,-1-1 0 0 0,-1 0 0 0 0,-9 11 0 0 0,17-21-108 0 0,-1 0 0 0 0,1 1 0 0 0,-1-1 0 0 0,1 0 0 0 0,0 0 0 0 0,-1 1 0 0 0,1-1 0 0 0,0 0 0 0 0,0 0 0 0 0,0 1 0 0 0,0-1-1 0 0,0 0 1 0 0,0 1 0 0 0,1-1 0 0 0,-1 0 0 0 0,0 0 0 0 0,1 1 0 0 0,-1-1 0 0 0,1 0 0 0 0,-1 0 0 0 0,1 0 0 0 0,-1 1 0 0 0,1-1 0 0 0,0 0 0 0 0,0 0 0 0 0,-1 0 0 0 0,1 0 0 0 0,1 1 0 0 0,0-1-515 0 0,22-13-3157 0 0,-14 9 2343 0 0,9-7-664 0 0,-17 4 1556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00.5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218 98 0 0 0,'0'0'3520'0'0,"-2"-11"-3161"0"0,1 10-353 0 0,0 1 7 0 0,1 0 0 0 0,-1-1 0 0 0,1 1 0 0 0,-1 0 0 0 0,1-1 0 0 0,-1 1 0 0 0,1 0 0 0 0,-1-1 0 0 0,1 1 0 0 0,0-1 0 0 0,-1 1 1 0 0,1-1-1 0 0,-1 1 0 0 0,1-1 0 0 0,0 1 0 0 0,0-1 0 0 0,-1 1 0 0 0,1-1 0 0 0,0 1 0 0 0,0-1 0 0 0,0 1 0 0 0,0-1 0 0 0,-1 1 0 0 0,1-1 1 0 0,0 0-1 0 0,0 1 0 0 0,0-1 0 0 0,0 1 0 0 0,0-1 0 0 0,0 1 0 0 0,1-1 0 0 0,-1 0 0 0 0,0 1 0 0 0,0-1 0 0 0,0 0 82 0 0,-1-1-30 0 0,0 1 0 0 0,0-1 0 0 0,0 1 0 0 0,0-1 0 0 0,0 1 1 0 0,0-1-1 0 0,0 0 0 0 0,1 1 0 0 0,-1-1 0 0 0,1 0 0 0 0,-1 1 0 0 0,0-4 0 0 0,1 4 37 0 0,0 0-61 0 0,0 0 0 0 0,-1 0 0 0 0,1 0 0 0 0,0 1 0 0 0,-1-1 0 0 0,1 0-1 0 0,-1 0 1 0 0,0 0 0 0 0,1 1 0 0 0,-1-1 0 0 0,1 0 0 0 0,-1 1 0 0 0,0-1 0 0 0,0 1 0 0 0,1-1 0 0 0,-3 0 0 0 0,3 0-35 0 0,1-1 55 0 0,-1 1-1 0 0,0 0 1 0 0,0 0-1 0 0,0 0 0 0 0,0 0 1 0 0,0-1-1 0 0,0 1 1 0 0,0 0-1 0 0,0 0 1 0 0,0 0-1 0 0,-1 0 0 0 0,1 0 1 0 0,0 0-1 0 0,-1-1 1 0 0,1 1-1 0 0,-1 0 1 0 0,1 0-1 0 0,-1 0 0 0 0,0 0 1 0 0,1 0-1 0 0,-1 1 1 0 0,0-1-1 0 0,0 0 1 0 0,-2-2 1813 0 0,-1 7-1724 0 0,3-4-144 0 0,1 0 0 0 0,-1 0 0 0 0,1 1-1 0 0,0-1 1 0 0,-1 0 0 0 0,1 0 0 0 0,-1 1 0 0 0,1-1-1 0 0,0 0 1 0 0,-1 0 0 0 0,1 1 0 0 0,0-1 0 0 0,0 0-1 0 0,-1 1 1 0 0,1-1 0 0 0,0 0 0 0 0,0 1-1 0 0,0-1 1 0 0,-1 1 0 0 0,1-1 0 0 0,0 0 0 0 0,0 1-1 0 0,0-1 1 0 0,0 1 0 0 0,0 0 1 0 0,0-1-1 0 0,0 0 1 0 0,0 1 0 0 0,0-1-1 0 0,0 1 1 0 0,0-1 0 0 0,0 0 0 0 0,-1 1-1 0 0,1-1 1 0 0,0 0 0 0 0,0 1-1 0 0,0-1 1 0 0,0 0 0 0 0,0 1 0 0 0,-1-1-1 0 0,1 0 1 0 0,0 1 0 0 0,0-1-1 0 0,-1 0 1 0 0,1 1 0 0 0,0-1-1 0 0,0 0 1 0 0,-1 0 0 0 0,1 1 0 0 0,0-1-1 0 0,-1 0 1 0 0,0 0 0 0 0,1 0 0 0 0,0 1 1 0 0,-1-1 0 0 0,1 0 0 0 0,0 0-1 0 0,-1 1 1 0 0,1-1 0 0 0,0 0-1 0 0,-1 1 1 0 0,1-1 0 0 0,0 0 0 0 0,0 1-1 0 0,-1-1 1 0 0,1 0 0 0 0,0 1 0 0 0,0-1-1 0 0,-1 0 1 0 0,1 1 0 0 0,0-1-1 0 0,0 1 1 0 0,0-1 0 0 0,0 1 0 0 0,0-1-1 0 0,0 0 1 0 0,0 1 0 0 0,0-1-1 0 0,0 1 1 0 0,0 0 0 0 0,-3 10 127 0 0,1 0 0 0 0,-2 0 0 0 0,0-1-1 0 0,0 1 1 0 0,-1-1 0 0 0,-6 11 0 0 0,-11 35 268 0 0,18-45-331 0 0,-1 0-1 0 0,2 0 0 0 0,-6 24 0 0 0,7-23-39 0 0,-1 1 1 0 0,-1-1-1 0 0,0 0 0 0 0,-5 12 0 0 0,5-17-16 0 0,0 1-1 0 0,1 0 1 0 0,0 0-1 0 0,1 1 1 0 0,0-1-1 0 0,-2 15 0 0 0,4-19-10 0 0,-1-1 0 0 0,1 1 0 0 0,-1-1 0 0 0,0 0 0 0 0,0 1-1 0 0,0-1 1 0 0,-1 0 0 0 0,1 0 0 0 0,-3 4 0 0 0,3-4-3 0 0,-1-1 1 0 0,1 1 0 0 0,0 0 0 0 0,0 0-1 0 0,0-1 1 0 0,0 1 0 0 0,0 0-1 0 0,0 6 1 0 0,-4 6 9 0 0,-1 2-1 0 0,6 31-375 0 0,0-47 236 0 0,1 0-532 0 0,-1-1 589 0 0,0 0-1 0 0,0 0 1 0 0,0 1 0 0 0,0-1-1 0 0,0 0 1 0 0,0 1 0 0 0,0-1-1 0 0,1 0 1 0 0,-1 0 0 0 0,0 1-1 0 0,0-1 1 0 0,0 0 0 0 0,1 0-1 0 0,-1 1 1 0 0,0-1-1 0 0,0 0 1 0 0,1 0 0 0 0,-1 0-1 0 0,0 1 1 0 0,0-1 0 0 0,1 0-1 0 0,-1 0 1 0 0,0 0 0 0 0,0 0-1 0 0,1 0 1 0 0,-1 0 0 0 0,0 1-1 0 0,1-1 1 0 0,-1 0 0 0 0,0 0-1 0 0,1 0 1 0 0,-1 0 0 0 0,0 0-1 0 0,1 0 1 0 0,-1 0 0 0 0,0 0-1 0 0,1 0 1 0 0,-1-1 0 0 0,0 1-1 0 0,0 0 1 0 0,1 0-1 0 0,-1 0 1 0 0,0 0 0 0 0,1 0-1 0 0,-1 0 1 0 0,0-1 0 0 0,0 1-1 0 0,1 0 1 0 0,2-2-429 0 0,-2 2 257 0 0,0-1 1 0 0,0 1 0 0 0,0 0-1 0 0,0-1 1 0 0,0 1 0 0 0,0-1-1 0 0,0 0 1 0 0,0 1-1 0 0,-1-1 1 0 0,1 1 0 0 0,0-1-1 0 0,0 0 1 0 0,-1 0-1 0 0,1 1 1 0 0,0-1 0 0 0,-1 0-1 0 0,1 0 1 0 0,-1 0 0 0 0,1 0-1 0 0,-1 0 1 0 0,1-1-1 0 0,-1-4-900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05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230 1 368 0 0,'0'0'9256'0'0,"-35"37"-7308"0"0,30-31-1843 0 0,1 1 0 0 0,-1 1 0 0 0,1-1 0 0 0,-4 11 0 0 0,5-11-42 0 0,0-1-1 0 0,0 1 1 0 0,-1-1 0 0 0,1 1 0 0 0,-2-1 0 0 0,1 0 0 0 0,-8 8 0 0 0,8-9-24 0 0,0-1 0 0 0,0 1 0 0 0,1 1 0 0 0,0-1-1 0 0,0 0 1 0 0,0 1 0 0 0,-3 9 0 0 0,-6 12 79 0 0,-2-8-33 0 0,12-16-78 0 0,-1 0 0 0 0,1 0 0 0 0,0 0 0 0 0,-1 1 0 0 0,1-1 0 0 0,1 1 0 0 0,-1-1 0 0 0,-1 7 0 0 0,2-9-7 0 0,1 1-1 0 0,0 0 1 0 0,-1-1 0 0 0,1 1 0 0 0,-1-1 0 0 0,0 1 0 0 0,1-1 0 0 0,-1 1 0 0 0,0-1 0 0 0,0 1 0 0 0,0-1 0 0 0,0 0 0 0 0,0 1 0 0 0,0-1 0 0 0,0 0 0 0 0,0 0 0 0 0,-1 0 0 0 0,1 0 0 0 0,-2 1 0 0 0,2-1-5 0 0,0-1 1 0 0,0 1-1 0 0,0 0 1 0 0,0 0-1 0 0,0 0 1 0 0,0 0-1 0 0,0 0 1 0 0,0-1 0 0 0,1 2-1 0 0,-1-1 1 0 0,0 0-1 0 0,1 0 1 0 0,-1 0-1 0 0,1 0 1 0 0,-1 0-1 0 0,1 0 1 0 0,-1 3-1 0 0,1-3-18 0 0,0 0 1 0 0,-1 0-1 0 0,1 0 0 0 0,0 1 0 0 0,-1-1 0 0 0,1 0 1 0 0,-1 0-1 0 0,1 0 0 0 0,-1 0 0 0 0,1 0 0 0 0,-1 0 1 0 0,0 0-1 0 0,1 0 0 0 0,-1 0 0 0 0,0 0 0 0 0,0-1 0 0 0,-1 2 1 0 0,1-1-47 0 0,0 0 0 0 0,0 0 1 0 0,0-1-1 0 0,1 1 1 0 0,-1 0-1 0 0,0 0 0 0 0,0 0 1 0 0,1 0-1 0 0,-1 0 1 0 0,1 0-1 0 0,-1 0 0 0 0,1 0 1 0 0,-1 0-1 0 0,1 0 1 0 0,0 1-1 0 0,-1-1 0 0 0,1 2 1 0 0,0-3-76 0 0,0 0 0 0 0,0 0 0 0 0,0 0 0 0 0,0 1 0 0 0,0-1 0 0 0,0 0 0 0 0,0 0 1 0 0,0 0-1 0 0,0 1 0 0 0,0-1 0 0 0,0 0 0 0 0,0 0 0 0 0,1 0 0 0 0,-1 0 0 0 0,0 1 0 0 0,0-1 1 0 0,3 2-2160 0 0,-3-2 2159 0 0,0 0 0 0 0,0 0 1 0 0,0 0-1 0 0,1 0 0 0 0,-1 0 0 0 0,0 0 0 0 0,0 0 0 0 0,0 0 0 0 0,1 0 0 0 0,-1-1 0 0 0,0 1 1 0 0,0 0-1 0 0,0 0 0 0 0,1 0 0 0 0,-1 0 0 0 0,0 0 0 0 0,0 0 0 0 0,0 0 0 0 0,1-1-575 0 0,15-9-318 0 0,-7 4-223 0 0,2 0 309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06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45 0 0 0,'0'0'426'0'0,"0"-9"7760"0"0,2 6-8753 0 0,49-3 1014 0 0,-15 0-372 0 0,26-6-65 0 0,-18 5-26 0 0,-43 7 12 0 0,2 1-6 0 0,-3-1 10 0 0,1-1 0 0 0,-1 1-1 0 0,1 0 1 0 0,0-1 0 0 0,-1 1 0 0 0,1 0-1 0 0,-1 0 1 0 0,1 0 0 0 0,0 0 0 0 0,-1-1-1 0 0,1 1 1 0 0,0 0 0 0 0,-1 0-1 0 0,1 0 1 0 0,0 0 0 0 0,-1 1 0 0 0,1-1-1 0 0,0 0 1 0 0,-1 0 0 0 0,1 0 0 0 0,0 0-1 0 0,-1 1 1 0 0,1-1 0 0 0,0 0 0 0 0,-1 1-1 0 0,1-1 1 0 0,0 0 0 0 0,-1 1 0 0 0,0-1 0 0 0,0 0 0 0 0,0 0 1 0 0,1 0-1 0 0,-1 0 0 0 0,0 0 0 0 0,0 0 0 0 0,0 0 0 0 0,1 1 0 0 0,-1-1 0 0 0,0 0 0 0 0,0 0 0 0 0,0 0 0 0 0,0 0 0 0 0,0 0 1 0 0,1 1-1 0 0,-1-1 0 0 0,0 0 0 0 0,0 0 0 0 0,0 0 0 0 0,0 1 0 0 0,0-1 0 0 0,0 0 0 0 0,0 0 0 0 0,0 0 0 0 0,0 1 0 0 0,0-1 1 0 0,0 0-1 0 0,0 0 0 0 0,0 1 0 0 0,0-1 0 0 0,0 0 0 0 0,0 0 0 0 0,0 0 0 0 0,0 1 0 0 0,0-1 0 0 0,0 0 0 0 0,0 1 0 0 0,0 2 2 0 0,1-3 1 0 0,-1 0 0 0 0,1 1 0 0 0,0-1 0 0 0,-1 0 0 0 0,1 1 0 0 0,-1-1 0 0 0,1 1 0 0 0,0-1 0 0 0,-1 1 0 0 0,1-1 0 0 0,-1 1-1 0 0,0 0 1 0 0,1-1 0 0 0,-1 1 0 0 0,1-1 0 0 0,-1 1 0 0 0,0 0 0 0 0,1-1 0 0 0,-1 1 0 0 0,0 0 0 0 0,0 0 0 0 0,0-1 0 0 0,0 1-1 0 0,1 0 1 0 0,-1-1 0 0 0,0 1 0 0 0,0 0 0 0 0,0 0 0 0 0,-1-1 0 0 0,1 1 0 0 0,0 0 0 0 0,0 0 0 0 0,0-1 0 0 0,0 1 0 0 0,-1 0-1 0 0,1-1 1 0 0,0 1 0 0 0,-1 0 0 0 0,0 0 0 0 0,0 0 6 0 0,0 1-1 0 0,0-1 0 0 0,0 0 1 0 0,1 0-1 0 0,-1 1 1 0 0,0-1-1 0 0,1 1 0 0 0,-1-1 1 0 0,0 1-1 0 0,1-1 1 0 0,0 1-1 0 0,-1-1 0 0 0,1 1 1 0 0,0-1-1 0 0,0 1 1 0 0,0-1-1 0 0,0 1 0 0 0,0 0 1 0 0,0 2-1 0 0,-1 1 32 0 0,0 0-1 0 0,-1 0 1 0 0,0 0 0 0 0,0 0-1 0 0,0 0 1 0 0,-1 0-1 0 0,-3 5 1 0 0,-6 11 126 0 0,5 1-6 0 0,5-17-124 0 0,1-1 1 0 0,-1 1-1 0 0,0 0 0 0 0,0-1 0 0 0,-5 8 0 0 0,-37 67 450 0 0,27-46-316 0 0,14-26-136 0 0,0 0-1 0 0,0-1 0 0 0,-1 1 0 0 0,0-1 0 0 0,-5 7 0 0 0,-15 21 121 0 0,21-28-118 0 0,0-1-1 0 0,-1 0 0 0 0,1 0 0 0 0,-1 0 0 0 0,-1 0 0 0 0,-4 5 0 0 0,-16 21 214 0 0,8-8-55 0 0,6-6-77 0 0,5-9-117 0 0,0-4 1181 0 0,8-8-1172 0 0,0 1 0 0 0,1-1 0 0 0,0 0 0 0 0,0 1 0 0 0,0 0 0 0 0,4-4 0 0 0,77-30-65 0 0,-81 35 51 0 0,0 1 0 0 0,14 3-1 0 0,25-2-226 0 0,-40 0 132 0 0,33 7-2286 0 0,-25-4 2024 0 0,11-3-7545 0 0,-12-3 6908 0 0,-8 2 308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06.7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229 0 0 0 0,'0'0'4860'0'0,"-11"25"-3900"0"0,11-25-949 0 0,0 0 1 0 0,0 1-1 0 0,0-1 0 0 0,0 1 1 0 0,0-1-1 0 0,0 0 0 0 0,0 1 1 0 0,0-1-1 0 0,0 0 0 0 0,0 1 1 0 0,0-1-1 0 0,-1 0 0 0 0,1 1 1 0 0,0-1-1 0 0,0 0 0 0 0,0 1 1 0 0,-1-1-1 0 0,1 0 1 0 0,0 1-1 0 0,0-1 0 0 0,-1 0 1 0 0,1 0-1 0 0,0 1 0 0 0,-1-1 1 0 0,1 0-1 0 0,0 0 0 0 0,-1 1 1 0 0,1-1 1 0 0,-1 0 0 0 0,1 0 0 0 0,-1 1 0 0 0,1-1 0 0 0,0 0 0 0 0,-1 0 0 0 0,1 1 0 0 0,0-1 0 0 0,0 0 0 0 0,-1 1 0 0 0,1-1 0 0 0,0 0 0 0 0,0 1 0 0 0,-1-1 0 0 0,1 0 0 0 0,0 1 0 0 0,0-1 0 0 0,0 1 0 0 0,0-1 0 0 0,-1 0 0 0 0,1 1 0 0 0,0-1 0 0 0,0 1 0 0 0,0-1 0 0 0,0 1 0 0 0,0-1 0 0 0,0 1 0 0 0,-1 4 146 0 0,-1 0 0 0 0,0-1-1 0 0,0 1 1 0 0,0-1 0 0 0,0 1 0 0 0,-1-1 0 0 0,-6 8 0 0 0,-2 5 327 0 0,-3 0-134 0 0,-5 8 102 0 0,-14 24 120 0 0,-10 13-153 0 0,-1 23-323 0 0,37-75-311 0 0,-3 8 139 0 0,7-3-3115 0 0,23-22 1464 0 0,15-27-1798 0 0,-24 26 2605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07.4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415 31 0 0 0,'11'-30'6291'0'0,"-24"42"-5637"0"0,1 3-98 0 0,-28 26 533 0 0,7 6-407 0 0,4-19-352 0 0,22-20-268 0 0,0-1 0 0 0,0-1 0 0 0,-1 1 0 0 0,-9 5 0 0 0,10-7 0 0 0,0 0 0 0 0,0 1-1 0 0,0-1 1 0 0,0 2 0 0 0,-8 10-1 0 0,-13 11 154 0 0,-4 11 98 0 0,-25 9 97 0 0,17-17-167 0 0,30-22-179 0 0,9-9-57 0 0,0 1-1 0 0,0-1 1 0 0,0 1-1 0 0,0-1 1 0 0,0 1-1 0 0,1 0 1 0 0,-1 0-1 0 0,0-1 1 0 0,0 1-1 0 0,1 0 1 0 0,-1 0-1 0 0,0 0 1 0 0,1 0-1 0 0,-1 0 1 0 0,1 0-1 0 0,0 0 1 0 0,-1 1-1 0 0,0-1 2 0 0,0 0 0 0 0,1 0-1 0 0,-1 0 1 0 0,0 0-1 0 0,1-1 1 0 0,-1 1 0 0 0,0 0-1 0 0,0 0 1 0 0,0-1 0 0 0,0 1-1 0 0,1-1 1 0 0,-1 1-1 0 0,0-1 1 0 0,0 1 0 0 0,0-1-1 0 0,0 0 1 0 0,0 1 0 0 0,0-1-1 0 0,0 0 1 0 0,-2 1-1 0 0,1-1 279 0 0,45 0-27 0 0,86-13-119 0 0,-7 7-119 0 0,-11 6 21 0 0,-58 6-557 0 0,-51-5 2185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07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132 11 0 0 0,'0'-2'601'0'0,"0"-7"6325"0"0,0 16-6689 0 0,0 0 1 0 0,0 1-1 0 0,-1-1 0 0 0,0 0 1 0 0,0 0-1 0 0,0 0 1 0 0,-4 10-1 0 0,1 19 522 0 0,-7-8-82 0 0,-9 37-1 0 0,11-33-358 0 0,-2 27 93 0 0,-22 63 75 0 0,22-73-399 0 0,8-40-80 0 0,1 0 1 0 0,0 0 0 0 0,0 1-1 0 0,0-1 1 0 0,1 12-1 0 0,-10 18-13 0 0,11-35 353 0 0,3 28-2501 0 0,-3-31 2066 0 0,0-1 0 0 0,0 0-1 0 0,0 0 1 0 0,0 1 0 0 0,0-1-1 0 0,0 0 1 0 0,1 0 0 0 0,-1 0 0 0 0,0 1-1 0 0,0-1 1 0 0,0 0 0 0 0,0 0-1 0 0,1 0 1 0 0,-1 1 0 0 0,0-1-1 0 0,0 0 1 0 0,0 0 0 0 0,1 0-1 0 0,-1 0 1 0 0,0 0 0 0 0,0 0 0 0 0,1 1-1 0 0,-1-1 1 0 0,0 0 0 0 0,0 0-1 0 0,1 0 1 0 0,-1 0 0 0 0,0 0-1 0 0,0 0 1 0 0,1 0 0 0 0,-1 0 0 0 0,0 0-1 0 0,1 0 1 0 0,12-11-2143 0 0,-10 8 1970 0 0,16-25-3599 0 0,-10 16 2734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08.6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155 12 0 0 0,'-9'-8'6571'0'0,"5"5"-6217"0"0,-16 5 1255 0 0,12 0-1007 0 0,14-1 1513 0 0,-4-1-2058 0 0,11 6 5 0 0,48 0-20 0 0,-2 6-24 0 0,28 1 4 0 0,-78-13-21 0 0,0 0 0 0 0,-7 0 25 0 0,-13 24-130 0 0,6-13 97 0 0,4-11 8 0 0,1 1-1 0 0,-1 0 1 0 0,1-1 0 0 0,-1 1 0 0 0,1 0 0 0 0,-1-1 0 0 0,1 1 0 0 0,0 0 0 0 0,-1-1-1 0 0,1 1 1 0 0,0 0 0 0 0,0 0 0 0 0,-1-1 0 0 0,1 1 0 0 0,0 0 0 0 0,0 0 0 0 0,0 1-1 0 0,0 0 3 0 0,-1 0-1 0 0,1 0 0 0 0,-1 0 0 0 0,1 0 1 0 0,-1-1-1 0 0,0 1 0 0 0,0 0 0 0 0,0 0 1 0 0,0 0-1 0 0,0-1 0 0 0,-2 3 0 0 0,2-3 1 0 0,0 1 0 0 0,0 0 0 0 0,-1 0 0 0 0,1 0 0 0 0,0 0 0 0 0,1 0 0 0 0,-1 0 0 0 0,0 0 0 0 0,1 0 0 0 0,-1 0-1 0 0,0 3 1 0 0,-10 37 129 0 0,11-38-114 0 0,-1 0 0 0 0,1 0 1 0 0,-1 0-1 0 0,0-1 0 0 0,-1 1 0 0 0,1 0 1 0 0,-4 6-1 0 0,3-7-3 0 0,1 1 1 0 0,-1-1-1 0 0,1 1 0 0 0,0 0 1 0 0,0-1-1 0 0,0 1 0 0 0,-1 6 0 0 0,-8 47 235 0 0,-1 10-8 0 0,0-19-50 0 0,0 9 131 0 0,0 29 139 0 0,11-76-384 0 0,0-1 0 0 0,-1 1 0 0 0,0-1 0 0 0,0 1 1 0 0,-5 16-1 0 0,5-23-55 0 0,0 1-1 0 0,1 0 1 0 0,0-1 0 0 0,-1 1-1 0 0,1 0 1 0 0,1 0 0 0 0,-1 4-1 0 0,1-4 9 0 0,-1 0-1 0 0,1 0 0 0 0,-1 0 0 0 0,-1 1 0 0 0,1-1 0 0 0,-1 0 0 0 0,-1 6 0 0 0,-16 63 501 0 0,4-19-49 0 0,9-40-346 0 0,4-10-82 0 0,0 0 0 0 0,0 0 0 0 0,0 0 0 0 0,-1 0-1 0 0,0-1 1 0 0,0 1 0 0 0,-3 5 0 0 0,3-7-26 0 0,1 0-1 0 0,0 0 1 0 0,0 0 0 0 0,0 0-1 0 0,0 0 1 0 0,0 0 0 0 0,0 0-1 0 0,1 0 1 0 0,-2 4 0 0 0,2-4-5 0 0,0-1 0 0 0,-1 1 1 0 0,1 0-1 0 0,-1 0 0 0 0,1-1 0 0 0,-1 1 1 0 0,0 0-1 0 0,0-1 0 0 0,0 1 1 0 0,0-1-1 0 0,0 1 0 0 0,-2 2 0 0 0,0-1 47 0 0,0 0-1 0 0,0 0 0 0 0,1 1 0 0 0,-1-1 0 0 0,1 1 0 0 0,-3 6 0 0 0,3-6 11 0 0,0 0-1 0 0,-1-1 0 0 0,1 1 1 0 0,-1 0-1 0 0,1-1 1 0 0,-7 6-1 0 0,-5 3 198 0 0,5-4-119 0 0,-1 0-1 0 0,1 0 1 0 0,-12 5-1 0 0,19-12-140 0 0,-18 5-596 0 0,16-30-2532 0 0,3 22 2773 0 0,-1-1 0 0 0,1 1 0 0 0,0-1 1 0 0,0 0-1 0 0,0 1 0 0 0,0-1 0 0 0,0 0 0 0 0,0 0 1 0 0,1 0-1 0 0,-1 0 0 0 0,1 1 0 0 0,0-1 1 0 0,0 0-1 0 0,0 0 0 0 0,1-3 0 0 0,0-3-895 0 0,0 1 1 0 0,0-1-1 0 0,6-15 0 0 0,-3-3-1619 0 0,5 10 1497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09.0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1 0 0 0,'0'1'270'0'0,"1"1"1"0"0,-1-1-1 0 0,0 1 1 0 0,0 0-1 0 0,-1-1 1 0 0,1 1-1 0 0,0-1 0 0 0,0 1 1 0 0,-1-1-1 0 0,1 1 1 0 0,-1-1-1 0 0,1 1 1 0 0,-1-1-1 0 0,0 1 0 0 0,1-1 1 0 0,-1 0-1 0 0,0 1 1 0 0,0-1-1 0 0,-1 1 0 0 0,-13 29 1091 0 0,-70 73 1584 0 0,69-82-2528 0 0,-11 10-3 0 0,-8 8-87 0 0,13-11-281 0 0,-7 1-380 0 0,29-30 283 0 0,0 0 1 0 0,0 0 0 0 0,0 0-1 0 0,-1 0 1 0 0,1 0 0 0 0,0 0 0 0 0,0 0-1 0 0,0 0 1 0 0,0 0 0 0 0,0 0-1 0 0,0 0 1 0 0,0 0 0 0 0,0 1 0 0 0,-1-1-1 0 0,1 0 1 0 0,0 0 0 0 0,0 0-1 0 0,0 0 1 0 0,0 0 0 0 0,0 0 0 0 0,0 0-1 0 0,0 1 1 0 0,0-1 0 0 0,0 0-1 0 0,0 0 1 0 0,0 0 0 0 0,0 0-1 0 0,0 0 1 0 0,0 1 0 0 0,0-1 0 0 0,0 0-1 0 0,0 0 1 0 0,0 0 0 0 0,0 0-1 0 0,0 0 1 0 0,0 0 0 0 0,0 1 0 0 0,0-1-1 0 0,0 0 1 0 0,0 0 0 0 0,0 0-1 0 0,0 0 1 0 0,0 0 0 0 0,0 0 0 0 0,1 1-1 0 0,-1-1 1 0 0,0 0 0 0 0,0 0-1 0 0,0 0 1 0 0,0 0 0 0 0,0 0-1 0 0,0 0 1 0 0,0 0 0 0 0,0 0 0 0 0,1 0-1 0 0,-1 0 1 0 0,0 0 0 0 0,0 1-1 0 0,11-1-2096 0 0,20-18-1699 0 0,-20 12 2763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10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527 53 0 0 0,'11'-17'3964'0'0,"-11"16"-3704"0"0,-5-5 150 0 0,4 6-381 0 0,1 0 0 0 0,-1 0 0 0 0,1-1 0 0 0,0 1 0 0 0,-1 0 0 0 0,1-1 0 0 0,0 1 0 0 0,-1 0 0 0 0,1-1 0 0 0,0 1 0 0 0,0 0 0 0 0,-1-1 0 0 0,1 1 0 0 0,0 0 0 0 0,0-1 0 0 0,0 1 0 0 0,0-1 0 0 0,-1 1 0 0 0,1 0 0 0 0,0-1 0 0 0,0 1 0 0 0,0-1 0 0 0,0 1 0 0 0,0-1 0 0 0,0 1 0 0 0,0 0 0 0 0,0-1 0 0 0,0 1 0 0 0,0-1 0 0 0,0 0 0 0 0,-20-7 1308 0 0,11 6-1184 0 0,-1-1-1 0 0,0 2 1 0 0,-1-1 0 0 0,1 2 0 0 0,0-1-1 0 0,0 1 1 0 0,-20 3 0 0 0,-2-2-49 0 0,-166-1 129 0 0,197 0-232 0 0,0 0-1 0 0,0 0 1 0 0,0 0 0 0 0,1 0 0 0 0,-1 1 0 0 0,0-1-1 0 0,0 0 1 0 0,0 0 0 0 0,1 0 0 0 0,-1 1 0 0 0,0-1-1 0 0,0 1 1 0 0,1-1 0 0 0,-1 0 0 0 0,0 1 0 0 0,1-1-1 0 0,-1 1 1 0 0,0-1 0 0 0,1 1 0 0 0,-1 0 0 0 0,1-1-1 0 0,-1 1 1 0 0,1 0 0 0 0,-1-1 0 0 0,1 1 0 0 0,0 0-1 0 0,-1 0 1 0 0,1-1 0 0 0,0 1 0 0 0,-1 0 0 0 0,1 0-1 0 0,0 0 1 0 0,0 1 0 0 0,0-1 12 0 0,2 10 39 0 0,-2-11-46 0 0,1 1-1 0 0,0-1 1 0 0,-1 1-1 0 0,1-1 1 0 0,0 1-1 0 0,-1-1 1 0 0,1 1-1 0 0,-1-1 0 0 0,1 1 1 0 0,-1 0-1 0 0,1-1 1 0 0,-1 1-1 0 0,1 0 1 0 0,-1-1-1 0 0,0 1 1 0 0,1 0-1 0 0,-1 0 0 0 0,0 0 1 0 0,0-1-1 0 0,0 1 1 0 0,0 0-1 0 0,1 0 1 0 0,-1 0-1 0 0,0-1 1 0 0,0 1-1 0 0,0 0 0 0 0,-1 0 1 0 0,1 0-1 0 0,0-1 1 0 0,0 2-1 0 0,0 1 26 0 0,4 4 40 0 0,-3-7-67 0 0,-1 1 0 0 0,1-1 1 0 0,-1 0-1 0 0,0 0 0 0 0,1 1 0 0 0,-1-1 0 0 0,0 0 1 0 0,1 0-1 0 0,-1 1 0 0 0,0-1 0 0 0,1 1 1 0 0,-1-1-1 0 0,0 0 0 0 0,0 1 0 0 0,1-1 0 0 0,-1 0 1 0 0,0 1-1 0 0,0-1 0 0 0,0 1 0 0 0,0-1 0 0 0,0 1 1 0 0,1-1-1 0 0,-1 1 0 0 0,0-1 0 0 0,0 0 1 0 0,0 1-1 0 0,0-1 0 0 0,0 2 0 0 0,0 2 64 0 0,0 1-1 0 0,0 0 1 0 0,0 0-1 0 0,-1-1 1 0 0,0 1-1 0 0,1-1 1 0 0,-2 1-1 0 0,1 0 1 0 0,-4 7 0 0 0,5-11-43 0 0,-1 1 1 0 0,1 0 0 0 0,-1-1-1 0 0,1 1 1 0 0,0-1 0 0 0,-1 1-1 0 0,1 0 1 0 0,0-1 0 0 0,0 1-1 0 0,0 0 1 0 0,0-1-1 0 0,1 4 1 0 0,-2 15 201 0 0,-8 2 50 0 0,2 0 1 0 0,-6 27-1 0 0,9-28-113 0 0,-2 0 1 0 0,0-1 0 0 0,-13 26-1 0 0,15-37-96 0 0,1 1-1 0 0,0-1 1 0 0,-4 17-1 0 0,5-16-15 0 0,0-1-1 0 0,-1 0 1 0 0,-5 13-1 0 0,0-4 41 0 0,1-1 0 0 0,1 1-1 0 0,-4 24 1 0 0,-1-1 71 0 0,0 13 81 0 0,0 4 78 0 0,9-48-262 0 0,0 0-1 0 0,1 0 1 0 0,1 0 0 0 0,-1 1 0 0 0,2-1-1 0 0,1 11 1 0 0,-1 11 63 0 0,4-18-81 0 0,1 4 11 0 0,-6 85 968 0 0,0-102-997 0 0,-1 23 481 0 0,2-6-314 0 0,-1-17-171 0 0,0 0-16 0 0,0-1 0 0 0,1 1 0 0 0,-1 0 0 0 0,0-1 0 0 0,0 1 0 0 0,1 0 0 0 0,-1-1 0 0 0,1 1 0 0 0,-1-1 0 0 0,0 1 0 0 0,1-1 0 0 0,-1 1 0 0 0,1-1 0 0 0,-1 1 0 0 0,1-1 0 0 0,-1 1 0 0 0,1-1 0 0 0,0 0 0 0 0,-1 1 0 0 0,1-1 0 0 0,0 0 0 0 0,-1 1 0 0 0,1-1 0 0 0,1 0 0 0 0,1 0-3 0 0,30 0 26 0 0,38-4 0 0 0,-60 2-243 0 0,1 0-1 0 0,-1-1 1 0 0,1 0 0 0 0,-1-1 0 0 0,0 0-1 0 0,19-11 1 0 0,-17 9-680 0 0,0 1 0 0 0,26-9 0 0 0,-18 2-812 0 0,-20 10 1536 0 0,0 1-1 0 0,0 0 0 0 0,0 0 1 0 0,1 0-1 0 0,-1 1 0 0 0,0-1 1 0 0,1 0-1 0 0,-1 0 0 0 0,1 1 1 0 0,-1-1-1 0 0,1 1 1 0 0,-1-1-1 0 0,3 0 0 0 0,-2 1-555 0 0,-13-7-5419 0 0,11 2 5585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1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426 69 0 0 0,'0'0'909'0'0,"0"-24"5540"0"0,0 10-5372 0 0,0-7 1 0 0,0 11 785 0 0,0 11-1859 0 0,-1-1-1 0 0,1 1 0 0 0,0-1 0 0 0,0 1 0 0 0,-1-1 0 0 0,1 1 0 0 0,0-1 0 0 0,-1 1 1 0 0,1-1-1 0 0,0 0 0 0 0,-1 1 0 0 0,1-1 0 0 0,-1 0 0 0 0,1 1 0 0 0,-1-1 1 0 0,1 0-1 0 0,0 0 0 0 0,-1 1 0 0 0,1-1 0 0 0,-1 0 0 0 0,1 0 0 0 0,-2 0 1 0 0,2 1-1 0 0,-1-1 0 0 0,0 0 1 0 0,1 0-1 0 0,-1 0 1 0 0,0 1-1 0 0,1-1 0 0 0,-1 0 1 0 0,1 1-1 0 0,-1-1 1 0 0,1 0-1 0 0,-1 1 0 0 0,1-1 1 0 0,-1 1-1 0 0,1-1 1 0 0,-1 1-1 0 0,1-1 0 0 0,-1 1 1 0 0,1-1-1 0 0,0 1 1 0 0,-1-1-1 0 0,1 1 0 0 0,0 0 1 0 0,0-1-1 0 0,-1 2 1 0 0,0 1 18 0 0,0-1 0 0 0,0 1 1 0 0,-1 0-1 0 0,1-1 0 0 0,-1 1 1 0 0,1-1-1 0 0,-1 0 0 0 0,0 1 0 0 0,0-1 1 0 0,0 0-1 0 0,-4 3 0 0 0,-13 18 149 0 0,15-16-124 0 0,-1 1-1 0 0,0-1 0 0 0,-1 0 0 0 0,1-1 1 0 0,-1 1-1 0 0,-12 8 0 0 0,-11 14 50 0 0,21-21-80 0 0,0 0 1 0 0,-1-1-1 0 0,0 0 1 0 0,0 0-1 0 0,-11 6 0 0 0,-46 36 52 0 0,43-31-41 0 0,20-15-23 0 0,0 0 1 0 0,-1 0-1 0 0,1-1 1 0 0,0 1-1 0 0,-1-1 1 0 0,1 0-1 0 0,-7 3 0 0 0,2-2 11 0 0,0 0 0 0 0,1 1-1 0 0,0-1 1 0 0,-1 2 0 0 0,-9 7-1 0 0,-3 1 20 0 0,14-11-11 0 0,5-2-18 0 0,0 0-1 0 0,1 0 0 0 0,-1 0 0 0 0,0 0 0 0 0,0 0 1 0 0,1 0-1 0 0,-1 0 0 0 0,0 1 0 0 0,1-1 0 0 0,-1 0 1 0 0,0 0-1 0 0,0 1 0 0 0,1-1 0 0 0,-1 1 1 0 0,1-1-1 0 0,-1 1 0 0 0,0-1 0 0 0,1 1 0 0 0,-1-1 1 0 0,1 1-1 0 0,-1-1 0 0 0,1 1 0 0 0,-1 0 0 0 0,1-1 1 0 0,0 1-1 0 0,-1 0 0 0 0,1 0 0 0 0,34-1 38 0 0,119-12-17 0 0,30 0-657 0 0,-119 5-556 0 0,-62 7 914 0 0,-1 0-456 0 0,6-1-277 0 0,-4-5-3614 0 0,-3-16 1125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1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208 12 0 0 0,'-13'-11'11582'0'0,"12"13"-11535"0"0,-1-1 0 0 0,1 1 0 0 0,0 0 0 0 0,0-1 0 0 0,0 1 0 0 0,0 0 0 0 0,0 0 0 0 0,0 0 0 0 0,0 0 0 0 0,0 2 1 0 0,-5 11 131 0 0,2 21 256 0 0,-8 3 22 0 0,10-31-368 0 0,0-1 1 0 0,0 1-1 0 0,-1 0 1 0 0,-7 13 0 0 0,7-15-48 0 0,1 1 1 0 0,-1-1 0 0 0,1 0 0 0 0,0 0 0 0 0,-1 8 0 0 0,2-8-18 0 0,0-1 1 0 0,-1 0-1 0 0,0 1 1 0 0,1-1-1 0 0,-2 0 1 0 0,-4 9-1 0 0,4-9-13 0 0,1-1 1 0 0,-1 1-1 0 0,1-1 1 0 0,0 1-1 0 0,1 0 1 0 0,-3 8-1 0 0,3-8-6 0 0,0 0 0 0 0,-1 0-1 0 0,1 0 1 0 0,-1-1 0 0 0,0 1 0 0 0,-5 7-1 0 0,-2 10 7 0 0,8-19-11 0 0,0 0 0 0 0,0-1 0 0 0,0 1 0 0 0,0-1 0 0 0,0 1 0 0 0,0-1 0 0 0,-1 1-1 0 0,-2 2 1 0 0,1 0 1 0 0,0-1-1 0 0,0 1 0 0 0,1-1 1 0 0,0 1-1 0 0,0 0 1 0 0,-3 7-1 0 0,-6 15-7 0 0,-3 12-98 0 0,12-36 5 0 0,1 0 0 0 0,0 0 0 0 0,0 1 0 0 0,0-1 0 0 0,0 0 0 0 0,0 1 0 0 0,0 6 0 0 0,1 16-3608 0 0,2-25 2938 0 0,-1 0 411 0 0,1-1 0 0 0,-1 1 0 0 0,0 0 0 0 0,1-1 0 0 0,-1 1 0 0 0,1-1 0 0 0,-1 0 0 0 0,1 1 0 0 0,-1-1 0 0 0,0 0 0 0 0,1 0 0 0 0,2 0 0 0 0,27-6-2583 0 0,-20 1 1899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1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206 1 40 0 0,'-1'4'6941'0'0,"-7"17"-6429"0"0,0-2 161 0 0,-7 10 282 0 0,-7 7-99 0 0,18-33-779 0 0,1 1 0 0 0,0-1 0 0 0,0 1-1 0 0,0-1 1 0 0,1 1 0 0 0,-1 0 0 0 0,-1 5 0 0 0,-15 19 277 0 0,-24 28 131 0 0,-10 17-344 0 0,42-55-325 0 0,11-18 154 0 0,0 0-1 0 0,0 1 0 0 0,0-1 1 0 0,0 0-1 0 0,0 1 0 0 0,0-1 1 0 0,0 0-1 0 0,0 1 0 0 0,0-1 1 0 0,0 0-1 0 0,0 1 0 0 0,0-1 1 0 0,0 0-1 0 0,1 1 0 0 0,-1-1 1 0 0,0 0-1 0 0,0 0 0 0 0,0 1 1 0 0,0-1-1 0 0,1 0 0 0 0,-1 0 1 0 0,0 1-1 0 0,0-1 0 0 0,1 0 1 0 0,-1 0-1 0 0,0 1 0 0 0,0-1 1 0 0,1 0-1 0 0,-1 0 0 0 0,0 0 1 0 0,1 0-1 0 0,-1 1 0 0 0,0-1 1 0 0,1 0-1 0 0,-1 0 1 0 0,1 0-1 0 0,12 4-1727 0 0,11-11-141 0 0,-6-4 282 0 0,0 0 0 0 0,20-16 0 0 0,-27 15 651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2.5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351 20 0 0 0,'0'-1'135'0'0,"0"1"1"0"0,0-1-1 0 0,0 0 0 0 0,0 0 1 0 0,0 0-1 0 0,0 1 0 0 0,0-1 1 0 0,0 0-1 0 0,-1 0 0 0 0,1 1 1 0 0,0-1-1 0 0,-1 0 0 0 0,1 0 1 0 0,0 1-1 0 0,-1-1 0 0 0,1 0 1 0 0,-1 1-1 0 0,1-1 0 0 0,-1 1 1 0 0,0-1-1 0 0,1 1 0 0 0,-1-1 1 0 0,1 1-1 0 0,-1-1 0 0 0,0 1 1 0 0,0-1-1 0 0,1 1 0 0 0,-1 0 0 0 0,0-1 1 0 0,1 1-1 0 0,-1 0 0 0 0,0 0 1 0 0,0-1-1 0 0,0 1 0 0 0,1 0 1 0 0,-1 0-1 0 0,0 0 0 0 0,0 0 1 0 0,0 0-1 0 0,0 0 0 0 0,-41 9 406 0 0,18-4-24 0 0,14-4-314 0 0,0 0 1 0 0,-1 1-1 0 0,1 1 1 0 0,0-1-1 0 0,-15 8 1 0 0,-8 1 313 0 0,29-10-440 0 0,0 0 0 0 0,1 0 0 0 0,-1 1 0 0 0,0 0 0 0 0,1 0 0 0 0,-1 0 0 0 0,1 0 0 0 0,0 0 0 0 0,0 1 0 0 0,-6 4 0 0 0,-21 23 437 0 0,26-17-358 0 0,4-9-123 0 0,-1-2-10 0 0,-1 0 0 0 0,1 0 1 0 0,0 0-1 0 0,0 0 0 0 0,0 0 1 0 0,1 1-1 0 0,-1-1 1 0 0,0 0-1 0 0,1 0 0 0 0,0 1 1 0 0,-1-1-1 0 0,1 0 0 0 0,0 0 1 0 0,0 1-1 0 0,0-1 1 0 0,1 3-1 0 0,-1 0 24 0 0,0-3-23 0 0,-1 0 1 0 0,1 0 0 0 0,0 0 0 0 0,0 1 0 0 0,0-1 0 0 0,1 0-1 0 0,-1 0 1 0 0,0 0 0 0 0,1 0 0 0 0,-1 0 0 0 0,1 0 0 0 0,0 0-1 0 0,0-1 1 0 0,0 1 0 0 0,0 0 0 0 0,2 3 0 0 0,-3-4-19 0 0,1-1 0 0 0,-1 1 0 0 0,0 0 0 0 0,1-1 0 0 0,-1 1 0 0 0,0 0 0 0 0,0-1 0 0 0,1 1 0 0 0,-1 0 0 0 0,0 0 0 0 0,0-1 0 0 0,0 1 0 0 0,0 0 0 0 0,0 0 0 0 0,0-1 0 0 0,0 1 1 0 0,-1 0-1 0 0,1-1 0 0 0,0 2 0 0 0,0-1-1 0 0,-1 0 0 0 0,1-1 0 0 0,0 1 0 0 0,0 0 0 0 0,0 0 0 0 0,0-1 0 0 0,0 1 0 0 0,0 0 0 0 0,0 0 0 0 0,0-1 0 0 0,0 1 0 0 0,0 0 0 0 0,0 0 0 0 0,0-1 0 0 0,1 1 0 0 0,-1 0 0 0 0,0-1 0 0 0,1 1 0 0 0,0 1 0 0 0,20 33 298 0 0,-13-24-203 0 0,-5-7-66 0 0,0 0 0 0 0,-1 0 0 0 0,1 0 0 0 0,-1 0-1 0 0,0 0 1 0 0,0 1 0 0 0,0-1 0 0 0,2 10-1 0 0,7 15 152 0 0,0 14 123 0 0,-11-39-279 0 0,0 0 0 0 0,0 0 1 0 0,0 0-1 0 0,0-1 0 0 0,1 1 0 0 0,0 0 0 0 0,0 0 0 0 0,0-1 1 0 0,0 1-1 0 0,3 6 0 0 0,-3-6 6 0 0,0 0 0 0 0,0 0 0 0 0,0 0 0 0 0,-1 0 0 0 0,1 0 0 0 0,-1 0 0 0 0,0 0 0 0 0,0 0 0 0 0,-2 7 0 0 0,1 5 98 0 0,1-14-115 0 0,-1 0 1 0 0,1 1 0 0 0,-1-1 0 0 0,0 0 0 0 0,1 0 0 0 0,-1 0-1 0 0,0 1 1 0 0,0-1 0 0 0,-3 4 0 0 0,2-4 3 0 0,1 0 0 0 0,-1 0 1 0 0,1 1-1 0 0,0-1 0 0 0,0 1 1 0 0,0-1-1 0 0,0 1 0 0 0,1-1 0 0 0,-1 1 1 0 0,0 3-1 0 0,1-4-7 0 0,0 0-1 0 0,0 0 1 0 0,-1 0 0 0 0,1-1 0 0 0,-1 1-1 0 0,1 0 1 0 0,-1 0 0 0 0,0 0 0 0 0,1 0-1 0 0,-1-1 1 0 0,0 1 0 0 0,0 0 0 0 0,0-1 0 0 0,0 1-1 0 0,-1-1 1 0 0,1 1 0 0 0,-2 1 0 0 0,-32 21 198 0 0,29-21-189 0 0,0 1 0 0 0,0 0 0 0 0,0 0 0 0 0,-9 9 0 0 0,13-11-23 0 0,0-1 1 0 0,-1 1-1 0 0,1 0 1 0 0,-1-1-1 0 0,0 0 1 0 0,1 1-1 0 0,-1-1 1 0 0,0 0-1 0 0,-3 0 1 0 0,-16 8-17 0 0,20-8 1 0 0,2-2-551 0 0,0 0 471 0 0,-1 0 0 0 0,1 0 0 0 0,0 0 0 0 0,0 0 0 0 0,0-1 0 0 0,0 1 0 0 0,0 0 0 0 0,0 0 0 0 0,0 0 0 0 0,0 0 0 0 0,0 0 1 0 0,0 0-1 0 0,0-1 0 0 0,1 1 0 0 0,-1 0 0 0 0,1 0 0 0 0,-1 0 0 0 0,1 0 0 0 0,-1 0 0 0 0,1 0 0 0 0,-1 0 0 0 0,2-1 0 0 0,4-15-975 0 0,5-19-842 0 0,-10 32 1684 0 0,-1 0-1 0 0,1 0 0 0 0,0 0 1 0 0,0 0-1 0 0,0 0 0 0 0,0 0 0 0 0,4-7 1 0 0,-3 7 29 0 0,0 0 1 0 0,-1 0-1 0 0,1 0 1 0 0,-1 0-1 0 0,0-1 1 0 0,0 1-1 0 0,0-8 1 0 0,10-50-1848 0 0,0-10 7 0 0,-9 47 1469 0 0,7 1 325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2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98 0 0 0,'2'-2'131'0'0,"0"-1"0"0"0,-1 1 0 0 0,0-1-1 0 0,1 1 1 0 0,-1-1 0 0 0,0 0 0 0 0,0 1 0 0 0,-1-1 0 0 0,1 0 0 0 0,0-3-1 0 0,6-18 1279 0 0,-4 8-310 0 0,-3 16-1074 0 0,-1-1-1 0 0,1 1 1 0 0,0 0 0 0 0,0-1 0 0 0,0 1 0 0 0,0-1 0 0 0,0 1 0 0 0,0-1-1 0 0,0 1 1 0 0,0 0 0 0 0,0-1 0 0 0,0 1 0 0 0,0-1 0 0 0,0 1-1 0 0,0 0 1 0 0,0-1 0 0 0,0 1 0 0 0,0-1 0 0 0,0 1 0 0 0,1 0 0 0 0,-1-1-1 0 0,0 1 1 0 0,0 0 0 0 0,0-1 0 0 0,1 1 0 0 0,-1 0 0 0 0,0-1 0 0 0,0 1-1 0 0,1 0 1 0 0,-1 0 0 0 0,0-1 0 0 0,1 1 0 0 0,-1 0 0 0 0,0 0-1 0 0,1-1 1 0 0,-1 1 0 0 0,1 0 0 0 0,-1 0 0 0 0,0 0 0 0 0,1 0 0 0 0,-1 0-1 0 0,0-1 1 0 0,1 1 0 0 0,-1 0 0 0 0,1 0 0 0 0,14-12 1138 0 0,112 12 335 0 0,-71 6-1488 0 0,41 6-984 0 0,-41-5-748 0 0,-50-7 982 0 0,-1 1 0 0 0,1 0 0 0 0,-1 1 0 0 0,1-1 0 0 0,8 5 0 0 0,-12-5 115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3.2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291 0 0 0 0,'1'10'3278'0'0,"0"-8"-2995"0"0,-1 1 0 0 0,0 0 0 0 0,0-1-1 0 0,0 1 1 0 0,0 0 0 0 0,0-1 0 0 0,0 1 0 0 0,-1 0 0 0 0,1-1 0 0 0,-2 5 0 0 0,-17 29 752 0 0,17-30-849 0 0,-1 0 0 0 0,0 1-1 0 0,0-1 1 0 0,0 0 0 0 0,-6 7-1 0 0,-46 61 1223 0 0,40-56-1221 0 0,-2-1 1 0 0,0 0 0 0 0,-1-1-1 0 0,0 0 1 0 0,-27 16-1 0 0,-1 6-987 0 0,30-24-156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4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285 1 828 0 0,'0'0'2384'0'0,"11"6"-1295"0"0,-11-5-1045 0 0,0 1 1 0 0,0-1-1 0 0,0 1 1 0 0,0 0-1 0 0,0-1 0 0 0,0 1 1 0 0,0-1-1 0 0,-1 1 0 0 0,1-1 1 0 0,-1 1-1 0 0,1-1 1 0 0,-1 1-1 0 0,1-1 0 0 0,-1 1 1 0 0,0-1-1 0 0,0 0 0 0 0,0 1 1 0 0,1-1-1 0 0,-2 1 0 0 0,-13 29 907 0 0,13-28-839 0 0,-1-1-1 0 0,1 1 0 0 0,0 0 1 0 0,0 0-1 0 0,1 0 1 0 0,-1 0-1 0 0,0 0 1 0 0,1 1-1 0 0,-2 6 0 0 0,3-9-70 0 0,0 0 0 0 0,-1 0-1 0 0,1 0 1 0 0,0 0 0 0 0,-1 0 0 0 0,1 0-1 0 0,-1 0 1 0 0,1 0 0 0 0,-1 0-1 0 0,0 0 1 0 0,1 0 0 0 0,-1 0-1 0 0,0 0 1 0 0,0 0 0 0 0,1 0-1 0 0,-3 0 1 0 0,2 0-11 0 0,0 0 1 0 0,0 0-1 0 0,1-1 0 0 0,-1 1 0 0 0,0 0 0 0 0,0 0 0 0 0,1 0 1 0 0,-1 0-1 0 0,0 0 0 0 0,1 0 0 0 0,-1 0 0 0 0,1 0 0 0 0,0 0 1 0 0,-1 0-1 0 0,1 0 0 0 0,-1 3 0 0 0,0 0 121 0 0,0 1-1 0 0,-1 0 1 0 0,0 0 0 0 0,0-1-1 0 0,0 1 1 0 0,-1-1 0 0 0,-4 8-1 0 0,-4 6 267 0 0,-3 11 112 0 0,-8 22 206 0 0,1-6-243 0 0,16-36-368 0 0,1 0 0 0 0,0 0-1 0 0,-6 18 1 0 0,-22 51 364 0 0,-1-5-232 0 0,-7 26-166 0 0,38-73-143 0 0,2-25 43 0 0,0 0 1 0 0,1 0-1 0 0,-1 0 1 0 0,0 0-1 0 0,0 0 1 0 0,0 1 0 0 0,0-1-1 0 0,0 0 1 0 0,0 0-1 0 0,0 0 1 0 0,-1 0-1 0 0,1 0 1 0 0,0 0 0 0 0,-1 1-1 0 0,1-1 1 0 0,0 0-1 0 0,-1 0 1 0 0,1 0-1 0 0,-1 0 1 0 0,0 0 0 0 0,1 0-1 0 0,-1 0 1 0 0,0-1-1 0 0,0 1 1 0 0,-1 1 0 0 0,2-1-16 0 0,0-1 0 0 0,-1 0 0 0 0,1 1 1 0 0,0-1-1 0 0,0 0 0 0 0,0 1 0 0 0,-1-1 1 0 0,1 1-1 0 0,0-1 0 0 0,0 0 1 0 0,0 1-1 0 0,0-1 0 0 0,0 1 0 0 0,0-1 1 0 0,0 1-1 0 0,0-1 0 0 0,0 0 0 0 0,0 1 1 0 0,0-1-1 0 0,0 1 0 0 0,0-1 1 0 0,0 0-1 0 0,0 1 0 0 0,1-1 0 0 0,-1 1 1 0 0,0-1-1 0 0,0 0 0 0 0,0 1 0 0 0,1-1 1 0 0,-1 0-1 0 0,0 1 0 0 0,0-1 1 0 0,1 0-1 0 0,-1 1 0 0 0,0-1 0 0 0,1 0 1 0 0,-1 0-1 0 0,0 1 0 0 0,1-1 0 0 0,-1 0 1 0 0,0 0-1 0 0,1 1 0 0 0,-1-1 1 0 0,1 0-1 0 0,3 5-877 0 0,-4-5 801 0 0,1 1 1 0 0,-1 0-1 0 0,0-1 1 0 0,0 1-1 0 0,1 0 1 0 0,-1-1 0 0 0,0 1-1 0 0,1-1 1 0 0,-1 1-1 0 0,0-1 1 0 0,1 1-1 0 0,-1-1 1 0 0,1 1-1 0 0,-1-1 1 0 0,1 1-1 0 0,-1-1 1 0 0,1 1 0 0 0,0-1-1 0 0,-1 0 1 0 0,1 1-1 0 0,-1-1 1 0 0,1 0-1 0 0,0 0 1 0 0,-1 0-1 0 0,1 1 1 0 0,0-1-1 0 0,-1 0 1 0 0,1 0 0 0 0,0 0-1 0 0,-1 0 1 0 0,1 0-1 0 0,0 0 1 0 0,0 0-1 0 0,-1 0 1 0 0,1 0-1 0 0,0 0 1 0 0,-1-1 0 0 0,2 1-1 0 0,29-7-4385 0 0,-29 7 4300 0 0,9-5-1048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5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229 1 0 0 0,'0'0'969'0'0,"11"-1"4036"0"0,-11 3-4850 0 0,0-1-1 0 0,0 1 1 0 0,0-1 0 0 0,0 0 0 0 0,-1 1 0 0 0,1-1 0 0 0,-1 1-1 0 0,1-1 1 0 0,-1 0 0 0 0,1 1 0 0 0,-1-1 0 0 0,0 0-1 0 0,0 1 1 0 0,-4 10 515 0 0,-6 4 220 0 0,-1-1-379 0 0,-10 8 118 0 0,4-4-232 0 0,1 0-32 0 0,14-17-331 0 0,1 0 1 0 0,0 0 0 0 0,0 0 0 0 0,1 0 0 0 0,-1 0 0 0 0,0 0 0 0 0,1 1-1 0 0,-1-1 1 0 0,-1 4 0 0 0,1-2 13 0 0,-1-1 0 0 0,0 1 0 0 0,1 0 0 0 0,-2-1 0 0 0,1 1 0 0 0,0-1 0 0 0,-1 0 0 0 0,0 0 0 0 0,-4 3 0 0 0,4-4-18 0 0,0 1 1 0 0,0 0 0 0 0,1 0 0 0 0,-1 0 0 0 0,1 0 0 0 0,0 1 0 0 0,0-1-1 0 0,0 1 1 0 0,-2 4 0 0 0,2-2-3 0 0,-1 0-1 0 0,0-1 0 0 0,0 0 1 0 0,0 1-1 0 0,-5 3 1 0 0,4-3-35 0 0,3-3-47 0 0,0-1-51 0 0,0-1 1 0 0,0 1-1 0 0,0 0 0 0 0,1 0 0 0 0,-1 0 1 0 0,1 0-1 0 0,-1 0 0 0 0,1 1 0 0 0,0-1 1 0 0,0 0-1 0 0,0 1 0 0 0,0-1 0 0 0,0 1 1 0 0,1-1-1 0 0,-1 1 0 0 0,1-1 0 0 0,0 1 1 0 0,-1 2-1 0 0,1-4-449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27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93 0 0 0,'-11'-30'7426'0'0,"14"29"-7031"0"0,-3 1-380 0 0,0 0-1 0 0,1 0 0 0 0,-1 0 0 0 0,0 0 0 0 0,1 0 0 0 0,-1 0 0 0 0,0 0 1 0 0,0 0-1 0 0,1 0 0 0 0,-1 0 0 0 0,0 0 0 0 0,1 0 0 0 0,-1-1 0 0 0,0 1 0 0 0,0 0 1 0 0,1 0-1 0 0,-1 0 0 0 0,0 0 0 0 0,0-1 0 0 0,1 1 0 0 0,-1 0 0 0 0,0 0 1 0 0,0 0-1 0 0,0-1 0 0 0,0 1 0 0 0,1 0 0 0 0,-1 0 0 0 0,0-1 0 0 0,0 1 0 0 0,0 0 1 0 0,0 0-1 0 0,0-1 0 0 0,0 1 0 0 0,1 0 0 0 0,-1-1 0 0 0,0 1 0 0 0,0 0 0 0 0,0 0 1 0 0,0-1-1 0 0,2-3 127 0 0,1 1 0 0 0,0 0 0 0 0,0-1 0 0 0,0 1 0 0 0,1 0 0 0 0,-1 1 0 0 0,1-1 0 0 0,-1 0 0 0 0,1 1 0 0 0,5-3 0 0 0,-2 3-103 0 0,-1-1-1 0 0,1 1 0 0 0,-1 0 1 0 0,1 1-1 0 0,-1-1 0 0 0,1 1 0 0 0,0 1 1 0 0,0-1-1 0 0,0 1 0 0 0,7 1 1 0 0,-7-1-26 0 0,-1-2-6 0 0,-4-1-6 0 0,26 2-1 0 0,-28 1 2 0 0,1 0 0 0 0,-1 0 1 0 0,0 0-1 0 0,1 0 0 0 0,-1 0 1 0 0,1 0-1 0 0,-1 0 0 0 0,0 0 1 0 0,1 0-1 0 0,-1 0 0 0 0,1 0 1 0 0,-1 0-1 0 0,0 0 0 0 0,1 0 1 0 0,-1 0-1 0 0,0 1 1 0 0,1-1-1 0 0,-1 0 0 0 0,0 0 1 0 0,1 0-1 0 0,-1 1 0 0 0,0-1 1 0 0,0 0-1 0 0,1 0 0 0 0,-1 1 1 0 0,0-1-1 0 0,0 0 0 0 0,1 1 1 0 0,-1-1-1 0 0,0 0 0 0 0,0 1 1 0 0,0-1-1 0 0,0 0 0 0 0,1 1 1 0 0,-1-1-1 0 0,0 0 0 0 0,0 1 1 0 0,0-1-1 0 0,0 0 0 0 0,0 1 1 0 0,0-1-1 0 0,0 1 1 0 0,0-1-1 0 0,0 1 0 0 0,-8 19 122 0 0,3-6-70 0 0,4-10-40 0 0,0 0 1 0 0,-1 0 0 0 0,1 0 0 0 0,-1 0 0 0 0,0 0-1 0 0,0 0 1 0 0,0-1 0 0 0,-1 1 0 0 0,1-1 0 0 0,-6 6-1 0 0,-11 17 55 0 0,12-16-54 0 0,0-1 0 0 0,-1 0-1 0 0,0-1 1 0 0,-1 1 0 0 0,-9 6 0 0 0,-22 22 15 0 0,37-33-27 0 0,-1 0 1 0 0,0-1-1 0 0,0 0 0 0 0,-1 0 1 0 0,1 0-1 0 0,-7 2 0 0 0,-19 14 6 0 0,17-7-5 0 0,-18 12 13 0 0,-1 1-3 0 0,19-15 0 0 0,4-4-80 0 0,18-4-375 0 0,-7-2 358 0 0,32-6-382 0 0,39 0 267 0 0,-68 6 197 0 0,0 1 1 0 0,0 0-1 0 0,0 0 0 0 0,0 0 0 0 0,0 1 0 0 0,-1-1 0 0 0,9 5 1 0 0,-11-5 7 0 0,0 0 1 0 0,0 1-1 0 0,0-1 1 0 0,0 0 0 0 0,0 1-1 0 0,-1-1 1 0 0,1 1 0 0 0,-1 0-1 0 0,1 0 1 0 0,-1-1-1 0 0,1 1 1 0 0,-1 0 0 0 0,0 0-1 0 0,0 0 1 0 0,0 0 0 0 0,0 1-1 0 0,0 2 1 0 0,1 3 85 0 0,-1 1 1 0 0,0 0 0 0 0,-1 16-1 0 0,0-24-81 0 0,-11 35 319 0 0,11-34-302 0 0,-1 1 1 0 0,1 0 0 0 0,-1-1-1 0 0,0 1 1 0 0,0-1 0 0 0,0 1-1 0 0,0-1 1 0 0,0 0-1 0 0,0 1 1 0 0,-1-1 0 0 0,-1 3-1 0 0,-7 12 194 0 0,-13 12 117 0 0,2-2 37 0 0,18-23-314 0 0,-1 0-1 0 0,0 0 1 0 0,1 0 0 0 0,-1-1 0 0 0,-1 1 0 0 0,-7 4-1 0 0,-15 13 205 0 0,25-19-240 0 0,0 1-1 0 0,-1-1 1 0 0,1 0-1 0 0,-1 0 0 0 0,1-1 1 0 0,-1 1-1 0 0,0 0 0 0 0,-3 1 1 0 0,-15 11 87 0 0,8-7-67 0 0,11-7-44 0 0,1 1 0 0 0,0-1-1 0 0,-1 1 1 0 0,1-1 0 0 0,0 1 0 0 0,0-1-1 0 0,0 1 1 0 0,0 0 0 0 0,0 0 0 0 0,0 0-1 0 0,0-1 1 0 0,0 1 0 0 0,-2 2 0 0 0,3-2-24 0 0,-1 0 0 0 0,0 0 1 0 0,1 0-1 0 0,-1 0 0 0 0,0-1 1 0 0,0 1-1 0 0,1 0 0 0 0,-1-1 1 0 0,0 1-1 0 0,0 0 0 0 0,0-1 1 0 0,0 1-1 0 0,0-1 0 0 0,0 1 1 0 0,0-1-1 0 0,0 0 0 0 0,0 1 1 0 0,0-1-1 0 0,0 0 0 0 0,-2 0 1 0 0,1 0-191 0 0,-5-8-6931 0 0,7 8 6921 0 0,-1-1 0 0 0,1 0 1 0 0,-1 1-1 0 0,1-1 0 0 0,0 0 1 0 0,-1 1-1 0 0,1-1 0 0 0,0 0 1 0 0,0 1-1 0 0,0-1 1 0 0,-1-1-1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32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219 1 0 0 0,'-3'1'283'0'0,"0"0"1"0"0,0 0-1 0 0,1 0 0 0 0,-1 0 1 0 0,0 1-1 0 0,1-1 0 0 0,-1 1 1 0 0,1 0-1 0 0,0-1 0 0 0,0 1 1 0 0,-1 0-1 0 0,1 0 0 0 0,1 1 1 0 0,-1-1-1 0 0,-2 4 0 0 0,-24 20 466 0 0,19-20-387 0 0,1 0-1 0 0,-1 1 0 0 0,1 0 0 0 0,-9 9 0 0 0,11-8 5 0 0,6-7-334 0 0,-1 1-1 0 0,0-1 1 0 0,0 0-1 0 0,0 0 1 0 0,0 0-1 0 0,0 1 1 0 0,0-1 0 0 0,0 0-1 0 0,0 0 1 0 0,0 0-1 0 0,-1 0 1 0 0,1-1-1 0 0,0 1 1 0 0,-2 1-1 0 0,-8 11 245 0 0,10-12-270 0 0,1 1 0 0 0,0-1 0 0 0,-1 0-1 0 0,0 0 1 0 0,1 1 0 0 0,-1-1 0 0 0,0 0-1 0 0,0 0 1 0 0,0 0 0 0 0,0 0 0 0 0,0 0-1 0 0,0 0 1 0 0,-2 2 0 0 0,-6 8-23 0 0,4 0-39 0 0,5-10 47 0 0,-1-1 0 0 0,0 1-1 0 0,1 0 1 0 0,-1-1 0 0 0,1 1 0 0 0,0 0-1 0 0,-1-1 1 0 0,1 1 0 0 0,0 0 0 0 0,-1-1-1 0 0,1 1 1 0 0,0 0 0 0 0,0 0 0 0 0,-1-1-1 0 0,1 1 1 0 0,0 0 0 0 0,0 1 0 0 0,0-1-27 0 0,0 1 0 0 0,-1-1 0 0 0,1 0 1 0 0,0 0-1 0 0,-1 0 0 0 0,1 1 0 0 0,-1-1 1 0 0,0 0-1 0 0,1 0 0 0 0,-1 0 0 0 0,0 0 0 0 0,0 0 1 0 0,1 0-1 0 0,-3 1 0 0 0,2-1-33 0 0,0 0 1 0 0,0 1-1 0 0,0-1 0 0 0,0 0 1 0 0,0 0-1 0 0,0 1 0 0 0,1-1 0 0 0,-1 0 1 0 0,0 1-1 0 0,1-1 0 0 0,-1 1 0 0 0,1-1 1 0 0,-1 1-1 0 0,1-1 0 0 0,-1 3 1 0 0,-10 14-1390 0 0,11-17 985 0 0,11 5-3169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33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75 0 0 0,'-9'-14'7833'0'0,"18"7"-7556"0"0,-9 6-247 0 0,1 0-1 0 0,0 0 0 0 0,0 1 1 0 0,0-1-1 0 0,0 0 0 0 0,0 0 1 0 0,1 1-1 0 0,-1-1 0 0 0,0 1 1 0 0,0-1-1 0 0,0 1 0 0 0,0-1 1 0 0,1 1-1 0 0,-1 0 0 0 0,0-1 0 0 0,1 1 1 0 0,1 0-1 0 0,23-8 70 0 0,-16 4-92 0 0,0 0 0 0 0,1 1 0 0 0,19-3 0 0 0,-4 1 0 0 0,-22 4-5 0 0,0-1-1 0 0,1 1 1 0 0,-1 0 0 0 0,0 0 0 0 0,1 1-1 0 0,8-1 1 0 0,-10 0-1 0 0,15-3-2 0 0,-18 4 0 0 0,1 0 1 0 0,-1-1 0 0 0,0 1-1 0 0,1 0 1 0 0,-1 0 0 0 0,0 0-1 0 0,1 0 1 0 0,-1 0-1 0 0,0 0 1 0 0,1 0 0 0 0,-1 0-1 0 0,0 0 1 0 0,1 0 0 0 0,-1 0-1 0 0,1 0 1 0 0,-1 0-1 0 0,0 0 1 0 0,1 0 0 0 0,-1 1-1 0 0,0-1 1 0 0,1 0 0 0 0,-1 0-1 0 0,0 0 1 0 0,1 0 0 0 0,-1 1-1 0 0,0-1 1 0 0,0 0-1 0 0,1 0 1 0 0,-1 1 0 0 0,0-1-1 0 0,0 0 1 0 0,1 1 0 0 0,-1-1-1 0 0,0 0 1 0 0,0 0 0 0 0,0 1-1 0 0,1-1 1 0 0,-1 1-1 0 0,2 0 1 0 0,-1-1-1 0 0,1 1 0 0 0,0 0 1 0 0,-1-1-1 0 0,1 1 0 0 0,-1 0 1 0 0,1 0-1 0 0,-1 0 0 0 0,1 0 1 0 0,-1 1-1 0 0,2 0 0 0 0,-2-1 3 0 0,-1 1 0 0 0,1-1-1 0 0,-1 0 1 0 0,1 0 0 0 0,-1 1-1 0 0,0-1 1 0 0,1 0 0 0 0,-1 1-1 0 0,0-1 1 0 0,0 0 0 0 0,0 0-1 0 0,0 1 1 0 0,0-1 0 0 0,0 0-1 0 0,0 1 1 0 0,0-1 0 0 0,0 0-1 0 0,-1 1 1 0 0,1-1 0 0 0,-2 3-1 0 0,-10 23 138 0 0,-41 52 274 0 0,10 1-153 0 0,-45 65-79 0 0,75-120-155 0 0,-6 6 17 0 0,-12 18 129 0 0,21-31-39 0 0,10-17-123 0 0,0 1 0 0 0,-1-1 0 0 0,0 0 1 0 0,1 1-1 0 0,-1-1 0 0 0,1 0 0 0 0,-1 0 0 0 0,0 0 0 0 0,0 0 0 0 0,0 0 0 0 0,0 1 0 0 0,0-1 0 0 0,-2 1 0 0 0,3-2-3 0 0,0 0-1 0 0,0 0 1 0 0,-1 0 0 0 0,1 0-1 0 0,0 0 1 0 0,0 1-1 0 0,0-1 1 0 0,0 0 0 0 0,0 0-1 0 0,0 0 1 0 0,-1 0-1 0 0,1 0 1 0 0,0 0-1 0 0,0 0 1 0 0,0 0 0 0 0,0 1-1 0 0,0-1 1 0 0,0 0-1 0 0,0 0 1 0 0,0 0-1 0 0,0 0 1 0 0,0 0 0 0 0,0 0-1 0 0,-1 1 1 0 0,1-1-1 0 0,0 0 1 0 0,0 0 0 0 0,0 0-1 0 0,0 0 1 0 0,0 0-1 0 0,0 1 1 0 0,0-1-1 0 0,0 0 1 0 0,0 0 0 0 0,0 0-1 0 0,0 0 1 0 0,1 1-1 0 0,-1-1 1 0 0,0 0 0 0 0,0 0-1 0 0,0 0 1 0 0,0 0-1 0 0,0 0 1 0 0,0 0-1 0 0,0 1 1 0 0,0-1 0 0 0,0 0-1 0 0,0 0 1 0 0,0 0-1 0 0,1 0 1 0 0,-1 0-1 0 0,0 0 1 0 0,0 0 0 0 0,0 0-1 0 0,0 1 1 0 0,0-1-1 0 0,1 0 1 0 0,-1 0 0 0 0,0 0-1 0 0,0 0 1 0 0,0 0-1 0 0,0 0 1 0 0,0 0-1 0 0,1 0 1 0 0,-1 0 0 0 0,0 0-1 0 0,8-1 161 0 0,38-21-75 0 0,-44 21-91 0 0,0 2-1 0 0,24-15 1 0 0,-2 3 1 0 0,-24 11-2 0 0,0 0 0 0 0,1-1 0 0 0,-1 1 0 0 0,0 0 0 0 0,0-1 0 0 0,1 1-1 0 0,-1 0 1 0 0,0 0 0 0 0,0-1 0 0 0,1 1 0 0 0,-1 0 0 0 0,0 0 0 0 0,1 0-1 0 0,-1-1 1 0 0,0 1 0 0 0,1 0 0 0 0,-1 0 0 0 0,1 0 0 0 0,-1 0 0 0 0,0 0-1 0 0,1 0 1 0 0,-1 0 0 0 0,0 0 0 0 0,1 0 0 0 0,-1 0 0 0 0,0 0 0 0 0,1 0-1 0 0,-1 0 1 0 0,1 0 0 0 0,-1 0 0 0 0,0 0 0 0 0,1 0 0 0 0,-1 0 0 0 0,0 1-1 0 0,1-1 1 0 0,-1 0 0 0 0,0 0 0 0 0,1 1 0 0 0,3 0-1 0 0,8-6-1 0 0,-10 4-1 0 0,20 13-116 0 0,-11-4-241 0 0,-9-6 159 0 0,0 1-1 0 0,1-1 0 0 0,-1 0 1 0 0,1 1-1 0 0,-1-1 0 0 0,1 0 1 0 0,0 0-1 0 0,0-1 0 0 0,5 3 0 0 0,6 2-1242 0 0,39 0-3692 0 0,-44-6 4152 0 0,-7 0 47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34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176 2 112 0 0,'0'-1'7158'0'0,"0"1"-7543"0"0,-20 20 1199 0 0,3 0-359 0 0,-22 22 145 0 0,35-38-569 0 0,0 1 0 0 0,0-1-1 0 0,0 1 1 0 0,1 0 0 0 0,-3 5 0 0 0,-13 17 50 0 0,12-18-73 0 0,1-1-1 0 0,0 1 1 0 0,-7 14-1 0 0,3-5-107 0 0,8-14-53 0 0,0 1 0 0 0,0 0-1 0 0,0 0 1 0 0,1 0 0 0 0,0-1 0 0 0,0 1-1 0 0,0 0 1 0 0,0 0 0 0 0,1 1 0 0 0,0-1-1 0 0,1 7 1 0 0,-1-5-553 0 0,0-5 450 0 0,0-2 200 0 0,0 0 0 0 0,1 1 0 0 0,-1-1 0 0 0,0 1 0 0 0,1-1 0 0 0,-1 1 0 0 0,1-1 0 0 0,-1 0 0 0 0,1 1 0 0 0,-1-1 0 0 0,1 0 0 0 0,-1 0 0 0 0,1 1 0 0 0,-1-1 0 0 0,1 0 0 0 0,-1 0 0 0 0,1 0 0 0 0,-1 0 1 0 0,1 1-1 0 0,-1-1 0 0 0,1 0 0 0 0,0 0 0 0 0,0 0 0 0 0,2-1-99 0 0,0 0 1 0 0,0 0-1 0 0,-1 1 0 0 0,1-2 1 0 0,0 1-1 0 0,-1 0 1 0 0,1 0-1 0 0,-1-1 0 0 0,1 0 1 0 0,-1 1-1 0 0,3-4 1 0 0,14-8-1468 0 0,-8 7 837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34.7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378 30 0 0 0,'12'-12'2290'0'0,"-3"6"-1340"0"0,-8 6-880 0 0,-1 0 0 0 0,1 0-1 0 0,-1-1 1 0 0,1 1 0 0 0,0 0-1 0 0,-1-1 1 0 0,1 1-1 0 0,-1 0 1 0 0,1-1 0 0 0,-1 1-1 0 0,1-1 1 0 0,-1 1-1 0 0,1-1 1 0 0,-1 1 0 0 0,1-1-1 0 0,-1 1 1 0 0,1-1-1 0 0,-1 0 1 0 0,0 1 0 0 0,0-1-1 0 0,1 1 1 0 0,-1-1 0 0 0,0-1-1 0 0,4 2 1701 0 0,0 0 1014 0 0,-10 4-2998 0 0,3 11 767 0 0,-5-8-259 0 0,0 2 0 0 0,1-1 1 0 0,1 1-1 0 0,-9 13 1 0 0,9-13-139 0 0,-1-1-1 0 0,0 0 1 0 0,-12 12 0 0 0,-16 19 228 0 0,33-37-366 0 0,-7 12 76 0 0,-1-1 0 0 0,0 0-1 0 0,-1 0 1 0 0,-22 18-1 0 0,26-24-68 0 0,1-1 0 0 0,-1 1-1 0 0,1 0 1 0 0,0 0 0 0 0,-7 13 0 0 0,8-12-11 0 0,0-1 0 0 0,0 0-1 0 0,0 0 1 0 0,-1-1 0 0 0,-10 10 0 0 0,8-9 1 0 0,1 0-1 0 0,0 0 0 0 0,0 1 1 0 0,-9 13-1 0 0,-6 8 22 0 0,-11 13 16 0 0,30-39-46 0 0,1-1 0 0 0,0 0 0 0 0,0 1 0 0 0,0-1 1 0 0,0 1-1 0 0,0 0 0 0 0,0 0 0 0 0,1 0 0 0 0,-3 5 0 0 0,-2 1 29 0 0,5-6 247 0 0,21-3-48 0 0,43-6-126 0 0,25 0-88 0 0,53 0-32 0 0,-52 0-62 0 0,-79 5 605 0 0,-2-2-5706 0 0,-6-11-3180 0 0,-2 9 9016 0 0,0 3-1562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35.1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46 0 0 0,'-1'-1'198'0'0,"1"0"-1"0"0,-1 0 1 0 0,1 1-1 0 0,-1-1 1 0 0,0 0-1 0 0,1 0 1 0 0,-1 1-1 0 0,0-1 1 0 0,0 0-1 0 0,1 1 1 0 0,-1-1-1 0 0,0 1 1 0 0,0-1-1 0 0,0 1 1 0 0,0-1-1 0 0,1 1 1 0 0,-1 0-1 0 0,0-1 1 0 0,0 1-1 0 0,0 0 1 0 0,0 0-1 0 0,0 0 1 0 0,0 0-1 0 0,0 0 1 0 0,-1 0-1 0 0,-9-14 1893 0 0,6 9-1453 0 0,5 4-594 0 0,0 1 0 0 0,-1 0 0 0 0,1 0 0 0 0,0 0 0 0 0,-1 0 0 0 0,1-1 0 0 0,0 1 0 0 0,-1 0 1 0 0,1 0-1 0 0,0 0 0 0 0,-1-1 0 0 0,1 1 0 0 0,0 0 0 0 0,0-1 0 0 0,-1 1 0 0 0,1 0 1 0 0,0 0-1 0 0,0-1 0 0 0,0 1 0 0 0,-1-1 0 0 0,1 1 0 0 0,0 0 0 0 0,0-1 0 0 0,0 1 0 0 0,0 0 1 0 0,0-1-1 0 0,0 1 0 0 0,0 0 0 0 0,0-1 0 0 0,0 1 0 0 0,0-1 0 0 0,0 1 0 0 0,0-1 1 0 0,0 0 503 0 0,-1-1 66 0 0,2 10-385 0 0,-1-1-108 0 0,0 0 1 0 0,0-1-1 0 0,-1 1 1 0 0,0 0-1 0 0,0-1 1 0 0,-1 1-1 0 0,-2 7 1 0 0,0 24 396 0 0,-3-21-331 0 0,5-13-115 0 0,0 1 0 0 0,0 0 0 0 0,0 0 0 0 0,1 0 0 0 0,-1 1 0 0 0,0 6 0 0 0,1-2 24 0 0,0 0 0 0 0,-1-1-1 0 0,0 1 1 0 0,-1-1 0 0 0,-7 18 0 0 0,-2 4 99 0 0,1 3-25 0 0,6-21-123 0 0,0 1 1 0 0,1-1-1 0 0,1 1 1 0 0,-3 26-1 0 0,6-36-38 0 0,-1 1-1 0 0,0 0 1 0 0,0 0-1 0 0,0-1 1 0 0,0 1-1 0 0,-1 0 1 0 0,-2 6-1 0 0,2-7-1 0 0,0 0-1 0 0,0 1 1 0 0,1-1-1 0 0,0 1 1 0 0,0-1-1 0 0,0 1 1 0 0,0 6-1 0 0,-10 39-55 0 0,6-31 78 0 0,4-17-281 0 0,0 0 1 0 0,0 0-1 0 0,1 0 1 0 0,-1 0-1 0 0,1 0 1 0 0,-1 0-1 0 0,1 0 1 0 0,-1 1 0 0 0,1 2-1 0 0,0-4 210 0 0,0-1 0 0 0,0 1 0 0 0,0-1 0 0 0,0 0 0 0 0,0 1 0 0 0,1-1 0 0 0,-1 0 0 0 0,0 1 0 0 0,0-1-1 0 0,0 0 1 0 0,0 1 0 0 0,0-1 0 0 0,1 0 0 0 0,-1 1 0 0 0,0-1 0 0 0,0 0 0 0 0,1 1 0 0 0,-1-1 0 0 0,0 0 0 0 0,0 0 0 0 0,1 1 0 0 0,-1-1 0 0 0,0 0 0 0 0,1 0 0 0 0,-1 1 0 0 0,0-1 0 0 0,1 0-1 0 0,-1 0 1 0 0,1 0 0 0 0,-1 0 0 0 0,0 0 0 0 0,1 0 0 0 0,-1 0 0 0 0,0 0 0 0 0,1 0 0 0 0,-1 0 0 0 0,1 0 0 0 0,-1 0 0 0 0,0 0 0 0 0,1 0 0 0 0,18-4-1770 0 0,-16 3 1711 0 0,2 0-296 0 0,-1-1 0 0 0,1 0 1 0 0,-1 0-1 0 0,1 0 0 0 0,-1-1 1 0 0,0 0-1 0 0,0 1 0 0 0,0-1 0 0 0,0-1 1 0 0,0 1-1 0 0,-1-1 0 0 0,1 1 1 0 0,-1-1-1 0 0,0 0 0 0 0,4-8 0 0 0,2 1-582 0 0,2 4 403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36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99 0 0 0,'-6'-3'-393'0'0,"5"2"624"0"0,1 1-1 0 0,0-1 1 0 0,-1 1 0 0 0,1-1 0 0 0,-1 1 0 0 0,1-1 1 0 0,0 1-1 0 0,-1-1 0 0 0,1 0 0 0 0,0 1 0 0 0,0-1 0 0 0,-1 1 0 0 0,1-1 0 0 0,0 0 1 0 0,0 1-1 0 0,0-1 0 0 0,0 1 0 0 0,0-1 0 0 0,0 0 0 0 0,0 1 0 0 0,0-2 0 0 0,3 1-6 0 0,-3 1-219 0 0,1 0-1 0 0,-1 0 1 0 0,0 0-1 0 0,0 0 1 0 0,1 0-1 0 0,-1 0 0 0 0,0 0 1 0 0,1 0-1 0 0,-1 0 1 0 0,0 0-1 0 0,0 0 1 0 0,1-1-1 0 0,-1 1 0 0 0,0 0 1 0 0,1 0-1 0 0,-1 0 1 0 0,0 0-1 0 0,0 0 0 0 0,1-1 1 0 0,-1 1-1 0 0,0 0 1 0 0,0 0-1 0 0,0-1 1 0 0,1 1-1 0 0,-1 0 0 0 0,0 0 1 0 0,0 0-1 0 0,0-1 1 0 0,0 1-1 0 0,0 0 1 0 0,0-1-1 0 0,1 1 0 0 0,-1 0 1 0 0,0 0-1 0 0,0-1 1 0 0,0 1-1 0 0,0 0 1 0 0,0-1-1 0 0,0 1 0 0 0,3-3 73 0 0,0 0-1 0 0,0 0 1 0 0,1 0-1 0 0,-1 0 1 0 0,1 1-1 0 0,0-1 1 0 0,0 1-1 0 0,5-2 1 0 0,-4 1 69 0 0,-2 1-63 0 0,0 1 0 0 0,0-1 0 0 0,1 0 0 0 0,-1 1-1 0 0,0 0 1 0 0,1 0 0 0 0,0 0 0 0 0,-1 0 0 0 0,1 1-1 0 0,5-1 1 0 0,6-5 492 0 0,36 6 109 0 0,-8-6-572 0 0,-8 0-82 0 0,-4-1-18 0 0,-25 5-8 0 0,-4 0-4 0 0,15 0 29 0 0,-17 2-26 0 0,1 0 1 0 0,-1 0-1 0 0,0 0 0 0 0,1 0 1 0 0,-1 0-1 0 0,0 0 0 0 0,0 0 1 0 0,1 0-1 0 0,-1 0 1 0 0,0 0-1 0 0,1 0 0 0 0,-1 0 1 0 0,0 0-1 0 0,0 0 1 0 0,1 0-1 0 0,-1 0 0 0 0,0 0 1 0 0,1 0-1 0 0,-1 0 1 0 0,0 1-1 0 0,0-1 0 0 0,1 0 1 0 0,-1 0-1 0 0,0 0 1 0 0,0 0-1 0 0,0 1 0 0 0,1-1 1 0 0,-1 0-1 0 0,0 0 0 0 0,0 1 1 0 0,0-1-1 0 0,1 0 1 0 0,-1 0-1 0 0,0 1 0 0 0,0-1 1 0 0,-5 9 378 0 0,-1 3-280 0 0,1-2 8 0 0,5-9-102 0 0,-1-1-1 0 0,1 1 1 0 0,-1 0-1 0 0,1-1 1 0 0,-1 1-1 0 0,1 0 1 0 0,-1 0-1 0 0,1-1 1 0 0,0 1-1 0 0,-1 0 1 0 0,1 0 0 0 0,0-1-1 0 0,0 1 1 0 0,0 0-1 0 0,0 0 1 0 0,-1 0-1 0 0,1 0 1 0 0,0 0-1 0 0,0 2 18 0 0,-1 0-1 0 0,1-1 1 0 0,-1 1-1 0 0,0 0 1 0 0,0-1 0 0 0,0 1-1 0 0,-1-1 1 0 0,1 0-1 0 0,0 1 1 0 0,-1-1-1 0 0,-2 2 1 0 0,2-1 4 0 0,0 0 1 0 0,1-1-1 0 0,-1 1 1 0 0,0 0-1 0 0,1 0 1 0 0,-1 0-1 0 0,1 0 0 0 0,0 0 1 0 0,0 0-1 0 0,0 0 1 0 0,0 6-1 0 0,0-6 1 0 0,1 0-1 0 0,-1 0 1 0 0,1 1-1 0 0,-1-1 1 0 0,0 0-1 0 0,0 0 1 0 0,0 0-1 0 0,-1-1 1 0 0,-1 4-1 0 0,1-3-5 0 0,1 0 1 0 0,-1 0-1 0 0,1 0 0 0 0,0 0 1 0 0,0 0-1 0 0,0 0 0 0 0,0 0 1 0 0,1 1-1 0 0,-1 2 0 0 0,0 2 29 0 0,0-1-1 0 0,0 0 0 0 0,-1 0 0 0 0,0 0 0 0 0,0 0 1 0 0,-5 10-1 0 0,4-10-12 0 0,0 0 0 0 0,0 0 0 0 0,1 1 0 0 0,0-1 0 0 0,1 1 0 0 0,-2 11 0 0 0,3-13-16 0 0,-1-1 0 0 0,0 1-1 0 0,0 0 1 0 0,0-1-1 0 0,-1 1 1 0 0,-3 6 0 0 0,3-7-5 0 0,0 1 0 0 0,0-1 0 0 0,1 1 0 0 0,0-1 0 0 0,0 1 0 0 0,-1 7 0 0 0,-9 55 171 0 0,1-2-62 0 0,-1-10 0 0 0,11-51-114 0 0,0 1 1 0 0,0-1-1 0 0,-1 0 1 0 0,1 0-1 0 0,-1 0 1 0 0,0 1-1 0 0,-1-1 1 0 0,-2 8-1 0 0,2-9 1 0 0,1-1 0 0 0,1 1 0 0 0,-1-1-1 0 0,0 1 1 0 0,1-1 0 0 0,0 1 0 0 0,0 5 0 0 0,0-6-5 0 0,0-1-1 0 0,0 1 1 0 0,0 0 0 0 0,-1 0-1 0 0,1 0 1 0 0,-1-1-1 0 0,1 1 1 0 0,-1 0 0 0 0,-2 5-1 0 0,2-6 2 0 0,0 0 0 0 0,0 0 0 0 0,0 1 0 0 0,1-1 0 0 0,-1 0 0 0 0,1 1 0 0 0,-1-1 0 0 0,1 0 0 0 0,0 1 0 0 0,0-1 0 0 0,0 1 0 0 0,0-1 0 0 0,1 3 0 0 0,-1-3-4 0 0,1-1 0 0 0,-1 1-1 0 0,0 0 1 0 0,0 0 0 0 0,0-1 0 0 0,0 1-1 0 0,0 0 1 0 0,0 0 0 0 0,0-1 0 0 0,-1 1 0 0 0,1 0-1 0 0,-1-1 1 0 0,1 1 0 0 0,-1 0 0 0 0,0-1-1 0 0,0 1 1 0 0,-1 2 0 0 0,1-3-5 0 0,1-1 0 0 0,0 1 0 0 0,-1 0 0 0 0,1-1 0 0 0,0 1-1 0 0,0 0 1 0 0,-1 0 0 0 0,1-1 0 0 0,0 1 0 0 0,0 0 0 0 0,0 0 0 0 0,0-1 0 0 0,0 1 0 0 0,0 0 0 0 0,0 0 0 0 0,0-1 0 0 0,0 1 0 0 0,0 0 0 0 0,1 1 0 0 0,-1-2 0 0 0,0 1 1 0 0,1 0 0 0 0,-1-1 0 0 0,0 1 0 0 0,0 0-1 0 0,0 0 1 0 0,0-1 0 0 0,0 1 0 0 0,0 0 0 0 0,0 0-1 0 0,0-1 1 0 0,0 1 0 0 0,-1 0 0 0 0,1-1 0 0 0,0 1-1 0 0,0 0 1 0 0,-1 0 0 0 0,1-1 0 0 0,-1 2 0 0 0,0-1 1 0 0,0 0 0 0 0,1-1 1 0 0,-1 1-1 0 0,0 0 1 0 0,0 0-1 0 0,1 0 1 0 0,-1 0-1 0 0,1 1 0 0 0,-1-1 1 0 0,1 0-1 0 0,-1 0 1 0 0,1 0-1 0 0,0 0 1 0 0,-1 1-1 0 0,1-1 0 0 0,0 0 1 0 0,0 0-1 0 0,0 0 1 0 0,0 2-1 0 0,0-1 11 0 0,-1 0 0 0 0,0 0 0 0 0,0 0 0 0 0,1 0 0 0 0,-1 0 0 0 0,0-1 0 0 0,-1 1 0 0 0,1 0 0 0 0,0-1 0 0 0,0 1 0 0 0,-1-1 0 0 0,1 1 0 0 0,-1-1 0 0 0,1 0 0 0 0,-3 2 0 0 0,-9 12 144 0 0,-7-7 3 0 0,14-3-121 0 0,5-4-38 0 0,0-1 0 0 0,0 1 0 0 0,0 0 0 0 0,0-1 0 0 0,0 1 0 0 0,0-1 0 0 0,0 1 0 0 0,0-1 0 0 0,0 0 0 0 0,0 1-1 0 0,0-1 1 0 0,0 0 0 0 0,0 0 0 0 0,-2 1 0 0 0,-30 10 55 0 0,28-9-60 0 0,0 0 0 0 0,0 0 0 0 0,0 0 0 0 0,-1 0 0 0 0,1-1 0 0 0,-8 1 0 0 0,-4 1-98 0 0,14-2-103 0 0,0-1-1 0 0,1 1 1 0 0,-1 0-1 0 0,0-1 1 0 0,0 0 0 0 0,0 0-1 0 0,0 0 1 0 0,1 0 0 0 0,-1 0-1 0 0,0-1 1 0 0,0 1-1 0 0,0-1 1 0 0,1 1 0 0 0,-5-3-1 0 0,5 1-474 0 0,-1 0 0 0 0,1 0 0 0 0,0-1 1 0 0,0 1-1 0 0,0-1 0 0 0,0 1 0 0 0,1-1 0 0 0,-1 0 0 0 0,1 0 0 0 0,0 0 0 0 0,0 0 0 0 0,-2-5 0 0 0,3-3-737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38.2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578 63 480 0 0,'0'0'6196'0'0,"11"-14"-4775"0"0,-11 7-1205 0 0,1 7-151 0 0,-1-1-1 0 0,0 0 0 0 0,0 1 1 0 0,1-1-1 0 0,-1 0 0 0 0,0 1 1 0 0,0-1-1 0 0,0 0 0 0 0,0 0 1 0 0,0 1-1 0 0,0-1 1 0 0,0 0-1 0 0,0 1 0 0 0,0-1 1 0 0,0 0-1 0 0,-1 1 0 0 0,1-1 1 0 0,0 0-1 0 0,0 1 0 0 0,-1-1 1 0 0,1 0-1 0 0,0 1 1 0 0,-1-1-1 0 0,1 1 0 0 0,0-1 1 0 0,-1 1-1 0 0,1-1 0 0 0,-1 1 1 0 0,1-1-1 0 0,-1 1 0 0 0,1-1 1 0 0,-1 1-1 0 0,0-1 1 0 0,1 1-1 0 0,-1 0 0 0 0,1-1 1 0 0,-2 1-1 0 0,0 0 49 0 0,2-1-102 0 0,0 1 1 0 0,-1-1-1 0 0,1 1 1 0 0,-1 0 0 0 0,1-1-1 0 0,-1 1 1 0 0,1-1-1 0 0,0 1 1 0 0,-1 0-1 0 0,1-1 1 0 0,-1 1 0 0 0,1 0-1 0 0,-1 0 1 0 0,0-1-1 0 0,1 1 1 0 0,-1 0 0 0 0,1 0-1 0 0,-1 0 1 0 0,1 0-1 0 0,-1 0 1 0 0,0 0-1 0 0,1 0 1 0 0,-1 0 0 0 0,1 0-1 0 0,-2 0 1 0 0,-22 0 177 0 0,19 0-155 0 0,-29-1 10 0 0,20 0-50 0 0,-1 1 0 0 0,1 0-1 0 0,-1 1 1 0 0,-24 5 0 0 0,26-4 0 0 0,0 0 0 0 0,0-1 0 0 0,0-1 0 0 0,0 0-1 0 0,-16-2 1 0 0,-6 0-34 0 0,-2-10-122 0 0,8 5 24 0 0,28 7 121 0 0,1-1-64 0 0,0 13 109 0 0,1-10-19 0 0,-1 1 0 0 0,0-1 0 0 0,1 1 0 0 0,-1-1 0 0 0,0 0 0 0 0,-1 1 0 0 0,1-1 0 0 0,0 1 0 0 0,-1-1 0 0 0,1 0 0 0 0,-2 4 0 0 0,1-4-2 0 0,0 0 1 0 0,0-1 0 0 0,0 1 0 0 0,0 0-1 0 0,0-1 1 0 0,1 1 0 0 0,-1 0-1 0 0,1 0 1 0 0,-1-1 0 0 0,1 1 0 0 0,0 0-1 0 0,0 0 1 0 0,-1 0 0 0 0,1 0 0 0 0,1 0-1 0 0,-1 0 1 0 0,0 2 0 0 0,1-1 8 0 0,-1 0 0 0 0,0 0 0 0 0,0 0 0 0 0,0-1 1 0 0,0 1-1 0 0,-1 0 0 0 0,1 0 0 0 0,-1 0 0 0 0,-1 4 0 0 0,-12 42 198 0 0,6-18-70 0 0,0-5-40 0 0,3-4 28 0 0,-2 0 0 0 0,-15 31 0 0 0,8-9-9 0 0,12-35-95 0 0,0-1 1 0 0,-1 1-1 0 0,0-1 0 0 0,-5 11 0 0 0,0-5 5 0 0,2 1 0 0 0,0-1 0 0 0,1 1 0 0 0,-5 20-1 0 0,7-20-22 0 0,-2 0 0 0 0,1-1 0 0 0,-2 1-1 0 0,-9 16 1 0 0,-3 5-25 0 0,18-35 15 0 0,-1-1-1 0 0,1 1 1 0 0,0-1 0 0 0,-1 1 0 0 0,1 0-1 0 0,0-1 1 0 0,0 1 0 0 0,0 0 0 0 0,-1 0-1 0 0,1-1 1 0 0,0 1 0 0 0,0 0 0 0 0,0-1-1 0 0,0 1 1 0 0,0 0 0 0 0,0 0-1 0 0,1-1 1 0 0,-1 1 0 0 0,0 1 0 0 0,0-2 0 0 0,1 1 0 0 0,-1-1 0 0 0,0 0 0 0 0,0 1 0 0 0,0-1 0 0 0,0 1 0 0 0,0-1 0 0 0,0 0 0 0 0,0 1 0 0 0,0-1 0 0 0,0 0 0 0 0,0 1 0 0 0,0-1 0 0 0,0 1 0 0 0,0-1 0 0 0,0 0 0 0 0,0 1 0 0 0,0-1 0 0 0,0 0 1 0 0,-1 1-1 0 0,1-1 0 0 0,0 0 0 0 0,0 1 0 0 0,0-1 0 0 0,-1 0 0 0 0,1 1 0 0 0,0 0 0 0 0,-5 1 4 0 0,1 2-2 0 0,3 14 66 0 0,1-18-67 0 0,0 1 64 0 0,1 4-25 0 0,0 2 20 0 0,41 17 115 0 0,-23-18-121 0 0,-12-3-45 0 0,0-1 0 0 0,0 0-1 0 0,0 0 1 0 0,0 0 0 0 0,0-1 0 0 0,8 0 0 0 0,73 5-135 0 0,-76-6-314 0 0,0-2 0 0 0,0 1 0 0 0,0-2 0 0 0,0 0 0 0 0,21-7-1 0 0,4-2-2292 0 0,-31 8 1850 0 0,-1 1 0 0 0,0-1-1 0 0,0 0 1 0 0,0 0-1 0 0,-1 0 1 0 0,8-9-1 0 0,-10 7-313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1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13 0 0 0,'0'0'30'0'0,"0"0"0"0"0,0 0-1 0 0,-1 0 1 0 0,1 0 0 0 0,0 0 0 0 0,0 0-1 0 0,0 0 1 0 0,-1 0 0 0 0,1 0 0 0 0,0 0 0 0 0,0 1-1 0 0,-1-1 1 0 0,1 0 0 0 0,0 0 0 0 0,0 0-1 0 0,-1 0 1 0 0,1-1 0 0 0,0 1 0 0 0,0 0 0 0 0,-1 0-1 0 0,1 0 1 0 0,0 0 0 0 0,0 0 0 0 0,0 0-1 0 0,-1 0 1 0 0,1 0 0 0 0,0 0 0 0 0,0-1 0 0 0,0 1-1 0 0,-1 0 1 0 0,1 0 0 0 0,0 0 0 0 0,0 0 0 0 0,0-1-1 0 0,0 1 1 0 0,-1 0 0 0 0,1 0 0 0 0,0 0-1 0 0,0-1 1 0 0,0 1 0 0 0,0 0 0 0 0,0 0 0 0 0,0 0-1 0 0,0-1 1 0 0,0 1 0 0 0,0 0 0 0 0,0 0-1 0 0,0-1 1 0 0,0 1 0 0 0,0 0 0 0 0,0-1 0 0 0,-3-6 2716 0 0,-38 8-60 0 0,8 16-1855 0 0,31-16-786 0 0,0 0 1 0 0,0 0-1 0 0,1 0 1 0 0,-1 0-1 0 0,1 1 1 0 0,-1-1-1 0 0,1 0 0 0 0,-1 1 1 0 0,1 0-1 0 0,0-1 1 0 0,-1 1-1 0 0,1 0 1 0 0,0-1-1 0 0,0 1 0 0 0,-1 3 1 0 0,2-4-36 0 0,0 0 0 0 0,0 0 1 0 0,-1 0-1 0 0,1 0 0 0 0,0 0 1 0 0,-1-1-1 0 0,1 1 0 0 0,0 0 1 0 0,-1 0-1 0 0,1 0 1 0 0,-1-1-1 0 0,0 1 0 0 0,1 0 1 0 0,-1-1-1 0 0,1 1 0 0 0,-1 0 1 0 0,0-1-1 0 0,0 1 0 0 0,0 0-1 0 0,0 0 1 0 0,0-1-1 0 0,0 1 0 0 0,0 0 0 0 0,0 0 1 0 0,0 0-1 0 0,1 0 0 0 0,-1 0 0 0 0,0 0 1 0 0,1 0-1 0 0,-1 0 0 0 0,1 0 0 0 0,-1 0 1 0 0,1 0-1 0 0,0 0 0 0 0,-1 0 0 0 0,1 0 1 0 0,0 1-1 0 0,-1 0 0 0 0,2-2-8 0 0,-1 1 0 0 0,0-1 0 0 0,0 0 0 0 0,0 0 0 0 0,0 1 0 0 0,0-1 1 0 0,0 0-1 0 0,0 1 0 0 0,0-1 0 0 0,-1 0 0 0 0,1 0 0 0 0,0 1 0 0 0,0-1 0 0 0,0 0 0 0 0,0 1 0 0 0,0-1 0 0 0,0 0 0 0 0,0 0 0 0 0,-1 1 0 0 0,1-1 0 0 0,0 0 0 0 0,0 0 0 0 0,0 1 0 0 0,-1-1 0 0 0,1 0 0 0 0,0 0 1 0 0,0 0-1 0 0,-1 0 0 0 0,1 1 0 0 0,0-1 0 0 0,0 0 0 0 0,-1 0 0 0 0,1 0 0 0 0,-1 1 0 0 0,1-1 0 0 0,-1 0 0 0 0,1 1 0 0 0,-1-1 0 0 0,1 1 0 0 0,-1-1 0 0 0,1 0 0 0 0,0 1 0 0 0,-1-1 0 0 0,1 1 0 0 0,0-1 1 0 0,-1 1-1 0 0,1-1 0 0 0,0 1 0 0 0,0-1 0 0 0,-1 1 0 0 0,1 0 0 0 0,0-1 0 0 0,0 1 0 0 0,0-1 0 0 0,0 1 0 0 0,0-1 0 0 0,0 1 0 0 0,0 0 0 0 0,0-1 0 0 0,0 1 0 0 0,0-1 0 0 0,0 1 0 0 0,1 0 0 0 0,-6 9 0 0 0,5-10 1 0 0,-1 1-1 0 0,0 0 1 0 0,1 0 0 0 0,-1-1-1 0 0,1 1 1 0 0,-1 0-1 0 0,1 0 1 0 0,-1 0 0 0 0,1 0-1 0 0,-1 0 1 0 0,1 0-1 0 0,0 0 1 0 0,0 0 0 0 0,-1-1-1 0 0,1 1 1 0 0,0 0-1 0 0,0 0 1 0 0,0 0-1 0 0,0 0 1 0 0,0 0 0 0 0,0 0-1 0 0,1 2 1 0 0,-1-2 0 0 0,0 0-1 0 0,0-1 1 0 0,0 1 0 0 0,0 0-1 0 0,0 0 1 0 0,0-1 0 0 0,0 1-1 0 0,1 0 1 0 0,-1-1 0 0 0,0 1 0 0 0,1 0-1 0 0,-1-1 1 0 0,0 1 0 0 0,1 0-1 0 0,-1-1 1 0 0,1 1 0 0 0,-1-1-1 0 0,1 1 1 0 0,-1-1 0 0 0,1 1 0 0 0,-1-1-1 0 0,1 1 1 0 0,-1-1 0 0 0,1 1-1 0 0,0-1 1 0 0,-1 0 0 0 0,1 1-1 0 0,0-1 1 0 0,-1 0 0 0 0,1 0 0 0 0,0 0-1 0 0,0 1 1 0 0,-1-1 0 0 0,1 0-1 0 0,0 0 1 0 0,-1 0 0 0 0,1 0-1 0 0,0 0 1 0 0,1 0 0 0 0,-1 0 6 0 0,30 1 13 0 0,-27 0-17 0 0,-1 0 1 0 0,0 0 0 0 0,1 0 0 0 0,-1 0 0 0 0,1 0 0 0 0,0-1 0 0 0,5 1 0 0 0,-4-1-3 0 0,-1 0 0 0 0,1 1 0 0 0,0 0 1 0 0,-1 0-1 0 0,1 0 0 0 0,-1 0 0 0 0,1 1 1 0 0,4 2-1 0 0,13 6 15 0 0,-18-8-16 0 0,0-1 0 0 0,0 1 0 0 0,0 0 0 0 0,0 0 0 0 0,-1 0 0 0 0,1 0 0 0 0,-1 1 0 0 0,1-1 1 0 0,-1 1-1 0 0,0 0 0 0 0,0 0 0 0 0,-1 0 0 0 0,4 4 0 0 0,48 67 47 0 0,-51-69-40 0 0,0-2 18 0 0,0 1 0 0 0,-1 0 0 0 0,0 0-1 0 0,0 0 1 0 0,0 0 0 0 0,-1 1 0 0 0,1-1 0 0 0,-1 0 0 0 0,0 1 0 0 0,0-1 0 0 0,0 7 0 0 0,5 1 168 0 0,-5-11-181 0 0,-1 0 1 0 0,1-1-1 0 0,-1 1 0 0 0,1-1 1 0 0,-1 1-1 0 0,1 0 1 0 0,-1-1-1 0 0,1 1 1 0 0,-1 0-1 0 0,0-1 0 0 0,1 1 1 0 0,-1 0-1 0 0,0 0 1 0 0,0-1-1 0 0,1 1 1 0 0,-1 0-1 0 0,0 0 0 0 0,0 0 1 0 0,0-1-1 0 0,0 1 1 0 0,0 0-1 0 0,0 0 1 0 0,0-1-1 0 0,0 1 0 0 0,-1 0 1 0 0,1 0-1 0 0,0 0 1 0 0,0-1-1 0 0,-1 1 1 0 0,1 0-1 0 0,0-1 0 0 0,-1 1 1 0 0,0 1-1 0 0,1-2-11 0 0,-1 1 31 0 0,0 0 0 0 0,0-1-1 0 0,1 1 1 0 0,-1 0-1 0 0,0 0 1 0 0,1 0-1 0 0,-1 0 1 0 0,1 0 0 0 0,-1 0-1 0 0,1 0 1 0 0,-1 1-1 0 0,1-1 1 0 0,0 0-1 0 0,-1 0 1 0 0,1 0-1 0 0,0 0 1 0 0,0 0 0 0 0,0 1-1 0 0,0-1 1 0 0,0 2-1 0 0,-1 0 27 0 0,0-1 0 0 0,0 0 0 0 0,0 1 0 0 0,0-1 0 0 0,0 0 0 0 0,-1 0 0 0 0,1 1 0 0 0,-1-1 0 0 0,0 0 0 0 0,1-1 0 0 0,-1 1 0 0 0,0 0 0 0 0,0 0 0 0 0,0-1 0 0 0,0 1 0 0 0,-1-1 0 0 0,-3 2 0 0 0,-25 16 241 0 0,-3 0-195 0 0,20-11-131 0 0,13-7 15 0 0,1 0-1 0 0,-1 0 1 0 0,0 0 0 0 0,0-1 0 0 0,0 1 0 0 0,0-1 0 0 0,0 1-1 0 0,0 0 1 0 0,0-1 0 0 0,0 0 0 0 0,0 1 0 0 0,0-1-1 0 0,0 1 1 0 0,0-1 0 0 0,-1 0 0 0 0,1 0 0 0 0,0 0 0 0 0,-2 0-1 0 0,-6 2-382 0 0,5-1-267 0 0,-4-10-606 0 0,6 7 1049 0 0,1-1-1 0 0,-1 1 0 0 0,1-1 0 0 0,0 1 1 0 0,0-1-1 0 0,0 1 0 0 0,1-1 0 0 0,-1 0 1 0 0,1 1-1 0 0,-1-1 0 0 0,1 0 1 0 0,0-3-1 0 0,1-43-2258 0 0,0 24 1061 0 0,8-11-527 0 0,-8 18 940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2.1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49 564 0 0,'0'0'2154'0'0,"22"0"-1136"0"0,74 12-286 0 0,-39-14-491 0 0,67-13 1 0 0,-107 13-226 0 0,71-18 39 0 0,-70 14-147 0 0,1 1 1 0 0,0 1 0 0 0,0 1-1 0 0,24-1 1 0 0,-43 7-72 0 0,1-1 0 0 0,-1 1 0 0 0,0-1 1 0 0,0 1-1 0 0,0-1 0 0 0,0 1 0 0 0,0-1 0 0 0,0 1 0 0 0,-1 4 0 0 0,-10 12-1208 0 0,2-7 554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2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166 2 0 0 0,'0'0'299'0'0,"1"0"-3"0"0,-1 0 0 0 0,1 0 0 0 0,-1-1 0 0 0,1 1 0 0 0,-1 0 0 0 0,0 0-1 0 0,1 0 1 0 0,-1 0 0 0 0,1 0 0 0 0,-1 0 0 0 0,1 0 0 0 0,-1 0 0 0 0,1 0 0 0 0,-1 0 0 0 0,1 0 0 0 0,-1 0 0 0 0,0 0 0 0 0,1 0 0 0 0,-1 0 0 0 0,1 0 0 0 0,-1 1 0 0 0,1-1 0 0 0,-1 0 0 0 0,1 4-147 0 0,-1 0-1 0 0,0 0 1 0 0,-1 0 0 0 0,1 0-1 0 0,-1 0 1 0 0,1 0 0 0 0,-1 0-1 0 0,-1 0 1 0 0,1-1 0 0 0,-3 6-1 0 0,-21 55 1141 0 0,9-34-1032 0 0,11-19-212 0 0,-1-1 1 0 0,1 1-1 0 0,-16 18 1 0 0,-1 6-35 0 0,17-29-29 0 0,0 0 1 0 0,0-1-1 0 0,1 2 0 0 0,0-1 0 0 0,-7 13 0 0 0,4-6-75 0 0,-15 25-939 0 0,21-36 818 0 0,0 1-1 0 0,0 0 0 0 0,1 0 0 0 0,-1 0 1 0 0,1 0-1 0 0,0 0 0 0 0,0 0 1 0 0,0 0-1 0 0,0 0 0 0 0,0 0 1 0 0,1 3-1 0 0,0 4-933 0 0,1-10 774 0 0,0 0 0 0 0,1 0 0 0 0,-1 0 0 0 0,0 0 1 0 0,0 0-1 0 0,1-1 0 0 0,-1 1 0 0 0,0-1 0 0 0,0 1 0 0 0,0-1 1 0 0,1 0-1 0 0,2-1 0 0 0,-4 1 360 0 0,10-4-884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2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 21 340 0 0,'0'-7'-255'0'0,"0"-7"10366"0"0,0 23-8657 0 0,-5 1-1295 0 0,4-9-147 0 0,1 0 0 0 0,-1-1 0 0 0,1 1 0 0 0,-1 0 0 0 0,1-1 0 0 0,-1 1 1 0 0,1 0-1 0 0,0-1 0 0 0,-1 1 0 0 0,1 0 0 0 0,0 0 0 0 0,0 0 0 0 0,-1-1 0 0 0,1 1 0 0 0,0 0 0 0 0,0 0 0 0 0,0 0 0 0 0,0 1 0 0 0,0 3 68 0 0,0 1-1 0 0,0-1 0 0 0,-1 1 0 0 0,0-1 1 0 0,0 1-1 0 0,0-1 0 0 0,-4 11 0 0 0,-3 19 292 0 0,1-2-80 0 0,-22 64 431 0 0,7-16-335 0 0,15-63-324 0 0,4-11-45 0 0,0-1-1 0 0,1 1 1 0 0,0 0 0 0 0,0 0-1 0 0,-2 14 1 0 0,2-12-9 0 0,-1 1-1 0 0,1-1 1 0 0,-2 0-1 0 0,1 0 1 0 0,-1 0-1 0 0,-9 14 1 0 0,-2 21-9 0 0,11-35 1 0 0,1-4-10 0 0,1 1-1 0 0,0-1 0 0 0,-1 1 1 0 0,2-1-1 0 0,-1 1 1 0 0,-1 6-1 0 0,-2 2-121 0 0,0 4-147 0 0,5-17 254 0 0,0-1-1 0 0,0 1 0 0 0,0-1 0 0 0,0 1 0 0 0,0 0 1 0 0,1-1-1 0 0,-1 1 0 0 0,0-1 0 0 0,0 1 1 0 0,0 0-1 0 0,0-1 0 0 0,-1 1 0 0 0,1 0 1 0 0,0-1-1 0 0,0 1 0 0 0,0-1 0 0 0,0 1 1 0 0,-1-1-1 0 0,1 1 0 0 0,0 0 0 0 0,-1-1 1 0 0,1 1-1 0 0,0-1 0 0 0,-1 1 0 0 0,1-1 1 0 0,0 1-1 0 0,-1-1 0 0 0,1 0 0 0 0,-1 1 0 0 0,1-1 1 0 0,-1 0-1 0 0,1 1 0 0 0,-1-1 0 0 0,0 1 1 0 0,-1-1-12 0 0,2 2-142 0 0,0-1-1 0 0,-1 0 0 0 0,1 1 0 0 0,0-1 1 0 0,-1 1-1 0 0,1-1 0 0 0,0 1 1 0 0,0-1-1 0 0,0 0 0 0 0,0 1 1 0 0,0-1-1 0 0,1 1 0 0 0,-1-1 1 0 0,1 2-1 0 0,19-2-10392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3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9 0 0 0,'0'0'78'0'0,"0"-1"1"0"0,0 1-1 0 0,0 0 0 0 0,0-1 1 0 0,0 1-1 0 0,0 0 0 0 0,1-1 1 0 0,-1 1-1 0 0,0 0 0 0 0,0-1 1 0 0,0 1-1 0 0,0 0 0 0 0,1-1 1 0 0,-1 1-1 0 0,0 0 0 0 0,0-1 1 0 0,1 1-1 0 0,-1 0 0 0 0,0 0 1 0 0,0 0-1 0 0,1-1 0 0 0,-1 1 0 0 0,0 0 1 0 0,1 0-1 0 0,-1 0 0 0 0,0-1 1 0 0,1 1-1 0 0,-1 0 0 0 0,0 0 1 0 0,1 0-1 0 0,-1 0 0 0 0,0 0 1 0 0,1 0-1 0 0,-1 0 0 0 0,1 0 1 0 0,16 1 2803 0 0,-10 0-1910 0 0,-9 35 1230 0 0,-1-32-2080 0 0,2-2-74 0 0,1-1 0 0 0,-1 0 0 0 0,0 0-1 0 0,1 0 1 0 0,-1 0 0 0 0,1 0 0 0 0,-1 1-1 0 0,1-1 1 0 0,0 0 0 0 0,-1 0 0 0 0,1 1 0 0 0,0-1-1 0 0,0 0 1 0 0,0 2 0 0 0,-11 29 670 0 0,11-30-681 0 0,-1 0-1 0 0,1 0 1 0 0,0 0 0 0 0,-1 0-1 0 0,0 0 1 0 0,1 0 0 0 0,-1 0-1 0 0,0 0 1 0 0,0 0 0 0 0,0-1-1 0 0,-2 4 1 0 0,1-3-14 0 0,1 0 1 0 0,0 0-1 0 0,-1 0 1 0 0,1 0-1 0 0,0 0 0 0 0,1 0 1 0 0,-1 0-1 0 0,0 0 1 0 0,1 0-1 0 0,-1 1 0 0 0,0 3 1 0 0,1-3-4 0 0,-1 1 0 0 0,0-1 0 0 0,0 0 0 0 0,0 0 1 0 0,0 0-1 0 0,-1 0 0 0 0,1 0 0 0 0,-1 0 0 0 0,-3 4 1 0 0,2-4-15 0 0,1 0 0 0 0,0 0 0 0 0,1 0 0 0 0,-1 0 1 0 0,1 0-1 0 0,-1 1 0 0 0,1-1 0 0 0,0 1 0 0 0,0-1 1 0 0,-1 5-1 0 0,2-6-7 0 0,0 0 1 0 0,0 0-1 0 0,-1 0 0 0 0,1-1 1 0 0,-1 1-1 0 0,0 0 1 0 0,1 0-1 0 0,-1 0 1 0 0,0-1-1 0 0,0 1 0 0 0,0 0 1 0 0,-2 2-1 0 0,2-3-14 0 0,-1 1-1 0 0,1 0 1 0 0,0 0 0 0 0,0-1-1 0 0,0 1 1 0 0,0 0-1 0 0,0 0 1 0 0,1 0-1 0 0,-1 0 1 0 0,1 0 0 0 0,-1 1-1 0 0,1 2 1 0 0,-11 18-654 0 0,11-22 417 0 0,2 18-3971 0 0,18-26-183 0 0,-10 2 3436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4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1 117 0 0 0,'6'-18'2580'0'0,"-1"4"-458"0"0,5 3-1263 0 0,-9 11-815 0 0,-1-1 0 0 0,1 1 0 0 0,0-1 0 0 0,0 0 0 0 0,0 1 0 0 0,0-1-1 0 0,-1 0 1 0 0,1 1 0 0 0,0-1 0 0 0,-1 0 0 0 0,1 0 0 0 0,-1 0 0 0 0,1 0 0 0 0,-1 0 0 0 0,2-1 0 0 0,1-2 69 0 0,2 0-1 0 0,-1 0 1 0 0,0 1 0 0 0,1-1 0 0 0,0 1-1 0 0,-1 0 1 0 0,9-3 0 0 0,11-2-29 0 0,-16 5-67 0 0,0 0 0 0 0,0 0 1 0 0,1 1-1 0 0,-1 0 0 0 0,14-1 0 0 0,20-3 46 0 0,-40 6-58 0 0,9 13 35 0 0,-5-7-10 0 0,-6-6-29 0 0,0 0 1 0 0,0 0-1 0 0,1 0 1 0 0,-1 0-1 0 0,0 0 1 0 0,1 0-1 0 0,-1 0 1 0 0,0 1 0 0 0,0-1-1 0 0,1 0 1 0 0,-1 0-1 0 0,0 0 1 0 0,0 0-1 0 0,1 1 1 0 0,-1-1-1 0 0,0 0 1 0 0,0 0-1 0 0,0 1 1 0 0,0-1-1 0 0,1 0 1 0 0,-1 0 0 0 0,0 1-1 0 0,0-1 1 0 0,0 0-1 0 0,0 0 1 0 0,0 1-1 0 0,0-1 1 0 0,0 0-1 0 0,0 1 1 0 0,1-1-1 0 0,-1 0 1 0 0,0 1-1 0 0,0-1 1 0 0,0 0 0 0 0,-1 0-1 0 0,1 1 1 0 0,0-1-1 0 0,0 0 1 0 0,0 1-1 0 0,0-1 1 0 0,0 0-1 0 0,0 0 1 0 0,0 1-1 0 0,0-1 1 0 0,-1 0-1 0 0,1 1 1 0 0,0-1 0 0 0,0 0-1 0 0,0 0 1 0 0,-1 0-1 0 0,1 1 1 0 0,0-1-2 0 0,-1 1 11 0 0,0 0 0 0 0,0 0-1 0 0,0 0 1 0 0,1 0 0 0 0,-1-1 0 0 0,0 1-1 0 0,1 0 1 0 0,-1 1 0 0 0,1-1 0 0 0,-1 0-1 0 0,1 0 1 0 0,0 0 0 0 0,-1 0 0 0 0,1 0-1 0 0,0 0 1 0 0,0 1 0 0 0,0-1 0 0 0,0 0-1 0 0,0 0 1 0 0,0 2 0 0 0,-1 1 21 0 0,0 0 0 0 0,0 0 1 0 0,-1 0-1 0 0,1 0 0 0 0,-1 0 1 0 0,0-1-1 0 0,0 1 1 0 0,0-1-1 0 0,0 0 0 0 0,-6 6 1 0 0,-10 19 134 0 0,14-20-145 0 0,0-1 0 0 0,-1 0 0 0 0,0 0 1 0 0,-7 8-1 0 0,-16 22 38 0 0,10-19-70 0 0,16-16 8 0 0,0-1 0 0 0,0 1 0 0 0,-1 0 0 0 0,1 0 0 0 0,1 0 0 0 0,-1 0 0 0 0,0 1-1 0 0,0-1 1 0 0,1 0 0 0 0,-1 1 0 0 0,-1 4 0 0 0,-8 22-297 0 0,11-28 267 0 0,42 6-156 0 0,-40-7 188 0 0,1 0 0 0 0,-1 1 1 0 0,0-1-1 0 0,0 1 0 0 0,0 0 0 0 0,1 0 1 0 0,-1-1-1 0 0,0 1 0 0 0,0 1 1 0 0,0-1-1 0 0,0 0 0 0 0,-1 0 1 0 0,1 1-1 0 0,0-1 0 0 0,0 1 0 0 0,-1 0 1 0 0,1-1-1 0 0,-1 1 0 0 0,0 0 1 0 0,1 0-1 0 0,-1 0 0 0 0,0 0 0 0 0,1 4 1 0 0,8 9 78 0 0,-8-11-24 0 0,-1 0-1 0 0,0 0 1 0 0,-1 1 0 0 0,1-1 0 0 0,-1 0 0 0 0,0 1 0 0 0,0-1 0 0 0,0 0 0 0 0,-2 7-1 0 0,1 0 113 0 0,1-9-125 0 0,0 1 0 0 0,-1-1 0 0 0,0 1 0 0 0,0-1 0 0 0,1 0 0 0 0,-1 1 0 0 0,0-1 0 0 0,-1 0 0 0 0,1 0 0 0 0,-3 4 0 0 0,3-5-1 0 0,0 1 0 0 0,0 0 0 0 0,0 0 0 0 0,0-1-1 0 0,0 1 1 0 0,0 0 0 0 0,0 0 0 0 0,1 0-1 0 0,-1 4 1 0 0,0-3 4 0 0,-1 1-1 0 0,1-1 0 0 0,0 0 0 0 0,-1 1 1 0 0,0-1-1 0 0,0 0 0 0 0,0 0 1 0 0,0 0-1 0 0,0-1 0 0 0,0 1 1 0 0,-1 0-1 0 0,1-1 0 0 0,-1 0 1 0 0,0 1-1 0 0,-4 2 0 0 0,2-1 6 0 0,0 0 0 0 0,0 0 0 0 0,1 1 0 0 0,-8 9-1 0 0,-9 14 506 0 0,14-21-2187 0 0,13-20-6982 0 0,-4 2 7739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4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0 580 0 0,'0'0'867'0'0,"11"5"1618"0"0,-8-3-1973 0 0,-3-2-499 0 0,1 0 1 0 0,-1-1-1 0 0,0 1 0 0 0,1 0 1 0 0,-1 1-1 0 0,0-1 0 0 0,1 0 1 0 0,-1 0-1 0 0,0 0 0 0 0,0 0 0 0 0,1 0 1 0 0,-1 0-1 0 0,0 0 0 0 0,0 0 1 0 0,1 0-1 0 0,-1 1 0 0 0,0-1 1 0 0,0 0-1 0 0,1 0 0 0 0,-1 0 1 0 0,0 0-1 0 0,0 1 0 0 0,1-1 0 0 0,-1 0 1 0 0,0 0-1 0 0,0 1 0 0 0,0-1 1 0 0,0 0-1 0 0,0 0 0 0 0,1 1 1 0 0,-1-1-1 0 0,0 0 0 0 0,0 0 1 0 0,0 1-1 0 0,0-1 0 0 0,0 0 1 0 0,0 1-1 0 0,0-1 0 0 0,0 1 0 0 0,4 5 253 0 0,-3-6-233 0 0,0 1-1 0 0,-1-1 0 0 0,1 1 1 0 0,-1-1-1 0 0,1 1 1 0 0,-1-1-1 0 0,1 1 0 0 0,-1-1 1 0 0,0 1-1 0 0,1 0 0 0 0,-1-1 1 0 0,0 1-1 0 0,1 0 1 0 0,-1-1-1 0 0,0 1 0 0 0,0 0 1 0 0,1-1-1 0 0,-1 1 0 0 0,0 0 1 0 0,0-1-1 0 0,0 1 0 0 0,0 0 1 0 0,0 0-1 0 0,0-1 1 0 0,0 1-1 0 0,0 0 0 0 0,0-1 1 0 0,-1 1-1 0 0,1 0 0 0 0,0-1 1 0 0,0 1-1 0 0,0 0 1 0 0,-1-1-1 0 0,0 2 0 0 0,-2 2 114 0 0,1-1-1 0 0,-1 1 0 0 0,1 0 0 0 0,0 0 1 0 0,0 0-1 0 0,0 1 0 0 0,-2 5 0 0 0,3-6-76 0 0,0-1 1 0 0,0 1-1 0 0,0-1 0 0 0,-1 1 0 0 0,1-1 0 0 0,-1 1 0 0 0,0-1 0 0 0,0 0 0 0 0,0 0 0 0 0,0 0 1 0 0,-1 0-1 0 0,-2 3 0 0 0,-12 15 228 0 0,11-7-150 0 0,5-11-127 0 0,-1 0 1 0 0,1 0-1 0 0,-1 0 0 0 0,1 0 0 0 0,-1-1 1 0 0,0 1-1 0 0,-4 4 0 0 0,-1 1-4 0 0,1-1 0 0 0,0 1 1 0 0,0 0-1 0 0,1 0 0 0 0,-8 15 0 0 0,3-5-105 0 0,4-9-29 0 0,6-8 80 0 0,-1 0 1 0 0,0 0-1 0 0,0 0 1 0 0,1 0-1 0 0,-1 1 1 0 0,1-1-1 0 0,-1 0 1 0 0,1 0-1 0 0,-1 1 1 0 0,1-1-1 0 0,0 0 0 0 0,0 1 1 0 0,-1-1-1 0 0,1 0 1 0 0,0 3-1 0 0,-11 20-2734 0 0,33-30-1480 0 0,-11 1 3369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5.0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13 880 0 0,'-1'-12'5951'0'0,"-3"12"-5844"0"0,0 0 0 0 0,0 0 0 0 0,0 0 0 0 0,0 1 0 0 0,0-1 0 0 0,1 1 0 0 0,-1 0 0 0 0,0 0 0 0 0,1 0 0 0 0,-1 1 0 0 0,-5 2 0 0 0,-2 1 58 0 0,9-4-143 0 0,0-1-1 0 0,-1 1 0 0 0,1 0 1 0 0,0 0-1 0 0,0 0 0 0 0,0 0 1 0 0,0 0-1 0 0,0 1 0 0 0,0-1 1 0 0,0 0-1 0 0,1 1 0 0 0,-1 0 1 0 0,0-1-1 0 0,1 1 0 0 0,-1 0 0 0 0,1 0 1 0 0,-2 2-1 0 0,-17 15 151 0 0,15-9-80 0 0,-1-2-73 0 0,6-6-9 0 0,-1 1 0 0 0,0 0 0 0 0,1 0 0 0 0,-1-1 0 0 0,1 1 0 0 0,0 0 0 0 0,0 0 0 0 0,0 0 0 0 0,0-1 0 0 0,1 5 0 0 0,0-3 19 0 0,-2-2-11 0 0,1 0 1 0 0,0 0-1 0 0,0 0 1 0 0,0 0 0 0 0,0 0-1 0 0,0 0 1 0 0,1 0 0 0 0,-1 0-1 0 0,1 0 1 0 0,-1 0-1 0 0,1 0 1 0 0,0 0 0 0 0,-1 0-1 0 0,1 0 1 0 0,0-1 0 0 0,3 4-1 0 0,-4-4-4 0 0,1 0-1 0 0,-1 0 1 0 0,0 0-1 0 0,1 0 1 0 0,-1 0 0 0 0,0 0-1 0 0,0 0 1 0 0,1 0-1 0 0,-1 0 1 0 0,0 0 0 0 0,0 0-1 0 0,0 0 1 0 0,0 0-1 0 0,-1 2 1 0 0,2 10 107 0 0,1-10-72 0 0,1 1 4 0 0,-1-1 1 0 0,0 1 0 0 0,0-1 0 0 0,0 1 0 0 0,-1 0 0 0 0,0 0 0 0 0,1 0 0 0 0,-1 0 0 0 0,0 0 0 0 0,-1 0-1 0 0,1 7 1 0 0,0-8-27 0 0,-1-1 0 0 0,0 1 0 0 0,1-1 0 0 0,0 1 0 0 0,-1-1 0 0 0,1 1 0 0 0,0-1 0 0 0,0 1 0 0 0,1-1 0 0 0,1 3 0 0 0,-2-2-1 0 0,1-1 0 0 0,-1 0-1 0 0,0 1 1 0 0,0-1 0 0 0,0 1 0 0 0,0-1 0 0 0,0 1 0 0 0,0 0-1 0 0,-1-1 1 0 0,1 5 0 0 0,0 0 21 0 0,-1-1-1 0 0,1 0 1 0 0,1 0-1 0 0,-1 0 1 0 0,5 10-1 0 0,-4-10-15 0 0,0 0 0 0 0,0 1 0 0 0,0-1 0 0 0,-1 1 0 0 0,1 12 0 0 0,9 29 137 0 0,-11-30-108 0 0,1-14-32 0 0,-1 1 1 0 0,1-1-1 0 0,-1 0 0 0 0,0 0 0 0 0,0 0 1 0 0,-1 0-1 0 0,1 0 0 0 0,-1 1 1 0 0,0-1-1 0 0,0 0 0 0 0,-1 0 0 0 0,1-1 1 0 0,-3 6-1 0 0,-11 16 172 0 0,6-16-187 0 0,0-1 0 0 0,0 0 0 0 0,-1 0 0 0 0,-15 9 0 0 0,21-14-92 0 0,-9 2-2507 0 0,12-5 2480 0 0,0-1 0 0 0,1 1 1 0 0,-1-1-1 0 0,1 1 1 0 0,0-1-1 0 0,-1 1 0 0 0,1-1 1 0 0,-1 1-1 0 0,1-1 1 0 0,0 0-1 0 0,-1 1 0 0 0,1-1 1 0 0,0 1-1 0 0,0-1 1 0 0,0 0-1 0 0,-1 1 1 0 0,1-1-1 0 0,0 0 0 0 0,0 1 1 0 0,0-1-1 0 0,0 0 1 0 0,0 1-1 0 0,0-1 0 0 0,0 0 1 0 0,0 1-1 0 0,1-2 1 0 0,10-45-3484 0 0,-9 21 1384 0 0,7 9 1158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5.3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0 110 0 0 0,'0'0'129'0'0,"1"-1"0"0"0,-1 0 0 0 0,0 0 0 0 0,0 0 0 0 0,1 0 0 0 0,-1 0 0 0 0,1 0 0 0 0,-1 0 0 0 0,1 1 0 0 0,-1-1 0 0 0,1 0 0 0 0,0 0 0 0 0,-1 1 0 0 0,1-1 0 0 0,0 0 0 0 0,-1 1 0 0 0,1-1 0 0 0,1 0 0 0 0,-1 1-32 0 0,0-1 1 0 0,-1 1-1 0 0,1-1 1 0 0,0 0-1 0 0,0 1 1 0 0,-1-1 0 0 0,1 0-1 0 0,0 1 1 0 0,-1-1-1 0 0,1 0 1 0 0,-1 0-1 0 0,1 0 1 0 0,-1 1 0 0 0,0-1-1 0 0,1 0 1 0 0,-1 0-1 0 0,0 0 1 0 0,1-1-1 0 0,0 0-57 0 0,1-1 0 0 0,-1 1 1 0 0,1 0-1 0 0,0 0 0 0 0,0 0 0 0 0,0 0 0 0 0,0 0 0 0 0,0 1 0 0 0,0-1 0 0 0,1 1 0 0 0,-1-1 0 0 0,0 1 0 0 0,1 0 0 0 0,-1 0 0 0 0,1 0 0 0 0,2-1 0 0 0,20-12 115 0 0,-21 10-132 0 0,0 1 1 0 0,0 0-1 0 0,1 0 1 0 0,-1 1 0 0 0,1-1-1 0 0,-1 1 1 0 0,1 0-1 0 0,0 0 1 0 0,-1 0-1 0 0,1 1 1 0 0,0-1-1 0 0,8 0 1 0 0,5-1 25 0 0,1 1-1 0 0,21 1 1 0 0,-31 2-144 0 0,1 1 0 0 0,-1 0 0 0 0,0 0 0 0 0,0 1 0 0 0,0 0 0 0 0,-1 1 0 0 0,1 0 0 0 0,-1 0 0 0 0,15 10 0 0 0,-4-3-773 0 0,1 1-2170 0 0,-20-6 2302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5.9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 0 0 0,'0'0'5987'0'0,"12"-13"-5651"0"0,-4 4-229 0 0,-7 9-100 0 0,-1-1 0 0 0,0 0 1 0 0,1 1-1 0 0,-1-1 1 0 0,1 0-1 0 0,-1 1 1 0 0,1-1-1 0 0,0 1 1 0 0,-1-1-1 0 0,1 0 1 0 0,0 1-1 0 0,-1 0 1 0 0,1-1-1 0 0,0 1 1 0 0,0-1-1 0 0,-1 1 0 0 0,2-1 1 0 0,5-1 18 0 0,-1 0 1 0 0,0-1 0 0 0,0 1-1 0 0,0-2 1 0 0,6-3-1 0 0,2-1 40 0 0,4 5 12 0 0,-16 3-71 0 0,0 0 1 0 0,0 0-1 0 0,0 0 1 0 0,0-1-1 0 0,0 1 1 0 0,0 0 0 0 0,0-1-1 0 0,0 1 1 0 0,0-1-1 0 0,3-1 1 0 0,-1 0-5 0 0,0 1 1 0 0,0 0-1 0 0,0 0 1 0 0,0 0-1 0 0,1 0 1 0 0,-1 1-1 0 0,0-1 1 0 0,0 1-1 0 0,1 0 1 0 0,-1 1-1 0 0,0-1 1 0 0,0 1-1 0 0,0 0 1 0 0,0 0-1 0 0,1 0 1 0 0,3 2-1 0 0,26 3 15 0 0,-18-4-9 0 0,19-3-5 0 0,-31 2-7 0 0,3 3 0 0 0,-5-3 54 0 0,-2-1-42 0 0,1 0 0 0 0,-1 0 0 0 0,1 0 0 0 0,-1 0 0 0 0,1 0 0 0 0,-1 0-1 0 0,1 1 1 0 0,-1-1 0 0 0,1 0 0 0 0,-1 0 0 0 0,1 0 0 0 0,-1 1 0 0 0,1-1 0 0 0,-1 0-1 0 0,0 1 1 0 0,1-1 0 0 0,-1 0 0 0 0,1 1 0 0 0,-1-1 0 0 0,0 0 0 0 0,1 1 0 0 0,-1-1-1 0 0,0 1 1 0 0,0-1 0 0 0,1 1 0 0 0,-1-1 0 0 0,0 1 0 0 0,0-1 0 0 0,0 1 0 0 0,1-1-1 0 0,-1 1 1 0 0,0-1 0 0 0,0 1 0 0 0,-7 14 162 0 0,2-4 28 0 0,-6 31 395 0 0,6-29-350 0 0,4-12-223 0 0,1 1 0 0 0,-1-1 0 0 0,0 0-1 0 0,1 0 1 0 0,-1 0 0 0 0,1 0-1 0 0,-1 1 1 0 0,1-1 0 0 0,0 0 0 0 0,-1 0-1 0 0,1 1 1 0 0,0-1 0 0 0,0 2-1 0 0,-1 4 80 0 0,0-1-1 0 0,0 0 0 0 0,-1 1 0 0 0,0-1 1 0 0,0 0-1 0 0,0 0 0 0 0,-4 6 0 0 0,3-6-17 0 0,1-1 0 0 0,0 1 0 0 0,0 0-1 0 0,0 0 1 0 0,0 0 0 0 0,-1 12 0 0 0,-8 27 277 0 0,11-41-326 0 0,-1 1 1 0 0,1 0-1 0 0,-2 0 0 0 0,1 0 0 0 0,0-1 1 0 0,-4 9-1 0 0,3-8-1 0 0,0-1 0 0 0,0 1 0 0 0,1 0-1 0 0,-1 0 1 0 0,1 0 0 0 0,0 9 0 0 0,0-8-4 0 0,1-1 0 0 0,-1 0 0 0 0,0 0 0 0 0,-1 0 0 0 0,1 0 0 0 0,-5 8 0 0 0,4-8 2 0 0,1 0 0 0 0,-1-1 0 0 0,1 1 0 0 0,-1 0 0 0 0,1 0 0 0 0,0 8 0 0 0,0-3 25 0 0,0-1 1 0 0,0 0-1 0 0,-1 1 0 0 0,-4 11 1 0 0,3-11 23 0 0,1 0 1 0 0,0-1 0 0 0,0 1-1 0 0,0 15 1 0 0,-9 41 329 0 0,0 26 75 0 0,11 87-52 0 0,-5-166-362 0 0,-1 5 41 0 0,6-16-90 0 0,0-1 0 0 0,0 1 1 0 0,-1-1-1 0 0,1 1 0 0 0,0 0 0 0 0,-1-1 1 0 0,1 1-1 0 0,-1-1 0 0 0,0 1 0 0 0,0-1 1 0 0,1 0-1 0 0,-1 1 0 0 0,0-1 0 0 0,0 0 0 0 0,0 1 1 0 0,-1-1-1 0 0,1 0 0 0 0,0 0 0 0 0,0 0 1 0 0,-1 0-1 0 0,1 0 0 0 0,0 0 0 0 0,-1 0 1 0 0,1-1-1 0 0,-3 2 0 0 0,-16 13 117 0 0,18-14-132 0 0,0 1-1 0 0,0-1 1 0 0,-1 1-1 0 0,1-1 1 0 0,0 0 0 0 0,-1 0-1 0 0,1 0 1 0 0,-1-1-1 0 0,-3 2 1 0 0,4-2-6 0 0,-1 1 0 0 0,1 0 0 0 0,-1 0 0 0 0,0-1-1 0 0,1 2 1 0 0,0-1 0 0 0,-1 0 0 0 0,1 0 0 0 0,-4 3 0 0 0,4-2-75 0 0,0-1 0 0 0,0 1 1 0 0,0-1-1 0 0,0 0 0 0 0,0 0 1 0 0,-1 0-1 0 0,1 0 1 0 0,0 0-1 0 0,-1-1 0 0 0,1 1 1 0 0,-1-1-1 0 0,1 1 0 0 0,-1-1 1 0 0,1 0-1 0 0,-4 0 1 0 0,5-38-5696 0 0,1 36 5518 0 0,0 0-1 0 0,1-1 1 0 0,-1 1 0 0 0,1 0 0 0 0,0 0 0 0 0,-1 0 0 0 0,1 0 0 0 0,0 0 0 0 0,0 0-1 0 0,1 0 1 0 0,1-2 0 0 0,9-18-2210 0 0,-3 6 1212 0 0,2 2 553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6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249 0 740 0 0,'-13'20'3964'0'0,"10"-18"-3836"0"0,1 1 0 0 0,-1-1 0 0 0,1 1 0 0 0,0 0 0 0 0,-1-1 0 0 0,1 1 0 0 0,1 0 0 0 0,-1 0 1 0 0,-1 4-1 0 0,-16 22 636 0 0,-24 26 581 0 0,10-6-554 0 0,11-12-461 0 0,0-5-153 0 0,19-29-164 0 0,0 1 1 0 0,0 0-1 0 0,0-1 0 0 0,0 1 0 0 0,1 0 0 0 0,0 1 1 0 0,-3 6-1 0 0,-16 23-110 0 0,16-29 0 0 0,3-4 55 0 0,1 0-1 0 0,0 0 1 0 0,-1 1-1 0 0,1-1 1 0 0,0 0-1 0 0,0 0 1 0 0,0 0-1 0 0,0 1 1 0 0,0-1-1 0 0,1 1 1 0 0,-1-1-1 0 0,0 1 1 0 0,0 1-1 0 0,-7 6-2082 0 0,14-10-2664 0 0,-4 0 4751 0 0,9 0-1047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7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452 12 712 0 0,'0'0'293'0'0,"0"0"-1"0"0,0-1 1 0 0,0 1 0 0 0,0-1-1 0 0,0 1 1 0 0,0-1 0 0 0,0 1-1 0 0,0-1 1 0 0,-1 1 0 0 0,1 0 0 0 0,0-1-1 0 0,0 1 1 0 0,0-1 0 0 0,-1 1-1 0 0,1 0 1 0 0,-1-2 878 0 0,1 2-879 0 0,-1 0 1 0 0,1-1 0 0 0,-1 1-1 0 0,1 0 1 0 0,-1-1 0 0 0,-14-1 2900 0 0,-26 10-3450 0 0,16-4 755 0 0,-50 10-261 0 0,-68 4-73 0 0,119-15-130 0 0,-36-2 1 0 0,2 0-159 0 0,59 0 122 0 0,0-1 1 0 0,0 0-1 0 0,0 1 1 0 0,-1-1-1 0 0,1 1 1 0 0,0-1-1 0 0,0 1 1 0 0,-1 0-1 0 0,1-1 1 0 0,0 1-1 0 0,-1 0 1 0 0,1-1-1 0 0,-1 1 1 0 0,1 0 0 0 0,-1 0-1 0 0,1 0 1 0 0,-1-1-1 0 0,1 1 1 0 0,-1 0-1 0 0,1 2 1 0 0,9 11-1 0 0,-9-13 3 0 0,1 0-1 0 0,-1 0 1 0 0,0 0-1 0 0,1 0 1 0 0,-1 0 0 0 0,0 0-1 0 0,0 0 1 0 0,0 1-1 0 0,0-1 1 0 0,0 1-1 0 0,0-1 1 0 0,0 1 0 0 0,0-1-1 0 0,0 1 1 0 0,-1-1-1 0 0,1 1 1 0 0,-1-1-1 0 0,1 1 1 0 0,-1 0 0 0 0,1 3-1 0 0,10 24 4 0 0,-12-26-3 0 0,1-1 0 0 0,0 1 0 0 0,1 0 0 0 0,-1-1 0 0 0,0 1 0 0 0,1-1 0 0 0,0 1-1 0 0,-1-1 1 0 0,1 1 0 0 0,0-1 0 0 0,0 0 0 0 0,3 5 0 0 0,-3-4 4 0 0,0-1-1 0 0,-1 1 1 0 0,1-1-1 0 0,0 1 1 0 0,-1 0-1 0 0,0 0 1 0 0,1-1-1 0 0,-1 1 1 0 0,0 0-1 0 0,-1 0 1 0 0,1-1-1 0 0,0 1 1 0 0,-1 0-1 0 0,1 0 1 0 0,-1-1-1 0 0,0 1 1 0 0,0-1-1 0 0,-2 4 1 0 0,-3 22 78 0 0,6-21-60 0 0,-1 1 0 0 0,1-1 1 0 0,-1 1-1 0 0,0-1 0 0 0,-1 0 1 0 0,-2 10-1 0 0,-7 55 210 0 0,8-45-110 0 0,2-5-39 0 0,-17 59 242 0 0,17-75-299 0 0,0-1 0 0 0,0 1 0 0 0,0-1 0 0 0,1 1 0 0 0,0 0 0 0 0,0-1 1 0 0,1 1-1 0 0,0 5 0 0 0,0-5 1 0 0,0 0 0 0 0,-1 0 1 0 0,1 0-1 0 0,-1 0 1 0 0,-1 0-1 0 0,1 0 0 0 0,-1 0 1 0 0,-2 7-1 0 0,-1 7 96 0 0,0 1 0 0 0,1-1 0 0 0,1 1 0 0 0,1 0-1 0 0,1 0 1 0 0,3 22 0 0 0,-1 16 188 0 0,-2-51-294 0 0,0-7-16 0 0,-1-1 1 0 0,1 1-1 0 0,0-1 1 0 0,0 1-1 0 0,-1 0 1 0 0,1 0-1 0 0,0-1 0 0 0,0 1 1 0 0,0 0-1 0 0,0-1 1 0 0,0 1-1 0 0,0 0 1 0 0,0-1-1 0 0,0 1 0 0 0,0 0 1 0 0,1-1-1 0 0,-1 1 1 0 0,0 0-1 0 0,0-1 1 0 0,1 1-1 0 0,-1 0 0 0 0,0-1 1 0 0,1 1-1 0 0,-1-1 1 0 0,0 1-1 0 0,1-1 1 0 0,-1 1-1 0 0,1-1 0 0 0,-1 1 1 0 0,1-1-1 0 0,-1 1 1 0 0,1-1-1 0 0,-1 1 1 0 0,1-1-1 0 0,0 0 1 0 0,-1 1-1 0 0,2-1 0 0 0,2 19 191 0 0,83-13-8 0 0,-67-7-391 0 0,0-1 1 0 0,-1-1-1 0 0,1 0 1 0 0,19-7-1 0 0,-13-1-820 0 0,-22 9 758 0 0,0 0 0 0 0,0 0-1 0 0,0 0 1 0 0,0 1-1 0 0,0 0 1 0 0,0 0 0 0 0,6-1-1 0 0,-8 2-47 0 0,0-1-1 0 0,1 1 0 0 0,-1-1 0 0 0,0 1 0 0 0,0-1 0 0 0,0 0 0 0 0,0 0 1 0 0,1 0-1 0 0,-1 0 0 0 0,0 0 0 0 0,-1 0 0 0 0,1-1 0 0 0,0 1 0 0 0,2-3 1 0 0,6-3-1930 0 0,-8 0-334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9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43 0 0 0,'0'0'46'0'0,"-1"-1"0"0"0,1 1 0 0 0,0 0 0 0 0,0-1 0 0 0,0 1 0 0 0,0 0 0 0 0,0-1 0 0 0,0 1 0 0 0,0-1 0 0 0,0 1 0 0 0,0 0 0 0 0,0-1 0 0 0,0 1-1 0 0,0 0 1 0 0,0-1 0 0 0,0 1 0 0 0,0 0 0 0 0,0-1 0 0 0,0 1 0 0 0,1-1 0 0 0,-1 1 0 0 0,0 0 0 0 0,0 0 0 0 0,0-1 0 0 0,1 1 0 0 0,-1 0 0 0 0,0-1 0 0 0,0 1 0 0 0,1 0 0 0 0,-1 0 0 0 0,0-1 0 0 0,0 1 0 0 0,1 0 0 0 0,-1 0 0 0 0,0 0 0 0 0,1-1 0 0 0,-1 1 0 0 0,0 0 0 0 0,1 0 0 0 0,-1 0 0 0 0,0 0-1 0 0,1 0 1 0 0,-1 0 0 0 0,1 0 0 0 0,-1 0 0 0 0,0 0 0 0 0,1 0 0 0 0,-1 0 0 0 0,1 0 0 0 0,-1-1 275 0 0,1 0-1 0 0,-1 0 1 0 0,0 0-1 0 0,0 0 0 0 0,1 1 1 0 0,-1-1-1 0 0,0 0 1 0 0,0 0-1 0 0,0 0 1 0 0,0 0-1 0 0,0 0 1 0 0,0 0-1 0 0,0 0 1 0 0,0 0-1 0 0,-1 1 0 0 0,1-1 1 0 0,0 0-1 0 0,-1-2 1 0 0,-10-1 747 0 0,10 3-920 0 0,-1 0 0 0 0,1 0 0 0 0,-1 0 0 0 0,1 0 0 0 0,-1 1 0 0 0,1-1 0 0 0,-1 1 0 0 0,0-1 0 0 0,1 1 1 0 0,-1 0-1 0 0,-3-1 0 0 0,1 2-130 0 0,1 0 1 0 0,-1 0-1 0 0,1 1 1 0 0,-1-1-1 0 0,1 1 1 0 0,-1 0-1 0 0,1-1 1 0 0,0 2-1 0 0,0-1 0 0 0,-5 4 1 0 0,-13 9 24 0 0,2 4 3 0 0,17-16-42 0 0,-1 0-1 0 0,1-1 1 0 0,0 1 0 0 0,-1-1-1 0 0,1 1 1 0 0,-1-1-1 0 0,-5 4 1 0 0,5-4 1 0 0,-1 1-1 0 0,1 0 1 0 0,0 0-1 0 0,1 1 1 0 0,-1-1-1 0 0,1 0 1 0 0,-1 1-1 0 0,-2 6 1 0 0,-9 10 6 0 0,13-18-11 0 0,-1 0-1 0 0,1 1 1 0 0,-1-1 0 0 0,1 0 0 0 0,0 1-1 0 0,0-1 1 0 0,0 1 0 0 0,1-1-1 0 0,-1 1 1 0 0,0 0 0 0 0,1-1-1 0 0,-1 5 1 0 0,2-6-1 0 0,-1 0 0 0 0,0 0 0 0 0,0 0 0 0 0,0 0 0 0 0,1 0 0 0 0,-1-1 0 0 0,1 1 0 0 0,-1 0 0 0 0,0 0-1 0 0,1 0 1 0 0,0 0 0 0 0,-1 0 0 0 0,1-1 0 0 0,-1 1 0 0 0,1 0 0 0 0,0 0 0 0 0,0-1 0 0 0,-1 1 0 0 0,1-1 0 0 0,0 1 0 0 0,1 0 0 0 0,5 0-1 0 0,21 0-24 0 0,-22 0 20 0 0,0 0-1 0 0,0-1 1 0 0,0 0 0 0 0,1 0 0 0 0,-1 0-1 0 0,0-1 1 0 0,0 0 0 0 0,0 0-1 0 0,10-4 1 0 0,-15 4 8 0 0,1 1 1 0 0,11 0-4 0 0,-13-1 2 0 0,1 1-1 0 0,-1 0 0 0 0,1 0 1 0 0,-1 0-1 0 0,1-1 1 0 0,-1 1-1 0 0,1 0 0 0 0,0 0 1 0 0,-1 0-1 0 0,1 0 0 0 0,-1 0 1 0 0,1 0-1 0 0,-1 0 0 0 0,1 0 1 0 0,0 0-1 0 0,-1 0 0 0 0,1 0 1 0 0,-1 1-1 0 0,1-1 0 0 0,-1 0 1 0 0,1 0-1 0 0,-1 0 0 0 0,1 1 1 0 0,-1-1-1 0 0,1 0 0 0 0,-1 1 1 0 0,1-1-1 0 0,-1 0 0 0 0,1 1 1 0 0,-1-1-1 0 0,0 1 0 0 0,1-1 1 0 0,-1 1-1 0 0,0-1 0 0 0,1 1 1 0 0,1 0-3 0 0,0-1 0 0 0,0 1 0 0 0,-1 0 0 0 0,1 0 1 0 0,0 0-1 0 0,0 0 0 0 0,-1 0 0 0 0,1 0 0 0 0,-1 1 0 0 0,1-1 1 0 0,1 2-1 0 0,8 32-28 0 0,0-9 0 0 0,-12-20 33 0 0,1 1 0 0 0,1 0-1 0 0,-1-1 1 0 0,1 1 0 0 0,1-1 0 0 0,-1 1 0 0 0,4 8 0 0 0,-4-10 3 0 0,0-1 0 0 0,0 1 0 0 0,-1 0 0 0 0,1 0 0 0 0,-1-1 0 0 0,0 1 0 0 0,0 0 0 0 0,-1 6 0 0 0,0 8 87 0 0,-4-8-17 0 0,-1 8 62 0 0,1-14-100 0 0,0 0 0 0 0,-1 0 0 0 0,1-1 0 0 0,-1 0 0 0 0,0 0 0 0 0,-13 6 0 0 0,18-9-37 0 0,-14 7 26 0 0,14-7-42 0 0,-1-1 0 0 0,1 1-1 0 0,-1-1 1 0 0,1 1 0 0 0,0 0 0 0 0,0-1 0 0 0,-1 1 0 0 0,1 0-1 0 0,0 0 1 0 0,0 0 0 0 0,0 0 0 0 0,0 0 0 0 0,0 0 0 0 0,-2 2-1 0 0,2-2-109 0 0,0-1 0 0 0,-1 0 0 0 0,1-1 0 0 0,-1 1 0 0 0,1 0 0 0 0,-1 0 0 0 0,1-1-1 0 0,-1 1 1 0 0,1-1 0 0 0,0 1 0 0 0,-1-1 0 0 0,1 1 0 0 0,0-1 0 0 0,-1 0-1 0 0,1 0 1 0 0,0 0 0 0 0,0 0 0 0 0,0 0 0 0 0,0 0 0 0 0,0 0 0 0 0,0 0 0 0 0,0 0-1 0 0,0 0 1 0 0,-1-3 0 0 0,-3-19-1748 0 0,-1-4-116 0 0,6-15-829 0 0,0 25 1766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49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 0 0 0,'62'4'4471'0'0,"-45"-1"-4398"0"0,0-2 1 0 0,1 0-1 0 0,-1-1 0 0 0,28-4 0 0 0,27-6-169 0 0,-40 7-754 0 0,48-12-1 0 0,-49 8-1208 0 0,-30 6 1206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1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1 0 0 0,'2'0'11'0'0,"7"6"6701"0"0,-10-4-6630 0 0,1 0 0 0 0,0 0 0 0 0,-1 0 0 0 0,1 0 0 0 0,-1 0 0 0 0,1 0-1 0 0,-1 0 1 0 0,0 0 0 0 0,0 0 0 0 0,0 0 0 0 0,0-1 0 0 0,-2 4 0 0 0,1-4-13 0 0,1 1 1 0 0,0 0-1 0 0,0 0 1 0 0,0 0-1 0 0,0-1 1 0 0,0 1-1 0 0,0 0 1 0 0,1 0-1 0 0,-1 0 1 0 0,1 0-1 0 0,-1 0 1 0 0,1 4-1 0 0,-2 0 62 0 0,1 0-1 0 0,-1 0 1 0 0,-1 0-1 0 0,1 0 1 0 0,-1 0-1 0 0,0 0 0 0 0,0-1 1 0 0,-1 0-1 0 0,-6 9 1 0 0,5-9-15 0 0,0 1 0 0 0,1 0 1 0 0,-1 1-1 0 0,1-1 0 0 0,-5 12 1 0 0,-1 1 89 0 0,5-3 3 0 0,5-16-203 0 0,0 1-1 0 0,0 0 1 0 0,0 0 0 0 0,0 0 0 0 0,-1 0 0 0 0,1-1-1 0 0,0 1 1 0 0,0 0 0 0 0,-1 0 0 0 0,1 0 0 0 0,-1-1-1 0 0,1 1 1 0 0,-1 0 0 0 0,1-1 0 0 0,-1 1 0 0 0,1 0-1 0 0,-1-1 1 0 0,0 2 0 0 0,-1 0 13 0 0,0 0-1 0 0,0 0 1 0 0,1 0-1 0 0,-1 0 1 0 0,1 0 0 0 0,0 1-1 0 0,0-1 1 0 0,0 1-1 0 0,0-1 1 0 0,-1 4-1 0 0,2-4-8 0 0,-1 0 0 0 0,0 0 0 0 0,1 0 0 0 0,-1 0 0 0 0,0-1 0 0 0,0 1 0 0 0,0 0 0 0 0,0 0-1 0 0,0-1 1 0 0,0 1 0 0 0,-1 0 0 0 0,1-1 0 0 0,0 1 0 0 0,-3 1 0 0 0,1-1-17 0 0,0 1 0 0 0,0 0 1 0 0,1 0-1 0 0,-1 0 1 0 0,1 0-1 0 0,-1 0 0 0 0,1 1 1 0 0,0-1-1 0 0,1 1 0 0 0,-1-1 1 0 0,0 1-1 0 0,1 0 1 0 0,0 0-1 0 0,0 0 0 0 0,-1 7 1 0 0,-3-4-167 0 0,5-7 160 0 0,0 1 0 0 0,-1-1-1 0 0,1 0 1 0 0,-1 0 0 0 0,1 1 0 0 0,0-1 0 0 0,-1 0 0 0 0,1 0-1 0 0,0 1 1 0 0,-1-1 0 0 0,1 0 0 0 0,0 1 0 0 0,0-1 0 0 0,-1 0-1 0 0,1 1 1 0 0,0-1 0 0 0,0 1 0 0 0,0-1 0 0 0,0 0 0 0 0,-1 1-1 0 0,1-1 1 0 0,0 1 0 0 0,0-1 0 0 0,0 0 0 0 0,0 1 0 0 0,0-1-1 0 0,0 2 1 0 0,0-1-199 0 0,11 0-1508 0 0,-2-1 846 0 0,37-20-1826 0 0,-19-2 494 0 0,-11 6 746 0 0,-5 5 496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1.9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112 13 840 0 0,'2'-12'5269'0'0,"-6"30"-3365"0"0,2-15-1792 0 0,0 0 0 0 0,1 0 0 0 0,-1 0-1 0 0,0 0 1 0 0,1 1 0 0 0,0-1-1 0 0,-2 7 1 0 0,-5 13 313 0 0,5-15-275 0 0,-1 0-1 0 0,1 1 1 0 0,0-1-1 0 0,1 1 1 0 0,-3 16 0 0 0,5-22-119 0 0,0 1 1 0 0,-1 0-1 0 0,0-1 1 0 0,1 1 0 0 0,-2 0-1 0 0,1-1 1 0 0,0 1-1 0 0,-3 4 1 0 0,2-4-14 0 0,0-1 1 0 0,1 0-1 0 0,-1 1 0 0 0,1-1 1 0 0,0 1-1 0 0,0 0 0 0 0,1-1 1 0 0,-1 7-1 0 0,-10 38 91 0 0,0 15-141 0 0,0-4-402 0 0,11-55 381 0 0,0 1-66 0 0,1 0-1 0 0,-1 0 1 0 0,-1-1 0 0 0,1 1 0 0 0,-1 0 0 0 0,1-1 0 0 0,-2 1 0 0 0,1 0-1 0 0,0-1 1 0 0,-3 6 0 0 0,3-6-46 0 0,0 0 1 0 0,0-1-1 0 0,0 1 0 0 0,1 0 1 0 0,-1 0-1 0 0,1 0 0 0 0,0 0 1 0 0,0 0-1 0 0,1 0 0 0 0,0 4 1 0 0,0 9-930 0 0,-1 36-3267 0 0,0-46 3305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2.3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1 108 0 0,'0'0'7025'0'0,"-2"17"-6328"0"0,-5-7-384 0 0,6-9-264 0 0,-1 1 0 0 0,1-1 0 0 0,0 1 0 0 0,0-1-1 0 0,0 1 1 0 0,0 0 0 0 0,0-1 0 0 0,0 1 0 0 0,1 0 0 0 0,-1-1 0 0 0,1 1 0 0 0,-1 0-1 0 0,1 0 1 0 0,-1 3 0 0 0,0 2 106 0 0,-1 0 0 0 0,0 0-1 0 0,0 0 1 0 0,-1 0 0 0 0,0-1 0 0 0,0 1 0 0 0,-8 11-1 0 0,-4 8 189 0 0,-21 60 208 0 0,23-65-479 0 0,11-19-67 0 0,0 0-1 0 0,0 1 1 0 0,1-1-1 0 0,-1 1 1 0 0,1 0-1 0 0,-1-1 1 0 0,1 1-1 0 0,0 0 1 0 0,0 0-1 0 0,0-1 1 0 0,0 1-1 0 0,1 0 1 0 0,-1 3-1 0 0,1-4-8 0 0,0 0 1 0 0,-1-1-1 0 0,1 1 0 0 0,0-1 0 0 0,-1 1 1 0 0,1 0-1 0 0,-1-1 0 0 0,0 1 1 0 0,1-1-1 0 0,-1 1 0 0 0,0-1 0 0 0,0 0 1 0 0,0 1-1 0 0,-2 1 0 0 0,2-2-22 0 0,0 0 0 0 0,0 0 0 0 0,0 1-1 0 0,0-1 1 0 0,0 1 0 0 0,0-1 0 0 0,1 1-1 0 0,-1-1 1 0 0,0 1 0 0 0,1-1 0 0 0,-1 1-1 0 0,1 0 1 0 0,0-1 0 0 0,-1 3 0 0 0,0 0-262 0 0,-1-1 0 0 0,1 0 1 0 0,-1 0-1 0 0,0 0 0 0 0,0 0 1 0 0,0 0-1 0 0,0-1 0 0 0,-4 4 1 0 0,4-5-331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4.0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24 136 776 0 0,'2'-1'20'0'0,"-2"0"73"0"0,1 1 0 0 0,-1 0 0 0 0,1 0 0 0 0,-1 0 0 0 0,1-1 0 0 0,-1 1 0 0 0,1 0 0 0 0,-1-1 1 0 0,1 1-1 0 0,-1 0 0 0 0,0-1 0 0 0,1 1 0 0 0,-1 0 0 0 0,0-1 0 0 0,1 1 0 0 0,-1-1 0 0 0,0 1 0 0 0,1-1 0 0 0,-1 1 0 0 0,0-1 0 0 0,0 1 0 0 0,0-1 0 0 0,0 1 0 0 0,1-1 0 0 0,-1 1 0 0 0,0-2 0 0 0,1 1 13 0 0,1-1-1 0 0,-1 0 0 0 0,1 1 1 0 0,-1-1-1 0 0,1 1 1 0 0,0-1-1 0 0,0 1 0 0 0,-1 0 1 0 0,1-1-1 0 0,0 1 0 0 0,3-1 1 0 0,14-10 9 0 0,-16 9-94 0 0,0 1 0 0 0,0 0 0 0 0,0 0 0 0 0,1 0 0 0 0,-1 0 0 0 0,1 0 0 0 0,3 0-1 0 0,-2 0 7 0 0,-1 1-1 0 0,-1-1 0 0 0,1 0 1 0 0,0 0-1 0 0,0 0 0 0 0,-1-1 0 0 0,5-3 1 0 0,-4 3 31 0 0,1 0 0 0 0,-1 0 0 0 0,1 0 0 0 0,-1 0 0 0 0,1 1 0 0 0,0 0 0 0 0,0 0 0 0 0,5-1 1 0 0,21-10 305 0 0,-23 10-227 0 0,0 0 1 0 0,1 0-1 0 0,-1 0 1 0 0,0 1-1 0 0,1 0 1 0 0,0 1-1 0 0,-1 0 1 0 0,1 1-1 0 0,15 0 1 0 0,-23 0-115 0 0,0 1 0 0 0,0 0 0 0 0,0-1 0 0 0,-1 1-1 0 0,1 0 1 0 0,0-1 0 0 0,-1 1 0 0 0,1 0 0 0 0,0 0 0 0 0,-1 0 0 0 0,1 0 0 0 0,-1 0 0 0 0,1 0-1 0 0,-1 0 1 0 0,1 0 0 0 0,-1 0 0 0 0,0 0 0 0 0,1 0 0 0 0,-1 0 0 0 0,0 0 0 0 0,0 0 0 0 0,0 0-1 0 0,0 0 1 0 0,0 0 0 0 0,0 0 0 0 0,0 0 0 0 0,0 0 0 0 0,-1 0 0 0 0,1 0 0 0 0,-1 2 0 0 0,1 0 46 0 0,0 1 0 0 0,-1-1 0 0 0,1 1 0 0 0,-1-1 0 0 0,0 1 0 0 0,0-1 0 0 0,0 0 1 0 0,-1 1-1 0 0,-1 2 0 0 0,-11 14 256 0 0,-6 4-43 0 0,7-13-177 0 0,-5 5 44 0 0,-2-1 0 0 0,-26 17 1 0 0,-8-3 17 0 0,15-8-90 0 0,36-19-69 0 0,0 0 0 0 0,-1 0 0 0 0,1 0 0 0 0,0 0 0 0 0,-1-1 0 0 0,1 0 0 0 0,-1 1-1 0 0,-7 0 1 0 0,10-2 3 0 0,1 1-90 0 0,0 0 80 0 0,1 0 0 0 0,0 0-1 0 0,0 0 1 0 0,0 0 0 0 0,0 0-1 0 0,0 0 1 0 0,0 0 0 0 0,0-1-1 0 0,0 1 1 0 0,1 0 0 0 0,-1-1-1 0 0,0 1 1 0 0,0-1-1 0 0,0 1 1 0 0,1-1 0 0 0,0 0-1 0 0,-1 1 1 0 0,26 17 12 0 0,-22-13-8 0 0,1-1-1 0 0,0 1 1 0 0,1-1-1 0 0,-1-1 1 0 0,1 1-1 0 0,7 2 1 0 0,-13-6-4 0 0,1 1 0 0 0,-1 0 0 0 0,0 0 0 0 0,0 0 0 0 0,1 0 0 0 0,-1 0 1 0 0,0 0-1 0 0,0 0 0 0 0,0 0 0 0 0,0 0 0 0 0,0 0 0 0 0,0 1 0 0 0,0-1 0 0 0,0 3 0 0 0,14 13 17 0 0,-12-14-6 0 0,0 0 1 0 0,0 0-1 0 0,0 0 1 0 0,-1 0-1 0 0,1 0 1 0 0,-1 0-1 0 0,0 1 0 0 0,0-1 1 0 0,0 1-1 0 0,-1-1 1 0 0,1 1-1 0 0,-1 0 1 0 0,0-1-1 0 0,0 1 0 0 0,0 0 1 0 0,-1 0-1 0 0,1 0 1 0 0,-1 0-1 0 0,0 5 1 0 0,0-8-5 0 0,1 7 116 0 0,-1-1 0 0 0,-1 1 0 0 0,1-1 0 0 0,-1 0 0 0 0,-3 13 0 0 0,2-17-68 0 0,1 0-1 0 0,-1 0 1 0 0,1-1 0 0 0,-1 1-1 0 0,0 0 1 0 0,0-1 0 0 0,0 1-1 0 0,-1-1 1 0 0,1 0 0 0 0,0 0-1 0 0,-1 0 1 0 0,0 0-1 0 0,1 0 1 0 0,-1 0 0 0 0,-3 1-1 0 0,-13 7 175 0 0,-9 7-21 0 0,-44 17 1 0 0,14-4-376 0 0,147-66-11706 0 0,-78 30 11143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5.7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328 7 328 0 0,'0'0'108'0'0,"0"0"0"0"0,0-1 0 0 0,0 1 1 0 0,0 0-1 0 0,0 0 0 0 0,0-1 0 0 0,0 1 0 0 0,0 0 0 0 0,0 0 1 0 0,0 0-1 0 0,0-1 0 0 0,0 1 0 0 0,0 0 0 0 0,0 0 0 0 0,0-1 0 0 0,0 1 1 0 0,0 0-1 0 0,0 0 0 0 0,-1 0 0 0 0,1 0 0 0 0,0-1 0 0 0,0 1 0 0 0,0 0 1 0 0,0 0-1 0 0,0 0 0 0 0,-1 0 0 0 0,1-1 0 0 0,0 1 0 0 0,0 0 1 0 0,0 0-1 0 0,-1 0 0 0 0,1 0 0 0 0,0 0 0 0 0,0 0 0 0 0,0 0 0 0 0,-1 0 1 0 0,1 0-1 0 0,0 0 0 0 0,0 0 0 0 0,-1-1 0 0 0,1 1 0 0 0,0 0 1 0 0,-13 6 1692 0 0,-11 13-1382 0 0,23-18-198 0 0,-30 28 804 0 0,-34 42-1 0 0,41-43-570 0 0,8-14-252 0 0,14-12-179 0 0,0-1 0 0 0,1 0-1 0 0,-1 1 1 0 0,0-1-1 0 0,1 1 1 0 0,-1 0 0 0 0,1-1-1 0 0,0 1 1 0 0,0 0 0 0 0,0 0-1 0 0,-2 3 1 0 0,2-4-10 0 0,0 1 0 0 0,1 0 0 0 0,-1-1 0 0 0,-1 0 0 0 0,1 1-1 0 0,0-1 1 0 0,0 0 0 0 0,0 1 0 0 0,-1-1 0 0 0,1 0 0 0 0,-3 1 0 0 0,3-1-1 0 0,-1 1 0 0 0,1-1-1 0 0,-1 0 1 0 0,1 0 0 0 0,-1 1 0 0 0,1-1 0 0 0,0 1-1 0 0,0-1 1 0 0,0 1 0 0 0,0-1 0 0 0,-2 4 0 0 0,-40 55 222 0 0,29-43-206 0 0,13-16-30 0 0,-1 1 0 0 0,1-1 0 0 0,-1 1 0 0 0,1 0 1 0 0,0-1-1 0 0,-1 1 0 0 0,1 0 0 0 0,0 0 1 0 0,0 0-1 0 0,0 0 0 0 0,1 0 0 0 0,-1 0 0 0 0,0 0 1 0 0,1 0-1 0 0,-1 3 0 0 0,-10 20-261 0 0,9-24 45 0 0,1 0 191 0 0,1-1-1 0 0,-1 0 1 0 0,1 0-1 0 0,-1 0 1 0 0,1 0 0 0 0,0 1-1 0 0,-1-1 1 0 0,1 0-1 0 0,-1 0 1 0 0,1 1-1 0 0,-1-1 1 0 0,1 0-1 0 0,0 1 1 0 0,-1-1-1 0 0,1 0 1 0 0,0 1 0 0 0,-1-1-1 0 0,1 1 1 0 0,0-1-1 0 0,0 1 1 0 0,-1-1-1 0 0,1 1 1 0 0,0-1-1 0 0,0 0 1 0 0,0 1 0 0 0,0-1-1 0 0,0 1 1 0 0,-1-1-1 0 0,1 1 1 0 0,0-1-1 0 0,0 1 1 0 0,0-1-1 0 0,0 1 1 0 0,1-1-1 0 0,-1 1 1 0 0,0-1 0 0 0,0 1-1 0 0,0-1 1 0 0,0 1-1 0 0,0-1 1 0 0,1 1-1 0 0,-1-1 1 0 0,0 1-1 0 0,0-1 1 0 0,1 1 0 0 0,1 0-158 0 0,0 0 1 0 0,0-1 0 0 0,0 1 0 0 0,0 0 0 0 0,0-1 0 0 0,1 0 0 0 0,-1 1 0 0 0,0-1 0 0 0,0 0 0 0 0,0 0-1 0 0,1 0 1 0 0,-1 0 0 0 0,0-1 0 0 0,0 1 0 0 0,0-1 0 0 0,0 1 0 0 0,1-1 0 0 0,-1 0 0 0 0,0 0 0 0 0,0 0-1 0 0,0 0 1 0 0,-1 0 0 0 0,1 0 0 0 0,2-2 0 0 0,27-10-2443 0 0,-20 2 1624 0 0,0 4 52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6.2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99 110 0 0 0,'3'-3'353'0'0,"0"-1"0"0"0,0 0 0 0 0,0 1 0 0 0,1-1-1 0 0,-1 1 1 0 0,1 0 0 0 0,0 1 0 0 0,0-1 0 0 0,0 0 0 0 0,5-1 0 0 0,80-40 1522 0 0,-79 38-1613 0 0,1 2 0 0 0,-1-1 0 0 0,1 2 0 0 0,0-1 0 0 0,0 2 0 0 0,23-4 0 0 0,-33 6-219 0 0,0 1 0 0 0,0-1 0 0 0,0 1 0 0 0,0 0 0 0 0,0-1 1 0 0,0 1-1 0 0,0 0 0 0 0,0 0 0 0 0,0-1 0 0 0,0 1 0 0 0,0 0 1 0 0,0 0-1 0 0,-1 0 0 0 0,1 0 0 0 0,0 0 0 0 0,-1 0 0 0 0,1 0 1 0 0,-1 0-1 0 0,1 1 0 0 0,-1-1 0 0 0,0 0 0 0 0,1 2 0 0 0,0-1 19 0 0,0 1 0 0 0,-1-1-1 0 0,1 1 1 0 0,-1-1 0 0 0,0 1 0 0 0,1-1-1 0 0,-1 1 1 0 0,0-1 0 0 0,-1 1-1 0 0,1-1 1 0 0,0 1 0 0 0,-1-1-1 0 0,1 0 1 0 0,-2 3 0 0 0,-17 47 732 0 0,14-37-670 0 0,0 0 0 0 0,-1-1 0 0 0,0 0 0 0 0,-16 25 1 0 0,8-14-66 0 0,13-20-51 0 0,-1 0 1 0 0,-1-1-1 0 0,1 1 1 0 0,-1-1-1 0 0,-5 8 1 0 0,1-5 7 0 0,1 1 1 0 0,0 0-1 0 0,1 0 1 0 0,-1 0 0 0 0,2 1-1 0 0,-8 15 1 0 0,10-19-5 0 0,0-1 1 0 0,-1 1-1 0 0,0-1 1 0 0,0 0-1 0 0,-1 0 0 0 0,1 0 1 0 0,-1 0-1 0 0,0-1 1 0 0,0 1-1 0 0,0-1 1 0 0,-5 3-1 0 0,-20 19 87 0 0,16-12-27 0 0,-9 12 95 0 0,20-22-151 0 0,0 0 1 0 0,-1-1-1 0 0,1 1 1 0 0,-1-1-1 0 0,0 1 0 0 0,0-1 1 0 0,-4 3-1 0 0,3-3 3 0 0,1 0 0 0 0,0 1 0 0 0,-1-1 0 0 0,1 1 0 0 0,0 0 0 0 0,1 0 0 0 0,-5 5 0 0 0,3-3 2 0 0,0-1 1 0 0,0 1-1 0 0,0-1 0 0 0,-1 0 1 0 0,1 0-1 0 0,-11 7 1 0 0,15-11-19 0 0,0 0 0 0 0,0 0 0 0 0,0 0 0 0 0,-1 0 0 0 0,1 0 0 0 0,0 0 0 0 0,0 0 0 0 0,0 0 0 0 0,0 0 0 0 0,0 0 0 0 0,0 0 0 0 0,0 0 0 0 0,0 0-1 0 0,0 0 1 0 0,-1 0 0 0 0,1 0 0 0 0,0 0 0 0 0,0 1 0 0 0,0-1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1 0 0 0,0-1 0 0 0,0 0 0 0 0,0 0 0 0 0,0 0 0 0 0,1 0 0 0 0,-1 0 0 0 0,0 0 0 0 0,0 0 0 0 0,0 0 0 0 0,0 0 0 0 0,0 0 0 0 0,0 0-1 0 0,0 0 2 0 0,12 4 56 0 0,8-1-20 0 0,67-9 214 0 0,20 6-186 0 0,-102 0-89 0 0,-1 1 1 0 0,0 0-1 0 0,0-1 0 0 0,1 2 1 0 0,-1-1-1 0 0,8 4 0 0 0,16 3-327 0 0,-23-7 164 0 0,-1 0 0 0 0,1 0 0 0 0,0 0 0 0 0,0 0 0 0 0,0 1 1 0 0,5 2-1 0 0,7 3-666 0 0,47 4-2663 0 0,-17-9-1829 0 0,-38-2 4195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6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7 736 0 0,'1'-6'4320'0'0,"3"6"-2768"0"0,1 12-1026 0 0,-4-10-454 0 0,-1-1 1 0 0,0 1-1 0 0,0-1 0 0 0,0 1 1 0 0,0-1-1 0 0,0 1 0 0 0,-1 0 1 0 0,1-1-1 0 0,0 1 1 0 0,-1-1-1 0 0,1 1 0 0 0,-1-1 1 0 0,0 1-1 0 0,1-1 0 0 0,-1 0 1 0 0,0 1-1 0 0,0-1 0 0 0,-2 3 1 0 0,0 13 518 0 0,-3-8-289 0 0,0 3 113 0 0,-2-1 0 0 0,-14 19 1 0 0,4 3 76 0 0,3-5-192 0 0,6-15-173 0 0,3-5-65 0 0,0 0-1 0 0,0 0 0 0 0,1 1 1 0 0,1 0-1 0 0,-5 11 0 0 0,-35 58 87 0 0,11-28-249 0 0,21-33-11 0 0,10-15 67 0 0,0 0 1 0 0,1-1-1 0 0,-1 1 1 0 0,0 0 0 0 0,1 0-1 0 0,0 0 1 0 0,0 0-1 0 0,-1 0 1 0 0,1 1-1 0 0,0-1 1 0 0,1 0 0 0 0,-1 1-1 0 0,0 2 1 0 0,-10 19-1940 0 0,11-23 1411 0 0,0 3-427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7.6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219 135 228 0 0,'1'0'89'0'0,"-1"0"-1"0"0,1 0 1 0 0,-1 0 0 0 0,1-1 0 0 0,0 1-1 0 0,-1 0 1 0 0,1-1 0 0 0,-1 1 0 0 0,1-1-1 0 0,-1 1 1 0 0,1-1 0 0 0,-1 1 0 0 0,1-1-1 0 0,-1 1 1 0 0,0-1 0 0 0,1 1 0 0 0,-1-1-1 0 0,0 1 1 0 0,1-1 0 0 0,-1 0 0 0 0,0 1-1 0 0,0-1 1 0 0,1 1 0 0 0,-1-1-1 0 0,0 0 1 0 0,0 1 0 0 0,0-1 0 0 0,0 0-1 0 0,0 1 1 0 0,0-1 0 0 0,0-1 0 0 0,4-3 594 0 0,-3 5-666 0 0,-1 0-1 0 0,0-1 1 0 0,1 1 0 0 0,-1 0 0 0 0,1 0 0 0 0,-1 0 0 0 0,0-1 0 0 0,1 1 0 0 0,-1 0-1 0 0,0 0 1 0 0,0-1 0 0 0,1 1 0 0 0,-1 0 0 0 0,0-1 0 0 0,0 1 0 0 0,1 0-1 0 0,-1-1 1 0 0,0 1 0 0 0,0 0 0 0 0,0-1 0 0 0,0 1 0 0 0,0 0 0 0 0,1-1 0 0 0,-1 1-1 0 0,0-1 1 0 0,0 1 0 0 0,0-1 0 0 0,0 0-11 0 0,0 1 1 0 0,0 0-1 0 0,0 0 0 0 0,0-1 0 0 0,0 1 1 0 0,0 0-1 0 0,0-1 0 0 0,0 1 0 0 0,0 0 1 0 0,0-1-1 0 0,0 1 0 0 0,1 0 1 0 0,-1-1-1 0 0,0 1 0 0 0,0 0 0 0 0,0 0 1 0 0,1-1-1 0 0,-1 1 0 0 0,0 0 0 0 0,0 0 1 0 0,0 0-1 0 0,1-1 0 0 0,-1 1 1 0 0,0 0-1 0 0,0 0 0 0 0,1 0 0 0 0,-1 0 1 0 0,0-1-1 0 0,1 1 0 0 0,-1 0 4 0 0,1 0 0 0 0,-1 0 0 0 0,0 0 0 0 0,1-1 0 0 0,-1 1 0 0 0,0 0 0 0 0,1 0 0 0 0,-1 0 0 0 0,0-1 0 0 0,0 1 0 0 0,1 0 0 0 0,-1 0 0 0 0,0-1 0 0 0,0 1-1 0 0,0 0 1 0 0,1-1 0 0 0,-1 1 0 0 0,0 0 0 0 0,0-1 0 0 0,0 1 0 0 0,0 0 0 0 0,0-1 0 0 0,1 1 0 0 0,-1 0 0 0 0,0-1 0 0 0,0 1 0 0 0,0 0 0 0 0,0-1 0 0 0,0 0 0 0 0,4-4 197 0 0,-3 5-196 0 0,-1 0-1 0 0,0 0 1 0 0,1 0-1 0 0,-1-1 0 0 0,0 1 1 0 0,1 0-1 0 0,-1 0 1 0 0,0 0-1 0 0,1-1 1 0 0,-1 1-1 0 0,0 0 1 0 0,0-1-1 0 0,1 1 0 0 0,-1 0 1 0 0,0-1-1 0 0,0 1 1 0 0,1 0-1 0 0,-1-1 1 0 0,0 1-1 0 0,0 0 1 0 0,0-1-1 0 0,0 1 1 0 0,0-1-1 0 0,0 1 0 0 0,1 0 1 0 0,-1-1-1 0 0,0 0 1 0 0,9-14 402 0 0,-7 13-367 0 0,-1 1 1 0 0,0 0-1 0 0,0 0 0 0 0,0 0 1 0 0,0-1-1 0 0,0 1 1 0 0,0 0-1 0 0,-1-1 0 0 0,1 1 1 0 0,0-1-1 0 0,-1 1 1 0 0,1-4-1 0 0,4-2 249 0 0,-4 7-281 0 0,-1 0 1 0 0,0 0 0 0 0,1 0-1 0 0,-1-1 1 0 0,0 1-1 0 0,1 0 1 0 0,-1 0 0 0 0,0-1-1 0 0,1 1 1 0 0,-1 0-1 0 0,0-1 1 0 0,1 1 0 0 0,-1 0-1 0 0,0-1 1 0 0,0 1 0 0 0,0-1-1 0 0,1 1 1 0 0,-1 0-1 0 0,0-1 1 0 0,0 1 0 0 0,0-1-1 0 0,0 1 1 0 0,0 0-1 0 0,0-1 1 0 0,0 1 0 0 0,0-1-1 0 0,0 0 1 0 0,5-5 319 0 0,-5 5-252 0 0,1 1 0 0 0,-1-1 0 0 0,1 1 0 0 0,-1-1-1 0 0,1 1 1 0 0,-1-1 0 0 0,0 1 0 0 0,1-1 0 0 0,-1 1 0 0 0,0-1-1 0 0,1 0 1 0 0,-1 1 0 0 0,0-1 0 0 0,0 1 0 0 0,1-1-1 0 0,-1 0 1 0 0,0 1 0 0 0,0-3 2297 0 0,-21 31-2075 0 0,15-22-257 0 0,1 1 0 0 0,0-1 1 0 0,0 1-1 0 0,-6 12 0 0 0,-14 35 130 0 0,3-15-62 0 0,19-32-95 0 0,-1 0-1 0 0,0 0 0 0 0,0-1 0 0 0,0 1 1 0 0,-9 9-1 0 0,6-9 0 0 0,1 0-1 0 0,1 1 1 0 0,0 0 0 0 0,-5 9 0 0 0,7-13-9 0 0,1 0 1 0 0,-1-1 0 0 0,0 1-1 0 0,0-1 1 0 0,0 0 0 0 0,0 0-1 0 0,-1 0 1 0 0,-5 3 0 0 0,5-3 2 0 0,0 0 1 0 0,0 0-1 0 0,0 1 0 0 0,1-1 1 0 0,-1 1-1 0 0,-2 4 1 0 0,3-5 4 0 0,0 0 1 0 0,0 1 0 0 0,0-1-1 0 0,-1 0 1 0 0,1 0 0 0 0,-5 2-1 0 0,5-4-9 0 0,1 0 0 0 0,0 1 1 0 0,0-1-1 0 0,0 1 0 0 0,0-1 0 0 0,0 1 0 0 0,0 0 0 0 0,0 0 0 0 0,1-1 1 0 0,-1 1-1 0 0,1 0 0 0 0,-1 1 0 0 0,1-1 0 0 0,0 0 0 0 0,-1 3 0 0 0,1-4 11 0 0,0 0-16 0 0,0 0-1 0 0,0 0 1 0 0,0 0-1 0 0,0 0 1 0 0,0 0-1 0 0,0 0 1 0 0,-1 0-1 0 0,1-1 1 0 0,0 1 0 0 0,0 0-1 0 0,0-1 1 0 0,-1 1-1 0 0,1-1 1 0 0,-2 1-1 0 0,1-1 0 0 0,2 1-18 0 0,1-1 15 0 0,-1 0-1 0 0,0 1 1 0 0,1-1 0 0 0,-1 1-1 0 0,1-1 1 0 0,-1 0 0 0 0,1 1-1 0 0,-1-1 1 0 0,1 0 0 0 0,-1 1-1 0 0,1-1 1 0 0,-1 0 0 0 0,1 0-1 0 0,-1 1 1 0 0,1-1 0 0 0,-1 0-1 0 0,1 0 1 0 0,0 0 0 0 0,-1 0-1 0 0,1 0 1 0 0,-1 0 0 0 0,1 0 0 0 0,0 0-1 0 0,0 0 1 0 0,23 0-40 0 0,-18 0 33 0 0,48-6 27 0 0,22 0 16 0 0,22 0-19 0 0,31 0-195 0 0,13 6-1345 0 0,-98-6-732 0 0,-42 6 1871 0 0,-13-14-7682 0 0,11 9 7769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8.1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166 58 0 0 0,'-2'-35'7491'0'0,"-3"32"-7315"0"0,5 3-154 0 0,0 0-1 0 0,-1 0 1 0 0,1 0 0 0 0,0 0-1 0 0,-1 0 1 0 0,1-1 0 0 0,0 1 0 0 0,0 0-1 0 0,-1 0 1 0 0,1 0 0 0 0,0-1-1 0 0,0 1 1 0 0,0 0 0 0 0,-1 0 0 0 0,1-1-1 0 0,0 1 1 0 0,0 0 0 0 0,0 0 0 0 0,0-1-1 0 0,-1 1 1 0 0,1 0 0 0 0,0-1-1 0 0,0 1 1 0 0,0 0 0 0 0,0-1 0 0 0,0 1-1 0 0,0 0 1 0 0,0 0 0 0 0,0-1-1 0 0,0 1 1 0 0,0 0 0 0 0,0-1 0 0 0,0 1-1 0 0,0 0 1 0 0,0-1 0 0 0,0 1-1 0 0,1-1 1 0 0,-1 0 222 0 0,0-7 1763 0 0,0 17-1368 0 0,0 14-421 0 0,0-1 89 0 0,0 0 1 0 0,-1-1 0 0 0,-7 39 0 0 0,-3 23 129 0 0,7-19-153 0 0,1-53-230 0 0,1 1 0 0 0,0 0 0 0 0,0 18 1 0 0,-9 32 141 0 0,11-56-177 0 0,-1 0 1 0 0,0 0 0 0 0,0 0 0 0 0,-1-1 0 0 0,1 1 0 0 0,-4 7-1 0 0,3-8-3 0 0,0 0-1 0 0,0 1 1 0 0,1-1-1 0 0,0 0 0 0 0,0 1 1 0 0,-1 6-1 0 0,-9 36 28 0 0,11-43-41 0 0,-1 0-1 0 0,0-1 1 0 0,0 1 0 0 0,0-1-1 0 0,-1 1 1 0 0,0-1 0 0 0,0 1-1 0 0,0-1 1 0 0,-2 4 0 0 0,1-4-6 0 0,1 0 1 0 0,0-1 0 0 0,0 1 0 0 0,1 1 0 0 0,-1-1 0 0 0,1 0 0 0 0,0 0 0 0 0,-1 8 0 0 0,1-9-9 0 0,1 0 1 0 0,-1 0 0 0 0,1-1-1 0 0,-1 1 1 0 0,0 0-1 0 0,0-1 1 0 0,0 1 0 0 0,0 0-1 0 0,-1-1 1 0 0,-1 3-1 0 0,2-3-15 0 0,0 0 0 0 0,-1 0 0 0 0,1 1-1 0 0,0-1 1 0 0,0 1 0 0 0,0-1-1 0 0,1 1 1 0 0,-1-1 0 0 0,0 6 0 0 0,-4 6-290 0 0,-1 3-197 0 0,1-5-147 0 0,-1 7-832 0 0,6-11 1827 0 0,0-7-580 0 0,-1 0-1 0 0,1-1 1 0 0,0 1-1 0 0,0-1 1 0 0,-1 1 0 0 0,1 0-1 0 0,0 0 1 0 0,0-1 0 0 0,0 1-1 0 0,0 0 1 0 0,0-1 0 0 0,0 1-1 0 0,0 0 1 0 0,0-1 0 0 0,0 1-1 0 0,1 0 1 0 0,-1-1 0 0 0,0 1-1 0 0,0 0 1 0 0,1-1 0 0 0,-1 1-1 0 0,0 0 1 0 0,1-1 0 0 0,-1 1-1 0 0,0-1 1 0 0,1 1 0 0 0,-1-1-1 0 0,1 1 1 0 0,-1-1 0 0 0,1 1-1 0 0,-1-1 1 0 0,1 1 0 0 0,-1-1-1 0 0,1 0 1 0 0,0 1 0 0 0,-1-1-1 0 0,2 1 1 0 0,0-1-795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8.5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12 668 0 0,'12'0'3032'0'0,"-10"0"-2865"0"0,-1 0 0 0 0,0 0 0 0 0,1-1 1 0 0,-1 1-1 0 0,0-1 0 0 0,1 1 0 0 0,-1-1 0 0 0,0 0 1 0 0,0 1-1 0 0,0-1 0 0 0,0 0 0 0 0,1 0 1 0 0,-1 0-1 0 0,0 0 0 0 0,0-1 0 0 0,-1 1 71 0 0,1 1-139 0 0,-1 0-1 0 0,1 0 1 0 0,-1 0-1 0 0,0 0 1 0 0,1 0-1 0 0,-1 0 1 0 0,0 0-1 0 0,1 0 1 0 0,-1 0-1 0 0,0 1 1 0 0,1-1-1 0 0,-1 0 1 0 0,0 0-1 0 0,1 0 1 0 0,-1 0-1 0 0,0 1 1 0 0,1-1-1 0 0,-1 0 1 0 0,0 0-1 0 0,0 1 1 0 0,1-1-1 0 0,-1 0 1 0 0,0 0-1 0 0,0 1 1 0 0,1-1-1 0 0,-1 0 1 0 0,0 1-1 0 0,0-1 1 0 0,0 0-1 0 0,1 1 1 0 0,-4 2-30 0 0,2-2-43 0 0,1-1 0 0 0,-1 1 0 0 0,0-1 0 0 0,1 1-1 0 0,0-1 1 0 0,-1 1 0 0 0,1 0 0 0 0,-1-1 0 0 0,1 1-1 0 0,0 0 1 0 0,-1-1 0 0 0,1 1 0 0 0,0 0 0 0 0,0 0 0 0 0,0-1-1 0 0,-1 1 1 0 0,1 0 0 0 0,0 0 0 0 0,0-1 0 0 0,0 1-1 0 0,0 1 1 0 0,-1 2 99 0 0,-1 0 0 0 0,1 0 1 0 0,-1 0-1 0 0,0 0 0 0 0,-1 0 0 0 0,-3 5 0 0 0,0 2 74 0 0,2-3-102 0 0,-12 14 184 0 0,12-17-244 0 0,-1 0 0 0 0,2 0-1 0 0,-1 1 1 0 0,1-1 0 0 0,0 1 0 0 0,-3 6-1 0 0,-10 16 6 0 0,2-10-32 0 0,8-9-13 0 0,-1 0-1 0 0,1 0 1 0 0,-6 14-1 0 0,-17 15-122 0 0,19-20-80 0 0,-13 18-1076 0 0,18-25-480 0 0,12-9-2072 0 0,13-8 30 0 0,-11 4 2990 0 0,2-3 590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9.1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229 12 0 0 0,'0'-1'127'0'0,"0"1"1"0"0,0-1-1 0 0,0 1 0 0 0,0-1 1 0 0,0 1-1 0 0,0-1 0 0 0,0 1 0 0 0,0-1 1 0 0,-1 1-1 0 0,1-1 0 0 0,0 1 1 0 0,0 0-1 0 0,-1-1 0 0 0,1 1 1 0 0,0-1-1 0 0,0 1 0 0 0,-1 0 1 0 0,1-1-1 0 0,0 1 0 0 0,-1 0 1 0 0,1-1-1 0 0,-1 1 0 0 0,1 0 0 0 0,0 0 1 0 0,-1-1-1 0 0,1 1 0 0 0,-1 0 1 0 0,1 0-1 0 0,-1 0 0 0 0,1 0 1 0 0,-1-1-1 0 0,1 1 0 0 0,-1 0 1 0 0,1 0-1 0 0,-1 0 0 0 0,0 0 1 0 0,-26 4 894 0 0,-19 15-870 0 0,35-13 17 0 0,3-2-18 0 0,1 0 1 0 0,-1 0 0 0 0,1 1 0 0 0,0 0-1 0 0,-11 11 1 0 0,17-15-123 0 0,0 0 0 0 0,0 1 0 0 0,0-1 1 0 0,0 1-1 0 0,0-1 0 0 0,0 1 0 0 0,0-1 0 0 0,0 1 0 0 0,0 0 1 0 0,1-1-1 0 0,-1 1 0 0 0,1 0 0 0 0,-1-1 0 0 0,1 1 1 0 0,0 0-1 0 0,0 0 0 0 0,-1 0 0 0 0,1-1 0 0 0,1 5 0 0 0,-5 0 85 0 0,-3 7-27 0 0,12 6 8 0 0,-4-17-75 0 0,0 0-1 0 0,0 0 0 0 0,-1 0 1 0 0,1 0-1 0 0,-1 0 1 0 0,1 0-1 0 0,-1 0 1 0 0,1 1-1 0 0,-1 3 0 0 0,11 29 327 0 0,0 2 148 0 0,-1 6 85 0 0,1 42 281 0 0,-11 112 488 0 0,0-195-1343 0 0,-1 0 1 0 0,0 0-1 0 0,1 0 1 0 0,-1-1-1 0 0,0 1 1 0 0,0 0-1 0 0,0-1 1 0 0,0 1-1 0 0,-1-1 1 0 0,1 1-1 0 0,0-1 1 0 0,-1 0-1 0 0,1 0 1 0 0,-3 2-1 0 0,3-2-3 0 0,0 0 1 0 0,-1 0-1 0 0,1 0 0 0 0,0 0 0 0 0,0 0 0 0 0,0 0 1 0 0,0 1-1 0 0,0-1 0 0 0,0 0 0 0 0,0 1 0 0 0,1-1 1 0 0,-1 0-1 0 0,0 2 0 0 0,0-1-1 0 0,1-1-1 0 0,-1 0 1 0 0,1 0 0 0 0,-1 0 0 0 0,0 0-1 0 0,0 0 1 0 0,1 0 0 0 0,-1 0-1 0 0,0 0 1 0 0,0 0 0 0 0,0 0-1 0 0,0 0 1 0 0,0 0 0 0 0,0-1-1 0 0,0 1 1 0 0,0 0 0 0 0,-2 0-1 0 0,-25 13-133 0 0,20-10-35 0 0,6-3 35 0 0,2-1-111 0 0,-1 1 170 0 0,0-1 0 0 0,0 0 0 0 0,1 0 0 0 0,-1 1 0 0 0,0-1 0 0 0,1 0 0 0 0,-1 0 0 0 0,0 0 0 0 0,0 0 0 0 0,1 0-1 0 0,-1 0 1 0 0,0 0 0 0 0,1-1 0 0 0,-1 1 0 0 0,0 0 0 0 0,1 0 0 0 0,-1 0 0 0 0,0-1 0 0 0,1 1 0 0 0,-1 0 0 0 0,0-1 0 0 0,1 1 0 0 0,-1 0 0 0 0,1-1 0 0 0,-1 1 0 0 0,0-1 0 0 0,1 1 0 0 0,-1-1 0 0 0,1 1 0 0 0,0-1 0 0 0,-1 0-1 0 0,0 0 1 0 0,1-80-7256 0 0,0 65 6309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2:59.4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1 129 0 0 0,'11'-30'2723'0'0,"-8"25"-2361"0"0,1 0 0 0 0,0-1 0 0 0,0 2 0 0 0,0-1 0 0 0,1 0 0 0 0,5-4-1 0 0,11-4 75 0 0,-17 9-362 0 0,0 1 0 0 0,1 0 0 0 0,-1 0 0 0 0,1 1 0 0 0,0 0 0 0 0,0-1 0 0 0,6 0 0 0 0,8-3-100 0 0,0 1 0 0 0,1 0 0 0 0,0 2-1 0 0,-1 0 1 0 0,25 1 0 0 0,-13 2-1006 0 0,-29 0 642 0 0,9 0-4091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0.3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25 0 0 0,'0'0'6105'0'0,"2"-25"-4947"0"0,92 25-964 0 0,-50 7-154 0 0,-38-5-31 0 0,-3 0-11 0 0,13 0-13 0 0,-15-2 14 0 0,-1 0 1 0 0,0 0-1 0 0,1-1 0 0 0,-1 1 1 0 0,0 0-1 0 0,1 1 1 0 0,-1-1-1 0 0,1 0 0 0 0,-1 0 1 0 0,0 0-1 0 0,1 0 1 0 0,-1 0-1 0 0,0 0 0 0 0,1 0 1 0 0,-1 0-1 0 0,0 1 1 0 0,0-1-1 0 0,1 0 1 0 0,-1 0-1 0 0,0 0 0 0 0,1 1 1 0 0,-1-1-1 0 0,0 0 1 0 0,0 0-1 0 0,0 1 0 0 0,1-1 1 0 0,-1 0-1 0 0,0 1 1 0 0,0-1-1 0 0,0 0 1 0 0,1 1-1 0 0,-1-1 0 0 0,0 0 1 0 0,0 1-1 0 0,0-1 1 0 0,0 0-1 0 0,0 1 0 0 0,0-1 1 0 0,0 0-1 0 0,0 1 1 0 0,0-1-1 0 0,0 0 1 0 0,0 1-1 0 0,0-1 0 0 0,0 0 1 0 0,0 1-1 0 0,0-1 1 0 0,-1 1-1 0 0,1 0-2 0 0,0 0-5 0 0,0 3 7 0 0,0-3-2 0 0,0 48 15 0 0,1-36 21 0 0,-1-9-12 0 0,0 1 0 0 0,0-1 0 0 0,0 0 0 0 0,0 1 0 0 0,-1-1 0 0 0,1 0 0 0 0,-1 0 0 0 0,0 1 0 0 0,0-1 1 0 0,-1 0-1 0 0,-2 5 0 0 0,3-4 13 0 0,0 0 1 0 0,0 0-1 0 0,0 0 1 0 0,0 1 0 0 0,1-1-1 0 0,0 0 1 0 0,0 1-1 0 0,2 9 1 0 0,0 7 120 0 0,-13 44 197 0 0,0 21 137 0 0,11-74-381 0 0,-1 0 1 0 0,0 1-1 0 0,0-1 0 0 0,-5 19 1 0 0,3-18 20 0 0,1 0 1 0 0,1-1-1 0 0,1 1 1 0 0,0 0-1 0 0,2 17 1 0 0,0 11 193 0 0,-2-33-242 0 0,0 0 1 0 0,1 0-1 0 0,0 0 0 0 0,0 0 0 0 0,5 14 0 0 0,-4-14-40 0 0,-1-1 0 0 0,0 1 1 0 0,-1 0-1 0 0,0-1 0 0 0,0 1 0 0 0,-1 0 1 0 0,0 0-1 0 0,0-1 0 0 0,-1 1 0 0 0,-4 12 0 0 0,5-18-31 0 0,0 0 0 0 0,1 0 0 0 0,-1 0 0 0 0,1 0 0 0 0,0 0 0 0 0,0 0 0 0 0,0 0 0 0 0,1 5 0 0 0,0-6-3 0 0,-1 1 0 0 0,0-1 0 0 0,0 1 1 0 0,0 0-1 0 0,0-1 0 0 0,0 1 0 0 0,0-1 0 0 0,-1 1 1 0 0,1-1-1 0 0,-2 4 0 0 0,-2 2 24 0 0,0 1-1 0 0,1 0 0 0 0,0 0 1 0 0,1 0-1 0 0,-2 12 1 0 0,3-16-17 0 0,0 0-1 0 0,0-1 1 0 0,-1 1 0 0 0,0-1 0 0 0,0 1-1 0 0,0-1 1 0 0,0 1 0 0 0,-1-1 0 0 0,-5 7-1 0 0,1-1 23 0 0,-3 12 28 0 0,10-20-60 0 0,-1 1 1 0 0,0-1 0 0 0,0 1 0 0 0,-1-1 0 0 0,1 0 0 0 0,0 1-1 0 0,-1-1 1 0 0,1 0 0 0 0,-1 0 0 0 0,0 0 0 0 0,0 0-1 0 0,0 0 1 0 0,0 0 0 0 0,0-1 0 0 0,-2 3 0 0 0,2-3-6 0 0,0 0 1 0 0,1 0 0 0 0,-1 1-1 0 0,1-1 1 0 0,-1 1-1 0 0,1-1 1 0 0,-1 1-1 0 0,1-1 1 0 0,0 1 0 0 0,0 0-1 0 0,0 0 1 0 0,0 0-1 0 0,-1 2 1 0 0,0-2-68 0 0,0 0 1 0 0,0-1 0 0 0,0 1-1 0 0,0-1 1 0 0,0 1-1 0 0,0-1 1 0 0,0 0 0 0 0,0 0-1 0 0,-1 0 1 0 0,1 0-1 0 0,-1 0 1 0 0,-2 0 0 0 0,3-1-303 0 0,-1 0-1005 0 0,-1-1 457 0 0,1 1 1 0 0,0-1 0 0 0,0 0-1 0 0,-1 0 1 0 0,1-1-1 0 0,0 1 1 0 0,-5-4 0 0 0,0-1-395 0 0,7 0 292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4.3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490 66 320 0 0,'0'-37'7927'0'0,"-1"35"-7814"0"0,1 1-1 0 0,-1-1 0 0 0,0 1 1 0 0,0-1-1 0 0,0 1 0 0 0,0-1 1 0 0,0 1-1 0 0,0 0 0 0 0,0 0 1 0 0,-1-1-1 0 0,1 1 1 0 0,0 0-1 0 0,-1 0 0 0 0,1 0 1 0 0,0 0-1 0 0,-1 1 0 0 0,0-1 1 0 0,1 0-1 0 0,-1 1 0 0 0,1-1 1 0 0,-1 1-1 0 0,0-1 0 0 0,1 1 1 0 0,-1 0-1 0 0,-2-1 0 0 0,1 0-24 0 0,-1 1-1 0 0,0-1 0 0 0,1 1 0 0 0,-1-1 1 0 0,0 1-1 0 0,1 0 0 0 0,-1 0 1 0 0,0 1-1 0 0,0-1 0 0 0,1 1 0 0 0,-6 1 1 0 0,-13 2-4 0 0,7-2-76 0 0,-38 11-15 0 0,10-1 39 0 0,23-10-31 0 0,18 0 1 0 0,2 0-1 0 0,-33 5 354 0 0,33-7-354 0 0,1 0-1 0 0,-1 0 1 0 0,0 0-1 0 0,0 0 1 0 0,0 0-1 0 0,0 0 1 0 0,0 0-1 0 0,0 0 0 0 0,0 0 1 0 0,1 0-1 0 0,-1 1 1 0 0,0-1-1 0 0,0 0 1 0 0,0 0-1 0 0,0 0 1 0 0,0 0-1 0 0,0 0 0 0 0,0 0 1 0 0,0 0-1 0 0,0 0 1 0 0,0 0-1 0 0,0 0 1 0 0,1 1-1 0 0,-1-1 0 0 0,0 0 1 0 0,0 0-1 0 0,0 0 1 0 0,0 0-1 0 0,0 0 1 0 0,0 0-1 0 0,0 0 1 0 0,0 0-1 0 0,0 1 0 0 0,0-1 1 0 0,0 0-1 0 0,0 0 1 0 0,0 0-1 0 0,0 0 1 0 0,0 0-1 0 0,0 0 1 0 0,0 0-1 0 0,0 1 0 0 0,0-1 1 0 0,0 0-1 0 0,-1 0 1 0 0,1 0-1 0 0,0 0 1 0 0,0 0-1 0 0,0 0 0 0 0,0 0 1 0 0,0 0-1 0 0,0 1 1 0 0,0-1-1 0 0,0 0 1 0 0,0 0-1 0 0,0 0 1 0 0,0 0-1 0 0,-1 0 0 0 0,1 0 1 0 0,0 0-1 0 0,0 0 1 0 0,0 0-1 0 0,0 0 1 0 0,0 0-1 0 0,0 0 0 0 0,-1 0 1 0 0,-7 7 12 0 0,7-6-8 0 0,0 4 4 0 0,0-1-1 0 0,1 0 0 0 0,-1 0 0 0 0,1 1 1 0 0,0-1-1 0 0,0 0 0 0 0,1 8 0 0 0,-1-6 8 0 0,1 26 42 0 0,0-14 21 0 0,-1 0 0 0 0,-1 0 0 0 0,0 0 0 0 0,-8 32 0 0 0,-2 12 189 0 0,4-21-58 0 0,6-30-134 0 0,-1 0 0 0 0,0 1 0 0 0,-1-1 0 0 0,-5 12 0 0 0,-14 40 305 0 0,8-26-149 0 0,-5 11 58 0 0,9-29-101 0 0,1 1 0 0 0,-11 34 1 0 0,14-38-105 0 0,-27 52 299 0 0,28-56-328 0 0,2-8-33 0 0,1 0-1 0 0,0 0 1 0 0,1 0-1 0 0,-1 1 1 0 0,1-1-1 0 0,0 0 1 0 0,-2 10-1 0 0,0-9-1 0 0,3-5-18 0 0,-1 1-1 0 0,1 0 1 0 0,-1-1 0 0 0,1 1-1 0 0,-1 0 1 0 0,1-1 0 0 0,-1 1-1 0 0,1 0 1 0 0,-1-1 0 0 0,1 1-1 0 0,0 0 1 0 0,-1 0 0 0 0,1 0-1 0 0,0 0 1 0 0,0-1 0 0 0,0 1-1 0 0,0 0 1 0 0,-1 0 0 0 0,1 0-1 0 0,0 0 1 0 0,1-1 0 0 0,-1 1-1 0 0,0 0 1 0 0,0 1 0 0 0,1-2-3 0 0,-1 0 0 0 0,1 1 0 0 0,0-1 0 0 0,-1 0 0 0 0,1 0 0 0 0,-1 0 0 0 0,1 1 0 0 0,-1-1 0 0 0,1 0 0 0 0,-1 1 0 0 0,1-1 0 0 0,-1 1 0 0 0,1-1 0 0 0,-1 0 0 0 0,1 1 0 0 0,-1-1 0 0 0,0 1 0 0 0,1-1 0 0 0,-1 1 0 0 0,0-1 0 0 0,1 2 0 0 0,6 6 14 0 0,6-1 14 0 0,0 0-1 0 0,0-1 1 0 0,26 7 0 0 0,-29-11-146 0 0,-1-1 1 0 0,1 0 0 0 0,0-1 0 0 0,-1 0 0 0 0,1 0 0 0 0,-1-1 0 0 0,1 0 0 0 0,-1-1-1 0 0,1 0 1 0 0,-1-1 0 0 0,0 0 0 0 0,0 0 0 0 0,0-1 0 0 0,12-6 0 0 0,34-9-1814 0 0,43-24-3312 0 0,-24 18-837 0 0,-72 21 5122 0 0,-2 3 405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4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8 848 0 0,'-13'-1'3132'0'0,"7"0"-2837"0"0,0-1 1 0 0,0 1 0 0 0,0 0 0 0 0,0 0 0 0 0,-1 1-1 0 0,1 0 1 0 0,-11 1 0 0 0,4-1 86 0 0,-1 6 339 0 0,13-6-699 0 0,0 0-1 0 0,0 0 1 0 0,0 0 0 0 0,1 0 0 0 0,-1 1 0 0 0,0-1 0 0 0,0 0 0 0 0,1 0 0 0 0,-1 0 0 0 0,0 1-1 0 0,0-1 1 0 0,1 0 0 0 0,-1 1 0 0 0,0-1 0 0 0,0 1 0 0 0,1-1 0 0 0,-1 1 0 0 0,1-1 0 0 0,-1 1-1 0 0,0-1 1 0 0,1 1 0 0 0,-1 0 0 0 0,1-1 0 0 0,0 1 0 0 0,-1 0 0 0 0,1-1 0 0 0,-1 1 0 0 0,1 0-1 0 0,0 0 1 0 0,0-1 0 0 0,-1 1 0 0 0,1 0 0 0 0,0 0 0 0 0,0 1 0 0 0,-3-1 82 0 0,2-1-100 0 0,1 0 1 0 0,0 0 0 0 0,0 0-1 0 0,-1 0 1 0 0,1 0 0 0 0,0 0 0 0 0,-1 0-1 0 0,1 0 1 0 0,0 0 0 0 0,0 0 0 0 0,-1 0-1 0 0,1 0 1 0 0,0 0 0 0 0,-1 1-1 0 0,1-1 1 0 0,0 0 0 0 0,0 0 0 0 0,-1 0-1 0 0,1 0 1 0 0,0 1 0 0 0,0-1-1 0 0,0 0 1 0 0,-1 0 0 0 0,1 0 0 0 0,0 1-1 0 0,0-1 1 0 0,0 0 0 0 0,0 0 0 0 0,-1 1-1 0 0,1-1 1 0 0,0 0 0 0 0,0 1-1 0 0,0-1 1 0 0,0 0 0 0 0,0 0 0 0 0,0 1-1 0 0,0-1 1 0 0,0 0 0 0 0,0 1-1 0 0,0 0 7 0 0,0 1 0 0 0,0 0 0 0 0,0-1-1 0 0,0 1 1 0 0,0 0 0 0 0,0-1 0 0 0,0 1-1 0 0,1-1 1 0 0,-1 1 0 0 0,1 0 0 0 0,-1-1-1 0 0,1 1 1 0 0,0-1 0 0 0,0 1 0 0 0,-1-1-1 0 0,1 0 1 0 0,2 3 0 0 0,-2 11 62 0 0,-1-15-67 0 0,0 1 0 0 0,-1 0 0 0 0,1 0-1 0 0,0-1 1 0 0,0 1 0 0 0,0 0 0 0 0,0-1-1 0 0,0 1 1 0 0,0 0 0 0 0,0 0 0 0 0,0-1-1 0 0,0 1 1 0 0,0 0 0 0 0,1 0 0 0 0,-1-1-1 0 0,0 1 1 0 0,0 0 0 0 0,1-1 0 0 0,-1 1-1 0 0,0 0 1 0 0,2 0 0 0 0,0 1 13 0 0,1 0 1 0 0,-1 1-1 0 0,0-1 1 0 0,0 1 0 0 0,0-1-1 0 0,0 1 1 0 0,0 0-1 0 0,2 3 1 0 0,16 21 129 0 0,24 23 175 0 0,-22-13 12 0 0,-11-14-105 0 0,0-2-2 0 0,-8-15-141 0 0,0 0 0 0 0,-1 1 0 0 0,1-1 1 0 0,-1 1-1 0 0,-1-1 0 0 0,2 10 1 0 0,3 9 176 0 0,-1-9-65 0 0,0 1-1 0 0,-2 0 1 0 0,0 0-1 0 0,-1 0 1 0 0,0 21-1 0 0,-13-1 250 0 0,10-32-373 0 0,1 0 1 0 0,-2-1 0 0 0,1 1 0 0 0,-1 0 0 0 0,1-1 0 0 0,-1 1 0 0 0,-1-1 0 0 0,1 0 0 0 0,-1 0 0 0 0,1 0 0 0 0,-1 0 0 0 0,0 0 0 0 0,0-1 0 0 0,-1 1 0 0 0,1-1 0 0 0,-5 4 0 0 0,-49 31 431 0 0,25-27-524 0 0,28-11-7 0 0,4 0 12 0 0,-1 1 1 0 0,1-1 0 0 0,-1 0-1 0 0,1 0 1 0 0,-1 0-1 0 0,0 0 1 0 0,1 0-1 0 0,-1 0 1 0 0,1 0-1 0 0,-1 0 1 0 0,1 0 0 0 0,-1 0-1 0 0,1 0 1 0 0,-1 0-1 0 0,1 0 1 0 0,-1 0-1 0 0,1 0 1 0 0,-1-1 0 0 0,1 1-1 0 0,-1 0 1 0 0,1 0-1 0 0,-1-1 1 0 0,1 1-1 0 0,0 0 1 0 0,-1-1-1 0 0,1 1 1 0 0,-1 0 0 0 0,1-1-1 0 0,0 1 1 0 0,-1 0-1 0 0,1-1 1 0 0,0 1-1 0 0,-1-1 1 0 0,1 1-1 0 0,0-1 1 0 0,-8-10-607 0 0,7 10 532 0 0,0-1 0 0 0,-1 1 0 0 0,1-1 0 0 0,0 1 0 0 0,0-1 0 0 0,0 1 0 0 0,0-1 0 0 0,0 0 0 0 0,0 0 0 0 0,0 1 0 0 0,1-1 0 0 0,-1 0 0 0 0,1 0 0 0 0,-1-2 0 0 0,-10-44-2168 0 0,11 33 1546 0 0,0 0 0 0 0,1-1 1 0 0,1 1-1 0 0,4-17 0 0 0,-2-46-1842 0 0,7 22 539 0 0,-2 25 940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5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56 0 0 0,'0'0'1592'0'0,"12"-6"1302"0"0,63 12-2052 0 0,79-19-326 0 0,-103 6-476 0 0,73-11-98 0 0,-80 11-54 0 0,-21 3-211 0 0,39-2-1 0 0,-59 5 157 0 0,1 1 0 0 0,-1 0 0 0 0,1 0 0 0 0,-1 1 0 0 0,0-1 0 0 0,1 1 0 0 0,-1-1 0 0 0,0 1 0 0 0,1 0 0 0 0,-1 1 0 0 0,0-1 0 0 0,0 0 0 0 0,0 1 0 0 0,0 0 0 0 0,0 0 0 0 0,0 0 0 0 0,0 0 0 0 0,-1 0 0 0 0,1 0 0 0 0,-1 1 0 0 0,0-1 0 0 0,1 1 0 0 0,1 3 0 0 0,-2 1-716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5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3 872 0 0,'2'-2'4975'0'0,"-2"2"-4888"0"0,7 2 818 0 0,-5 35 912 0 0,-2-35-1752 0 0,0 8 175 0 0,0 0 0 0 0,0-1 0 0 0,-1 1 0 0 0,0 0 0 0 0,-1-1 0 0 0,-3 12 0 0 0,1 26 204 0 0,-4-29-320 0 0,6-15-104 0 0,1 1 0 0 0,-1 0 0 0 0,1-1 0 0 0,-1 1 0 0 0,1 0 0 0 0,0 0 0 0 0,0 0 0 0 0,0 4 0 0 0,1-3-5 0 0,-1 1 0 0 0,-1-1 0 0 0,1 0 1 0 0,-1 0-1 0 0,0 0 0 0 0,0 0 0 0 0,0 0 0 0 0,-1-1 0 0 0,-4 8 0 0 0,4-8-14 0 0,0 0-1 0 0,1 1 0 0 0,-1-1 0 0 0,1 1 0 0 0,0-1 0 0 0,1 1 0 0 0,-1 0 0 0 0,1-1 0 0 0,-1 8 0 0 0,1-9-18 0 0,1 0 1 0 0,-1-1-1 0 0,1 1 0 0 0,-1-1 1 0 0,0 1-1 0 0,0-1 0 0 0,0 1 1 0 0,0-1-1 0 0,-1 1 0 0 0,-1 2 1 0 0,2-3-182 0 0,-1 0 1 0 0,1 0 0 0 0,0 0-1 0 0,0 0 1 0 0,0 0 0 0 0,0 0-1 0 0,1 0 1 0 0,-1 0 0 0 0,0 5 0 0 0,1-7 147 0 0,1 0 1 0 0,-1 0-1 0 0,0 1 1 0 0,0-1-1 0 0,1 0 1 0 0,-1 0-1 0 0,1 0 1 0 0,-1 1-1 0 0,0-1 1 0 0,1 0-1 0 0,-1 0 1 0 0,0 0-1 0 0,1 0 1 0 0,-1 0-1 0 0,1 0 1 0 0,-1 0-1 0 0,0 0 1 0 0,1 0-1 0 0,-1 0 1 0 0,1 0-1 0 0,-1 0 1 0 0,0 0-1 0 0,1 0 1 0 0,-1 0-1 0 0,1 0 1 0 0,-1-1-1 0 0,0 1 1 0 0,1 0-1 0 0,-1 0 1 0 0,0 0-1 0 0,1-1 1 0 0,16-5-1458 0 0,-15 5 1321 0 0,48-37-4809 0 0,-44 34 4511 0 0,5-8 153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6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123 10 820 0 0,'-3'-10'6378'0'0,"-5"15"-5002"0"0,7-3-1357 0 0,0 0 1 0 0,-1 0-1 0 0,1 0 1 0 0,0 0 0 0 0,0 0-1 0 0,0 0 1 0 0,1 0-1 0 0,-1 0 1 0 0,-1 5-1 0 0,-9 30 760 0 0,11-33-689 0 0,-1 1-1 0 0,1 0 0 0 0,-1-1 1 0 0,-1 1-1 0 0,1-1 0 0 0,-4 8 1 0 0,3-7-14 0 0,0 0 0 0 0,0 0 0 0 0,1 0 0 0 0,0 1 0 0 0,-1-1 0 0 0,1 11 0 0 0,-10 50 392 0 0,0 2-148 0 0,10-48-249 0 0,-1-1-1 0 0,-6 26 0 0 0,4-25-38 0 0,1-1 0 0 0,-1 28-1 0 0,-7 34-89 0 0,11-72-12 0 0,0-1-1 0 0,-1 1 0 0 0,0 0 1 0 0,0-1-1 0 0,-5 15 0 0 0,4-15-216 0 0,1-1 0 0 0,0 1-1 0 0,0 0 1 0 0,1 0 0 0 0,0-1-1 0 0,2 14 1 0 0,-1 6-6938 0 0,-1-22 6119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6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1 0 0 0,'1'-1'6053'0'0,"1"3"-5943"0"0,-1-1 0 0 0,1 0 0 0 0,-1 0 0 0 0,1 1 1 0 0,-1-1-1 0 0,0 0 0 0 0,0 1 0 0 0,0 0 1 0 0,0-1-1 0 0,0 1 0 0 0,0-1 0 0 0,0 1 0 0 0,0 0 1 0 0,-1 0-1 0 0,1 0 0 0 0,-1-1 0 0 0,1 1 1 0 0,-1 0-1 0 0,0 0 0 0 0,0 0 0 0 0,1 0 0 0 0,-2 0 1 0 0,1 0-1 0 0,0-1 0 0 0,0 1 0 0 0,0 0 0 0 0,-1 0 1 0 0,1 0-1 0 0,-1 0 0 0 0,0-1 0 0 0,1 1 1 0 0,-1 0-1 0 0,0 0 0 0 0,-2 2 0 0 0,3-3-65 0 0,-1 0-1 0 0,1 0 1 0 0,0 0-1 0 0,-1 0 1 0 0,1 0-1 0 0,0 0 0 0 0,-1 0 1 0 0,1 0-1 0 0,0 0 1 0 0,0 1-1 0 0,0-1 1 0 0,0 0-1 0 0,0 0 1 0 0,1 1-1 0 0,-2 13 305 0 0,-8 15 205 0 0,8-22-398 0 0,-1 0-1 0 0,-1 0 0 0 0,1 0 1 0 0,-1-1-1 0 0,-8 14 0 0 0,8-16-92 0 0,0 1 1 0 0,0-1-1 0 0,1 0 0 0 0,0 1 0 0 0,-2 9 0 0 0,2-10-23 0 0,1 0 0 0 0,-1 1 0 0 0,0-1 0 0 0,0 0 0 0 0,-5 7 0 0 0,0-1 30 0 0,1 0-1 0 0,1 0 0 0 0,-6 14 1 0 0,7-16-73 0 0,1 0 1 0 0,-2 0-1 0 0,1 0 0 0 0,-1-1 1 0 0,-10 14-1 0 0,12-18-67 0 0,0 0-1 0 0,0 0 0 0 0,1 1 1 0 0,0-1-1 0 0,-1 1 0 0 0,2 0 1 0 0,-1 0-1 0 0,-1 7 0 0 0,3-12 60 0 0,0 1-1 0 0,0-1 1 0 0,0 0 0 0 0,0 1-1 0 0,0-1 1 0 0,0 0 0 0 0,0 1-1 0 0,0-1 1 0 0,0 1 0 0 0,0-1-1 0 0,0 0 1 0 0,0 1 0 0 0,-1-1-1 0 0,1 0 1 0 0,0 1 0 0 0,0-1-1 0 0,0 0 1 0 0,-1 1 0 0 0,1-1-1 0 0,0 0 1 0 0,0 1-1 0 0,-1-1 1 0 0,1 0 0 0 0,0 0-1 0 0,0 1 1 0 0,-1-1 0 0 0,1 0-1 0 0,0 0 1 0 0,-1 0 0 0 0,1 1-1 0 0,-1-1 1 0 0,1 0-18 0 0,0 0-1 0 0,-1 0 1 0 0,1 0 0 0 0,0 1-1 0 0,-1-1 1 0 0,1 0-1 0 0,0 0 1 0 0,0 0 0 0 0,-1 0-1 0 0,1 1 1 0 0,0-1 0 0 0,0 0-1 0 0,-1 0 1 0 0,1 1 0 0 0,0-1-1 0 0,0 0 1 0 0,0 0-1 0 0,0 1 1 0 0,-1-1 0 0 0,1 0-1 0 0,0 1 1 0 0,0-1 0 0 0,0 0-1 0 0,0 1 1 0 0,0-1 0 0 0,0 0-1 0 0,0 1 1 0 0,0-1-1 0 0,0 0 1 0 0,0 0 0 0 0,0 1-1 0 0,0 0-409 0 0,11 4-2851 0 0,20-35-1363 0 0,-28 19 3640 0 0,7 4-30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6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62 248 0 0,'1'0'221'0'0,"0"-1"1"0"0,1 1-1 0 0,-1-1 1 0 0,0 0-1 0 0,0 1 1 0 0,1-1-1 0 0,-1 0 1 0 0,0 0-1 0 0,0 0 0 0 0,0 0 1 0 0,0 0-1 0 0,0 0 1 0 0,0 0-1 0 0,-1 0 1 0 0,1 0-1 0 0,0 0 1 0 0,0 0-1 0 0,-1-1 0 0 0,1 1 1 0 0,-1 0-1 0 0,1-1 1 0 0,0 0-1 0 0,0 0-107 0 0,0 0 0 0 0,0 1 0 0 0,1-1-1 0 0,-1 1 1 0 0,1-1 0 0 0,-1 1 0 0 0,1 0 0 0 0,0 0-1 0 0,-1 0 1 0 0,1 0 0 0 0,0 0 0 0 0,0 0-1 0 0,0 0 1 0 0,-1 0 0 0 0,4 0 0 0 0,-2 0-99 0 0,3-2 155 0 0,1 0 0 0 0,0 1 0 0 0,0-1 0 0 0,0 1 0 0 0,0 1 0 0 0,0-1 0 0 0,1 1 0 0 0,-1 1 0 0 0,0-1 0 0 0,10 2 0 0 0,-15 0-82 0 0,0 0 0 0 0,0 0-1 0 0,0 0 1 0 0,0 0-1 0 0,0 1 1 0 0,-1-1-1 0 0,1 1 1 0 0,0-1-1 0 0,-1 1 1 0 0,1-1-1 0 0,-1 1 1 0 0,1 0-1 0 0,-1 0 1 0 0,0 0-1 0 0,0 0 1 0 0,0 0-1 0 0,2 4 1 0 0,-1 0 142 0 0,0-4-158 0 0,-2 1 0 0 0,1-1 0 0 0,0 1 0 0 0,0 0 0 0 0,-1 0-1 0 0,0-1 1 0 0,1 1 0 0 0,-1 0 0 0 0,0 0 0 0 0,0-1 0 0 0,-1 1 0 0 0,1 0 0 0 0,-2 5 0 0 0,-11 33 573 0 0,0-8-293 0 0,10-23-265 0 0,-1 0 0 0 0,0 1 0 0 0,-1-2 0 0 0,-8 15 1 0 0,-5 9 110 0 0,15-27-165 0 0,0 1 0 0 0,-1-1-1 0 0,1 0 1 0 0,-1 0 0 0 0,-5 5-1 0 0,-111 142 531 0 0,117-149-528 0 0,0-1 11 0 0,0 0-1 0 0,0 0 0 0 0,0 1 1 0 0,0-1-1 0 0,1 1 1 0 0,-1 0-1 0 0,1 0 0 0 0,0 0 1 0 0,0 0-1 0 0,-1 6 1 0 0,-2 0 34 0 0,-2 7 408 0 0,7-17-484 0 0,0 1 1 0 0,0-1 0 0 0,0 0 0 0 0,0 1-1 0 0,0-1 1 0 0,0 0 0 0 0,0 1-1 0 0,0-1 1 0 0,0 0 0 0 0,0 1 0 0 0,0-1-1 0 0,0 0 1 0 0,0 1 0 0 0,0-1-1 0 0,0 0 1 0 0,1 1 0 0 0,-1-1-1 0 0,0 0 1 0 0,0 0 0 0 0,0 1 0 0 0,1-1-1 0 0,-1 0 1 0 0,0 0 0 0 0,0 1-1 0 0,1-1 1 0 0,-1 0 0 0 0,0 0 0 0 0,0 0-1 0 0,1 1 1 0 0,-1-1 0 0 0,0 0-1 0 0,1 0 1 0 0,-1 0 0 0 0,0 0 0 0 0,1 0-1 0 0,-1 0 1 0 0,0 0 0 0 0,1 1-1 0 0,-1-1 1 0 0,0 0 0 0 0,1 0 0 0 0,-1 0-1 0 0,0-1 1 0 0,1 1 0 0 0,-1 0-1 0 0,1 0 1 0 0,1 0 35 0 0,32 18 228 0 0,-27-15-235 0 0,0 0 0 0 0,1 0 0 0 0,-1-1 0 0 0,1 0 0 0 0,0 0 1 0 0,-1 0-1 0 0,1-1 0 0 0,0-1 0 0 0,9 1 0 0 0,71 5-383 0 0,-74-8-633 0 0,0-1 1 0 0,0 0-1 0 0,0-1 1 0 0,0-1-1 0 0,0 0 1 0 0,20-11-1 0 0,-18 6-1242 0 0,-11 7 1418 0 0,0-1 1 0 0,1 1 0 0 0,-1 0-1 0 0,1 1 1 0 0,7-3 0 0 0,-2-1-500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7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196 0 396 0 0,'0'0'1023'0'0,"7"8"3555"0"0,7 8-2796 0 0,-13-15-1682 0 0,-1 1 0 0 0,0-1 0 0 0,0 1 0 0 0,0 0 0 0 0,0-1 0 0 0,0 1 0 0 0,0-1 0 0 0,-1 1 0 0 0,1-1 0 0 0,0 1 0 0 0,-1-1 0 0 0,1 1 0 0 0,-1-1 0 0 0,0 1 0 0 0,1-1 0 0 0,-1 0 0 0 0,0 1 0 0 0,0-1 1 0 0,-2 2-1 0 0,-11 35 1357 0 0,-39 54 192 0 0,20-38-1205 0 0,15-26-324 0 0,15-24-110 0 0,1 1 0 0 0,-1-1 0 0 0,0 0 0 0 0,-1 0 0 0 0,1 0 0 0 0,-4 4 0 0 0,-15 22-173 0 0,18-27-12 0 0,1 1 0 0 0,0-1 1 0 0,0 1-1 0 0,0 0 0 0 0,0-1 0 0 0,1 1 0 0 0,-1 0 0 0 0,1 1 0 0 0,0-1 1 0 0,-3 8-1 0 0,-1 1-1080 0 0,6-13 1163 0 0,0 1 0 0 0,-1-1-1 0 0,1 0 1 0 0,0 0-1 0 0,0 1 1 0 0,-1-1-1 0 0,1 0 1 0 0,0 1-1 0 0,0-1 1 0 0,-1 0-1 0 0,1 1 1 0 0,0-1-1 0 0,0 0 1 0 0,0 1 0 0 0,0-1-1 0 0,0 1 1 0 0,-1-1-1 0 0,1 0 1 0 0,0 1-1 0 0,0-1 1 0 0,0 1-1 0 0,0-1 1 0 0,0 0-1 0 0,0 1 1 0 0,0-1-1 0 0,0 1 1 0 0,1-1-1 0 0,-1 0 1 0 0,0 1 0 0 0,0-1-1 0 0,0 0 1 0 0,0 1-1 0 0,0-1 1 0 0,1 1-1 0 0,-1-1 1 0 0,0 0-1 0 0,0 1 1 0 0,1-1-1 0 0,-1 0 1 0 0,0 0-1 0 0,0 1 1 0 0,1-1 0 0 0,-1 0-1 0 0,0 0 1 0 0,1 1-1 0 0,-1-1 1 0 0,0 0-1 0 0,1 0 1 0 0,-1 0-1 0 0,1 1 1 0 0,-1-1-1 0 0,0 0 1 0 0,1 0-1 0 0,2 6-2248 0 0,-4-4 635 0 0,1 3 567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7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37 752 0 0,'1'0'101'0'0,"-1"0"-1"0"0,1 0 1 0 0,-1 0-1 0 0,1 0 1 0 0,0-1-1 0 0,-1 1 1 0 0,1 0-1 0 0,-1 0 1 0 0,1 0-1 0 0,-1 0 1 0 0,0-1-1 0 0,1 1 1 0 0,-1 0-1 0 0,1-1 1 0 0,-1 1-1 0 0,1 0 1 0 0,-1-1-1 0 0,0 1 1 0 0,1 0-1 0 0,-1-1 1 0 0,0 1-1 0 0,1-1 1 0 0,-1 1-1 0 0,0 0 1 0 0,1-1-1 0 0,-1 1 1 0 0,0-1-1 0 0,0 1 1 0 0,0-1-1 0 0,0 1 1 0 0,1-1-1 0 0,-1 1 1 0 0,0-1-1 0 0,0 0 1 0 0,0 1-1 0 0,0-1 1 0 0,0 1-1 0 0,0-1 1 0 0,0 1-1 0 0,0-1 1 0 0,-1 1-1 0 0,1-1 1 0 0,0 1-1 0 0,0-1 1 0 0,-1 0-1 0 0,1-5 429 0 0,3 5 156 0 0,5-6 5364 0 0,-11 3-4973 0 0,-4 9-705 0 0,-6 15 81 0 0,5-10-258 0 0,-6 16 257 0 0,-8 29 212 0 0,18-45-531 0 0,0 0-1 0 0,-1 0 0 0 0,-1 0 0 0 0,-6 9 0 0 0,7-11-29 0 0,-1 1-1 0 0,1 0 1 0 0,1 0-1 0 0,-7 18 0 0 0,10-23-80 0 0,0-1 1 0 0,0 0-1 0 0,0 1 0 0 0,-1-1 1 0 0,0 0-1 0 0,1 0 0 0 0,-1 0 0 0 0,-4 4 1 0 0,4-4-9 0 0,0-1 1 0 0,0 1 0 0 0,1 0-1 0 0,-1 0 1 0 0,1 0 0 0 0,-1 0 0 0 0,1 0-1 0 0,-2 4 1 0 0,-2 8 30 0 0,0 0 0 0 0,-1-1 0 0 0,-1 0 0 0 0,-1 0 1 0 0,0-1-1 0 0,0 0 0 0 0,-2-1 0 0 0,1 0 0 0 0,-14 13 0 0 0,-7 18 69 0 0,19-26-73 0 0,9-16 27 0 0,15-2-326 0 0,-4-4 201 0 0,1 0-1 0 0,0 0 1 0 0,1 1-1 0 0,-1 0 1 0 0,1 1 0 0 0,11-2-1 0 0,44-13 1 0 0,79-17-312 0 0,-42 17-1429 0 0,-74 13 537 0 0,-1-3 86 0 0,-6 1-259 0 0,2-13-1037 0 0,-14 16-1612 0 0,-21-10 419 0 0,11 9 2670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8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167 32 0 0 0,'0'-9'-49'0'0,"1"9"246"0"0,-1-1 1 0 0,0 0 0 0 0,0 1 1 0 0,0-1-1 0 0,1 0 0 0 0,-1 1 0 0 0,0-1 0 0 0,0 0 1 0 0,0 1-1 0 0,0-1 0 0 0,0 0 0 0 0,0 1 0 0 0,0-1 1 0 0,0 0-1 0 0,0 1 0 0 0,-1-1 0 0 0,1 0 0 0 0,0 1 1 0 0,0-1-1 0 0,0 0 0 0 0,-1 1 0 0 0,1-1 0 0 0,0 1 1 0 0,-1-1-1 0 0,1 0 0 0 0,-1 1 0 0 0,1-1 0 0 0,-1 1 1 0 0,1-1-1 0 0,-1 1 0 0 0,1-1 0 0 0,-1 1 0 0 0,1 0 1 0 0,-1-1-1 0 0,0 1 0 0 0,1 0 0 0 0,-2-1 0 0 0,0 1 62 0 0,-18 13 1127 0 0,9 23 43 0 0,8 7-311 0 0,1-38-1005 0 0,0 1-1 0 0,1-1 1 0 0,0 0-1 0 0,0 1 1 0 0,0-1-1 0 0,1 1 1 0 0,-1 0 0 0 0,2 9-1 0 0,0-7 21 0 0,-1 0 0 0 0,0 0 0 0 0,-1 0 0 0 0,-2 12 0 0 0,-1 1 170 0 0,1 0-1 0 0,1 1 1 0 0,2 32 0 0 0,0-49-268 0 0,-11 80 655 0 0,11-62-531 0 0,1-6-36 0 0,-1 0 0 0 0,-1-1 0 0 0,-1 1 0 0 0,-5 28 0 0 0,-4 21-34 0 0,0-9-37 0 0,0-3-202 0 0,-4-5-479 0 0,4-24-269 0 0,-7 10-1459 0 0,18-35 2216 0 0,-1 1 0 0 0,1-1 0 0 0,0 1 1 0 0,-1-1-1 0 0,1 1 0 0 0,-1-1 0 0 0,1 1 0 0 0,0-1 0 0 0,0 1 0 0 0,-1 0 0 0 0,1-1 0 0 0,0 1 0 0 0,0-1 0 0 0,0 1 0 0 0,-1 0 0 0 0,1-1 0 0 0,0 1 0 0 0,0-1 0 0 0,0 1 0 0 0,0 0 0 0 0,0-1 0 0 0,1 1 0 0 0,-1 0 0 0 0,0-1 0 0 0,0 1 0 0 0,0-1 0 0 0,0 1 0 0 0,1 0 0 0 0,-1-1 0 0 0,0 1 0 0 0,0-1 0 0 0,1 1 0 0 0,-1-1 0 0 0,1 1 0 0 0,-1-1 0 0 0,0 1 0 0 0,1-1 0 0 0,-1 1 0 0 0,1-1 0 0 0,-1 1 0 0 0,1-1 0 0 0,-1 0 0 0 0,1 1 0 0 0,-1-1 0 0 0,1 0 0 0 0,0 0 0 0 0,-1 1 0 0 0,1-1 0 0 0,-1 0 0 0 0,1 0 0 0 0,0 0 0 0 0,0 0 0 0 0,32-11-3192 0 0,-22 5 2211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8.6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123 0 0 0 0,'0'0'5570'0'0,"11"8"-3925"0"0,-22 41 632 0 0,0-20-1287 0 0,0 8-211 0 0,10-30-687 0 0,0-1 1 0 0,0 1-1 0 0,-1-1 1 0 0,0 0-1 0 0,0 1 0 0 0,0-1 1 0 0,-6 10-1 0 0,-4 10 129 0 0,10-17-171 0 0,-8 12 55 0 0,6-16-82 0 0,0 1-1 0 0,1-1 1 0 0,0 1 0 0 0,0 1 0 0 0,0-1 0 0 0,1 0 0 0 0,-2 10-1 0 0,-12 26-31 0 0,11-25-117 0 0,5-16 107 0 0,0 0 0 0 0,0 1 0 0 0,0-1 0 0 0,-1 0 0 0 0,1 1 0 0 0,0-1 0 0 0,-1 0 0 0 0,1 1 0 0 0,-1-1 0 0 0,1 0 0 0 0,-1 0 0 0 0,-1 2 0 0 0,1-2-26 0 0,1-1-1 0 0,0 1 1 0 0,-1-1-1 0 0,1 0 0 0 0,0 1 1 0 0,-1-1-1 0 0,1 1 1 0 0,0-1-1 0 0,-1 1 0 0 0,1-1 1 0 0,0 1-1 0 0,0-1 1 0 0,0 1-1 0 0,0-1 0 0 0,-1 1 1 0 0,1-1-1 0 0,0 1 0 0 0,0-1 1 0 0,0 1-1 0 0,0 0 1 0 0,0-1-1 0 0,0 1 0 0 0,0-1 1 0 0,0 1-1 0 0,1-1 1 0 0,-1 1-1 0 0,0-1 0 0 0,0 1 1 0 0,0-1-1 0 0,1 1 1 0 0,-1-1-1 0 0,0 1 0 0 0,0-1 1 0 0,1 1-1 0 0,-1-1 0 0 0,0 1 1 0 0,1-1-1 0 0,-1 0 1 0 0,1 1-1 0 0,-1-1 0 0 0,0 0 1 0 0,1 1-1 0 0,-1-1 1 0 0,1 0-1 0 0,-1 1 0 0 0,1-1 1 0 0,-1 0-1 0 0,1 0 1 0 0,-1 0-1 0 0,1 0 0 0 0,-1 1 1 0 0,1-1-1 0 0,0 0 0 0 0,-1 0 1 0 0,1 0-1 0 0,0 0 1 0 0,1 0-186 0 0,1 1 1 0 0,-1 0 0 0 0,1-1 0 0 0,-1 0-1 0 0,1 0 1 0 0,0 0 0 0 0,-1 0 0 0 0,1 0-1 0 0,-1 0 1 0 0,4-1 0 0 0,33-31-3366 0 0,-22 17 2052 0 0,-6 8 524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9.1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155 1 664 0 0,'-13'0'2569'0'0,"11"0"-2428"0"0,0 0 1 0 0,0 0-1 0 0,0 0 1 0 0,0 1-1 0 0,0-1 0 0 0,0 1 1 0 0,0 0-1 0 0,0-1 1 0 0,0 1-1 0 0,-2 1 0 0 0,-12 4 68 0 0,15-6-134 0 0,0 1-1 0 0,0-1 1 0 0,0 1-1 0 0,1-1 1 0 0,-1 1-1 0 0,0-1 1 0 0,0 1 0 0 0,1 0-1 0 0,-1 0 1 0 0,0-1-1 0 0,1 1 1 0 0,-1 0-1 0 0,0 0 1 0 0,1 0-1 0 0,-1-1 1 0 0,1 1-1 0 0,0 0 1 0 0,-1 0 0 0 0,1 0-1 0 0,0 0 1 0 0,-1 0-1 0 0,1 0 1 0 0,0 0-1 0 0,0 0 1 0 0,0 0-1 0 0,0 0 1 0 0,0 0 0 0 0,0 0-1 0 0,0 0 1 0 0,0 0-1 0 0,1 0 1 0 0,-1 1-1 0 0,0-1-162 0 0,4 6 373 0 0,3 6 22 0 0,4 29 687 0 0,-6-28-592 0 0,-4-13-365 0 0,-1 0 0 0 0,1 0 0 0 0,0 0-1 0 0,-1 0 1 0 0,1 0 0 0 0,-1 0 0 0 0,1 1-1 0 0,-1-1 1 0 0,0 0 0 0 0,0 0-1 0 0,1 1 1 0 0,-1-1 0 0 0,0 2 0 0 0,11 34 809 0 0,-11-26-579 0 0,0 0 0 0 0,0-1 0 0 0,2 1 1 0 0,-1 0-1 0 0,5 13 0 0 0,-5-21-184 0 0,0 1 0 0 0,-1-1 0 0 0,1 1 0 0 0,-1 0 0 0 0,0-1 0 0 0,0 1 0 0 0,0-1 0 0 0,-1 5 0 0 0,2 24 428 0 0,4-9-157 0 0,-2 0 0 0 0,0-1 0 0 0,-2 1 0 0 0,0 0 0 0 0,-3 24 0 0 0,1 8 711 0 0,-1-50-922 0 0,1 1 0 0 0,-1-1 0 0 0,0 0 0 0 0,0 0 1 0 0,-1 0-1 0 0,0 0 0 0 0,0 0 0 0 0,0 0 1 0 0,0-1-1 0 0,-1 0 0 0 0,1 1 0 0 0,-1-1 0 0 0,0-1 1 0 0,0 1-1 0 0,-8 5 0 0 0,-6 6 165 0 0,16-13-281 0 0,1-1-1 0 0,-1 1 0 0 0,1-1 1 0 0,-1 0-1 0 0,0 1 0 0 0,1-1 1 0 0,-1 0-1 0 0,0 0 0 0 0,0 0 1 0 0,0 0-1 0 0,0 0 0 0 0,-3 0 1 0 0,-14 12 119 0 0,19-13-197 0 0,-1 1 0 0 0,0 0 0 0 0,1 0-1 0 0,-1 0 1 0 0,0-1 0 0 0,0 1 0 0 0,0 0-1 0 0,0-1 1 0 0,1 1 0 0 0,-1-1 0 0 0,0 1-1 0 0,0-1 1 0 0,0 0 0 0 0,0 1 0 0 0,0-1-1 0 0,0 0 1 0 0,-1 1 0 0 0,1-1 0 0 0,0 0-1 0 0,0 0 1 0 0,0 0 0 0 0,0 0-1 0 0,0 0 1 0 0,0 0 0 0 0,0 0 0 0 0,0-1-1 0 0,0 1 1 0 0,0 0 0 0 0,0-1 0 0 0,0 1-1 0 0,0 0 1 0 0,0-1 0 0 0,-1 0 0 0 0,1-2-320 0 0,0 0 1 0 0,1 0 0 0 0,-1 0-1 0 0,1 0 1 0 0,0 0 0 0 0,0 0-1 0 0,0-1 1 0 0,0 1 0 0 0,1-4-1 0 0,-1 5 25 0 0,0-220-12405 0 0,0 198 11758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09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86 420 0 0,'0'-2'193'0'0,"0"-1"0"0"0,0 0 0 0 0,0 1-1 0 0,1-1 1 0 0,-1 1 0 0 0,0-1 0 0 0,1 0 0 0 0,0 1-1 0 0,0-1 1 0 0,-1 1 0 0 0,2 0 0 0 0,-1-1 0 0 0,1-2 0 0 0,9-18 1695 0 0,0 6-896 0 0,-9 16-745 0 0,-2 0-217 0 0,1 1-1 0 0,-1-1 1 0 0,1 1-1 0 0,-1-1 1 0 0,1 1 0 0 0,-1-1-1 0 0,1 1 1 0 0,-1 0-1 0 0,1-1 1 0 0,-1 1-1 0 0,1 0 1 0 0,-1-1-1 0 0,1 1 1 0 0,0 0-1 0 0,-1 0 1 0 0,1 0 0 0 0,-1-1-1 0 0,1 1 1 0 0,0 0-1 0 0,-1 0 1 0 0,1 0-1 0 0,-1 0 1 0 0,1 0-1 0 0,1 0 1 0 0,22 0 543 0 0,-19 0-339 0 0,21 1 150 0 0,1 1-1 0 0,-1 1 0 0 0,0 1 1 0 0,32 10-1 0 0,-56-13-380 0 0,10 2-67 0 0,-1 0-1 0 0,1-1 0 0 0,17 2 1 0 0,-16-1-285 0 0,-11-2 259 0 0,0 0-1 0 0,1 0 1 0 0,-1 0 0 0 0,0-1-1 0 0,1 1 1 0 0,-1-1 0 0 0,0 1-1 0 0,1-1 1 0 0,-1 0 0 0 0,0 0 0 0 0,1 0-1 0 0,-1-1 1 0 0,1 1 0 0 0,-1 0-1 0 0,0-1 1 0 0,4-1 0 0 0,47-21-5423 0 0,-42 17 4395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04T01:13:10.1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50 0 0 0,'0'0'829'0'0,"12"-13"4208"0"0,32 7-3472 0 0,9 0-719 0 0,34-6-3 0 0,31 0-246 0 0,-116 12-582 0 0,-2 0-1 0 0,1-1 0 0 0,-1 1 0 0 0,1 1 0 0 0,-1-1 0 0 0,1 0 0 0 0,-1 0-1 0 0,0 0 1 0 0,1 0 0 0 0,-1 0 0 0 0,1 0 0 0 0,-1 0 0 0 0,1 1 0 0 0,-1-1 0 0 0,0 0 0 0 0,1 0-1 0 0,-1 1 1 0 0,1-1 0 0 0,-1 0 0 0 0,0 0 0 0 0,1 1 0 0 0,-1-1 0 0 0,0 0 0 0 0,1 1-1 0 0,-1-1 1 0 0,0 1 0 0 0,0-1 0 0 0,1 0 0 0 0,-1 1 0 0 0,0-1 0 0 0,0 1 0 0 0,0-1 0 0 0,0 1-1 0 0,0-1 1 0 0,1 0 0 0 0,-1 2 0 0 0,-6 16 382 0 0,0 4 7 0 0,-5 7 18 0 0,11-26-392 0 0,-1-1 1 0 0,1 0 0 0 0,0 1 0 0 0,-1-1-1 0 0,0 0 1 0 0,1 1 0 0 0,-1-1 0 0 0,0 0-1 0 0,0 0 1 0 0,0 0 0 0 0,-3 3 0 0 0,3-2-4 0 0,-1-1 1 0 0,1 0 0 0 0,0 0-1 0 0,0 0 1 0 0,0 1-1 0 0,0-1 1 0 0,0 0 0 0 0,1 1-1 0 0,-1-1 1 0 0,1 1 0 0 0,-1 4-1 0 0,-10 36 242 0 0,11-39-243 0 0,0 1-1 0 0,0 0 0 0 0,-1 0 0 0 0,0-1 0 0 0,0 1 0 0 0,0 0 0 0 0,0-1 0 0 0,-3 7 0 0 0,2-5 6 0 0,1 1 0 0 0,0 0-1 0 0,0 0 1 0 0,1 0 0 0 0,0 0 0 0 0,0 0-1 0 0,2 11 1 0 0,-1 8 69 0 0,-12 67 333 0 0,0 5 66 0 0,1-44-288 0 0,-1 12 78 0 0,0-2 79 0 0,0 1 224 0 0,11-64-574 0 0,0 5 58 0 0,0 0 1 0 0,0-1 0 0 0,0 1 0 0 0,-1 0-1 0 0,1-1 1 0 0,-2 1 0 0 0,1-1 0 0 0,0 1-1 0 0,-3 4 1 0 0,3-6-5 0 0,0 1 1 0 0,0-1-1 0 0,0 0 0 0 0,1 0 1 0 0,-1 1-1 0 0,1-1 0 0 0,0 0 1 0 0,1 0-1 0 0,0 7 0 0 0,0-7 4 0 0,-1 1-1 0 0,1-1 1 0 0,-1 1-1 0 0,0-1 1 0 0,0 0 0 0 0,-1 1-1 0 0,-1 6 1 0 0,-2 9 252 0 0,0 0 0 0 0,1 0 0 0 0,1 0 0 0 0,1 0-1 0 0,1 0 1 0 0,3 24 0 0 0,-1 14 765 0 0,-2-52-952 0 0,0 14 487 0 0,0-20-604 0 0,0 1 0 0 0,0-1-1 0 0,-1 1 1 0 0,1-1 0 0 0,0 1-1 0 0,0-1 1 0 0,0 1 0 0 0,0-1-1 0 0,0 0 1 0 0,-1 1 0 0 0,1-1 0 0 0,0 1-1 0 0,0-1 1 0 0,-1 1 0 0 0,1-1-1 0 0,0 0 1 0 0,-1 1 0 0 0,1-1-1 0 0,0 0 1 0 0,-1 1 0 0 0,1-1-1 0 0,-1 0 1 0 0,1 0 0 0 0,0 1 0 0 0,-1-1-1 0 0,1 0 1 0 0,-1 0 0 0 0,1 0-1 0 0,-1 1 1 0 0,1-1 0 0 0,-1 0-1 0 0,0 0 1 0 0,-1 17 1185 0 0,-7-12-1196 0 0,0-1 0 0 0,0 0 0 0 0,0-1 0 0 0,-1 0 0 0 0,0-1 0 0 0,1 0-1 0 0,-1 0 1 0 0,-12 0 0 0 0,4-2-1163 0 0,0 0 0 0 0,0-1 0 0 0,1-1 0 0 0,-24-5 0 0 0,19 2-810 0 0,1-1 0 0 0,-1-1 0 0 0,1 0 0 0 0,1-2 0 0 0,0-1 0 0 0,0 0 0 0 0,-35-26 0 0 0,31 12 33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F32F4B7-C75B-6328-6936-8D34B2B074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9" tIns="0" rIns="19409" bIns="0" numCol="1" anchor="t" anchorCtr="0" compatLnSpc="1">
            <a:prstTxWarp prst="textNoShape">
              <a:avLst/>
            </a:prstTxWarp>
          </a:bodyPr>
          <a:lstStyle>
            <a:lvl1pPr defTabSz="930973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385DD32-C737-4ACE-C621-59590DD36DE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9" tIns="0" rIns="19409" bIns="0" numCol="1" anchor="t" anchorCtr="0" compatLnSpc="1">
            <a:prstTxWarp prst="textNoShape">
              <a:avLst/>
            </a:prstTxWarp>
          </a:bodyPr>
          <a:lstStyle>
            <a:lvl1pPr algn="r" defTabSz="930973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68178FF-F02D-54FE-2D31-9F50259197D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9" tIns="0" rIns="19409" bIns="0" numCol="1" anchor="b" anchorCtr="0" compatLnSpc="1">
            <a:prstTxWarp prst="textNoShape">
              <a:avLst/>
            </a:prstTxWarp>
          </a:bodyPr>
          <a:lstStyle>
            <a:lvl1pPr defTabSz="930973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F30D8C1-93A9-EE3E-6922-B2BF955895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9" tIns="0" rIns="19409" bIns="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F114A6-0FE2-4CCF-AE9F-B38E5AB26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A95159E7-C9F2-DD29-B09F-4C73189DDA8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4838"/>
            <a:ext cx="51435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10" tIns="46905" rIns="93810" bIns="469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9B65460-0428-3D19-6304-BEF5B8A88912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41850" cy="3481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7AB75CF5-E397-7AEC-9DC8-EDDA6FADA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8853488"/>
            <a:ext cx="74136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8959" tIns="45288" rIns="88959" bIns="45288">
            <a:spAutoFit/>
          </a:bodyPr>
          <a:lstStyle>
            <a:lvl1pPr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en-US" sz="1300" b="0">
                <a:solidFill>
                  <a:schemeClr val="tx1"/>
                </a:solidFill>
              </a:rPr>
              <a:t>Page </a:t>
            </a:r>
            <a:fld id="{3FF778B1-9598-45C1-BF7A-BF3B45E59FC1}" type="slidenum">
              <a:rPr lang="en-US" altLang="en-US" sz="1300" b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en-US" sz="13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D77F8AB8-998F-878F-811C-165427B4FC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0B114475-6747-0150-EDF2-7DE3CBC31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B5833543-7458-ED42-0B38-ABEC93724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A3B76DB-C7B7-4FD5-9BE0-31025BD18236}" type="slidenum">
              <a:rPr lang="en-US" altLang="en-US" sz="1100" b="0" smtClean="0">
                <a:solidFill>
                  <a:schemeClr val="tx1"/>
                </a:solidFill>
              </a:rPr>
              <a:pPr/>
              <a:t>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BA598EF3-6246-8713-6C1F-EC7192B0C1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41A15CF7-4833-3C8A-8FA1-F9E8767A3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5E9F97C3-F274-E2BD-CC33-FC8B4FC38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B35D861-D9EC-4968-9C79-ECD32AF09134}" type="slidenum">
              <a:rPr lang="en-US" altLang="en-US" sz="1100" b="0" smtClean="0">
                <a:solidFill>
                  <a:schemeClr val="tx1"/>
                </a:solidFill>
              </a:rPr>
              <a:pPr/>
              <a:t>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AE0C0FF9-6D62-F063-7501-0B234006DB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F37F6018-5CCD-0C54-C0C6-006455695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861D9F04-0B51-386A-7A3C-3BA9C78E9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581924B-D014-4DD4-A5F5-A164EDDD02EC}" type="slidenum">
              <a:rPr lang="en-US" altLang="en-US" sz="1100" b="0" smtClean="0">
                <a:solidFill>
                  <a:schemeClr val="tx1"/>
                </a:solidFill>
              </a:rPr>
              <a:pPr/>
              <a:t>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0A85232-99FA-88FB-219F-2598D21095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B017DA9-5DA3-F398-E57B-7A23F38DD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0C1C71CA-0D2F-C2CE-33F5-F9C481FDE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A28D7FC-6032-40B9-9311-84BF361E096F}" type="slidenum">
              <a:rPr lang="en-US" altLang="en-US" sz="1100" b="0" smtClean="0">
                <a:solidFill>
                  <a:schemeClr val="tx1"/>
                </a:solidFill>
              </a:rPr>
              <a:pPr/>
              <a:t>8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404D35E6-C41E-DF27-E733-E436EADBB1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E1DF8BAE-D895-6571-840A-EB7F60110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F0088EB5-6DFC-A737-795D-316A3A0EC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ECBF696-7685-4C56-B826-974AFF2DD1B4}" type="slidenum">
              <a:rPr lang="en-US" altLang="en-US" sz="1100" b="0" smtClean="0">
                <a:solidFill>
                  <a:schemeClr val="tx1"/>
                </a:solidFill>
              </a:rPr>
              <a:pPr/>
              <a:t>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CDE6F688-9962-BD44-2734-27F104EB29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A72246C8-FAF3-641C-FD95-D2656399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2967B666-934C-81A2-1E23-55D70D793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8253636-7B10-4C42-8A70-521E19D50C6F}" type="slidenum">
              <a:rPr lang="en-US" altLang="en-US" sz="1100" b="0" smtClean="0">
                <a:solidFill>
                  <a:schemeClr val="tx1"/>
                </a:solidFill>
              </a:rPr>
              <a:pPr/>
              <a:t>11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4F765908-A7B2-ABA5-83AC-EE0F588D70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C886B403-936F-57E0-9E18-8F7477F6C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EB157077-8AF4-384F-A85B-AF414E756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C44D25C-335F-4147-9205-BB3D884591E2}" type="slidenum">
              <a:rPr lang="en-US" altLang="en-US" sz="1100" b="0" smtClean="0">
                <a:solidFill>
                  <a:schemeClr val="tx1"/>
                </a:solidFill>
              </a:rPr>
              <a:pPr/>
              <a:t>12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C01F032B-6DC0-C5AD-4A3C-71EA7AB05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ED4F6D31-B1DC-0E30-3053-4614A2FC7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59CE6E20-B38A-41C2-3901-9D913ECB6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913501C7-0050-48F5-8778-B561AD6CDEA9}" type="slidenum">
              <a:rPr lang="en-US" altLang="en-US" sz="1100" b="0" smtClean="0">
                <a:solidFill>
                  <a:schemeClr val="tx1"/>
                </a:solidFill>
              </a:rPr>
              <a:pPr/>
              <a:t>15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246B2B81-E83E-920E-522D-CD740A2CDC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926ABAD5-A990-F95B-C636-8F965D4B0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7343100-B406-A839-C6EA-F3A7D9B50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069867D-7159-414F-A7BF-3D9416E0B833}" type="slidenum">
              <a:rPr lang="en-US" altLang="en-US" sz="1100" b="0" smtClean="0">
                <a:solidFill>
                  <a:schemeClr val="tx1"/>
                </a:solidFill>
              </a:rPr>
              <a:pPr/>
              <a:t>17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87432084-CD1A-91A9-5A08-6BBD633A5F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3FF9CE20-A4D1-38FB-631B-BD7E6219E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DF53B6F1-51EE-A34E-9F31-2057F71B3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692BBBE-98ED-4FB6-8D23-D61E809CCED6}" type="slidenum">
              <a:rPr lang="en-US" altLang="en-US" sz="1100" b="0" smtClean="0">
                <a:solidFill>
                  <a:schemeClr val="tx1"/>
                </a:solidFill>
              </a:rPr>
              <a:pPr/>
              <a:t>19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D20BB772-CB1A-5FC0-3479-C0C0FB844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5569B751-5C60-1B0E-EA73-AE47C263D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63D95953-7DD0-1F9D-6819-791433C2B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E8AF079-AAF6-49AB-96C0-C332EA621131}" type="slidenum">
              <a:rPr lang="en-US" altLang="en-US" sz="1100" b="0" smtClean="0">
                <a:solidFill>
                  <a:schemeClr val="tx1"/>
                </a:solidFill>
              </a:rPr>
              <a:pPr/>
              <a:t>20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6A8F17DB-C0A0-D806-3B78-7E3071CDA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B634F6B5-484A-38EB-8143-837815860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8464F91D-A5F6-2860-1956-7BF52DB17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EF9D0E0-6FDB-46DE-85B3-9A63EA00BC27}" type="slidenum">
              <a:rPr lang="en-US" altLang="en-US" sz="1100" b="0" smtClean="0">
                <a:solidFill>
                  <a:schemeClr val="tx1"/>
                </a:solidFill>
              </a:rPr>
              <a:pPr/>
              <a:t>22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B9FBC5F3-7522-A3DE-5F74-80F3E0DDD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3E9D4AB-2FB5-62EA-2A41-1E281415A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E784A82-2169-84E8-6E9C-D8F00B5C4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D618C08-CA87-49FA-8072-38BE6A3170CA}" type="slidenum">
              <a:rPr lang="en-US" altLang="en-US" sz="1100" b="0" smtClean="0">
                <a:solidFill>
                  <a:schemeClr val="tx1"/>
                </a:solidFill>
              </a:rPr>
              <a:pPr/>
              <a:t>24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21DE075-0B7D-D4E2-334D-107B75CD67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CC2BFFD2-46C3-0B0E-84F0-225724D61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6EBC53EC-8D6B-7F15-5423-46726BF36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2F86E01-3953-4E2B-93A5-30BD3FB5D3A2}" type="slidenum">
              <a:rPr lang="en-US" altLang="en-US" sz="1100" b="0" smtClean="0">
                <a:solidFill>
                  <a:schemeClr val="tx1"/>
                </a:solidFill>
              </a:rPr>
              <a:pPr/>
              <a:t>28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2F7C6C9F-7273-5AF1-8EAB-486039C648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DEA4CC46-6C8A-66F9-B9C6-D5A7C9FF6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A74ADA25-0F5B-76B0-F0AB-69B9AB579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15963" indent="-274638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01725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541463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1982788" indent="-219075" defTabSz="9302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4399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8971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3543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11588" indent="-219075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7958979-1B00-4C11-9595-F1284FD87067}" type="slidenum">
              <a:rPr lang="en-US" altLang="en-US" sz="1100" b="0" smtClean="0">
                <a:solidFill>
                  <a:schemeClr val="tx1"/>
                </a:solidFill>
              </a:rPr>
              <a:pPr/>
              <a:t>29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1225D10-22BD-4401-FE0E-3212928AD5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C0FC4D2-BDEC-733E-1F67-82F7713B36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1F47048-59AB-7351-6BEC-0235930DA5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94CF1-E016-4F7D-BCC6-A3A72BA124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47539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26D327-3100-BD14-DC12-7060734565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D551AA-6A3D-1D59-35B8-0C90FC0992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443AD85-A7C4-11F6-342F-F887C7A427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AD619-DF1C-43BF-8D6A-1FE7156741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59438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79F93C-5D84-4559-E5E0-1F100C6470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45DDDE-90CC-7C36-52BA-10B4A78485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2D1EF07-A96D-97D6-4370-1DA6CF9B2B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01883-1E31-4621-AC7A-32FD601FE4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588114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403766-89EA-10F0-A278-6B54816726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440DA17-4E6D-B791-3223-5C0D885C52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EEE97DF-7CA2-AC87-31CF-B9A01A0ED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13F8C-C7AB-4B98-8852-E52EF8C0B1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647653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095A88-543E-6835-CA66-6FB071818F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1C35C8F-2661-61F6-2716-B2BC5C61DC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65DC405-80A3-BB22-3668-0721576EA6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6E954-43DD-4231-A0D2-DC12682052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26594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B04810-582D-BF96-755F-C976DF3339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4FEB7A-A48B-7F51-8E21-AE48105A2A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02D9E-83BF-8202-B52A-38AA8E8B6A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C859D-D5F9-4F9A-80CC-2C6F6EEACF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0180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65650C8-2296-C1C2-80BB-1BF99EDFD3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CEAB47-3C25-D100-1902-DD3B407785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CC1C0E-A70A-AB62-28C0-194C2BBED8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AFBD75-BDC2-4A71-AD60-BE18CE8290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28813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ADF24C-9B03-0414-1DD6-8CA0C36C18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41B8FE2-B8EB-C0C6-7B63-362C5B107D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40EF3B5-724F-3A91-E9CA-F8789C967A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2D318-F65C-45E5-BF25-A283203998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230403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53473C-3481-AC13-E516-43026E9419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2F1867-8E60-E7F5-D085-4FB2FF454B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0061BD1-15AD-6703-101C-9FB4B910B0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779B4-6AD6-45F5-A3EE-C8345DB132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449716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87908B4-511E-C472-6ED4-1070CD3CB4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A55A4B9-8157-D061-FADD-87912808B1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A7BF0CD-B9D0-FD32-E5BF-1F4EB2DEC0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66505-9399-43A9-BE37-1A4A0D0812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63781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9738" y="96838"/>
            <a:ext cx="2216150" cy="62468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113" y="96838"/>
            <a:ext cx="6499225" cy="62468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70E876F-4C9F-7726-E83B-BA51F72060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6F4A712-E32C-62EE-CB3F-65F10CF2C7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4D71E8A-6636-8823-8E96-C76BBA7577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71656-5D83-46C8-9F1F-3232966FE4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0562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63F3A6-4340-0234-94B2-056AFE6B9F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725" y="6507163"/>
            <a:ext cx="37703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Introduction to Software Testing  (Ch 2)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4880542-7DFE-FC3A-A411-BBDB206FA2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497638"/>
            <a:ext cx="28956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918B8B-D8B3-C2C9-B472-1E0B4C619A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16775" y="6489700"/>
            <a:ext cx="1905000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42E660B-F87C-4C6A-B889-9EB9A76267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A8651FE-4D2A-E113-A63B-9B21DF650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6838"/>
            <a:ext cx="77724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C6FB34-E10E-4967-9A88-5F51D0FB0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8113" y="1085850"/>
            <a:ext cx="8867775" cy="539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 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 </a:t>
            </a:r>
          </a:p>
          <a:p>
            <a:pPr lvl="4"/>
            <a:r>
              <a:rPr lang="en-US" altLang="en-US"/>
              <a:t>Fifth level 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903FD46-F4C6-DE78-E3B0-97D4C814C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gmu.edu/~offutt/softwaretes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63" Type="http://schemas.openxmlformats.org/officeDocument/2006/relationships/image" Target="../media/image3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94.xml"/><Relationship Id="rId366" Type="http://schemas.openxmlformats.org/officeDocument/2006/relationships/customXml" Target="../ink/ink215.xml"/><Relationship Id="rId170" Type="http://schemas.openxmlformats.org/officeDocument/2006/relationships/customXml" Target="../ink/ink117.xml"/><Relationship Id="rId226" Type="http://schemas.openxmlformats.org/officeDocument/2006/relationships/customXml" Target="../ink/ink145.xml"/><Relationship Id="rId268" Type="http://schemas.openxmlformats.org/officeDocument/2006/relationships/customXml" Target="../ink/ink166.xml"/><Relationship Id="rId32" Type="http://schemas.openxmlformats.org/officeDocument/2006/relationships/customXml" Target="../ink/ink48.xml"/><Relationship Id="rId74" Type="http://schemas.openxmlformats.org/officeDocument/2006/relationships/customXml" Target="../ink/ink69.xml"/><Relationship Id="rId128" Type="http://schemas.openxmlformats.org/officeDocument/2006/relationships/customXml" Target="../ink/ink96.xml"/><Relationship Id="rId335" Type="http://schemas.openxmlformats.org/officeDocument/2006/relationships/image" Target="../media/image167.png"/><Relationship Id="rId377" Type="http://schemas.openxmlformats.org/officeDocument/2006/relationships/image" Target="../media/image188.png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77.xml"/><Relationship Id="rId304" Type="http://schemas.openxmlformats.org/officeDocument/2006/relationships/customXml" Target="../ink/ink184.xml"/><Relationship Id="rId346" Type="http://schemas.openxmlformats.org/officeDocument/2006/relationships/customXml" Target="../ink/ink205.xml"/><Relationship Id="rId388" Type="http://schemas.openxmlformats.org/officeDocument/2006/relationships/customXml" Target="../ink/ink226.xml"/><Relationship Id="rId85" Type="http://schemas.openxmlformats.org/officeDocument/2006/relationships/image" Target="../media/image42.png"/><Relationship Id="rId150" Type="http://schemas.openxmlformats.org/officeDocument/2006/relationships/customXml" Target="../ink/ink107.xml"/><Relationship Id="rId192" Type="http://schemas.openxmlformats.org/officeDocument/2006/relationships/customXml" Target="../ink/ink128.xml"/><Relationship Id="rId206" Type="http://schemas.openxmlformats.org/officeDocument/2006/relationships/customXml" Target="../ink/ink135.xml"/><Relationship Id="rId248" Type="http://schemas.openxmlformats.org/officeDocument/2006/relationships/customXml" Target="../ink/ink156.xml"/><Relationship Id="rId12" Type="http://schemas.openxmlformats.org/officeDocument/2006/relationships/customXml" Target="../ink/ink38.xml"/><Relationship Id="rId108" Type="http://schemas.openxmlformats.org/officeDocument/2006/relationships/customXml" Target="../ink/ink86.xml"/><Relationship Id="rId315" Type="http://schemas.openxmlformats.org/officeDocument/2006/relationships/image" Target="../media/image157.png"/><Relationship Id="rId357" Type="http://schemas.openxmlformats.org/officeDocument/2006/relationships/image" Target="../media/image178.png"/><Relationship Id="rId54" Type="http://schemas.openxmlformats.org/officeDocument/2006/relationships/customXml" Target="../ink/ink59.xml"/><Relationship Id="rId96" Type="http://schemas.openxmlformats.org/officeDocument/2006/relationships/customXml" Target="../ink/ink80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image" Target="../media/image199.png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67.xml"/><Relationship Id="rId326" Type="http://schemas.openxmlformats.org/officeDocument/2006/relationships/customXml" Target="../ink/ink195.xml"/><Relationship Id="rId65" Type="http://schemas.openxmlformats.org/officeDocument/2006/relationships/image" Target="../media/image32.png"/><Relationship Id="rId130" Type="http://schemas.openxmlformats.org/officeDocument/2006/relationships/customXml" Target="../ink/ink97.xml"/><Relationship Id="rId368" Type="http://schemas.openxmlformats.org/officeDocument/2006/relationships/customXml" Target="../ink/ink216.xml"/><Relationship Id="rId172" Type="http://schemas.openxmlformats.org/officeDocument/2006/relationships/customXml" Target="../ink/ink118.xml"/><Relationship Id="rId228" Type="http://schemas.openxmlformats.org/officeDocument/2006/relationships/customXml" Target="../ink/ink146.xml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34" Type="http://schemas.openxmlformats.org/officeDocument/2006/relationships/customXml" Target="../ink/ink49.xml"/><Relationship Id="rId76" Type="http://schemas.openxmlformats.org/officeDocument/2006/relationships/customXml" Target="../ink/ink70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customXml" Target="../ink/ink227.xml"/><Relationship Id="rId250" Type="http://schemas.openxmlformats.org/officeDocument/2006/relationships/customXml" Target="../ink/ink157.xml"/><Relationship Id="rId292" Type="http://schemas.openxmlformats.org/officeDocument/2006/relationships/customXml" Target="../ink/ink178.xml"/><Relationship Id="rId306" Type="http://schemas.openxmlformats.org/officeDocument/2006/relationships/customXml" Target="../ink/ink185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87.xml"/><Relationship Id="rId348" Type="http://schemas.openxmlformats.org/officeDocument/2006/relationships/customXml" Target="../ink/ink206.xml"/><Relationship Id="rId152" Type="http://schemas.openxmlformats.org/officeDocument/2006/relationships/customXml" Target="../ink/ink108.xml"/><Relationship Id="rId194" Type="http://schemas.openxmlformats.org/officeDocument/2006/relationships/customXml" Target="../ink/ink129.xml"/><Relationship Id="rId208" Type="http://schemas.openxmlformats.org/officeDocument/2006/relationships/customXml" Target="../ink/ink136.xml"/><Relationship Id="rId261" Type="http://schemas.openxmlformats.org/officeDocument/2006/relationships/image" Target="../media/image130.png"/><Relationship Id="rId14" Type="http://schemas.openxmlformats.org/officeDocument/2006/relationships/customXml" Target="../ink/ink39.xml"/><Relationship Id="rId56" Type="http://schemas.openxmlformats.org/officeDocument/2006/relationships/customXml" Target="../ink/ink60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98" Type="http://schemas.openxmlformats.org/officeDocument/2006/relationships/customXml" Target="../ink/ink81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217.xml"/><Relationship Id="rId230" Type="http://schemas.openxmlformats.org/officeDocument/2006/relationships/customXml" Target="../ink/ink147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68.xml"/><Relationship Id="rId328" Type="http://schemas.openxmlformats.org/officeDocument/2006/relationships/customXml" Target="../ink/ink196.xml"/><Relationship Id="rId132" Type="http://schemas.openxmlformats.org/officeDocument/2006/relationships/customXml" Target="../ink/ink98.xml"/><Relationship Id="rId174" Type="http://schemas.openxmlformats.org/officeDocument/2006/relationships/customXml" Target="../ink/ink119.xml"/><Relationship Id="rId381" Type="http://schemas.openxmlformats.org/officeDocument/2006/relationships/image" Target="../media/image190.png"/><Relationship Id="rId241" Type="http://schemas.openxmlformats.org/officeDocument/2006/relationships/image" Target="../media/image120.png"/><Relationship Id="rId36" Type="http://schemas.openxmlformats.org/officeDocument/2006/relationships/customXml" Target="../ink/ink50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78" Type="http://schemas.openxmlformats.org/officeDocument/2006/relationships/customXml" Target="../ink/ink71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207.xml"/><Relationship Id="rId9" Type="http://schemas.openxmlformats.org/officeDocument/2006/relationships/image" Target="../media/image4.png"/><Relationship Id="rId210" Type="http://schemas.openxmlformats.org/officeDocument/2006/relationships/customXml" Target="../ink/ink137.xml"/><Relationship Id="rId392" Type="http://schemas.openxmlformats.org/officeDocument/2006/relationships/customXml" Target="../ink/ink228.xml"/><Relationship Id="rId252" Type="http://schemas.openxmlformats.org/officeDocument/2006/relationships/customXml" Target="../ink/ink158.xml"/><Relationship Id="rId294" Type="http://schemas.openxmlformats.org/officeDocument/2006/relationships/customXml" Target="../ink/ink179.xml"/><Relationship Id="rId308" Type="http://schemas.openxmlformats.org/officeDocument/2006/relationships/customXml" Target="../ink/ink186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88.xml"/><Relationship Id="rId154" Type="http://schemas.openxmlformats.org/officeDocument/2006/relationships/customXml" Target="../ink/ink109.xml"/><Relationship Id="rId361" Type="http://schemas.openxmlformats.org/officeDocument/2006/relationships/image" Target="../media/image180.png"/><Relationship Id="rId196" Type="http://schemas.openxmlformats.org/officeDocument/2006/relationships/customXml" Target="../ink/ink130.xml"/><Relationship Id="rId16" Type="http://schemas.openxmlformats.org/officeDocument/2006/relationships/customXml" Target="../ink/ink40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image" Target="../media/image159.png"/><Relationship Id="rId37" Type="http://schemas.openxmlformats.org/officeDocument/2006/relationships/image" Target="../media/image18.png"/><Relationship Id="rId58" Type="http://schemas.openxmlformats.org/officeDocument/2006/relationships/customXml" Target="../ink/ink61.xml"/><Relationship Id="rId79" Type="http://schemas.openxmlformats.org/officeDocument/2006/relationships/image" Target="../media/image39.png"/><Relationship Id="rId102" Type="http://schemas.openxmlformats.org/officeDocument/2006/relationships/customXml" Target="../ink/ink83.xml"/><Relationship Id="rId123" Type="http://schemas.openxmlformats.org/officeDocument/2006/relationships/image" Target="../media/image61.png"/><Relationship Id="rId144" Type="http://schemas.openxmlformats.org/officeDocument/2006/relationships/customXml" Target="../ink/ink104.xml"/><Relationship Id="rId330" Type="http://schemas.openxmlformats.org/officeDocument/2006/relationships/customXml" Target="../ink/ink197.xml"/><Relationship Id="rId90" Type="http://schemas.openxmlformats.org/officeDocument/2006/relationships/customXml" Target="../ink/ink77.xml"/><Relationship Id="rId165" Type="http://schemas.openxmlformats.org/officeDocument/2006/relationships/image" Target="../media/image82.png"/><Relationship Id="rId186" Type="http://schemas.openxmlformats.org/officeDocument/2006/relationships/customXml" Target="../ink/ink125.xml"/><Relationship Id="rId351" Type="http://schemas.openxmlformats.org/officeDocument/2006/relationships/image" Target="../media/image175.png"/><Relationship Id="rId372" Type="http://schemas.openxmlformats.org/officeDocument/2006/relationships/customXml" Target="../ink/ink218.xml"/><Relationship Id="rId393" Type="http://schemas.openxmlformats.org/officeDocument/2006/relationships/image" Target="../media/image196.png"/><Relationship Id="rId211" Type="http://schemas.openxmlformats.org/officeDocument/2006/relationships/image" Target="../media/image105.png"/><Relationship Id="rId232" Type="http://schemas.openxmlformats.org/officeDocument/2006/relationships/customXml" Target="../ink/ink148.xml"/><Relationship Id="rId253" Type="http://schemas.openxmlformats.org/officeDocument/2006/relationships/image" Target="../media/image126.png"/><Relationship Id="rId274" Type="http://schemas.openxmlformats.org/officeDocument/2006/relationships/customXml" Target="../ink/ink169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27" Type="http://schemas.openxmlformats.org/officeDocument/2006/relationships/image" Target="../media/image13.png"/><Relationship Id="rId48" Type="http://schemas.openxmlformats.org/officeDocument/2006/relationships/customXml" Target="../ink/ink56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99.xml"/><Relationship Id="rId320" Type="http://schemas.openxmlformats.org/officeDocument/2006/relationships/customXml" Target="../ink/ink192.xml"/><Relationship Id="rId80" Type="http://schemas.openxmlformats.org/officeDocument/2006/relationships/customXml" Target="../ink/ink72.xml"/><Relationship Id="rId155" Type="http://schemas.openxmlformats.org/officeDocument/2006/relationships/image" Target="../media/image77.png"/><Relationship Id="rId176" Type="http://schemas.openxmlformats.org/officeDocument/2006/relationships/customXml" Target="../ink/ink120.xml"/><Relationship Id="rId197" Type="http://schemas.openxmlformats.org/officeDocument/2006/relationships/image" Target="../media/image98.png"/><Relationship Id="rId341" Type="http://schemas.openxmlformats.org/officeDocument/2006/relationships/image" Target="../media/image170.png"/><Relationship Id="rId362" Type="http://schemas.openxmlformats.org/officeDocument/2006/relationships/customXml" Target="../ink/ink213.xml"/><Relationship Id="rId383" Type="http://schemas.openxmlformats.org/officeDocument/2006/relationships/image" Target="../media/image191.png"/><Relationship Id="rId201" Type="http://schemas.openxmlformats.org/officeDocument/2006/relationships/image" Target="../media/image100.png"/><Relationship Id="rId222" Type="http://schemas.openxmlformats.org/officeDocument/2006/relationships/customXml" Target="../ink/ink143.xml"/><Relationship Id="rId243" Type="http://schemas.openxmlformats.org/officeDocument/2006/relationships/image" Target="../media/image121.png"/><Relationship Id="rId264" Type="http://schemas.openxmlformats.org/officeDocument/2006/relationships/customXml" Target="../ink/ink164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51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94.xml"/><Relationship Id="rId310" Type="http://schemas.openxmlformats.org/officeDocument/2006/relationships/customXml" Target="../ink/ink187.xml"/><Relationship Id="rId70" Type="http://schemas.openxmlformats.org/officeDocument/2006/relationships/customXml" Target="../ink/ink67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115.xml"/><Relationship Id="rId187" Type="http://schemas.openxmlformats.org/officeDocument/2006/relationships/image" Target="../media/image93.png"/><Relationship Id="rId331" Type="http://schemas.openxmlformats.org/officeDocument/2006/relationships/image" Target="../media/image165.png"/><Relationship Id="rId352" Type="http://schemas.openxmlformats.org/officeDocument/2006/relationships/customXml" Target="../ink/ink208.xml"/><Relationship Id="rId373" Type="http://schemas.openxmlformats.org/officeDocument/2006/relationships/image" Target="../media/image186.png"/><Relationship Id="rId394" Type="http://schemas.openxmlformats.org/officeDocument/2006/relationships/customXml" Target="../ink/ink229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8.xml"/><Relationship Id="rId233" Type="http://schemas.openxmlformats.org/officeDocument/2006/relationships/image" Target="../media/image116.png"/><Relationship Id="rId254" Type="http://schemas.openxmlformats.org/officeDocument/2006/relationships/customXml" Target="../ink/ink159.xml"/><Relationship Id="rId28" Type="http://schemas.openxmlformats.org/officeDocument/2006/relationships/customXml" Target="../ink/ink46.xml"/><Relationship Id="rId49" Type="http://schemas.openxmlformats.org/officeDocument/2006/relationships/image" Target="../media/image24.png"/><Relationship Id="rId114" Type="http://schemas.openxmlformats.org/officeDocument/2006/relationships/customXml" Target="../ink/ink89.xml"/><Relationship Id="rId275" Type="http://schemas.openxmlformats.org/officeDocument/2006/relationships/image" Target="../media/image137.png"/><Relationship Id="rId296" Type="http://schemas.openxmlformats.org/officeDocument/2006/relationships/customXml" Target="../ink/ink180.xml"/><Relationship Id="rId300" Type="http://schemas.openxmlformats.org/officeDocument/2006/relationships/customXml" Target="../ink/ink182.xml"/><Relationship Id="rId60" Type="http://schemas.openxmlformats.org/officeDocument/2006/relationships/customXml" Target="../ink/ink62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110.xml"/><Relationship Id="rId177" Type="http://schemas.openxmlformats.org/officeDocument/2006/relationships/image" Target="../media/image88.png"/><Relationship Id="rId198" Type="http://schemas.openxmlformats.org/officeDocument/2006/relationships/customXml" Target="../ink/ink131.xml"/><Relationship Id="rId321" Type="http://schemas.openxmlformats.org/officeDocument/2006/relationships/image" Target="../media/image160.png"/><Relationship Id="rId342" Type="http://schemas.openxmlformats.org/officeDocument/2006/relationships/customXml" Target="../ink/ink203.xml"/><Relationship Id="rId363" Type="http://schemas.openxmlformats.org/officeDocument/2006/relationships/image" Target="../media/image181.png"/><Relationship Id="rId384" Type="http://schemas.openxmlformats.org/officeDocument/2006/relationships/customXml" Target="../ink/ink224.xml"/><Relationship Id="rId202" Type="http://schemas.openxmlformats.org/officeDocument/2006/relationships/customXml" Target="../ink/ink133.xml"/><Relationship Id="rId223" Type="http://schemas.openxmlformats.org/officeDocument/2006/relationships/image" Target="../media/image111.png"/><Relationship Id="rId244" Type="http://schemas.openxmlformats.org/officeDocument/2006/relationships/customXml" Target="../ink/ink154.xml"/><Relationship Id="rId18" Type="http://schemas.openxmlformats.org/officeDocument/2006/relationships/customXml" Target="../ink/ink41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286" Type="http://schemas.openxmlformats.org/officeDocument/2006/relationships/customXml" Target="../ink/ink175.xml"/><Relationship Id="rId50" Type="http://schemas.openxmlformats.org/officeDocument/2006/relationships/customXml" Target="../ink/ink57.xml"/><Relationship Id="rId104" Type="http://schemas.openxmlformats.org/officeDocument/2006/relationships/customXml" Target="../ink/ink84.xml"/><Relationship Id="rId125" Type="http://schemas.openxmlformats.org/officeDocument/2006/relationships/image" Target="../media/image62.png"/><Relationship Id="rId146" Type="http://schemas.openxmlformats.org/officeDocument/2006/relationships/customXml" Target="../ink/ink105.xml"/><Relationship Id="rId167" Type="http://schemas.openxmlformats.org/officeDocument/2006/relationships/image" Target="../media/image83.png"/><Relationship Id="rId188" Type="http://schemas.openxmlformats.org/officeDocument/2006/relationships/customXml" Target="../ink/ink126.xml"/><Relationship Id="rId311" Type="http://schemas.openxmlformats.org/officeDocument/2006/relationships/image" Target="../media/image155.png"/><Relationship Id="rId332" Type="http://schemas.openxmlformats.org/officeDocument/2006/relationships/customXml" Target="../ink/ink198.xml"/><Relationship Id="rId353" Type="http://schemas.openxmlformats.org/officeDocument/2006/relationships/image" Target="../media/image176.png"/><Relationship Id="rId374" Type="http://schemas.openxmlformats.org/officeDocument/2006/relationships/customXml" Target="../ink/ink219.xml"/><Relationship Id="rId395" Type="http://schemas.openxmlformats.org/officeDocument/2006/relationships/image" Target="../media/image197.png"/><Relationship Id="rId71" Type="http://schemas.openxmlformats.org/officeDocument/2006/relationships/image" Target="../media/image35.png"/><Relationship Id="rId92" Type="http://schemas.openxmlformats.org/officeDocument/2006/relationships/customXml" Target="../ink/ink78.xml"/><Relationship Id="rId213" Type="http://schemas.openxmlformats.org/officeDocument/2006/relationships/image" Target="../media/image106.png"/><Relationship Id="rId234" Type="http://schemas.openxmlformats.org/officeDocument/2006/relationships/customXml" Target="../ink/ink149.xml"/><Relationship Id="rId2" Type="http://schemas.openxmlformats.org/officeDocument/2006/relationships/customXml" Target="../ink/ink33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70.xml"/><Relationship Id="rId297" Type="http://schemas.openxmlformats.org/officeDocument/2006/relationships/image" Target="../media/image148.png"/><Relationship Id="rId40" Type="http://schemas.openxmlformats.org/officeDocument/2006/relationships/customXml" Target="../ink/ink52.xml"/><Relationship Id="rId115" Type="http://schemas.openxmlformats.org/officeDocument/2006/relationships/image" Target="../media/image57.png"/><Relationship Id="rId136" Type="http://schemas.openxmlformats.org/officeDocument/2006/relationships/customXml" Target="../ink/ink100.xml"/><Relationship Id="rId157" Type="http://schemas.openxmlformats.org/officeDocument/2006/relationships/image" Target="../media/image78.png"/><Relationship Id="rId178" Type="http://schemas.openxmlformats.org/officeDocument/2006/relationships/customXml" Target="../ink/ink121.xml"/><Relationship Id="rId301" Type="http://schemas.openxmlformats.org/officeDocument/2006/relationships/image" Target="../media/image150.png"/><Relationship Id="rId322" Type="http://schemas.openxmlformats.org/officeDocument/2006/relationships/customXml" Target="../ink/ink193.xml"/><Relationship Id="rId343" Type="http://schemas.openxmlformats.org/officeDocument/2006/relationships/image" Target="../media/image171.png"/><Relationship Id="rId364" Type="http://schemas.openxmlformats.org/officeDocument/2006/relationships/customXml" Target="../ink/ink214.xml"/><Relationship Id="rId61" Type="http://schemas.openxmlformats.org/officeDocument/2006/relationships/image" Target="../media/image30.png"/><Relationship Id="rId82" Type="http://schemas.openxmlformats.org/officeDocument/2006/relationships/customXml" Target="../ink/ink73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385" Type="http://schemas.openxmlformats.org/officeDocument/2006/relationships/image" Target="../media/image192.png"/><Relationship Id="rId19" Type="http://schemas.openxmlformats.org/officeDocument/2006/relationships/image" Target="../media/image9.png"/><Relationship Id="rId224" Type="http://schemas.openxmlformats.org/officeDocument/2006/relationships/customXml" Target="../ink/ink144.xml"/><Relationship Id="rId245" Type="http://schemas.openxmlformats.org/officeDocument/2006/relationships/image" Target="../media/image122.png"/><Relationship Id="rId266" Type="http://schemas.openxmlformats.org/officeDocument/2006/relationships/customXml" Target="../ink/ink165.xml"/><Relationship Id="rId287" Type="http://schemas.openxmlformats.org/officeDocument/2006/relationships/image" Target="../media/image143.png"/><Relationship Id="rId30" Type="http://schemas.openxmlformats.org/officeDocument/2006/relationships/customXml" Target="../ink/ink47.xml"/><Relationship Id="rId105" Type="http://schemas.openxmlformats.org/officeDocument/2006/relationships/image" Target="../media/image52.png"/><Relationship Id="rId126" Type="http://schemas.openxmlformats.org/officeDocument/2006/relationships/customXml" Target="../ink/ink95.xml"/><Relationship Id="rId147" Type="http://schemas.openxmlformats.org/officeDocument/2006/relationships/image" Target="../media/image73.png"/><Relationship Id="rId168" Type="http://schemas.openxmlformats.org/officeDocument/2006/relationships/customXml" Target="../ink/ink116.xml"/><Relationship Id="rId312" Type="http://schemas.openxmlformats.org/officeDocument/2006/relationships/customXml" Target="../ink/ink188.xml"/><Relationship Id="rId333" Type="http://schemas.openxmlformats.org/officeDocument/2006/relationships/image" Target="../media/image166.png"/><Relationship Id="rId354" Type="http://schemas.openxmlformats.org/officeDocument/2006/relationships/customXml" Target="../ink/ink209.xml"/><Relationship Id="rId51" Type="http://schemas.openxmlformats.org/officeDocument/2006/relationships/image" Target="../media/image25.png"/><Relationship Id="rId72" Type="http://schemas.openxmlformats.org/officeDocument/2006/relationships/customXml" Target="../ink/ink68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75" Type="http://schemas.openxmlformats.org/officeDocument/2006/relationships/image" Target="../media/image187.png"/><Relationship Id="rId396" Type="http://schemas.openxmlformats.org/officeDocument/2006/relationships/customXml" Target="../ink/ink230.xml"/><Relationship Id="rId3" Type="http://schemas.openxmlformats.org/officeDocument/2006/relationships/image" Target="../media/image1.png"/><Relationship Id="rId214" Type="http://schemas.openxmlformats.org/officeDocument/2006/relationships/customXml" Target="../ink/ink139.xml"/><Relationship Id="rId235" Type="http://schemas.openxmlformats.org/officeDocument/2006/relationships/image" Target="../media/image117.png"/><Relationship Id="rId256" Type="http://schemas.openxmlformats.org/officeDocument/2006/relationships/customXml" Target="../ink/ink160.xml"/><Relationship Id="rId277" Type="http://schemas.openxmlformats.org/officeDocument/2006/relationships/image" Target="../media/image138.png"/><Relationship Id="rId298" Type="http://schemas.openxmlformats.org/officeDocument/2006/relationships/customXml" Target="../ink/ink181.xml"/><Relationship Id="rId116" Type="http://schemas.openxmlformats.org/officeDocument/2006/relationships/customXml" Target="../ink/ink90.xml"/><Relationship Id="rId137" Type="http://schemas.openxmlformats.org/officeDocument/2006/relationships/image" Target="../media/image68.png"/><Relationship Id="rId158" Type="http://schemas.openxmlformats.org/officeDocument/2006/relationships/customXml" Target="../ink/ink111.xml"/><Relationship Id="rId302" Type="http://schemas.openxmlformats.org/officeDocument/2006/relationships/customXml" Target="../ink/ink183.xml"/><Relationship Id="rId323" Type="http://schemas.openxmlformats.org/officeDocument/2006/relationships/image" Target="../media/image161.png"/><Relationship Id="rId344" Type="http://schemas.openxmlformats.org/officeDocument/2006/relationships/customXml" Target="../ink/ink204.xml"/><Relationship Id="rId20" Type="http://schemas.openxmlformats.org/officeDocument/2006/relationships/customXml" Target="../ink/ink42.xml"/><Relationship Id="rId41" Type="http://schemas.openxmlformats.org/officeDocument/2006/relationships/image" Target="../media/image20.png"/><Relationship Id="rId62" Type="http://schemas.openxmlformats.org/officeDocument/2006/relationships/customXml" Target="../ink/ink63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image" Target="../media/image182.png"/><Relationship Id="rId386" Type="http://schemas.openxmlformats.org/officeDocument/2006/relationships/customXml" Target="../ink/ink225.xml"/><Relationship Id="rId190" Type="http://schemas.openxmlformats.org/officeDocument/2006/relationships/customXml" Target="../ink/ink127.xml"/><Relationship Id="rId204" Type="http://schemas.openxmlformats.org/officeDocument/2006/relationships/customXml" Target="../ink/ink134.xml"/><Relationship Id="rId225" Type="http://schemas.openxmlformats.org/officeDocument/2006/relationships/image" Target="../media/image112.png"/><Relationship Id="rId246" Type="http://schemas.openxmlformats.org/officeDocument/2006/relationships/customXml" Target="../ink/ink155.xml"/><Relationship Id="rId267" Type="http://schemas.openxmlformats.org/officeDocument/2006/relationships/image" Target="../media/image133.png"/><Relationship Id="rId288" Type="http://schemas.openxmlformats.org/officeDocument/2006/relationships/customXml" Target="../ink/ink176.xml"/><Relationship Id="rId106" Type="http://schemas.openxmlformats.org/officeDocument/2006/relationships/customXml" Target="../ink/ink85.xml"/><Relationship Id="rId127" Type="http://schemas.openxmlformats.org/officeDocument/2006/relationships/image" Target="../media/image63.png"/><Relationship Id="rId313" Type="http://schemas.openxmlformats.org/officeDocument/2006/relationships/image" Target="../media/image156.png"/><Relationship Id="rId10" Type="http://schemas.openxmlformats.org/officeDocument/2006/relationships/customXml" Target="../ink/ink37.xml"/><Relationship Id="rId31" Type="http://schemas.openxmlformats.org/officeDocument/2006/relationships/image" Target="../media/image15.png"/><Relationship Id="rId52" Type="http://schemas.openxmlformats.org/officeDocument/2006/relationships/customXml" Target="../ink/ink58.xml"/><Relationship Id="rId73" Type="http://schemas.openxmlformats.org/officeDocument/2006/relationships/image" Target="../media/image36.png"/><Relationship Id="rId94" Type="http://schemas.openxmlformats.org/officeDocument/2006/relationships/customXml" Target="../ink/ink79.xml"/><Relationship Id="rId148" Type="http://schemas.openxmlformats.org/officeDocument/2006/relationships/customXml" Target="../ink/ink106.xml"/><Relationship Id="rId169" Type="http://schemas.openxmlformats.org/officeDocument/2006/relationships/image" Target="../media/image84.png"/><Relationship Id="rId334" Type="http://schemas.openxmlformats.org/officeDocument/2006/relationships/customXml" Target="../ink/ink199.xml"/><Relationship Id="rId355" Type="http://schemas.openxmlformats.org/officeDocument/2006/relationships/image" Target="../media/image177.png"/><Relationship Id="rId376" Type="http://schemas.openxmlformats.org/officeDocument/2006/relationships/customXml" Target="../ink/ink220.xml"/><Relationship Id="rId397" Type="http://schemas.openxmlformats.org/officeDocument/2006/relationships/image" Target="../media/image198.png"/><Relationship Id="rId4" Type="http://schemas.openxmlformats.org/officeDocument/2006/relationships/customXml" Target="../ink/ink34.xml"/><Relationship Id="rId180" Type="http://schemas.openxmlformats.org/officeDocument/2006/relationships/customXml" Target="../ink/ink122.xml"/><Relationship Id="rId215" Type="http://schemas.openxmlformats.org/officeDocument/2006/relationships/image" Target="../media/image107.png"/><Relationship Id="rId236" Type="http://schemas.openxmlformats.org/officeDocument/2006/relationships/customXml" Target="../ink/ink150.xml"/><Relationship Id="rId257" Type="http://schemas.openxmlformats.org/officeDocument/2006/relationships/image" Target="../media/image128.png"/><Relationship Id="rId278" Type="http://schemas.openxmlformats.org/officeDocument/2006/relationships/customXml" Target="../ink/ink171.xml"/><Relationship Id="rId303" Type="http://schemas.openxmlformats.org/officeDocument/2006/relationships/image" Target="../media/image151.png"/><Relationship Id="rId42" Type="http://schemas.openxmlformats.org/officeDocument/2006/relationships/customXml" Target="../ink/ink53.xml"/><Relationship Id="rId84" Type="http://schemas.openxmlformats.org/officeDocument/2006/relationships/customXml" Target="../ink/ink74.xml"/><Relationship Id="rId138" Type="http://schemas.openxmlformats.org/officeDocument/2006/relationships/customXml" Target="../ink/ink101.xml"/><Relationship Id="rId345" Type="http://schemas.openxmlformats.org/officeDocument/2006/relationships/image" Target="../media/image172.png"/><Relationship Id="rId387" Type="http://schemas.openxmlformats.org/officeDocument/2006/relationships/image" Target="../media/image193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89.xml"/><Relationship Id="rId356" Type="http://schemas.openxmlformats.org/officeDocument/2006/relationships/customXml" Target="../ink/ink210.xml"/><Relationship Id="rId398" Type="http://schemas.openxmlformats.org/officeDocument/2006/relationships/customXml" Target="../ink/ink231.xml"/><Relationship Id="rId95" Type="http://schemas.openxmlformats.org/officeDocument/2006/relationships/image" Target="../media/image47.png"/><Relationship Id="rId160" Type="http://schemas.openxmlformats.org/officeDocument/2006/relationships/customXml" Target="../ink/ink112.xml"/><Relationship Id="rId216" Type="http://schemas.openxmlformats.org/officeDocument/2006/relationships/customXml" Target="../ink/ink140.xml"/><Relationship Id="rId258" Type="http://schemas.openxmlformats.org/officeDocument/2006/relationships/customXml" Target="../ink/ink161.xml"/><Relationship Id="rId22" Type="http://schemas.openxmlformats.org/officeDocument/2006/relationships/customXml" Target="../ink/ink43.xml"/><Relationship Id="rId64" Type="http://schemas.openxmlformats.org/officeDocument/2006/relationships/customXml" Target="../ink/ink64.xml"/><Relationship Id="rId118" Type="http://schemas.openxmlformats.org/officeDocument/2006/relationships/customXml" Target="../ink/ink91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72.xml"/><Relationship Id="rId336" Type="http://schemas.openxmlformats.org/officeDocument/2006/relationships/customXml" Target="../ink/ink200.xml"/><Relationship Id="rId75" Type="http://schemas.openxmlformats.org/officeDocument/2006/relationships/image" Target="../media/image37.png"/><Relationship Id="rId140" Type="http://schemas.openxmlformats.org/officeDocument/2006/relationships/customXml" Target="../ink/ink102.xml"/><Relationship Id="rId182" Type="http://schemas.openxmlformats.org/officeDocument/2006/relationships/customXml" Target="../ink/ink123.xml"/><Relationship Id="rId378" Type="http://schemas.openxmlformats.org/officeDocument/2006/relationships/customXml" Target="../ink/ink221.xml"/><Relationship Id="rId6" Type="http://schemas.openxmlformats.org/officeDocument/2006/relationships/customXml" Target="../ink/ink35.xml"/><Relationship Id="rId238" Type="http://schemas.openxmlformats.org/officeDocument/2006/relationships/customXml" Target="../ink/ink151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44" Type="http://schemas.openxmlformats.org/officeDocument/2006/relationships/customXml" Target="../ink/ink54.xml"/><Relationship Id="rId86" Type="http://schemas.openxmlformats.org/officeDocument/2006/relationships/customXml" Target="../ink/ink75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62.xml"/><Relationship Id="rId316" Type="http://schemas.openxmlformats.org/officeDocument/2006/relationships/customXml" Target="../ink/ink190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92.xml"/><Relationship Id="rId358" Type="http://schemas.openxmlformats.org/officeDocument/2006/relationships/customXml" Target="../ink/ink211.xml"/><Relationship Id="rId162" Type="http://schemas.openxmlformats.org/officeDocument/2006/relationships/customXml" Target="../ink/ink113.xml"/><Relationship Id="rId218" Type="http://schemas.openxmlformats.org/officeDocument/2006/relationships/customXml" Target="../ink/ink141.xml"/><Relationship Id="rId271" Type="http://schemas.openxmlformats.org/officeDocument/2006/relationships/image" Target="../media/image135.png"/><Relationship Id="rId24" Type="http://schemas.openxmlformats.org/officeDocument/2006/relationships/customXml" Target="../ink/ink44.xml"/><Relationship Id="rId66" Type="http://schemas.openxmlformats.org/officeDocument/2006/relationships/customXml" Target="../ink/ink65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222.xml"/><Relationship Id="rId240" Type="http://schemas.openxmlformats.org/officeDocument/2006/relationships/customXml" Target="../ink/ink152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82.xml"/><Relationship Id="rId282" Type="http://schemas.openxmlformats.org/officeDocument/2006/relationships/customXml" Target="../ink/ink173.xml"/><Relationship Id="rId338" Type="http://schemas.openxmlformats.org/officeDocument/2006/relationships/customXml" Target="../ink/ink201.xml"/><Relationship Id="rId8" Type="http://schemas.openxmlformats.org/officeDocument/2006/relationships/customXml" Target="../ink/ink36.xml"/><Relationship Id="rId142" Type="http://schemas.openxmlformats.org/officeDocument/2006/relationships/customXml" Target="../ink/ink103.xml"/><Relationship Id="rId184" Type="http://schemas.openxmlformats.org/officeDocument/2006/relationships/customXml" Target="../ink/ink124.xml"/><Relationship Id="rId391" Type="http://schemas.openxmlformats.org/officeDocument/2006/relationships/image" Target="../media/image195.png"/><Relationship Id="rId251" Type="http://schemas.openxmlformats.org/officeDocument/2006/relationships/image" Target="../media/image125.png"/><Relationship Id="rId46" Type="http://schemas.openxmlformats.org/officeDocument/2006/relationships/customXml" Target="../ink/ink55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88" Type="http://schemas.openxmlformats.org/officeDocument/2006/relationships/customXml" Target="../ink/ink76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212.xml"/><Relationship Id="rId220" Type="http://schemas.openxmlformats.org/officeDocument/2006/relationships/customXml" Target="../ink/ink142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63.xml"/><Relationship Id="rId318" Type="http://schemas.openxmlformats.org/officeDocument/2006/relationships/customXml" Target="../ink/ink191.xml"/><Relationship Id="rId99" Type="http://schemas.openxmlformats.org/officeDocument/2006/relationships/image" Target="../media/image49.png"/><Relationship Id="rId122" Type="http://schemas.openxmlformats.org/officeDocument/2006/relationships/customXml" Target="../ink/ink93.xml"/><Relationship Id="rId164" Type="http://schemas.openxmlformats.org/officeDocument/2006/relationships/customXml" Target="../ink/ink114.xml"/><Relationship Id="rId371" Type="http://schemas.openxmlformats.org/officeDocument/2006/relationships/image" Target="../media/image185.png"/><Relationship Id="rId26" Type="http://schemas.openxmlformats.org/officeDocument/2006/relationships/customXml" Target="../ink/ink45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68" Type="http://schemas.openxmlformats.org/officeDocument/2006/relationships/customXml" Target="../ink/ink66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202.xml"/><Relationship Id="rId200" Type="http://schemas.openxmlformats.org/officeDocument/2006/relationships/customXml" Target="../ink/ink132.xml"/><Relationship Id="rId382" Type="http://schemas.openxmlformats.org/officeDocument/2006/relationships/customXml" Target="../ink/ink223.xml"/><Relationship Id="rId242" Type="http://schemas.openxmlformats.org/officeDocument/2006/relationships/customXml" Target="../ink/ink153.xml"/><Relationship Id="rId284" Type="http://schemas.openxmlformats.org/officeDocument/2006/relationships/customXml" Target="../ink/ink1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810A9FD-46DC-8902-40AA-878BE26406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533400"/>
            <a:ext cx="7772400" cy="1981200"/>
          </a:xfrm>
        </p:spPr>
        <p:txBody>
          <a:bodyPr/>
          <a:lstStyle/>
          <a:p>
            <a:r>
              <a:rPr lang="en-US" altLang="en-US"/>
              <a:t>Introduction to Software Testing</a:t>
            </a:r>
            <a:br>
              <a:rPr lang="en-US" altLang="en-US"/>
            </a:br>
            <a:r>
              <a:rPr lang="en-US" altLang="en-US"/>
              <a:t>Chapter 2.1, 2.2</a:t>
            </a:r>
            <a:br>
              <a:rPr lang="en-US" altLang="en-US"/>
            </a:br>
            <a:r>
              <a:rPr lang="en-US" altLang="en-US"/>
              <a:t>Overview Graph Coverage Criteria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FFB33A9-A3EA-BDA8-8BAF-073AE03E5F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444875"/>
            <a:ext cx="6400800" cy="22701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en-US" sz="3200" dirty="0"/>
              <a:t>Paul Ammann &amp; Jeff Offutt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endParaRPr lang="en-US" altLang="en-US" sz="2800" dirty="0"/>
          </a:p>
          <a:p>
            <a:r>
              <a:rPr lang="en-US" altLang="en-US" b="0" dirty="0">
                <a:hlinkClick r:id="rId3"/>
              </a:rPr>
              <a:t>http://www.cs.gmu.edu/~offutt/softwaretest/</a:t>
            </a:r>
            <a:endParaRPr lang="en-US" altLang="en-US" b="0" dirty="0"/>
          </a:p>
          <a:p>
            <a:endParaRPr lang="en-US" altLang="en-US" sz="1800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2">
            <a:extLst>
              <a:ext uri="{FF2B5EF4-FFF2-40B4-BE49-F238E27FC236}">
                <a16:creationId xmlns:a16="http://schemas.microsoft.com/office/drawing/2014/main" id="{F9EE7DB6-2F3E-B1DD-1084-1DC512BA28C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6147" name="Footer Placeholder 3">
            <a:extLst>
              <a:ext uri="{FF2B5EF4-FFF2-40B4-BE49-F238E27FC236}">
                <a16:creationId xmlns:a16="http://schemas.microsoft.com/office/drawing/2014/main" id="{8568E9BB-7A18-3278-73B8-3F40C7DE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6148" name="Slide Number Placeholder 4">
            <a:extLst>
              <a:ext uri="{FF2B5EF4-FFF2-40B4-BE49-F238E27FC236}">
                <a16:creationId xmlns:a16="http://schemas.microsoft.com/office/drawing/2014/main" id="{943F818B-40A6-631D-FDE3-C07778B4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7C735F9-3D98-4002-8944-648CDE3E3F96}" type="slidenum">
              <a:rPr lang="en-US" altLang="en-US" sz="900" b="0" smtClean="0">
                <a:solidFill>
                  <a:schemeClr val="tx1"/>
                </a:solidFill>
              </a:rPr>
              <a:pPr/>
              <a:t>2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831B5EDF-DBED-508A-A7D6-BDCAB9F3F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Ch. 2 : Graph Coverage</a:t>
            </a:r>
          </a:p>
        </p:txBody>
      </p:sp>
      <p:sp>
        <p:nvSpPr>
          <p:cNvPr id="196611" name="Text Box 3">
            <a:extLst>
              <a:ext uri="{FF2B5EF4-FFF2-40B4-BE49-F238E27FC236}">
                <a16:creationId xmlns:a16="http://schemas.microsoft.com/office/drawing/2014/main" id="{D3216B62-8218-14AE-F563-9C1C8578D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14400"/>
            <a:ext cx="4114800" cy="974725"/>
          </a:xfrm>
          <a:prstGeom prst="rect">
            <a:avLst/>
          </a:prstGeom>
          <a:gradFill rotWithShape="1">
            <a:gsLst>
              <a:gs pos="0">
                <a:srgbClr val="FAF400"/>
              </a:gs>
              <a:gs pos="100000">
                <a:srgbClr val="FAF40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Arial" pitchFamily="34" charset="0"/>
              </a:rPr>
              <a:t>Four Structures for Modeling Software</a:t>
            </a:r>
          </a:p>
        </p:txBody>
      </p:sp>
      <p:grpSp>
        <p:nvGrpSpPr>
          <p:cNvPr id="6151" name="Group 4">
            <a:extLst>
              <a:ext uri="{FF2B5EF4-FFF2-40B4-BE49-F238E27FC236}">
                <a16:creationId xmlns:a16="http://schemas.microsoft.com/office/drawing/2014/main" id="{45A17CDE-930B-4051-02AB-4C7A14DF0A8A}"/>
              </a:ext>
            </a:extLst>
          </p:cNvPr>
          <p:cNvGrpSpPr>
            <a:grpSpLocks/>
          </p:cNvGrpSpPr>
          <p:nvPr/>
        </p:nvGrpSpPr>
        <p:grpSpPr bwMode="auto">
          <a:xfrm>
            <a:off x="182563" y="1905000"/>
            <a:ext cx="8704262" cy="1116013"/>
            <a:chOff x="115" y="1200"/>
            <a:chExt cx="5483" cy="703"/>
          </a:xfrm>
        </p:grpSpPr>
        <p:sp>
          <p:nvSpPr>
            <p:cNvPr id="196613" name="Text Box 5">
              <a:extLst>
                <a:ext uri="{FF2B5EF4-FFF2-40B4-BE49-F238E27FC236}">
                  <a16:creationId xmlns:a16="http://schemas.microsoft.com/office/drawing/2014/main" id="{7EB06109-3B44-6375-E158-A01C108C8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" y="1557"/>
              <a:ext cx="944" cy="345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Graphs</a:t>
              </a:r>
            </a:p>
          </p:txBody>
        </p:sp>
        <p:sp>
          <p:nvSpPr>
            <p:cNvPr id="196614" name="Text Box 6">
              <a:extLst>
                <a:ext uri="{FF2B5EF4-FFF2-40B4-BE49-F238E27FC236}">
                  <a16:creationId xmlns:a16="http://schemas.microsoft.com/office/drawing/2014/main" id="{7B8EC97F-7D52-6827-5B8E-31D5E6F9B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7" y="1558"/>
              <a:ext cx="945" cy="345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Logic</a:t>
              </a:r>
            </a:p>
          </p:txBody>
        </p:sp>
        <p:sp>
          <p:nvSpPr>
            <p:cNvPr id="196615" name="Text Box 7">
              <a:extLst>
                <a:ext uri="{FF2B5EF4-FFF2-40B4-BE49-F238E27FC236}">
                  <a16:creationId xmlns:a16="http://schemas.microsoft.com/office/drawing/2014/main" id="{698BBEFC-BE64-AB81-4C94-CC3327CFC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0" y="1558"/>
              <a:ext cx="1455" cy="345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 Space</a:t>
              </a:r>
            </a:p>
          </p:txBody>
        </p:sp>
        <p:sp>
          <p:nvSpPr>
            <p:cNvPr id="196616" name="Text Box 8">
              <a:extLst>
                <a:ext uri="{FF2B5EF4-FFF2-40B4-BE49-F238E27FC236}">
                  <a16:creationId xmlns:a16="http://schemas.microsoft.com/office/drawing/2014/main" id="{22D678FF-7EF2-5696-014E-BFFB6B532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3" y="1558"/>
              <a:ext cx="945" cy="345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Syntax</a:t>
              </a:r>
            </a:p>
          </p:txBody>
        </p:sp>
        <p:sp>
          <p:nvSpPr>
            <p:cNvPr id="6198" name="Line 9">
              <a:extLst>
                <a:ext uri="{FF2B5EF4-FFF2-40B4-BE49-F238E27FC236}">
                  <a16:creationId xmlns:a16="http://schemas.microsoft.com/office/drawing/2014/main" id="{A5886EA8-8470-825D-7FCA-A215F616F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376"/>
              <a:ext cx="45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9" name="Line 10">
              <a:extLst>
                <a:ext uri="{FF2B5EF4-FFF2-40B4-BE49-F238E27FC236}">
                  <a16:creationId xmlns:a16="http://schemas.microsoft.com/office/drawing/2014/main" id="{664779B6-3E27-5C64-424E-402A92E92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1376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0" name="Line 11">
              <a:extLst>
                <a:ext uri="{FF2B5EF4-FFF2-40B4-BE49-F238E27FC236}">
                  <a16:creationId xmlns:a16="http://schemas.microsoft.com/office/drawing/2014/main" id="{9AC0D952-57B1-6DC1-2DCF-83A53280F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0" y="1376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1" name="Line 12">
              <a:extLst>
                <a:ext uri="{FF2B5EF4-FFF2-40B4-BE49-F238E27FC236}">
                  <a16:creationId xmlns:a16="http://schemas.microsoft.com/office/drawing/2014/main" id="{2F3C40F8-97E6-7506-F028-6A1E0084B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1368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2" name="Line 13">
              <a:extLst>
                <a:ext uri="{FF2B5EF4-FFF2-40B4-BE49-F238E27FC236}">
                  <a16:creationId xmlns:a16="http://schemas.microsoft.com/office/drawing/2014/main" id="{CED5D0DE-8302-EE51-B334-A308A0BDF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7" y="1200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3" name="Line 14">
              <a:extLst>
                <a:ext uri="{FF2B5EF4-FFF2-40B4-BE49-F238E27FC236}">
                  <a16:creationId xmlns:a16="http://schemas.microsoft.com/office/drawing/2014/main" id="{35F23C95-DE83-8000-CE86-4CE7BA969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1368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52" name="Group 15">
            <a:extLst>
              <a:ext uri="{FF2B5EF4-FFF2-40B4-BE49-F238E27FC236}">
                <a16:creationId xmlns:a16="http://schemas.microsoft.com/office/drawing/2014/main" id="{638AFA42-EBC0-E470-AE56-8751FEE79031}"/>
              </a:ext>
            </a:extLst>
          </p:cNvPr>
          <p:cNvGrpSpPr>
            <a:grpSpLocks/>
          </p:cNvGrpSpPr>
          <p:nvPr/>
        </p:nvGrpSpPr>
        <p:grpSpPr bwMode="auto">
          <a:xfrm>
            <a:off x="33338" y="3025775"/>
            <a:ext cx="4138612" cy="3578225"/>
            <a:chOff x="21" y="1906"/>
            <a:chExt cx="2607" cy="2254"/>
          </a:xfrm>
        </p:grpSpPr>
        <p:sp>
          <p:nvSpPr>
            <p:cNvPr id="6182" name="AutoShape 16">
              <a:extLst>
                <a:ext uri="{FF2B5EF4-FFF2-40B4-BE49-F238E27FC236}">
                  <a16:creationId xmlns:a16="http://schemas.microsoft.com/office/drawing/2014/main" id="{B62005D1-97AF-CDA6-A7E8-C338699E3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" y="3316"/>
              <a:ext cx="2607" cy="844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6625" name="Text Box 17">
              <a:extLst>
                <a:ext uri="{FF2B5EF4-FFF2-40B4-BE49-F238E27FC236}">
                  <a16:creationId xmlns:a16="http://schemas.microsoft.com/office/drawing/2014/main" id="{2AB012A6-47E1-092E-FAC7-0C21833D5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3" y="3814"/>
              <a:ext cx="908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Use cases</a:t>
              </a:r>
            </a:p>
          </p:txBody>
        </p:sp>
        <p:sp>
          <p:nvSpPr>
            <p:cNvPr id="196626" name="Text Box 18">
              <a:extLst>
                <a:ext uri="{FF2B5EF4-FFF2-40B4-BE49-F238E27FC236}">
                  <a16:creationId xmlns:a16="http://schemas.microsoft.com/office/drawing/2014/main" id="{D027E72C-0F6F-2566-D6EC-1BC6021AF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0" y="3390"/>
              <a:ext cx="908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196627" name="Text Box 19">
              <a:extLst>
                <a:ext uri="{FF2B5EF4-FFF2-40B4-BE49-F238E27FC236}">
                  <a16:creationId xmlns:a16="http://schemas.microsoft.com/office/drawing/2014/main" id="{B1040BFC-3AAE-BA6B-4731-ADABC6DF6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" y="3814"/>
              <a:ext cx="908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Design</a:t>
              </a:r>
            </a:p>
          </p:txBody>
        </p:sp>
        <p:sp>
          <p:nvSpPr>
            <p:cNvPr id="196628" name="Text Box 20">
              <a:extLst>
                <a:ext uri="{FF2B5EF4-FFF2-40B4-BE49-F238E27FC236}">
                  <a16:creationId xmlns:a16="http://schemas.microsoft.com/office/drawing/2014/main" id="{EBCEF18C-A557-7D51-19CD-876461D6D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" y="3390"/>
              <a:ext cx="908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6187" name="Line 21">
              <a:extLst>
                <a:ext uri="{FF2B5EF4-FFF2-40B4-BE49-F238E27FC236}">
                  <a16:creationId xmlns:a16="http://schemas.microsoft.com/office/drawing/2014/main" id="{B0463741-CF37-177B-6627-0DE62A3EA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" y="3152"/>
              <a:ext cx="1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Line 22">
              <a:extLst>
                <a:ext uri="{FF2B5EF4-FFF2-40B4-BE49-F238E27FC236}">
                  <a16:creationId xmlns:a16="http://schemas.microsoft.com/office/drawing/2014/main" id="{2D921440-6D93-620A-6435-FE2805FAD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" y="1906"/>
              <a:ext cx="0" cy="12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9" name="Line 23">
              <a:extLst>
                <a:ext uri="{FF2B5EF4-FFF2-40B4-BE49-F238E27FC236}">
                  <a16:creationId xmlns:a16="http://schemas.microsoft.com/office/drawing/2014/main" id="{F40F63A5-42C9-7C0C-3DA4-599E83E96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" y="3152"/>
              <a:ext cx="0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0" name="Line 24">
              <a:extLst>
                <a:ext uri="{FF2B5EF4-FFF2-40B4-BE49-F238E27FC236}">
                  <a16:creationId xmlns:a16="http://schemas.microsoft.com/office/drawing/2014/main" id="{615B305F-9AF9-AB68-6395-C96D9AA49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5" y="3152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1" name="Line 25">
              <a:extLst>
                <a:ext uri="{FF2B5EF4-FFF2-40B4-BE49-F238E27FC236}">
                  <a16:creationId xmlns:a16="http://schemas.microsoft.com/office/drawing/2014/main" id="{B9B34686-A7D4-01CF-9F54-C8541F0125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5" y="3144"/>
              <a:ext cx="0" cy="6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2" name="Line 26">
              <a:extLst>
                <a:ext uri="{FF2B5EF4-FFF2-40B4-BE49-F238E27FC236}">
                  <a16:creationId xmlns:a16="http://schemas.microsoft.com/office/drawing/2014/main" id="{3586B5F9-866A-5C29-6504-9194CC7933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9" y="3152"/>
              <a:ext cx="0" cy="6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3" name="Text Box 27">
              <a:extLst>
                <a:ext uri="{FF2B5EF4-FFF2-40B4-BE49-F238E27FC236}">
                  <a16:creationId xmlns:a16="http://schemas.microsoft.com/office/drawing/2014/main" id="{A4B0D9DC-971E-75C2-83EA-203BB66E37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" y="2202"/>
              <a:ext cx="70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Comic Sans MS" panose="030F0702030302020204" pitchFamily="66" charset="0"/>
                </a:rPr>
                <a:t>Applied to</a:t>
              </a:r>
            </a:p>
          </p:txBody>
        </p:sp>
      </p:grpSp>
      <p:grpSp>
        <p:nvGrpSpPr>
          <p:cNvPr id="6153" name="Group 28">
            <a:extLst>
              <a:ext uri="{FF2B5EF4-FFF2-40B4-BE49-F238E27FC236}">
                <a16:creationId xmlns:a16="http://schemas.microsoft.com/office/drawing/2014/main" id="{E410984E-1E18-4AB0-0B38-447D3D8FF7B1}"/>
              </a:ext>
            </a:extLst>
          </p:cNvPr>
          <p:cNvGrpSpPr>
            <a:grpSpLocks/>
          </p:cNvGrpSpPr>
          <p:nvPr/>
        </p:nvGrpSpPr>
        <p:grpSpPr bwMode="auto">
          <a:xfrm>
            <a:off x="2636838" y="2989263"/>
            <a:ext cx="3305175" cy="1971675"/>
            <a:chOff x="1661" y="1883"/>
            <a:chExt cx="2082" cy="1242"/>
          </a:xfrm>
        </p:grpSpPr>
        <p:sp>
          <p:nvSpPr>
            <p:cNvPr id="6170" name="AutoShape 29">
              <a:extLst>
                <a:ext uri="{FF2B5EF4-FFF2-40B4-BE49-F238E27FC236}">
                  <a16:creationId xmlns:a16="http://schemas.microsoft.com/office/drawing/2014/main" id="{7804D1A5-E5E6-D6EA-9D30-C0C59FF97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1" y="2281"/>
              <a:ext cx="2082" cy="844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6638" name="Text Box 30">
              <a:extLst>
                <a:ext uri="{FF2B5EF4-FFF2-40B4-BE49-F238E27FC236}">
                  <a16:creationId xmlns:a16="http://schemas.microsoft.com/office/drawing/2014/main" id="{E6A0E593-D28F-EEDD-A693-9B4F4BB33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8" y="2761"/>
              <a:ext cx="685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DNF</a:t>
              </a:r>
            </a:p>
          </p:txBody>
        </p:sp>
        <p:sp>
          <p:nvSpPr>
            <p:cNvPr id="196639" name="Text Box 31">
              <a:extLst>
                <a:ext uri="{FF2B5EF4-FFF2-40B4-BE49-F238E27FC236}">
                  <a16:creationId xmlns:a16="http://schemas.microsoft.com/office/drawing/2014/main" id="{2ADD337B-D932-6D4C-51EA-C926B1C98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773"/>
              <a:ext cx="685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196640" name="Text Box 32">
              <a:extLst>
                <a:ext uri="{FF2B5EF4-FFF2-40B4-BE49-F238E27FC236}">
                  <a16:creationId xmlns:a16="http://schemas.microsoft.com/office/drawing/2014/main" id="{286BC8AD-B243-DA53-98B8-64C3107D34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6" y="2335"/>
              <a:ext cx="685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FSMs</a:t>
              </a:r>
            </a:p>
          </p:txBody>
        </p:sp>
        <p:sp>
          <p:nvSpPr>
            <p:cNvPr id="196641" name="Text Box 33">
              <a:extLst>
                <a:ext uri="{FF2B5EF4-FFF2-40B4-BE49-F238E27FC236}">
                  <a16:creationId xmlns:a16="http://schemas.microsoft.com/office/drawing/2014/main" id="{BE788657-7A54-6422-BA14-62AF883A5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" y="2348"/>
              <a:ext cx="685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6175" name="Line 34">
              <a:extLst>
                <a:ext uri="{FF2B5EF4-FFF2-40B4-BE49-F238E27FC236}">
                  <a16:creationId xmlns:a16="http://schemas.microsoft.com/office/drawing/2014/main" id="{6D5C2660-3A48-FDD2-A0AF-5CE06DA5A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9" y="1912"/>
              <a:ext cx="0" cy="1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6" name="Line 35">
              <a:extLst>
                <a:ext uri="{FF2B5EF4-FFF2-40B4-BE49-F238E27FC236}">
                  <a16:creationId xmlns:a16="http://schemas.microsoft.com/office/drawing/2014/main" id="{BD0B648E-841E-238D-B835-A14110A3E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3" y="2102"/>
              <a:ext cx="14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7" name="Line 36">
              <a:extLst>
                <a:ext uri="{FF2B5EF4-FFF2-40B4-BE49-F238E27FC236}">
                  <a16:creationId xmlns:a16="http://schemas.microsoft.com/office/drawing/2014/main" id="{055215C4-46B2-2108-624E-5BBBA664D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5" y="2102"/>
              <a:ext cx="0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8" name="Line 37">
              <a:extLst>
                <a:ext uri="{FF2B5EF4-FFF2-40B4-BE49-F238E27FC236}">
                  <a16:creationId xmlns:a16="http://schemas.microsoft.com/office/drawing/2014/main" id="{52713E99-A1BB-A5C1-6685-907F738004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9" y="2102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Line 38">
              <a:extLst>
                <a:ext uri="{FF2B5EF4-FFF2-40B4-BE49-F238E27FC236}">
                  <a16:creationId xmlns:a16="http://schemas.microsoft.com/office/drawing/2014/main" id="{6113C1A0-C278-2159-5DF3-F6A8BDACE5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7" y="2108"/>
              <a:ext cx="0" cy="6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0" name="Line 39">
              <a:extLst>
                <a:ext uri="{FF2B5EF4-FFF2-40B4-BE49-F238E27FC236}">
                  <a16:creationId xmlns:a16="http://schemas.microsoft.com/office/drawing/2014/main" id="{CDE468B6-EE1D-64DB-AE9D-B24C5E66F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1" y="2102"/>
              <a:ext cx="0" cy="6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Text Box 40">
              <a:extLst>
                <a:ext uri="{FF2B5EF4-FFF2-40B4-BE49-F238E27FC236}">
                  <a16:creationId xmlns:a16="http://schemas.microsoft.com/office/drawing/2014/main" id="{A4D12D80-7717-AEA1-3A56-3C120D365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9" y="1883"/>
              <a:ext cx="10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Comic Sans MS" panose="030F0702030302020204" pitchFamily="66" charset="0"/>
                </a:rPr>
                <a:t>Applied to</a:t>
              </a:r>
            </a:p>
          </p:txBody>
        </p:sp>
      </p:grpSp>
      <p:grpSp>
        <p:nvGrpSpPr>
          <p:cNvPr id="6154" name="Group 41">
            <a:extLst>
              <a:ext uri="{FF2B5EF4-FFF2-40B4-BE49-F238E27FC236}">
                <a16:creationId xmlns:a16="http://schemas.microsoft.com/office/drawing/2014/main" id="{97D6EF79-4227-58E6-C9A0-A1B32A6B2B8D}"/>
              </a:ext>
            </a:extLst>
          </p:cNvPr>
          <p:cNvGrpSpPr>
            <a:grpSpLocks/>
          </p:cNvGrpSpPr>
          <p:nvPr/>
        </p:nvGrpSpPr>
        <p:grpSpPr bwMode="auto">
          <a:xfrm>
            <a:off x="5803900" y="3040063"/>
            <a:ext cx="3201988" cy="3489325"/>
            <a:chOff x="3656" y="1915"/>
            <a:chExt cx="2017" cy="2198"/>
          </a:xfrm>
        </p:grpSpPr>
        <p:sp>
          <p:nvSpPr>
            <p:cNvPr id="6158" name="AutoShape 42">
              <a:extLst>
                <a:ext uri="{FF2B5EF4-FFF2-40B4-BE49-F238E27FC236}">
                  <a16:creationId xmlns:a16="http://schemas.microsoft.com/office/drawing/2014/main" id="{D80B9334-121B-0E05-AB56-5AA4718F9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3269"/>
              <a:ext cx="2017" cy="844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6651" name="Text Box 43">
              <a:extLst>
                <a:ext uri="{FF2B5EF4-FFF2-40B4-BE49-F238E27FC236}">
                  <a16:creationId xmlns:a16="http://schemas.microsoft.com/office/drawing/2014/main" id="{FB4ACF6F-71EE-BEC8-30B8-0D3BB2EF2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8" y="3762"/>
              <a:ext cx="670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196652" name="Text Box 44">
              <a:extLst>
                <a:ext uri="{FF2B5EF4-FFF2-40B4-BE49-F238E27FC236}">
                  <a16:creationId xmlns:a16="http://schemas.microsoft.com/office/drawing/2014/main" id="{03F8C264-9DC2-894F-4B55-1BC9F488C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" y="3352"/>
              <a:ext cx="670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Models</a:t>
              </a:r>
            </a:p>
          </p:txBody>
        </p:sp>
        <p:sp>
          <p:nvSpPr>
            <p:cNvPr id="196653" name="Text Box 45">
              <a:extLst>
                <a:ext uri="{FF2B5EF4-FFF2-40B4-BE49-F238E27FC236}">
                  <a16:creationId xmlns:a16="http://schemas.microsoft.com/office/drawing/2014/main" id="{88CCC125-0E27-CB59-EA47-FF147C5B3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5" y="3762"/>
              <a:ext cx="670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Integ</a:t>
              </a:r>
            </a:p>
          </p:txBody>
        </p:sp>
        <p:sp>
          <p:nvSpPr>
            <p:cNvPr id="196654" name="Text Box 46">
              <a:extLst>
                <a:ext uri="{FF2B5EF4-FFF2-40B4-BE49-F238E27FC236}">
                  <a16:creationId xmlns:a16="http://schemas.microsoft.com/office/drawing/2014/main" id="{91C55025-64DB-ADBA-D0EA-BC46A876BC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3351"/>
              <a:ext cx="670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6163" name="Line 47">
              <a:extLst>
                <a:ext uri="{FF2B5EF4-FFF2-40B4-BE49-F238E27FC236}">
                  <a16:creationId xmlns:a16="http://schemas.microsoft.com/office/drawing/2014/main" id="{4E11D508-78D3-BE97-AEED-146441655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3099"/>
              <a:ext cx="1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Line 48">
              <a:extLst>
                <a:ext uri="{FF2B5EF4-FFF2-40B4-BE49-F238E27FC236}">
                  <a16:creationId xmlns:a16="http://schemas.microsoft.com/office/drawing/2014/main" id="{D360EA4F-7A00-5029-5853-F00EA4C8B8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6" y="3099"/>
              <a:ext cx="0" cy="2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Line 49">
              <a:extLst>
                <a:ext uri="{FF2B5EF4-FFF2-40B4-BE49-F238E27FC236}">
                  <a16:creationId xmlns:a16="http://schemas.microsoft.com/office/drawing/2014/main" id="{F77AF4E4-D51E-DCB5-1398-75A1D87FF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6" y="3099"/>
              <a:ext cx="0" cy="2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Line 50">
              <a:extLst>
                <a:ext uri="{FF2B5EF4-FFF2-40B4-BE49-F238E27FC236}">
                  <a16:creationId xmlns:a16="http://schemas.microsoft.com/office/drawing/2014/main" id="{8E987F55-38E5-8302-B934-D3F620EBB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0" y="3105"/>
              <a:ext cx="0" cy="6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Line 51">
              <a:extLst>
                <a:ext uri="{FF2B5EF4-FFF2-40B4-BE49-F238E27FC236}">
                  <a16:creationId xmlns:a16="http://schemas.microsoft.com/office/drawing/2014/main" id="{B38D05E1-6DE9-F645-BB4F-DB25C9DF75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3" y="3099"/>
              <a:ext cx="0" cy="6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Line 52">
              <a:extLst>
                <a:ext uri="{FF2B5EF4-FFF2-40B4-BE49-F238E27FC236}">
                  <a16:creationId xmlns:a16="http://schemas.microsoft.com/office/drawing/2014/main" id="{27F1770F-C833-D803-C55F-C6DAA6BDA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1915"/>
              <a:ext cx="0" cy="1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Text Box 53">
              <a:extLst>
                <a:ext uri="{FF2B5EF4-FFF2-40B4-BE49-F238E27FC236}">
                  <a16:creationId xmlns:a16="http://schemas.microsoft.com/office/drawing/2014/main" id="{5F359B6D-9BA0-3AD7-D339-818716636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185"/>
              <a:ext cx="70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Comic Sans MS" panose="030F0702030302020204" pitchFamily="66" charset="0"/>
                </a:rPr>
                <a:t>Applied to</a:t>
              </a:r>
            </a:p>
          </p:txBody>
        </p:sp>
      </p:grpSp>
      <p:grpSp>
        <p:nvGrpSpPr>
          <p:cNvPr id="6" name="Group 54">
            <a:extLst>
              <a:ext uri="{FF2B5EF4-FFF2-40B4-BE49-F238E27FC236}">
                <a16:creationId xmlns:a16="http://schemas.microsoft.com/office/drawing/2014/main" id="{34D1168E-DD8A-89E3-FCF2-244239EC2648}"/>
              </a:ext>
            </a:extLst>
          </p:cNvPr>
          <p:cNvGrpSpPr>
            <a:grpSpLocks/>
          </p:cNvGrpSpPr>
          <p:nvPr/>
        </p:nvGrpSpPr>
        <p:grpSpPr bwMode="auto">
          <a:xfrm>
            <a:off x="2022475" y="2022475"/>
            <a:ext cx="7016750" cy="4662488"/>
            <a:chOff x="1274" y="1274"/>
            <a:chExt cx="4420" cy="2937"/>
          </a:xfrm>
        </p:grpSpPr>
        <p:sp>
          <p:nvSpPr>
            <p:cNvPr id="6156" name="Rectangle 55">
              <a:extLst>
                <a:ext uri="{FF2B5EF4-FFF2-40B4-BE49-F238E27FC236}">
                  <a16:creationId xmlns:a16="http://schemas.microsoft.com/office/drawing/2014/main" id="{20891729-BF55-0829-85F4-A640B4A25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274"/>
              <a:ext cx="4420" cy="1858"/>
            </a:xfrm>
            <a:prstGeom prst="rect">
              <a:avLst/>
            </a:prstGeom>
            <a:solidFill>
              <a:srgbClr val="C0C0C0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157" name="Rectangle 56">
              <a:extLst>
                <a:ext uri="{FF2B5EF4-FFF2-40B4-BE49-F238E27FC236}">
                  <a16:creationId xmlns:a16="http://schemas.microsoft.com/office/drawing/2014/main" id="{BC9F0AF2-447E-53F9-C3ED-4D337F568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3130"/>
              <a:ext cx="2361" cy="1081"/>
            </a:xfrm>
            <a:prstGeom prst="rect">
              <a:avLst/>
            </a:prstGeom>
            <a:solidFill>
              <a:srgbClr val="C0C0C0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0D828D38-D0E3-FFA8-22D3-0FD04F66D9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808EF35F-46D1-2BF4-C901-4A53020E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01771D6F-5A1F-3818-F4D3-7380D630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AF547DF-3A7D-40D6-8539-9471F9762FC3}" type="slidenum">
              <a:rPr lang="en-US" altLang="en-US" sz="900" b="0" smtClean="0">
                <a:solidFill>
                  <a:schemeClr val="tx1"/>
                </a:solidFill>
              </a:rPr>
              <a:pPr/>
              <a:t>3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7DDAC667-274C-B668-0C71-30EBABBF2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1076325"/>
          </a:xfrm>
        </p:spPr>
        <p:txBody>
          <a:bodyPr/>
          <a:lstStyle/>
          <a:p>
            <a:r>
              <a:rPr lang="en-US" altLang="en-US" sz="3200"/>
              <a:t>Covering Graphs</a:t>
            </a:r>
            <a:br>
              <a:rPr lang="en-US" altLang="en-US" sz="3200"/>
            </a:br>
            <a:r>
              <a:rPr lang="en-US" altLang="en-US" sz="3200"/>
              <a:t>(2.1)</a:t>
            </a:r>
          </a:p>
        </p:txBody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4797F6B4-A0F7-9573-59E4-F7375C0A21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387475"/>
            <a:ext cx="8867775" cy="4956175"/>
          </a:xfrm>
        </p:spPr>
        <p:txBody>
          <a:bodyPr/>
          <a:lstStyle/>
          <a:p>
            <a:r>
              <a:rPr lang="en-US" altLang="en-US" dirty="0"/>
              <a:t>Graphs are the most </a:t>
            </a:r>
            <a:r>
              <a:rPr lang="en-US" altLang="en-US" dirty="0">
                <a:solidFill>
                  <a:schemeClr val="tx2"/>
                </a:solidFill>
              </a:rPr>
              <a:t>commonly</a:t>
            </a:r>
            <a:r>
              <a:rPr lang="en-US" altLang="en-US" dirty="0"/>
              <a:t> used structure for testing</a:t>
            </a:r>
          </a:p>
          <a:p>
            <a:pPr lvl="1"/>
            <a:endParaRPr lang="en-US" altLang="en-US" sz="1800" dirty="0"/>
          </a:p>
          <a:p>
            <a:r>
              <a:rPr lang="en-US" altLang="en-US" dirty="0"/>
              <a:t>Graphs can come from </a:t>
            </a:r>
            <a:r>
              <a:rPr lang="en-US" altLang="en-US" dirty="0">
                <a:solidFill>
                  <a:schemeClr val="tx2"/>
                </a:solidFill>
              </a:rPr>
              <a:t>many sources</a:t>
            </a:r>
          </a:p>
          <a:p>
            <a:pPr lvl="1"/>
            <a:r>
              <a:rPr lang="en-US" altLang="en-US" sz="1800" dirty="0"/>
              <a:t>Control flow graphs</a:t>
            </a:r>
          </a:p>
          <a:p>
            <a:pPr lvl="1"/>
            <a:r>
              <a:rPr lang="en-US" altLang="en-US" sz="1800" dirty="0"/>
              <a:t>Design structure</a:t>
            </a:r>
          </a:p>
          <a:p>
            <a:pPr lvl="1"/>
            <a:r>
              <a:rPr lang="en-US" altLang="en-US" sz="1800" dirty="0"/>
              <a:t>FSMs and </a:t>
            </a:r>
            <a:r>
              <a:rPr lang="en-US" altLang="en-US" sz="1800" dirty="0" err="1"/>
              <a:t>statecharts</a:t>
            </a:r>
            <a:endParaRPr lang="en-US" altLang="en-US" sz="1800" dirty="0"/>
          </a:p>
          <a:p>
            <a:pPr lvl="1"/>
            <a:r>
              <a:rPr lang="en-US" altLang="en-US" sz="1800" dirty="0"/>
              <a:t>Use cases</a:t>
            </a:r>
          </a:p>
          <a:p>
            <a:pPr lvl="1"/>
            <a:endParaRPr lang="en-US" altLang="en-US" sz="1800" dirty="0"/>
          </a:p>
          <a:p>
            <a:r>
              <a:rPr lang="en-US" altLang="en-US" dirty="0"/>
              <a:t>Tests usually are intended to “</a:t>
            </a:r>
            <a:r>
              <a:rPr lang="en-US" altLang="en-US" dirty="0">
                <a:solidFill>
                  <a:schemeClr val="tx2"/>
                </a:solidFill>
              </a:rPr>
              <a:t>cover</a:t>
            </a:r>
            <a:r>
              <a:rPr lang="en-US" altLang="en-US" dirty="0"/>
              <a:t>” the graph in some way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>
            <a:extLst>
              <a:ext uri="{FF2B5EF4-FFF2-40B4-BE49-F238E27FC236}">
                <a16:creationId xmlns:a16="http://schemas.microsoft.com/office/drawing/2014/main" id="{9896E10D-15B7-7FE4-F063-1DC65D6E77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9219" name="Footer Placeholder 4">
            <a:extLst>
              <a:ext uri="{FF2B5EF4-FFF2-40B4-BE49-F238E27FC236}">
                <a16:creationId xmlns:a16="http://schemas.microsoft.com/office/drawing/2014/main" id="{17EB17D0-B2F3-4702-6C2E-F7E85B8F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9220" name="Slide Number Placeholder 5">
            <a:extLst>
              <a:ext uri="{FF2B5EF4-FFF2-40B4-BE49-F238E27FC236}">
                <a16:creationId xmlns:a16="http://schemas.microsoft.com/office/drawing/2014/main" id="{375D356F-9F2C-7E56-30BA-A0A4F5C04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D562513-AE04-4C61-A8C6-62385A827ABB}" type="slidenum">
              <a:rPr lang="en-US" altLang="en-US" sz="900" b="0" smtClean="0">
                <a:solidFill>
                  <a:schemeClr val="tx1"/>
                </a:solidFill>
              </a:rPr>
              <a:pPr/>
              <a:t>4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528F7DB3-D478-5021-60B0-D295A319E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Definition of a Graph</a:t>
            </a:r>
          </a:p>
        </p:txBody>
      </p:sp>
      <p:sp>
        <p:nvSpPr>
          <p:cNvPr id="9222" name="Rectangle 3">
            <a:extLst>
              <a:ext uri="{FF2B5EF4-FFF2-40B4-BE49-F238E27FC236}">
                <a16:creationId xmlns:a16="http://schemas.microsoft.com/office/drawing/2014/main" id="{4166182E-A2C7-7F5F-50ED-DB0EC745B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 set </a:t>
            </a:r>
            <a:r>
              <a:rPr lang="en-US" altLang="en-US" i="1" dirty="0"/>
              <a:t>N</a:t>
            </a:r>
            <a:r>
              <a:rPr lang="en-US" altLang="en-US" dirty="0"/>
              <a:t> of </a:t>
            </a:r>
            <a:r>
              <a:rPr lang="en-US" altLang="en-US" u="sng" dirty="0">
                <a:solidFill>
                  <a:schemeClr val="tx2"/>
                </a:solidFill>
              </a:rPr>
              <a:t>nodes</a:t>
            </a:r>
            <a:r>
              <a:rPr lang="en-US" altLang="en-US" dirty="0"/>
              <a:t>, </a:t>
            </a:r>
            <a:r>
              <a:rPr lang="en-US" altLang="en-US" i="1" dirty="0"/>
              <a:t>N</a:t>
            </a:r>
            <a:r>
              <a:rPr lang="en-US" altLang="en-US" dirty="0"/>
              <a:t> is not empty</a:t>
            </a:r>
          </a:p>
          <a:p>
            <a:pPr lvl="1"/>
            <a:endParaRPr lang="en-US" altLang="en-US" sz="1800" dirty="0"/>
          </a:p>
          <a:p>
            <a:r>
              <a:rPr lang="en-US" altLang="en-US" dirty="0"/>
              <a:t>A set </a:t>
            </a:r>
            <a:r>
              <a:rPr lang="en-US" altLang="en-US" i="1" dirty="0"/>
              <a:t>N</a:t>
            </a:r>
            <a:r>
              <a:rPr lang="en-US" altLang="en-US" i="1" baseline="-25000" dirty="0"/>
              <a:t>0</a:t>
            </a:r>
            <a:r>
              <a:rPr lang="en-US" altLang="en-US" dirty="0"/>
              <a:t> of </a:t>
            </a:r>
            <a:r>
              <a:rPr lang="en-US" altLang="en-US" u="sng" dirty="0">
                <a:solidFill>
                  <a:schemeClr val="tx2"/>
                </a:solidFill>
              </a:rPr>
              <a:t>initial nodes</a:t>
            </a:r>
            <a:r>
              <a:rPr lang="en-US" altLang="en-US" dirty="0"/>
              <a:t>, </a:t>
            </a:r>
            <a:r>
              <a:rPr lang="en-US" altLang="en-US" i="1" dirty="0"/>
              <a:t>N</a:t>
            </a:r>
            <a:r>
              <a:rPr lang="en-US" altLang="en-US" i="1" baseline="-25000" dirty="0"/>
              <a:t>0</a:t>
            </a:r>
            <a:r>
              <a:rPr lang="en-US" altLang="en-US" dirty="0"/>
              <a:t> is not empty</a:t>
            </a:r>
          </a:p>
          <a:p>
            <a:pPr lvl="1"/>
            <a:endParaRPr lang="en-US" altLang="en-US" sz="1800" dirty="0"/>
          </a:p>
          <a:p>
            <a:r>
              <a:rPr lang="en-US" altLang="en-US" dirty="0"/>
              <a:t>A set </a:t>
            </a:r>
            <a:r>
              <a:rPr lang="en-US" altLang="en-US" i="1" dirty="0" err="1"/>
              <a:t>N</a:t>
            </a:r>
            <a:r>
              <a:rPr lang="en-US" altLang="en-US" i="1" baseline="-25000" dirty="0" err="1"/>
              <a:t>f</a:t>
            </a:r>
            <a:r>
              <a:rPr lang="en-US" altLang="en-US" dirty="0"/>
              <a:t> of </a:t>
            </a:r>
            <a:r>
              <a:rPr lang="en-US" altLang="en-US" u="sng" dirty="0">
                <a:solidFill>
                  <a:schemeClr val="tx2"/>
                </a:solidFill>
              </a:rPr>
              <a:t>final nodes</a:t>
            </a:r>
            <a:r>
              <a:rPr lang="en-US" altLang="en-US" dirty="0"/>
              <a:t>, </a:t>
            </a:r>
            <a:r>
              <a:rPr lang="en-US" altLang="en-US" i="1" dirty="0" err="1"/>
              <a:t>N</a:t>
            </a:r>
            <a:r>
              <a:rPr lang="en-US" altLang="en-US" i="1" baseline="-25000" dirty="0" err="1"/>
              <a:t>f</a:t>
            </a:r>
            <a:r>
              <a:rPr lang="en-US" altLang="en-US" dirty="0"/>
              <a:t> is not empty</a:t>
            </a:r>
          </a:p>
          <a:p>
            <a:pPr lvl="1"/>
            <a:endParaRPr lang="en-US" altLang="en-US" sz="1800" dirty="0"/>
          </a:p>
          <a:p>
            <a:r>
              <a:rPr lang="en-US" altLang="en-US" dirty="0"/>
              <a:t>A set </a:t>
            </a:r>
            <a:r>
              <a:rPr lang="en-US" altLang="en-US" i="1" dirty="0"/>
              <a:t>E</a:t>
            </a:r>
            <a:r>
              <a:rPr lang="en-US" altLang="en-US" dirty="0"/>
              <a:t> of </a:t>
            </a:r>
            <a:r>
              <a:rPr lang="en-US" altLang="en-US" u="sng" dirty="0">
                <a:solidFill>
                  <a:schemeClr val="tx2"/>
                </a:solidFill>
              </a:rPr>
              <a:t>edges</a:t>
            </a:r>
            <a:r>
              <a:rPr lang="en-US" altLang="en-US" dirty="0"/>
              <a:t>, each edge from one node to another</a:t>
            </a:r>
          </a:p>
          <a:p>
            <a:pPr lvl="1"/>
            <a:r>
              <a:rPr lang="en-US" altLang="en-US" sz="1800" dirty="0"/>
              <a:t>( </a:t>
            </a:r>
            <a:r>
              <a:rPr lang="en-US" altLang="en-US" sz="1800" i="1" dirty="0" err="1"/>
              <a:t>n</a:t>
            </a:r>
            <a:r>
              <a:rPr lang="en-US" altLang="en-US" sz="1800" i="1" baseline="-25000" dirty="0" err="1"/>
              <a:t>i</a:t>
            </a:r>
            <a:r>
              <a:rPr lang="en-US" altLang="en-US" sz="1800" dirty="0"/>
              <a:t> , </a:t>
            </a:r>
            <a:r>
              <a:rPr lang="en-US" altLang="en-US" sz="1800" i="1" dirty="0" err="1"/>
              <a:t>n</a:t>
            </a:r>
            <a:r>
              <a:rPr lang="en-US" altLang="en-US" sz="1800" i="1" baseline="-25000" dirty="0" err="1"/>
              <a:t>j</a:t>
            </a:r>
            <a:r>
              <a:rPr lang="en-US" altLang="en-US" sz="1800" dirty="0"/>
              <a:t> ),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is </a:t>
            </a:r>
            <a:r>
              <a:rPr lang="en-US" altLang="en-US" sz="1800" dirty="0">
                <a:solidFill>
                  <a:schemeClr val="tx2"/>
                </a:solidFill>
              </a:rPr>
              <a:t>predecessor</a:t>
            </a:r>
            <a:r>
              <a:rPr lang="en-US" altLang="en-US" sz="1800" dirty="0"/>
              <a:t>, </a:t>
            </a:r>
            <a:r>
              <a:rPr lang="en-US" altLang="en-US" sz="1800" i="1" dirty="0"/>
              <a:t>j</a:t>
            </a:r>
            <a:r>
              <a:rPr lang="en-US" altLang="en-US" sz="1800" dirty="0"/>
              <a:t> is </a:t>
            </a:r>
            <a:r>
              <a:rPr lang="en-US" altLang="en-US" sz="1800" dirty="0">
                <a:solidFill>
                  <a:schemeClr val="tx2"/>
                </a:solidFill>
              </a:rPr>
              <a:t>successor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>
            <a:extLst>
              <a:ext uri="{FF2B5EF4-FFF2-40B4-BE49-F238E27FC236}">
                <a16:creationId xmlns:a16="http://schemas.microsoft.com/office/drawing/2014/main" id="{A9BBAB7C-8FD5-FC9F-1AC0-606055A88A5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11267" name="Footer Placeholder 4">
            <a:extLst>
              <a:ext uri="{FF2B5EF4-FFF2-40B4-BE49-F238E27FC236}">
                <a16:creationId xmlns:a16="http://schemas.microsoft.com/office/drawing/2014/main" id="{BC6A9B2A-416B-D778-82B5-D61875F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1268" name="Slide Number Placeholder 5">
            <a:extLst>
              <a:ext uri="{FF2B5EF4-FFF2-40B4-BE49-F238E27FC236}">
                <a16:creationId xmlns:a16="http://schemas.microsoft.com/office/drawing/2014/main" id="{8243DC53-3D26-8773-00F3-9CDE144C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0921B15-DB51-4C4F-AEF9-497CA3825536}" type="slidenum">
              <a:rPr lang="en-US" altLang="en-US" sz="900" b="0" smtClean="0">
                <a:solidFill>
                  <a:schemeClr val="tx1"/>
                </a:solidFill>
              </a:rPr>
              <a:pPr/>
              <a:t>5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1269" name="Rectangle 2">
            <a:extLst>
              <a:ext uri="{FF2B5EF4-FFF2-40B4-BE49-F238E27FC236}">
                <a16:creationId xmlns:a16="http://schemas.microsoft.com/office/drawing/2014/main" id="{F6ABBEDD-3A10-597D-8C24-009C2B8A9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 Example Graphs</a:t>
            </a:r>
          </a:p>
        </p:txBody>
      </p:sp>
      <p:grpSp>
        <p:nvGrpSpPr>
          <p:cNvPr id="11270" name="Group 114">
            <a:extLst>
              <a:ext uri="{FF2B5EF4-FFF2-40B4-BE49-F238E27FC236}">
                <a16:creationId xmlns:a16="http://schemas.microsoft.com/office/drawing/2014/main" id="{562233FA-D43D-AF6E-E01C-CC02EC1AC608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1271588"/>
            <a:ext cx="1984375" cy="3794125"/>
            <a:chOff x="101" y="801"/>
            <a:chExt cx="1250" cy="2390"/>
          </a:xfrm>
        </p:grpSpPr>
        <p:sp>
          <p:nvSpPr>
            <p:cNvPr id="11324" name="Oval 5">
              <a:extLst>
                <a:ext uri="{FF2B5EF4-FFF2-40B4-BE49-F238E27FC236}">
                  <a16:creationId xmlns:a16="http://schemas.microsoft.com/office/drawing/2014/main" id="{B1BE32E1-5DAD-2884-1D60-69F3801E3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25" name="Text Box 4">
              <a:extLst>
                <a:ext uri="{FF2B5EF4-FFF2-40B4-BE49-F238E27FC236}">
                  <a16:creationId xmlns:a16="http://schemas.microsoft.com/office/drawing/2014/main" id="{42B4A5C5-345F-4DB5-EAC1-1527C99E9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" y="104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/>
              <a:r>
                <a:rPr lang="en-US" altLang="en-US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326" name="Oval 8">
              <a:extLst>
                <a:ext uri="{FF2B5EF4-FFF2-40B4-BE49-F238E27FC236}">
                  <a16:creationId xmlns:a16="http://schemas.microsoft.com/office/drawing/2014/main" id="{34EF5189-53B4-573B-40F4-0F78BC24B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27" name="Text Box 9">
              <a:extLst>
                <a:ext uri="{FF2B5EF4-FFF2-40B4-BE49-F238E27FC236}">
                  <a16:creationId xmlns:a16="http://schemas.microsoft.com/office/drawing/2014/main" id="{A6B2024B-155B-2233-22B2-F09D00B76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98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328" name="Oval 11">
              <a:extLst>
                <a:ext uri="{FF2B5EF4-FFF2-40B4-BE49-F238E27FC236}">
                  <a16:creationId xmlns:a16="http://schemas.microsoft.com/office/drawing/2014/main" id="{DE6FE975-46BE-E91E-5960-CE725ED31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29" name="Text Box 12">
              <a:extLst>
                <a:ext uri="{FF2B5EF4-FFF2-40B4-BE49-F238E27FC236}">
                  <a16:creationId xmlns:a16="http://schemas.microsoft.com/office/drawing/2014/main" id="{14CCBB21-858D-D2BA-F2C6-B77BF9E65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" y="198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30" name="Oval 14">
              <a:extLst>
                <a:ext uri="{FF2B5EF4-FFF2-40B4-BE49-F238E27FC236}">
                  <a16:creationId xmlns:a16="http://schemas.microsoft.com/office/drawing/2014/main" id="{25EB536B-CF2B-3C00-D770-A1B658C5D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31" name="Text Box 15">
              <a:extLst>
                <a:ext uri="{FF2B5EF4-FFF2-40B4-BE49-F238E27FC236}">
                  <a16:creationId xmlns:a16="http://schemas.microsoft.com/office/drawing/2014/main" id="{173FCFF1-990A-0761-327B-4596AF529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" y="29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332" name="Line 19">
              <a:extLst>
                <a:ext uri="{FF2B5EF4-FFF2-40B4-BE49-F238E27FC236}">
                  <a16:creationId xmlns:a16="http://schemas.microsoft.com/office/drawing/2014/main" id="{40155FAD-042C-2CD7-2836-730E136BBC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" y="131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Line 22">
              <a:extLst>
                <a:ext uri="{FF2B5EF4-FFF2-40B4-BE49-F238E27FC236}">
                  <a16:creationId xmlns:a16="http://schemas.microsoft.com/office/drawing/2014/main" id="{E28FC076-3424-E8F8-36FB-C8C0C8115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239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Line 27">
              <a:extLst>
                <a:ext uri="{FF2B5EF4-FFF2-40B4-BE49-F238E27FC236}">
                  <a16:creationId xmlns:a16="http://schemas.microsoft.com/office/drawing/2014/main" id="{61875FDD-1913-2AA7-DC23-D0CD1F1EA2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6" y="2235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Line 28">
              <a:extLst>
                <a:ext uri="{FF2B5EF4-FFF2-40B4-BE49-F238E27FC236}">
                  <a16:creationId xmlns:a16="http://schemas.microsoft.com/office/drawing/2014/main" id="{31F1B2CA-ACC6-332C-649C-193926F31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" y="1317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Line 29">
              <a:extLst>
                <a:ext uri="{FF2B5EF4-FFF2-40B4-BE49-F238E27FC236}">
                  <a16:creationId xmlns:a16="http://schemas.microsoft.com/office/drawing/2014/main" id="{110AEEAC-4A6B-4CF4-0753-6B47FC4AD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" y="801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1" name="Text Box 109">
            <a:extLst>
              <a:ext uri="{FF2B5EF4-FFF2-40B4-BE49-F238E27FC236}">
                <a16:creationId xmlns:a16="http://schemas.microsoft.com/office/drawing/2014/main" id="{3078009D-8391-5035-4B84-9AD5601B5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5411788"/>
            <a:ext cx="145732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N</a:t>
            </a:r>
            <a:r>
              <a:rPr lang="en-US" altLang="en-US" baseline="-25000">
                <a:solidFill>
                  <a:schemeClr val="tx1"/>
                </a:solidFill>
              </a:rPr>
              <a:t>0</a:t>
            </a:r>
            <a:r>
              <a:rPr lang="en-US" altLang="en-US">
                <a:solidFill>
                  <a:schemeClr val="tx1"/>
                </a:solidFill>
              </a:rPr>
              <a:t> = { 0 }</a:t>
            </a:r>
          </a:p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N</a:t>
            </a:r>
            <a:r>
              <a:rPr lang="en-US" altLang="en-US" baseline="-25000">
                <a:solidFill>
                  <a:schemeClr val="tx1"/>
                </a:solidFill>
              </a:rPr>
              <a:t>f</a:t>
            </a:r>
            <a:r>
              <a:rPr lang="en-US" altLang="en-US">
                <a:solidFill>
                  <a:schemeClr val="tx1"/>
                </a:solidFill>
              </a:rPr>
              <a:t> = { 3 }</a:t>
            </a:r>
          </a:p>
        </p:txBody>
      </p:sp>
      <p:grpSp>
        <p:nvGrpSpPr>
          <p:cNvPr id="11272" name="Group 116">
            <a:extLst>
              <a:ext uri="{FF2B5EF4-FFF2-40B4-BE49-F238E27FC236}">
                <a16:creationId xmlns:a16="http://schemas.microsoft.com/office/drawing/2014/main" id="{68DFD6A2-C195-21DC-7B75-EDCA0BCBF995}"/>
              </a:ext>
            </a:extLst>
          </p:cNvPr>
          <p:cNvGrpSpPr>
            <a:grpSpLocks/>
          </p:cNvGrpSpPr>
          <p:nvPr/>
        </p:nvGrpSpPr>
        <p:grpSpPr bwMode="auto">
          <a:xfrm>
            <a:off x="7058025" y="1617663"/>
            <a:ext cx="1984375" cy="3448050"/>
            <a:chOff x="4446" y="1019"/>
            <a:chExt cx="1250" cy="2172"/>
          </a:xfrm>
        </p:grpSpPr>
        <p:sp>
          <p:nvSpPr>
            <p:cNvPr id="11312" name="Oval 90">
              <a:extLst>
                <a:ext uri="{FF2B5EF4-FFF2-40B4-BE49-F238E27FC236}">
                  <a16:creationId xmlns:a16="http://schemas.microsoft.com/office/drawing/2014/main" id="{FC394B1D-4EC3-34D8-8E01-1912E49C4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13" name="Text Box 91">
              <a:extLst>
                <a:ext uri="{FF2B5EF4-FFF2-40B4-BE49-F238E27FC236}">
                  <a16:creationId xmlns:a16="http://schemas.microsoft.com/office/drawing/2014/main" id="{7F1A0C2D-67C9-F5FB-3CF4-D92225326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3" y="104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314" name="Oval 93">
              <a:extLst>
                <a:ext uri="{FF2B5EF4-FFF2-40B4-BE49-F238E27FC236}">
                  <a16:creationId xmlns:a16="http://schemas.microsoft.com/office/drawing/2014/main" id="{E2BC13F7-0CFE-000A-4DC3-FE607C0DC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6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15" name="Text Box 94">
              <a:extLst>
                <a:ext uri="{FF2B5EF4-FFF2-40B4-BE49-F238E27FC236}">
                  <a16:creationId xmlns:a16="http://schemas.microsoft.com/office/drawing/2014/main" id="{8396D0CB-4E66-948E-D7CC-00AB927F7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3" y="198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316" name="Oval 96">
              <a:extLst>
                <a:ext uri="{FF2B5EF4-FFF2-40B4-BE49-F238E27FC236}">
                  <a16:creationId xmlns:a16="http://schemas.microsoft.com/office/drawing/2014/main" id="{3CA832CD-141A-FE76-68CC-DB8816ADB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17" name="Text Box 97">
              <a:extLst>
                <a:ext uri="{FF2B5EF4-FFF2-40B4-BE49-F238E27FC236}">
                  <a16:creationId xmlns:a16="http://schemas.microsoft.com/office/drawing/2014/main" id="{33B6712A-340A-228C-C660-BC105A177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198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18" name="Oval 99">
              <a:extLst>
                <a:ext uri="{FF2B5EF4-FFF2-40B4-BE49-F238E27FC236}">
                  <a16:creationId xmlns:a16="http://schemas.microsoft.com/office/drawing/2014/main" id="{944ABB48-8D45-FAD5-72B7-B108E5DCE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19" name="Text Box 100">
              <a:extLst>
                <a:ext uri="{FF2B5EF4-FFF2-40B4-BE49-F238E27FC236}">
                  <a16:creationId xmlns:a16="http://schemas.microsoft.com/office/drawing/2014/main" id="{0751056B-ED10-374A-86EA-41BC16961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3" y="29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320" name="Line 101">
              <a:extLst>
                <a:ext uri="{FF2B5EF4-FFF2-40B4-BE49-F238E27FC236}">
                  <a16:creationId xmlns:a16="http://schemas.microsoft.com/office/drawing/2014/main" id="{0DD819E0-8EF6-6F13-B147-0DBEAEE219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5" y="131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Line 102">
              <a:extLst>
                <a:ext uri="{FF2B5EF4-FFF2-40B4-BE49-F238E27FC236}">
                  <a16:creationId xmlns:a16="http://schemas.microsoft.com/office/drawing/2014/main" id="{311D840B-4F19-1F23-5B3A-8F64A75E2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9" y="2239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Line 103">
              <a:extLst>
                <a:ext uri="{FF2B5EF4-FFF2-40B4-BE49-F238E27FC236}">
                  <a16:creationId xmlns:a16="http://schemas.microsoft.com/office/drawing/2014/main" id="{A1808163-ED3F-2E41-15B1-0E993FFE21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1" y="2235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Line 104">
              <a:extLst>
                <a:ext uri="{FF2B5EF4-FFF2-40B4-BE49-F238E27FC236}">
                  <a16:creationId xmlns:a16="http://schemas.microsoft.com/office/drawing/2014/main" id="{77635B03-3252-6157-0232-DD3BEBDF5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5" y="1317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3" name="Text Box 110">
            <a:extLst>
              <a:ext uri="{FF2B5EF4-FFF2-40B4-BE49-F238E27FC236}">
                <a16:creationId xmlns:a16="http://schemas.microsoft.com/office/drawing/2014/main" id="{C78FF5E5-E949-9FD2-17A2-10DA9CAE7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550" y="5411788"/>
            <a:ext cx="145732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N</a:t>
            </a:r>
            <a:r>
              <a:rPr lang="en-US" altLang="en-US" baseline="-25000">
                <a:solidFill>
                  <a:schemeClr val="tx1"/>
                </a:solidFill>
              </a:rPr>
              <a:t>0</a:t>
            </a:r>
            <a:r>
              <a:rPr lang="en-US" altLang="en-US">
                <a:solidFill>
                  <a:schemeClr val="tx1"/>
                </a:solidFill>
              </a:rPr>
              <a:t> = { }</a:t>
            </a:r>
          </a:p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N</a:t>
            </a:r>
            <a:r>
              <a:rPr lang="en-US" altLang="en-US" baseline="-25000">
                <a:solidFill>
                  <a:schemeClr val="tx1"/>
                </a:solidFill>
              </a:rPr>
              <a:t>f</a:t>
            </a:r>
            <a:r>
              <a:rPr lang="en-US" altLang="en-US">
                <a:solidFill>
                  <a:schemeClr val="tx1"/>
                </a:solidFill>
              </a:rPr>
              <a:t> = { 3 }</a:t>
            </a:r>
          </a:p>
        </p:txBody>
      </p:sp>
      <p:grpSp>
        <p:nvGrpSpPr>
          <p:cNvPr id="11274" name="Group 115">
            <a:extLst>
              <a:ext uri="{FF2B5EF4-FFF2-40B4-BE49-F238E27FC236}">
                <a16:creationId xmlns:a16="http://schemas.microsoft.com/office/drawing/2014/main" id="{06B294CD-0C9E-9FB2-29C2-3AC42B398E06}"/>
              </a:ext>
            </a:extLst>
          </p:cNvPr>
          <p:cNvGrpSpPr>
            <a:grpSpLocks/>
          </p:cNvGrpSpPr>
          <p:nvPr/>
        </p:nvGrpSpPr>
        <p:grpSpPr bwMode="auto">
          <a:xfrm>
            <a:off x="2363788" y="1266825"/>
            <a:ext cx="4475162" cy="3798888"/>
            <a:chOff x="1489" y="798"/>
            <a:chExt cx="2819" cy="2393"/>
          </a:xfrm>
        </p:grpSpPr>
        <p:sp>
          <p:nvSpPr>
            <p:cNvPr id="11277" name="Oval 78">
              <a:extLst>
                <a:ext uri="{FF2B5EF4-FFF2-40B4-BE49-F238E27FC236}">
                  <a16:creationId xmlns:a16="http://schemas.microsoft.com/office/drawing/2014/main" id="{3DF365FC-1B00-7AD2-32FF-928F8B36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78" name="Text Box 79">
              <a:extLst>
                <a:ext uri="{FF2B5EF4-FFF2-40B4-BE49-F238E27FC236}">
                  <a16:creationId xmlns:a16="http://schemas.microsoft.com/office/drawing/2014/main" id="{83D9FA93-BA20-F5AE-6C09-131D033DE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5" y="29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279" name="Oval 31">
              <a:extLst>
                <a:ext uri="{FF2B5EF4-FFF2-40B4-BE49-F238E27FC236}">
                  <a16:creationId xmlns:a16="http://schemas.microsoft.com/office/drawing/2014/main" id="{6D922919-B972-9EF3-DB6E-25B2708BC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" y="101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80" name="Text Box 32">
              <a:extLst>
                <a:ext uri="{FF2B5EF4-FFF2-40B4-BE49-F238E27FC236}">
                  <a16:creationId xmlns:a16="http://schemas.microsoft.com/office/drawing/2014/main" id="{D0E80708-B014-D0DC-41B7-7A2459767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103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1281" name="Oval 34">
              <a:extLst>
                <a:ext uri="{FF2B5EF4-FFF2-40B4-BE49-F238E27FC236}">
                  <a16:creationId xmlns:a16="http://schemas.microsoft.com/office/drawing/2014/main" id="{F71738C0-7477-C8D4-47C0-92B732DE7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82" name="Text Box 35">
              <a:extLst>
                <a:ext uri="{FF2B5EF4-FFF2-40B4-BE49-F238E27FC236}">
                  <a16:creationId xmlns:a16="http://schemas.microsoft.com/office/drawing/2014/main" id="{5444545A-30E3-BE0D-E292-5FB16B29D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" y="197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283" name="Oval 37">
              <a:extLst>
                <a:ext uri="{FF2B5EF4-FFF2-40B4-BE49-F238E27FC236}">
                  <a16:creationId xmlns:a16="http://schemas.microsoft.com/office/drawing/2014/main" id="{FB2A6948-B03B-3587-1EA0-13B30126C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84" name="Text Box 38">
              <a:extLst>
                <a:ext uri="{FF2B5EF4-FFF2-40B4-BE49-F238E27FC236}">
                  <a16:creationId xmlns:a16="http://schemas.microsoft.com/office/drawing/2014/main" id="{416E98F3-3D37-4AF6-9B56-8DB4ED944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6" y="197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285" name="Oval 40">
              <a:extLst>
                <a:ext uri="{FF2B5EF4-FFF2-40B4-BE49-F238E27FC236}">
                  <a16:creationId xmlns:a16="http://schemas.microsoft.com/office/drawing/2014/main" id="{F2FCF9C6-D8DA-48DC-1755-CA97F653A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" y="2892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86" name="Text Box 41">
              <a:extLst>
                <a:ext uri="{FF2B5EF4-FFF2-40B4-BE49-F238E27FC236}">
                  <a16:creationId xmlns:a16="http://schemas.microsoft.com/office/drawing/2014/main" id="{19087BEC-E88F-7492-FD00-EF42CDE41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291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287" name="Line 42">
              <a:extLst>
                <a:ext uri="{FF2B5EF4-FFF2-40B4-BE49-F238E27FC236}">
                  <a16:creationId xmlns:a16="http://schemas.microsoft.com/office/drawing/2014/main" id="{B5E83305-9A60-CF05-8235-1BC281CC7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8" y="1309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Line 43">
              <a:extLst>
                <a:ext uri="{FF2B5EF4-FFF2-40B4-BE49-F238E27FC236}">
                  <a16:creationId xmlns:a16="http://schemas.microsoft.com/office/drawing/2014/main" id="{03B09619-B8CA-ADB1-D99A-CA67DF687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" y="2236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Line 44">
              <a:extLst>
                <a:ext uri="{FF2B5EF4-FFF2-40B4-BE49-F238E27FC236}">
                  <a16:creationId xmlns:a16="http://schemas.microsoft.com/office/drawing/2014/main" id="{C9A7024E-AA2E-E461-B0B5-F77AE84C03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4" y="223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Line 45">
              <a:extLst>
                <a:ext uri="{FF2B5EF4-FFF2-40B4-BE49-F238E27FC236}">
                  <a16:creationId xmlns:a16="http://schemas.microsoft.com/office/drawing/2014/main" id="{C116632E-D3A8-88A8-7644-42C0DB3F4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1314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Line 46">
              <a:extLst>
                <a:ext uri="{FF2B5EF4-FFF2-40B4-BE49-F238E27FC236}">
                  <a16:creationId xmlns:a16="http://schemas.microsoft.com/office/drawing/2014/main" id="{886EC498-F34C-FE46-7D9E-69EF475C0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4" y="798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Oval 49">
              <a:extLst>
                <a:ext uri="{FF2B5EF4-FFF2-40B4-BE49-F238E27FC236}">
                  <a16:creationId xmlns:a16="http://schemas.microsoft.com/office/drawing/2014/main" id="{AC2603D3-905D-247D-E707-C7F124962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5" y="1018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93" name="Text Box 50">
              <a:extLst>
                <a:ext uri="{FF2B5EF4-FFF2-40B4-BE49-F238E27FC236}">
                  <a16:creationId xmlns:a16="http://schemas.microsoft.com/office/drawing/2014/main" id="{72835F09-5635-4F99-4404-D4C149329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2" y="10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294" name="Oval 52">
              <a:extLst>
                <a:ext uri="{FF2B5EF4-FFF2-40B4-BE49-F238E27FC236}">
                  <a16:creationId xmlns:a16="http://schemas.microsoft.com/office/drawing/2014/main" id="{24FEA9E7-E35E-D65D-810C-C4A237BD5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" y="195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95" name="Text Box 53">
              <a:extLst>
                <a:ext uri="{FF2B5EF4-FFF2-40B4-BE49-F238E27FC236}">
                  <a16:creationId xmlns:a16="http://schemas.microsoft.com/office/drawing/2014/main" id="{A025E8C9-9BF4-CB47-214B-ED39333F9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" y="197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296" name="Oval 58">
              <a:extLst>
                <a:ext uri="{FF2B5EF4-FFF2-40B4-BE49-F238E27FC236}">
                  <a16:creationId xmlns:a16="http://schemas.microsoft.com/office/drawing/2014/main" id="{18EDFA8D-02CD-0F66-5E94-B96B51756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5" y="2894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297" name="Text Box 59">
              <a:extLst>
                <a:ext uri="{FF2B5EF4-FFF2-40B4-BE49-F238E27FC236}">
                  <a16:creationId xmlns:a16="http://schemas.microsoft.com/office/drawing/2014/main" id="{ADC09BFB-6472-B89A-7866-65E5AF601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2" y="291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298" name="Line 61">
              <a:extLst>
                <a:ext uri="{FF2B5EF4-FFF2-40B4-BE49-F238E27FC236}">
                  <a16:creationId xmlns:a16="http://schemas.microsoft.com/office/drawing/2014/main" id="{0D210C02-A23A-85FE-1784-0AEECBF8C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238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Line 62">
              <a:extLst>
                <a:ext uri="{FF2B5EF4-FFF2-40B4-BE49-F238E27FC236}">
                  <a16:creationId xmlns:a16="http://schemas.microsoft.com/office/drawing/2014/main" id="{9B8CB87E-A311-04BE-9DE9-BFB0019F4F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2" y="2234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Line 63">
              <a:extLst>
                <a:ext uri="{FF2B5EF4-FFF2-40B4-BE49-F238E27FC236}">
                  <a16:creationId xmlns:a16="http://schemas.microsoft.com/office/drawing/2014/main" id="{2DADA2C4-F77A-F300-FE93-A98FFFD4A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67" y="1293"/>
              <a:ext cx="241" cy="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Line 64">
              <a:extLst>
                <a:ext uri="{FF2B5EF4-FFF2-40B4-BE49-F238E27FC236}">
                  <a16:creationId xmlns:a16="http://schemas.microsoft.com/office/drawing/2014/main" id="{BBDE48E5-BF53-0032-3926-A7F97CA7C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800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Oval 69">
              <a:extLst>
                <a:ext uri="{FF2B5EF4-FFF2-40B4-BE49-F238E27FC236}">
                  <a16:creationId xmlns:a16="http://schemas.microsoft.com/office/drawing/2014/main" id="{01EB5C68-DF10-8792-D295-6D2519C39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03" name="Text Box 70">
              <a:extLst>
                <a:ext uri="{FF2B5EF4-FFF2-40B4-BE49-F238E27FC236}">
                  <a16:creationId xmlns:a16="http://schemas.microsoft.com/office/drawing/2014/main" id="{8A974563-BBA0-A00E-7B37-35B4B12F5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5" y="104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304" name="Oval 72">
              <a:extLst>
                <a:ext uri="{FF2B5EF4-FFF2-40B4-BE49-F238E27FC236}">
                  <a16:creationId xmlns:a16="http://schemas.microsoft.com/office/drawing/2014/main" id="{BB25B2DD-E11E-E918-8691-E795B991B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8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05" name="Text Box 73">
              <a:extLst>
                <a:ext uri="{FF2B5EF4-FFF2-40B4-BE49-F238E27FC236}">
                  <a16:creationId xmlns:a16="http://schemas.microsoft.com/office/drawing/2014/main" id="{5BD234BA-5A32-5E16-6D16-FE2A3BCAA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98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306" name="Line 80">
              <a:extLst>
                <a:ext uri="{FF2B5EF4-FFF2-40B4-BE49-F238E27FC236}">
                  <a16:creationId xmlns:a16="http://schemas.microsoft.com/office/drawing/2014/main" id="{C1148FC3-D1CE-A363-C068-16AB92AC1A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9" y="131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Line 81">
              <a:extLst>
                <a:ext uri="{FF2B5EF4-FFF2-40B4-BE49-F238E27FC236}">
                  <a16:creationId xmlns:a16="http://schemas.microsoft.com/office/drawing/2014/main" id="{99A72893-0966-08A1-B3AC-B4B5D4EE1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6" y="2255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Line 82">
              <a:extLst>
                <a:ext uri="{FF2B5EF4-FFF2-40B4-BE49-F238E27FC236}">
                  <a16:creationId xmlns:a16="http://schemas.microsoft.com/office/drawing/2014/main" id="{7A8E1A4D-BF80-4B67-2D77-C1F59D4AB7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4" y="2266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Line 83">
              <a:extLst>
                <a:ext uri="{FF2B5EF4-FFF2-40B4-BE49-F238E27FC236}">
                  <a16:creationId xmlns:a16="http://schemas.microsoft.com/office/drawing/2014/main" id="{23EA1A76-8282-5C0F-35BD-81F073613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2" y="1317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Line 88">
              <a:extLst>
                <a:ext uri="{FF2B5EF4-FFF2-40B4-BE49-F238E27FC236}">
                  <a16:creationId xmlns:a16="http://schemas.microsoft.com/office/drawing/2014/main" id="{C7102246-AE40-D2A5-0846-D45BB31E0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5" y="1319"/>
              <a:ext cx="296" cy="6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Line 105">
              <a:extLst>
                <a:ext uri="{FF2B5EF4-FFF2-40B4-BE49-F238E27FC236}">
                  <a16:creationId xmlns:a16="http://schemas.microsoft.com/office/drawing/2014/main" id="{5F04E83D-E2A0-F2D7-7066-32E649DDE0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3" y="806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5" name="Text Box 111">
            <a:extLst>
              <a:ext uri="{FF2B5EF4-FFF2-40B4-BE49-F238E27FC236}">
                <a16:creationId xmlns:a16="http://schemas.microsoft.com/office/drawing/2014/main" id="{7E335D32-59DF-112B-8BE5-3699F06B3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213" y="5411788"/>
            <a:ext cx="22479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N</a:t>
            </a:r>
            <a:r>
              <a:rPr lang="en-US" altLang="en-US" baseline="-25000">
                <a:solidFill>
                  <a:schemeClr val="tx1"/>
                </a:solidFill>
              </a:rPr>
              <a:t>0</a:t>
            </a:r>
            <a:r>
              <a:rPr lang="en-US" altLang="en-US">
                <a:solidFill>
                  <a:schemeClr val="tx1"/>
                </a:solidFill>
              </a:rPr>
              <a:t> = { 0, 1, 2 }</a:t>
            </a:r>
          </a:p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N</a:t>
            </a:r>
            <a:r>
              <a:rPr lang="en-US" altLang="en-US" baseline="-25000">
                <a:solidFill>
                  <a:schemeClr val="tx1"/>
                </a:solidFill>
              </a:rPr>
              <a:t>f</a:t>
            </a:r>
            <a:r>
              <a:rPr lang="en-US" altLang="en-US">
                <a:solidFill>
                  <a:schemeClr val="tx1"/>
                </a:solidFill>
              </a:rPr>
              <a:t> = { 7, 8, 9 }</a:t>
            </a:r>
          </a:p>
        </p:txBody>
      </p:sp>
      <p:sp>
        <p:nvSpPr>
          <p:cNvPr id="17481" name="AutoShape 73">
            <a:extLst>
              <a:ext uri="{FF2B5EF4-FFF2-40B4-BE49-F238E27FC236}">
                <a16:creationId xmlns:a16="http://schemas.microsoft.com/office/drawing/2014/main" id="{7BAAE406-FE72-B0DE-18CC-87F4BF1C2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425" y="2454275"/>
            <a:ext cx="1798638" cy="1608138"/>
          </a:xfrm>
          <a:prstGeom prst="irregularSeal2">
            <a:avLst/>
          </a:prstGeom>
          <a:solidFill>
            <a:schemeClr val="folHlink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Not a</a:t>
            </a:r>
          </a:p>
          <a:p>
            <a:pPr algn="ctr"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valid</a:t>
            </a:r>
          </a:p>
          <a:p>
            <a:pPr algn="ctr"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graph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>
            <a:extLst>
              <a:ext uri="{FF2B5EF4-FFF2-40B4-BE49-F238E27FC236}">
                <a16:creationId xmlns:a16="http://schemas.microsoft.com/office/drawing/2014/main" id="{D5DEBE05-5C0A-E81A-550D-5135FE4C6A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12291" name="Footer Placeholder 4">
            <a:extLst>
              <a:ext uri="{FF2B5EF4-FFF2-40B4-BE49-F238E27FC236}">
                <a16:creationId xmlns:a16="http://schemas.microsoft.com/office/drawing/2014/main" id="{16D353CF-EDC2-5663-20B1-1D641488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2292" name="Slide Number Placeholder 5">
            <a:extLst>
              <a:ext uri="{FF2B5EF4-FFF2-40B4-BE49-F238E27FC236}">
                <a16:creationId xmlns:a16="http://schemas.microsoft.com/office/drawing/2014/main" id="{104FB785-6B73-FC2C-1989-22CB2542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A2BA5BB-C04A-4681-8ECE-3ED098CE002F}" type="slidenum">
              <a:rPr lang="en-US" altLang="en-US" sz="900" b="0" smtClean="0">
                <a:solidFill>
                  <a:schemeClr val="tx1"/>
                </a:solidFill>
              </a:rPr>
              <a:pPr/>
              <a:t>6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B3257CC1-6F3A-87B4-5490-E76778957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Paths in Graphs</a:t>
            </a:r>
          </a:p>
        </p:txBody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95841938-C177-4252-B40A-A7F096897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2524125"/>
          </a:xfrm>
        </p:spPr>
        <p:txBody>
          <a:bodyPr/>
          <a:lstStyle/>
          <a:p>
            <a:r>
              <a:rPr lang="en-US" altLang="en-US" u="sng">
                <a:solidFill>
                  <a:schemeClr val="tx2"/>
                </a:solidFill>
              </a:rPr>
              <a:t>Path</a:t>
            </a:r>
            <a:r>
              <a:rPr lang="en-US" altLang="en-US"/>
              <a:t> : A sequence of nodes – [n</a:t>
            </a:r>
            <a:r>
              <a:rPr lang="en-US" altLang="en-US" baseline="-25000"/>
              <a:t>1</a:t>
            </a:r>
            <a:r>
              <a:rPr lang="en-US" altLang="en-US"/>
              <a:t>, n</a:t>
            </a:r>
            <a:r>
              <a:rPr lang="en-US" altLang="en-US" baseline="-25000"/>
              <a:t>2</a:t>
            </a:r>
            <a:r>
              <a:rPr lang="en-US" altLang="en-US"/>
              <a:t>, …, n</a:t>
            </a:r>
            <a:r>
              <a:rPr lang="en-US" altLang="en-US" baseline="-25000"/>
              <a:t>M</a:t>
            </a:r>
            <a:r>
              <a:rPr lang="en-US" altLang="en-US"/>
              <a:t>]</a:t>
            </a:r>
          </a:p>
          <a:p>
            <a:pPr lvl="1"/>
            <a:r>
              <a:rPr lang="en-US" altLang="en-US" sz="1800"/>
              <a:t>Each pair of nodes is an edge</a:t>
            </a:r>
          </a:p>
          <a:p>
            <a:r>
              <a:rPr lang="en-US" altLang="en-US" u="sng">
                <a:solidFill>
                  <a:schemeClr val="tx2"/>
                </a:solidFill>
              </a:rPr>
              <a:t>Length</a:t>
            </a:r>
            <a:r>
              <a:rPr lang="en-US" altLang="en-US"/>
              <a:t> : The number of edges</a:t>
            </a:r>
          </a:p>
          <a:p>
            <a:pPr lvl="1"/>
            <a:r>
              <a:rPr lang="en-US" altLang="en-US" sz="1800"/>
              <a:t>A single node is a path of length 0</a:t>
            </a:r>
          </a:p>
          <a:p>
            <a:r>
              <a:rPr lang="en-US" altLang="en-US" u="sng">
                <a:solidFill>
                  <a:schemeClr val="tx2"/>
                </a:solidFill>
              </a:rPr>
              <a:t>Subpath</a:t>
            </a:r>
            <a:r>
              <a:rPr lang="en-US" altLang="en-US"/>
              <a:t> : A subsequence of nodes in </a:t>
            </a:r>
            <a:r>
              <a:rPr lang="en-US" altLang="en-US" i="1"/>
              <a:t>p</a:t>
            </a:r>
            <a:r>
              <a:rPr lang="en-US" altLang="en-US"/>
              <a:t> is a subpath of </a:t>
            </a:r>
            <a:r>
              <a:rPr lang="en-US" altLang="en-US" i="1"/>
              <a:t>p</a:t>
            </a:r>
          </a:p>
          <a:p>
            <a:r>
              <a:rPr lang="en-US" altLang="en-US" u="sng">
                <a:solidFill>
                  <a:schemeClr val="tx2"/>
                </a:solidFill>
              </a:rPr>
              <a:t>Reach</a:t>
            </a:r>
            <a:r>
              <a:rPr lang="en-US" altLang="en-US"/>
              <a:t> (</a:t>
            </a:r>
            <a:r>
              <a:rPr lang="en-US" altLang="en-US" i="1" u="sng"/>
              <a:t>n</a:t>
            </a:r>
            <a:r>
              <a:rPr lang="en-US" altLang="en-US"/>
              <a:t>) : Subgraph that can be reached from </a:t>
            </a:r>
            <a:r>
              <a:rPr lang="en-US" altLang="en-US" i="1"/>
              <a:t>n</a:t>
            </a:r>
          </a:p>
        </p:txBody>
      </p:sp>
      <p:grpSp>
        <p:nvGrpSpPr>
          <p:cNvPr id="2" name="Group 55">
            <a:extLst>
              <a:ext uri="{FF2B5EF4-FFF2-40B4-BE49-F238E27FC236}">
                <a16:creationId xmlns:a16="http://schemas.microsoft.com/office/drawing/2014/main" id="{4F77858B-9588-9D44-479B-D5B2C023B105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3487738"/>
            <a:ext cx="4475163" cy="2892425"/>
            <a:chOff x="244" y="2197"/>
            <a:chExt cx="2819" cy="1822"/>
          </a:xfrm>
        </p:grpSpPr>
        <p:sp>
          <p:nvSpPr>
            <p:cNvPr id="12298" name="Line 15">
              <a:extLst>
                <a:ext uri="{FF2B5EF4-FFF2-40B4-BE49-F238E27FC236}">
                  <a16:creationId xmlns:a16="http://schemas.microsoft.com/office/drawing/2014/main" id="{46688504-44F7-DE52-670E-F6C6A51BC5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" y="2641"/>
              <a:ext cx="239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Line 16">
              <a:extLst>
                <a:ext uri="{FF2B5EF4-FFF2-40B4-BE49-F238E27FC236}">
                  <a16:creationId xmlns:a16="http://schemas.microsoft.com/office/drawing/2014/main" id="{9C57414C-E4D7-9A49-4C21-EFD0BE11A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" y="3338"/>
              <a:ext cx="258" cy="3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Line 17">
              <a:extLst>
                <a:ext uri="{FF2B5EF4-FFF2-40B4-BE49-F238E27FC236}">
                  <a16:creationId xmlns:a16="http://schemas.microsoft.com/office/drawing/2014/main" id="{54FF1EA5-F8DA-6F6C-CDF1-8A9D4A3143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9" y="3292"/>
              <a:ext cx="239" cy="4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Line 18">
              <a:extLst>
                <a:ext uri="{FF2B5EF4-FFF2-40B4-BE49-F238E27FC236}">
                  <a16:creationId xmlns:a16="http://schemas.microsoft.com/office/drawing/2014/main" id="{6EBE8604-DA21-285B-FA53-DAAB8695B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9" y="2646"/>
              <a:ext cx="188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Line 19">
              <a:extLst>
                <a:ext uri="{FF2B5EF4-FFF2-40B4-BE49-F238E27FC236}">
                  <a16:creationId xmlns:a16="http://schemas.microsoft.com/office/drawing/2014/main" id="{0B32D9D8-D6BA-6624-0717-770177F3E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" y="2202"/>
              <a:ext cx="0" cy="1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303" name="Group 50">
              <a:extLst>
                <a:ext uri="{FF2B5EF4-FFF2-40B4-BE49-F238E27FC236}">
                  <a16:creationId xmlns:a16="http://schemas.microsoft.com/office/drawing/2014/main" id="{BBA611DD-ED66-C697-B87B-E8E1FA983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" y="3720"/>
              <a:ext cx="1999" cy="299"/>
              <a:chOff x="654" y="3720"/>
              <a:chExt cx="1999" cy="299"/>
            </a:xfrm>
          </p:grpSpPr>
          <p:grpSp>
            <p:nvGrpSpPr>
              <p:cNvPr id="12337" name="Group 42">
                <a:extLst>
                  <a:ext uri="{FF2B5EF4-FFF2-40B4-BE49-F238E27FC236}">
                    <a16:creationId xmlns:a16="http://schemas.microsoft.com/office/drawing/2014/main" id="{B3FB4B27-3F9D-6E5C-A965-055CA76E7E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3" y="3723"/>
                <a:ext cx="350" cy="296"/>
                <a:chOff x="2303" y="3723"/>
                <a:chExt cx="350" cy="296"/>
              </a:xfrm>
            </p:grpSpPr>
            <p:sp>
              <p:nvSpPr>
                <p:cNvPr id="12344" name="Oval 5">
                  <a:extLst>
                    <a:ext uri="{FF2B5EF4-FFF2-40B4-BE49-F238E27FC236}">
                      <a16:creationId xmlns:a16="http://schemas.microsoft.com/office/drawing/2014/main" id="{93E2ECDE-E82A-D9E2-095E-CAEC1D26D8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3" y="3723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45" name="Text Box 6">
                  <a:extLst>
                    <a:ext uri="{FF2B5EF4-FFF2-40B4-BE49-F238E27FC236}">
                      <a16:creationId xmlns:a16="http://schemas.microsoft.com/office/drawing/2014/main" id="{8D5AE4E2-2A47-3564-501E-A52C05D265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80" y="3746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  <p:grpSp>
            <p:nvGrpSpPr>
              <p:cNvPr id="12338" name="Group 40">
                <a:extLst>
                  <a:ext uri="{FF2B5EF4-FFF2-40B4-BE49-F238E27FC236}">
                    <a16:creationId xmlns:a16="http://schemas.microsoft.com/office/drawing/2014/main" id="{D05E01FC-48D9-D616-CB33-4A367A7BA7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" y="3720"/>
                <a:ext cx="350" cy="296"/>
                <a:chOff x="654" y="3720"/>
                <a:chExt cx="350" cy="296"/>
              </a:xfrm>
            </p:grpSpPr>
            <p:sp>
              <p:nvSpPr>
                <p:cNvPr id="12342" name="Oval 13">
                  <a:extLst>
                    <a:ext uri="{FF2B5EF4-FFF2-40B4-BE49-F238E27FC236}">
                      <a16:creationId xmlns:a16="http://schemas.microsoft.com/office/drawing/2014/main" id="{BBF79071-0A07-2099-A342-89DC8A809A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4" y="3720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43" name="Text Box 14">
                  <a:extLst>
                    <a:ext uri="{FF2B5EF4-FFF2-40B4-BE49-F238E27FC236}">
                      <a16:creationId xmlns:a16="http://schemas.microsoft.com/office/drawing/2014/main" id="{A00FC433-0E4A-E013-D869-5C82976D98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1" y="3743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12339" name="Group 41">
                <a:extLst>
                  <a:ext uri="{FF2B5EF4-FFF2-40B4-BE49-F238E27FC236}">
                    <a16:creationId xmlns:a16="http://schemas.microsoft.com/office/drawing/2014/main" id="{C57DF672-52AB-C9C5-39EF-C323019CF2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8" y="3722"/>
                <a:ext cx="350" cy="296"/>
                <a:chOff x="1480" y="3722"/>
                <a:chExt cx="350" cy="296"/>
              </a:xfrm>
            </p:grpSpPr>
            <p:sp>
              <p:nvSpPr>
                <p:cNvPr id="12340" name="Oval 24">
                  <a:extLst>
                    <a:ext uri="{FF2B5EF4-FFF2-40B4-BE49-F238E27FC236}">
                      <a16:creationId xmlns:a16="http://schemas.microsoft.com/office/drawing/2014/main" id="{4EAF0783-0EBA-112C-D49E-FCADAF666B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0" y="37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41" name="Text Box 25">
                  <a:extLst>
                    <a:ext uri="{FF2B5EF4-FFF2-40B4-BE49-F238E27FC236}">
                      <a16:creationId xmlns:a16="http://schemas.microsoft.com/office/drawing/2014/main" id="{175F79E7-AA9D-0C7D-7F97-C4CB4FB728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57" y="3745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</p:grpSp>
        <p:sp>
          <p:nvSpPr>
            <p:cNvPr id="12304" name="Line 26">
              <a:extLst>
                <a:ext uri="{FF2B5EF4-FFF2-40B4-BE49-F238E27FC236}">
                  <a16:creationId xmlns:a16="http://schemas.microsoft.com/office/drawing/2014/main" id="{C67BB8A2-B01F-DED4-D0EA-29BC346B7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3" y="3318"/>
              <a:ext cx="236" cy="4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Line 27">
              <a:extLst>
                <a:ext uri="{FF2B5EF4-FFF2-40B4-BE49-F238E27FC236}">
                  <a16:creationId xmlns:a16="http://schemas.microsoft.com/office/drawing/2014/main" id="{82D7201D-6019-D93A-C5DE-CA55AC476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4" y="3330"/>
              <a:ext cx="223" cy="4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Line 28">
              <a:extLst>
                <a:ext uri="{FF2B5EF4-FFF2-40B4-BE49-F238E27FC236}">
                  <a16:creationId xmlns:a16="http://schemas.microsoft.com/office/drawing/2014/main" id="{2EA1D81B-F954-2309-6EF1-4452FB49E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2640"/>
              <a:ext cx="212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Line 29">
              <a:extLst>
                <a:ext uri="{FF2B5EF4-FFF2-40B4-BE49-F238E27FC236}">
                  <a16:creationId xmlns:a16="http://schemas.microsoft.com/office/drawing/2014/main" id="{C3E8C3AA-0F65-425F-CB62-5B076E4B3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197"/>
              <a:ext cx="0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308" name="Group 52">
              <a:extLst>
                <a:ext uri="{FF2B5EF4-FFF2-40B4-BE49-F238E27FC236}">
                  <a16:creationId xmlns:a16="http://schemas.microsoft.com/office/drawing/2014/main" id="{F885BB7C-8F1B-5820-1EB4-3EF4261B44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" y="2376"/>
              <a:ext cx="1999" cy="299"/>
              <a:chOff x="654" y="2376"/>
              <a:chExt cx="1999" cy="299"/>
            </a:xfrm>
          </p:grpSpPr>
          <p:grpSp>
            <p:nvGrpSpPr>
              <p:cNvPr id="12328" name="Group 47">
                <a:extLst>
                  <a:ext uri="{FF2B5EF4-FFF2-40B4-BE49-F238E27FC236}">
                    <a16:creationId xmlns:a16="http://schemas.microsoft.com/office/drawing/2014/main" id="{506446F2-7DFA-2B33-D7B3-096F8A6DB3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" y="2376"/>
                <a:ext cx="350" cy="296"/>
                <a:chOff x="654" y="1844"/>
                <a:chExt cx="350" cy="296"/>
              </a:xfrm>
            </p:grpSpPr>
            <p:sp>
              <p:nvSpPr>
                <p:cNvPr id="12335" name="Oval 7">
                  <a:extLst>
                    <a:ext uri="{FF2B5EF4-FFF2-40B4-BE49-F238E27FC236}">
                      <a16:creationId xmlns:a16="http://schemas.microsoft.com/office/drawing/2014/main" id="{8A9E1D13-CFD4-BDF7-70BC-30BFA9B0E4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4" y="184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36" name="Text Box 8">
                  <a:extLst>
                    <a:ext uri="{FF2B5EF4-FFF2-40B4-BE49-F238E27FC236}">
                      <a16:creationId xmlns:a16="http://schemas.microsoft.com/office/drawing/2014/main" id="{E86BF80B-3A98-9E55-37C2-DFD830E669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1" y="186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12329" name="Group 48">
                <a:extLst>
                  <a:ext uri="{FF2B5EF4-FFF2-40B4-BE49-F238E27FC236}">
                    <a16:creationId xmlns:a16="http://schemas.microsoft.com/office/drawing/2014/main" id="{2153331D-E3E7-A51F-421B-4EDA61BA40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8" y="2378"/>
                <a:ext cx="350" cy="296"/>
                <a:chOff x="1480" y="1846"/>
                <a:chExt cx="350" cy="296"/>
              </a:xfrm>
            </p:grpSpPr>
            <p:sp>
              <p:nvSpPr>
                <p:cNvPr id="12333" name="Oval 20">
                  <a:extLst>
                    <a:ext uri="{FF2B5EF4-FFF2-40B4-BE49-F238E27FC236}">
                      <a16:creationId xmlns:a16="http://schemas.microsoft.com/office/drawing/2014/main" id="{76AFBA18-1014-329F-923F-207CE84CC7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0" y="18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34" name="Text Box 21">
                  <a:extLst>
                    <a:ext uri="{FF2B5EF4-FFF2-40B4-BE49-F238E27FC236}">
                      <a16:creationId xmlns:a16="http://schemas.microsoft.com/office/drawing/2014/main" id="{859B3A46-4ED4-1C3C-A672-E9AA20004C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57" y="186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12330" name="Group 49">
                <a:extLst>
                  <a:ext uri="{FF2B5EF4-FFF2-40B4-BE49-F238E27FC236}">
                    <a16:creationId xmlns:a16="http://schemas.microsoft.com/office/drawing/2014/main" id="{A0554DE4-D81F-0343-B0FE-EAA03689CA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3" y="2379"/>
                <a:ext cx="350" cy="296"/>
                <a:chOff x="2303" y="1847"/>
                <a:chExt cx="350" cy="296"/>
              </a:xfrm>
            </p:grpSpPr>
            <p:sp>
              <p:nvSpPr>
                <p:cNvPr id="12331" name="Oval 30">
                  <a:extLst>
                    <a:ext uri="{FF2B5EF4-FFF2-40B4-BE49-F238E27FC236}">
                      <a16:creationId xmlns:a16="http://schemas.microsoft.com/office/drawing/2014/main" id="{63D8B78B-CCD8-B54D-E9B9-4B32B4A169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3" y="1847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32" name="Text Box 31">
                  <a:extLst>
                    <a:ext uri="{FF2B5EF4-FFF2-40B4-BE49-F238E27FC236}">
                      <a16:creationId xmlns:a16="http://schemas.microsoft.com/office/drawing/2014/main" id="{1CAF780A-4255-A04D-484E-60C1D03FCB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80" y="187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</p:grpSp>
        <p:grpSp>
          <p:nvGrpSpPr>
            <p:cNvPr id="12309" name="Group 51">
              <a:extLst>
                <a:ext uri="{FF2B5EF4-FFF2-40B4-BE49-F238E27FC236}">
                  <a16:creationId xmlns:a16="http://schemas.microsoft.com/office/drawing/2014/main" id="{B2C64FEE-AADD-4475-78C7-D6CEA7C10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" y="3048"/>
              <a:ext cx="2819" cy="299"/>
              <a:chOff x="244" y="3153"/>
              <a:chExt cx="2819" cy="299"/>
            </a:xfrm>
          </p:grpSpPr>
          <p:grpSp>
            <p:nvGrpSpPr>
              <p:cNvPr id="12316" name="Group 45">
                <a:extLst>
                  <a:ext uri="{FF2B5EF4-FFF2-40B4-BE49-F238E27FC236}">
                    <a16:creationId xmlns:a16="http://schemas.microsoft.com/office/drawing/2014/main" id="{AD3E5A34-0309-BA0D-3331-8040E70941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7" y="3153"/>
                <a:ext cx="350" cy="296"/>
                <a:chOff x="1064" y="2782"/>
                <a:chExt cx="350" cy="296"/>
              </a:xfrm>
            </p:grpSpPr>
            <p:sp>
              <p:nvSpPr>
                <p:cNvPr id="12326" name="Oval 9">
                  <a:extLst>
                    <a:ext uri="{FF2B5EF4-FFF2-40B4-BE49-F238E27FC236}">
                      <a16:creationId xmlns:a16="http://schemas.microsoft.com/office/drawing/2014/main" id="{54B41EF0-B73F-EA6F-DBC3-77183B3013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27" name="Text Box 10">
                  <a:extLst>
                    <a:ext uri="{FF2B5EF4-FFF2-40B4-BE49-F238E27FC236}">
                      <a16:creationId xmlns:a16="http://schemas.microsoft.com/office/drawing/2014/main" id="{4CCA6A76-EDB1-7244-7C01-ED1AE8B6BB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41" y="2805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12317" name="Group 46">
                <a:extLst>
                  <a:ext uri="{FF2B5EF4-FFF2-40B4-BE49-F238E27FC236}">
                    <a16:creationId xmlns:a16="http://schemas.microsoft.com/office/drawing/2014/main" id="{4F2910F9-8058-7C7C-3AC4-EAD5F9E4A7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" y="3153"/>
                <a:ext cx="350" cy="296"/>
                <a:chOff x="244" y="2782"/>
                <a:chExt cx="350" cy="296"/>
              </a:xfrm>
            </p:grpSpPr>
            <p:sp>
              <p:nvSpPr>
                <p:cNvPr id="12324" name="Oval 11">
                  <a:extLst>
                    <a:ext uri="{FF2B5EF4-FFF2-40B4-BE49-F238E27FC236}">
                      <a16:creationId xmlns:a16="http://schemas.microsoft.com/office/drawing/2014/main" id="{92266E95-D0E3-40DC-C0C2-8D575FC361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25" name="Text Box 12">
                  <a:extLst>
                    <a:ext uri="{FF2B5EF4-FFF2-40B4-BE49-F238E27FC236}">
                      <a16:creationId xmlns:a16="http://schemas.microsoft.com/office/drawing/2014/main" id="{483395F6-4050-3800-D876-1BD337820E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1" y="2805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12318" name="Group 44">
                <a:extLst>
                  <a:ext uri="{FF2B5EF4-FFF2-40B4-BE49-F238E27FC236}">
                    <a16:creationId xmlns:a16="http://schemas.microsoft.com/office/drawing/2014/main" id="{3ECC8D8F-C331-D397-5A8C-46892B62F7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0" y="3155"/>
                <a:ext cx="350" cy="296"/>
                <a:chOff x="1890" y="2784"/>
                <a:chExt cx="350" cy="296"/>
              </a:xfrm>
            </p:grpSpPr>
            <p:sp>
              <p:nvSpPr>
                <p:cNvPr id="12322" name="Oval 22">
                  <a:extLst>
                    <a:ext uri="{FF2B5EF4-FFF2-40B4-BE49-F238E27FC236}">
                      <a16:creationId xmlns:a16="http://schemas.microsoft.com/office/drawing/2014/main" id="{B5FA8323-6AB0-FE88-7700-EEF2F0A3D7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27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23" name="Text Box 23">
                  <a:extLst>
                    <a:ext uri="{FF2B5EF4-FFF2-40B4-BE49-F238E27FC236}">
                      <a16:creationId xmlns:a16="http://schemas.microsoft.com/office/drawing/2014/main" id="{5CA6DCC7-491F-DEB4-001F-5930CB306F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7" y="28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  <p:grpSp>
            <p:nvGrpSpPr>
              <p:cNvPr id="12319" name="Group 43">
                <a:extLst>
                  <a:ext uri="{FF2B5EF4-FFF2-40B4-BE49-F238E27FC236}">
                    <a16:creationId xmlns:a16="http://schemas.microsoft.com/office/drawing/2014/main" id="{107B6242-AE3F-980E-6F9D-1671EB1F07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3" y="3156"/>
                <a:ext cx="350" cy="296"/>
                <a:chOff x="2713" y="2785"/>
                <a:chExt cx="350" cy="296"/>
              </a:xfrm>
            </p:grpSpPr>
            <p:sp>
              <p:nvSpPr>
                <p:cNvPr id="12320" name="Oval 32">
                  <a:extLst>
                    <a:ext uri="{FF2B5EF4-FFF2-40B4-BE49-F238E27FC236}">
                      <a16:creationId xmlns:a16="http://schemas.microsoft.com/office/drawing/2014/main" id="{0A2C2152-B835-5AF0-5CDB-FC22A4BED1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13" y="2785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2321" name="Text Box 33">
                  <a:extLst>
                    <a:ext uri="{FF2B5EF4-FFF2-40B4-BE49-F238E27FC236}">
                      <a16:creationId xmlns:a16="http://schemas.microsoft.com/office/drawing/2014/main" id="{97E1D568-9BF6-8337-E116-6005509A06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90" y="2808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</p:grpSp>
        </p:grpSp>
        <p:sp>
          <p:nvSpPr>
            <p:cNvPr id="12310" name="Line 34">
              <a:extLst>
                <a:ext uri="{FF2B5EF4-FFF2-40B4-BE49-F238E27FC236}">
                  <a16:creationId xmlns:a16="http://schemas.microsoft.com/office/drawing/2014/main" id="{26A05D3D-96EB-0552-70CA-BE9300D7B6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2" y="2640"/>
              <a:ext cx="219" cy="4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Line 35">
              <a:extLst>
                <a:ext uri="{FF2B5EF4-FFF2-40B4-BE49-F238E27FC236}">
                  <a16:creationId xmlns:a16="http://schemas.microsoft.com/office/drawing/2014/main" id="{8BE77013-C7DD-94EC-E4FB-8F90FD417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1" y="3335"/>
              <a:ext cx="212" cy="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Line 36">
              <a:extLst>
                <a:ext uri="{FF2B5EF4-FFF2-40B4-BE49-F238E27FC236}">
                  <a16:creationId xmlns:a16="http://schemas.microsoft.com/office/drawing/2014/main" id="{BE9EF87C-C901-32FB-3E71-68931F5E3B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" y="3302"/>
              <a:ext cx="231" cy="4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Line 37">
              <a:extLst>
                <a:ext uri="{FF2B5EF4-FFF2-40B4-BE49-F238E27FC236}">
                  <a16:creationId xmlns:a16="http://schemas.microsoft.com/office/drawing/2014/main" id="{16D92805-BD44-F0E6-FA90-806CE24DD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9" y="2633"/>
              <a:ext cx="200" cy="4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Line 38">
              <a:extLst>
                <a:ext uri="{FF2B5EF4-FFF2-40B4-BE49-F238E27FC236}">
                  <a16:creationId xmlns:a16="http://schemas.microsoft.com/office/drawing/2014/main" id="{BF91489C-BB4A-851C-DE75-26EB68AAD9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0" y="2655"/>
              <a:ext cx="208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Line 39">
              <a:extLst>
                <a:ext uri="{FF2B5EF4-FFF2-40B4-BE49-F238E27FC236}">
                  <a16:creationId xmlns:a16="http://schemas.microsoft.com/office/drawing/2014/main" id="{0E73ABB1-BC6D-5179-6730-0243D277A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8" y="22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5701" name="Text Box 53">
            <a:extLst>
              <a:ext uri="{FF2B5EF4-FFF2-40B4-BE49-F238E27FC236}">
                <a16:creationId xmlns:a16="http://schemas.microsoft.com/office/drawing/2014/main" id="{C59B9F5F-7695-28AE-44E7-BAA50D611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275" y="4035425"/>
            <a:ext cx="1712913" cy="17811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u="sng">
                <a:solidFill>
                  <a:schemeClr val="tx1"/>
                </a:solidFill>
              </a:rPr>
              <a:t>A Few Paths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[ 0, 3, 7 ]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[ 1, 4, 8, 5, 1 ]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[ 2, 6, 9 ]</a:t>
            </a:r>
          </a:p>
        </p:txBody>
      </p:sp>
      <p:sp>
        <p:nvSpPr>
          <p:cNvPr id="155702" name="Text Box 54">
            <a:extLst>
              <a:ext uri="{FF2B5EF4-FFF2-40B4-BE49-F238E27FC236}">
                <a16:creationId xmlns:a16="http://schemas.microsoft.com/office/drawing/2014/main" id="{18C58D3A-010E-4FE2-3FDB-3F31D7AD5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0" y="4048125"/>
            <a:ext cx="2470150" cy="1933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Reach (0) = { 0, 3, 4, 7, 8, 5, 1, 9 }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Reach ({0, 2}) = G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Reach([2,6]) = {2, 6, 9}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701" grpId="0" animBg="1"/>
      <p:bldP spid="15570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>
            <a:extLst>
              <a:ext uri="{FF2B5EF4-FFF2-40B4-BE49-F238E27FC236}">
                <a16:creationId xmlns:a16="http://schemas.microsoft.com/office/drawing/2014/main" id="{953CD1DA-B13A-CA29-4DF5-B47800685EB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13315" name="Footer Placeholder 4">
            <a:extLst>
              <a:ext uri="{FF2B5EF4-FFF2-40B4-BE49-F238E27FC236}">
                <a16:creationId xmlns:a16="http://schemas.microsoft.com/office/drawing/2014/main" id="{1EA391CF-05A1-7C26-3EB2-16699223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3316" name="Slide Number Placeholder 5">
            <a:extLst>
              <a:ext uri="{FF2B5EF4-FFF2-40B4-BE49-F238E27FC236}">
                <a16:creationId xmlns:a16="http://schemas.microsoft.com/office/drawing/2014/main" id="{4AD833C7-D4B6-31E0-DBF3-C42B6206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8E0087F-41D7-4755-9892-0760AC2E6628}" type="slidenum">
              <a:rPr lang="en-US" altLang="en-US" sz="900" b="0" smtClean="0">
                <a:solidFill>
                  <a:schemeClr val="tx1"/>
                </a:solidFill>
              </a:rPr>
              <a:pPr/>
              <a:t>7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EEED6BF5-D5AC-4056-AD92-F7A2EBD54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 Paths and SESEs</a:t>
            </a:r>
          </a:p>
        </p:txBody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4816B2DE-A337-089A-BA85-4A90FF9EB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971550"/>
            <a:ext cx="8867775" cy="5292725"/>
          </a:xfrm>
        </p:spPr>
        <p:txBody>
          <a:bodyPr/>
          <a:lstStyle/>
          <a:p>
            <a:r>
              <a:rPr lang="en-US" altLang="en-US" u="sng">
                <a:solidFill>
                  <a:schemeClr val="tx2"/>
                </a:solidFill>
              </a:rPr>
              <a:t>Test Path</a:t>
            </a:r>
            <a:r>
              <a:rPr lang="en-US" altLang="en-US"/>
              <a:t> : A path that starts at an initial node and ends at a final node</a:t>
            </a:r>
          </a:p>
          <a:p>
            <a:r>
              <a:rPr lang="en-US" altLang="en-US"/>
              <a:t>Test paths represent execution of test cases</a:t>
            </a:r>
          </a:p>
          <a:p>
            <a:pPr lvl="1"/>
            <a:r>
              <a:rPr lang="en-US" altLang="en-US" sz="1800"/>
              <a:t>Some test paths can be executed by many tests</a:t>
            </a:r>
          </a:p>
          <a:p>
            <a:pPr lvl="1"/>
            <a:r>
              <a:rPr lang="en-US" altLang="en-US" sz="1800"/>
              <a:t>Some test paths cannot be executed by </a:t>
            </a:r>
            <a:r>
              <a:rPr lang="en-US" altLang="en-US" sz="1800" u="sng"/>
              <a:t>any</a:t>
            </a:r>
            <a:r>
              <a:rPr lang="en-US" altLang="en-US" sz="1800"/>
              <a:t> tests</a:t>
            </a:r>
          </a:p>
          <a:p>
            <a:pPr lvl="2">
              <a:buFontTx/>
              <a:buNone/>
            </a:pPr>
            <a:endParaRPr lang="en-US" altLang="en-US" sz="1800"/>
          </a:p>
          <a:p>
            <a:r>
              <a:rPr lang="en-US" altLang="en-US" u="sng">
                <a:solidFill>
                  <a:schemeClr val="tx2"/>
                </a:solidFill>
              </a:rPr>
              <a:t>SESE graphs</a:t>
            </a:r>
            <a:r>
              <a:rPr lang="en-US" altLang="en-US"/>
              <a:t> : All  test paths start at a single node and end at another node</a:t>
            </a:r>
          </a:p>
          <a:p>
            <a:pPr lvl="1"/>
            <a:r>
              <a:rPr lang="en-US" altLang="en-US" sz="1800"/>
              <a:t>Single-entry, single-exit</a:t>
            </a:r>
          </a:p>
          <a:p>
            <a:pPr lvl="1"/>
            <a:r>
              <a:rPr lang="en-US" altLang="en-US" sz="1800"/>
              <a:t>N0 and Nf have exactly one node</a:t>
            </a:r>
          </a:p>
        </p:txBody>
      </p:sp>
      <p:grpSp>
        <p:nvGrpSpPr>
          <p:cNvPr id="2" name="Group 41">
            <a:extLst>
              <a:ext uri="{FF2B5EF4-FFF2-40B4-BE49-F238E27FC236}">
                <a16:creationId xmlns:a16="http://schemas.microsoft.com/office/drawing/2014/main" id="{C66A9BB2-685C-0239-71A7-0BA09D95DF7C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4708525"/>
            <a:ext cx="4346575" cy="1443038"/>
            <a:chOff x="503" y="2966"/>
            <a:chExt cx="2738" cy="909"/>
          </a:xfrm>
        </p:grpSpPr>
        <p:grpSp>
          <p:nvGrpSpPr>
            <p:cNvPr id="13321" name="Group 18">
              <a:extLst>
                <a:ext uri="{FF2B5EF4-FFF2-40B4-BE49-F238E27FC236}">
                  <a16:creationId xmlns:a16="http://schemas.microsoft.com/office/drawing/2014/main" id="{0D77505F-DC4B-37AC-E55A-19EE748CB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" y="3273"/>
              <a:ext cx="350" cy="296"/>
              <a:chOff x="4288" y="1746"/>
              <a:chExt cx="350" cy="296"/>
            </a:xfrm>
          </p:grpSpPr>
          <p:sp>
            <p:nvSpPr>
              <p:cNvPr id="13351" name="Oval 5">
                <a:extLst>
                  <a:ext uri="{FF2B5EF4-FFF2-40B4-BE49-F238E27FC236}">
                    <a16:creationId xmlns:a16="http://schemas.microsoft.com/office/drawing/2014/main" id="{C14C4E92-0D5B-AED5-2039-DE26CA86B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352" name="Text Box 6">
                <a:extLst>
                  <a:ext uri="{FF2B5EF4-FFF2-40B4-BE49-F238E27FC236}">
                    <a16:creationId xmlns:a16="http://schemas.microsoft.com/office/drawing/2014/main" id="{BECDA801-5AE4-F3E3-1123-0ADD2FF9DA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/>
                <a:r>
                  <a:rPr lang="en-US" altLang="en-US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grpSp>
          <p:nvGrpSpPr>
            <p:cNvPr id="13322" name="Group 31">
              <a:extLst>
                <a:ext uri="{FF2B5EF4-FFF2-40B4-BE49-F238E27FC236}">
                  <a16:creationId xmlns:a16="http://schemas.microsoft.com/office/drawing/2014/main" id="{E8E27B60-38D7-805A-7146-7355D40BE3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2966"/>
              <a:ext cx="380" cy="908"/>
              <a:chOff x="1346" y="2965"/>
              <a:chExt cx="380" cy="908"/>
            </a:xfrm>
          </p:grpSpPr>
          <p:grpSp>
            <p:nvGrpSpPr>
              <p:cNvPr id="13345" name="Group 19">
                <a:extLst>
                  <a:ext uri="{FF2B5EF4-FFF2-40B4-BE49-F238E27FC236}">
                    <a16:creationId xmlns:a16="http://schemas.microsoft.com/office/drawing/2014/main" id="{65A182C3-3DAF-CEE5-2296-BE824EA646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13349" name="Oval 7">
                  <a:extLst>
                    <a:ext uri="{FF2B5EF4-FFF2-40B4-BE49-F238E27FC236}">
                      <a16:creationId xmlns:a16="http://schemas.microsoft.com/office/drawing/2014/main" id="{6949D2D1-1CB2-E656-5239-B5A9965CDD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3350" name="Text Box 8">
                  <a:extLst>
                    <a:ext uri="{FF2B5EF4-FFF2-40B4-BE49-F238E27FC236}">
                      <a16:creationId xmlns:a16="http://schemas.microsoft.com/office/drawing/2014/main" id="{1802C293-75E8-8F2C-6105-2EAAD888AD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13346" name="Group 20">
                <a:extLst>
                  <a:ext uri="{FF2B5EF4-FFF2-40B4-BE49-F238E27FC236}">
                    <a16:creationId xmlns:a16="http://schemas.microsoft.com/office/drawing/2014/main" id="{535A9DFF-EBDE-4A9C-B920-BD6735B325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13347" name="Oval 9">
                  <a:extLst>
                    <a:ext uri="{FF2B5EF4-FFF2-40B4-BE49-F238E27FC236}">
                      <a16:creationId xmlns:a16="http://schemas.microsoft.com/office/drawing/2014/main" id="{A43581D9-28AC-99E5-6D22-74953C2D6A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3348" name="Text Box 10">
                  <a:extLst>
                    <a:ext uri="{FF2B5EF4-FFF2-40B4-BE49-F238E27FC236}">
                      <a16:creationId xmlns:a16="http://schemas.microsoft.com/office/drawing/2014/main" id="{4E996C6F-8BF0-FB8C-A515-BB10704E5C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</p:grpSp>
        <p:grpSp>
          <p:nvGrpSpPr>
            <p:cNvPr id="13323" name="Group 21">
              <a:extLst>
                <a:ext uri="{FF2B5EF4-FFF2-40B4-BE49-F238E27FC236}">
                  <a16:creationId xmlns:a16="http://schemas.microsoft.com/office/drawing/2014/main" id="{A92F4CB3-27AA-110E-74C1-B88F6D0B64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1" y="3273"/>
              <a:ext cx="350" cy="296"/>
              <a:chOff x="4288" y="3622"/>
              <a:chExt cx="350" cy="296"/>
            </a:xfrm>
          </p:grpSpPr>
          <p:sp>
            <p:nvSpPr>
              <p:cNvPr id="13343" name="Oval 11">
                <a:extLst>
                  <a:ext uri="{FF2B5EF4-FFF2-40B4-BE49-F238E27FC236}">
                    <a16:creationId xmlns:a16="http://schemas.microsoft.com/office/drawing/2014/main" id="{7A71E943-8B9F-D5F9-9D10-312412E9A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344" name="Text Box 12">
                <a:extLst>
                  <a:ext uri="{FF2B5EF4-FFF2-40B4-BE49-F238E27FC236}">
                    <a16:creationId xmlns:a16="http://schemas.microsoft.com/office/drawing/2014/main" id="{D45C2AE4-C99B-AA5B-F46D-146294A0CC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sp>
          <p:nvSpPr>
            <p:cNvPr id="13324" name="Line 13">
              <a:extLst>
                <a:ext uri="{FF2B5EF4-FFF2-40B4-BE49-F238E27FC236}">
                  <a16:creationId xmlns:a16="http://schemas.microsoft.com/office/drawing/2014/main" id="{277F177A-8FBF-75DC-919B-167AB4491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5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17">
              <a:extLst>
                <a:ext uri="{FF2B5EF4-FFF2-40B4-BE49-F238E27FC236}">
                  <a16:creationId xmlns:a16="http://schemas.microsoft.com/office/drawing/2014/main" id="{6F28A7C2-65F6-D19B-F0F7-2852D0E9E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" y="3421"/>
              <a:ext cx="2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326" name="Group 22">
              <a:extLst>
                <a:ext uri="{FF2B5EF4-FFF2-40B4-BE49-F238E27FC236}">
                  <a16:creationId xmlns:a16="http://schemas.microsoft.com/office/drawing/2014/main" id="{67041008-D4D9-1B5F-691E-68538FBE8F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0" y="3273"/>
              <a:ext cx="350" cy="296"/>
              <a:chOff x="4288" y="1746"/>
              <a:chExt cx="350" cy="296"/>
            </a:xfrm>
          </p:grpSpPr>
          <p:sp>
            <p:nvSpPr>
              <p:cNvPr id="13341" name="Oval 23">
                <a:extLst>
                  <a:ext uri="{FF2B5EF4-FFF2-40B4-BE49-F238E27FC236}">
                    <a16:creationId xmlns:a16="http://schemas.microsoft.com/office/drawing/2014/main" id="{252382F1-1B87-2CA0-905E-021381E5C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342" name="Text Box 24">
                <a:extLst>
                  <a:ext uri="{FF2B5EF4-FFF2-40B4-BE49-F238E27FC236}">
                    <a16:creationId xmlns:a16="http://schemas.microsoft.com/office/drawing/2014/main" id="{44B71941-60A4-B4F6-FB54-C59586A08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/>
                <a:r>
                  <a:rPr lang="en-US" alt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13327" name="Group 32">
              <a:extLst>
                <a:ext uri="{FF2B5EF4-FFF2-40B4-BE49-F238E27FC236}">
                  <a16:creationId xmlns:a16="http://schemas.microsoft.com/office/drawing/2014/main" id="{E1029AD1-8892-E99F-F3FE-BE1B209EA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5" y="2967"/>
              <a:ext cx="380" cy="908"/>
              <a:chOff x="2450" y="2968"/>
              <a:chExt cx="380" cy="908"/>
            </a:xfrm>
          </p:grpSpPr>
          <p:grpSp>
            <p:nvGrpSpPr>
              <p:cNvPr id="13335" name="Group 25">
                <a:extLst>
                  <a:ext uri="{FF2B5EF4-FFF2-40B4-BE49-F238E27FC236}">
                    <a16:creationId xmlns:a16="http://schemas.microsoft.com/office/drawing/2014/main" id="{7BB4226B-742A-1C55-FE9C-67DFDB3021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0" y="3580"/>
                <a:ext cx="350" cy="296"/>
                <a:chOff x="4738" y="2684"/>
                <a:chExt cx="350" cy="296"/>
              </a:xfrm>
            </p:grpSpPr>
            <p:sp>
              <p:nvSpPr>
                <p:cNvPr id="13339" name="Oval 26">
                  <a:extLst>
                    <a:ext uri="{FF2B5EF4-FFF2-40B4-BE49-F238E27FC236}">
                      <a16:creationId xmlns:a16="http://schemas.microsoft.com/office/drawing/2014/main" id="{E632F344-8FD7-971D-4403-5EF6E72B62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3340" name="Text Box 27">
                  <a:extLst>
                    <a:ext uri="{FF2B5EF4-FFF2-40B4-BE49-F238E27FC236}">
                      <a16:creationId xmlns:a16="http://schemas.microsoft.com/office/drawing/2014/main" id="{1E29CAEE-7AA3-4E35-00F6-3A72A7B8FA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  <p:grpSp>
            <p:nvGrpSpPr>
              <p:cNvPr id="13336" name="Group 28">
                <a:extLst>
                  <a:ext uri="{FF2B5EF4-FFF2-40B4-BE49-F238E27FC236}">
                    <a16:creationId xmlns:a16="http://schemas.microsoft.com/office/drawing/2014/main" id="{787B08F4-FD1F-EB44-40EE-2E8A54F7C2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0" y="2968"/>
                <a:ext cx="350" cy="296"/>
                <a:chOff x="3838" y="2684"/>
                <a:chExt cx="350" cy="296"/>
              </a:xfrm>
            </p:grpSpPr>
            <p:sp>
              <p:nvSpPr>
                <p:cNvPr id="13337" name="Oval 29">
                  <a:extLst>
                    <a:ext uri="{FF2B5EF4-FFF2-40B4-BE49-F238E27FC236}">
                      <a16:creationId xmlns:a16="http://schemas.microsoft.com/office/drawing/2014/main" id="{2C4ED15A-F386-2E61-BEB5-5B4E987121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3338" name="Text Box 30">
                  <a:extLst>
                    <a:ext uri="{FF2B5EF4-FFF2-40B4-BE49-F238E27FC236}">
                      <a16:creationId xmlns:a16="http://schemas.microsoft.com/office/drawing/2014/main" id="{3FB68F58-17AB-F9E9-449B-EBE7AA5308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</p:grpSp>
        <p:sp>
          <p:nvSpPr>
            <p:cNvPr id="13328" name="Line 33">
              <a:extLst>
                <a:ext uri="{FF2B5EF4-FFF2-40B4-BE49-F238E27FC236}">
                  <a16:creationId xmlns:a16="http://schemas.microsoft.com/office/drawing/2014/main" id="{29FAE386-3757-46A9-2DDD-BFDC496DE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9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Line 34">
              <a:extLst>
                <a:ext uri="{FF2B5EF4-FFF2-40B4-BE49-F238E27FC236}">
                  <a16:creationId xmlns:a16="http://schemas.microsoft.com/office/drawing/2014/main" id="{BC17BA0B-A95A-16A6-D294-3263B4FAA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5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Line 35">
              <a:extLst>
                <a:ext uri="{FF2B5EF4-FFF2-40B4-BE49-F238E27FC236}">
                  <a16:creationId xmlns:a16="http://schemas.microsoft.com/office/drawing/2014/main" id="{D8328522-5840-2EC6-A2B2-F46B63C30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7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Line 36">
              <a:extLst>
                <a:ext uri="{FF2B5EF4-FFF2-40B4-BE49-F238E27FC236}">
                  <a16:creationId xmlns:a16="http://schemas.microsoft.com/office/drawing/2014/main" id="{18021A96-9780-1705-A53E-DC58A311F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5" y="351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Line 37">
              <a:extLst>
                <a:ext uri="{FF2B5EF4-FFF2-40B4-BE49-F238E27FC236}">
                  <a16:creationId xmlns:a16="http://schemas.microsoft.com/office/drawing/2014/main" id="{0342263E-A935-6EAE-45F1-86E863326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" y="319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Line 38">
              <a:extLst>
                <a:ext uri="{FF2B5EF4-FFF2-40B4-BE49-F238E27FC236}">
                  <a16:creationId xmlns:a16="http://schemas.microsoft.com/office/drawing/2014/main" id="{83635CC3-CE9B-C83F-39A9-4C5CB005E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" y="351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Line 39">
              <a:extLst>
                <a:ext uri="{FF2B5EF4-FFF2-40B4-BE49-F238E27FC236}">
                  <a16:creationId xmlns:a16="http://schemas.microsoft.com/office/drawing/2014/main" id="{5AA8D649-DCD8-6EC3-EF0F-278F97E42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7" y="319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6712" name="Text Box 40">
            <a:extLst>
              <a:ext uri="{FF2B5EF4-FFF2-40B4-BE49-F238E27FC236}">
                <a16:creationId xmlns:a16="http://schemas.microsoft.com/office/drawing/2014/main" id="{8AECBD54-CBA2-3A85-53B1-54C27D510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4464050"/>
            <a:ext cx="3303588" cy="1933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u="sng">
                <a:solidFill>
                  <a:schemeClr val="tx1"/>
                </a:solidFill>
              </a:rPr>
              <a:t>Double-diamond graph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Four test paths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1, 3, 4, 6 ]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1, 3, 5, 6 ]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2, 3, 4, 6 ]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2, 3, 5, 6 ]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>
            <a:extLst>
              <a:ext uri="{FF2B5EF4-FFF2-40B4-BE49-F238E27FC236}">
                <a16:creationId xmlns:a16="http://schemas.microsoft.com/office/drawing/2014/main" id="{69298B27-60E4-F2F9-9E3B-200B98B8DF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14339" name="Footer Placeholder 4">
            <a:extLst>
              <a:ext uri="{FF2B5EF4-FFF2-40B4-BE49-F238E27FC236}">
                <a16:creationId xmlns:a16="http://schemas.microsoft.com/office/drawing/2014/main" id="{5D09B90E-3997-A930-E08B-E82C2615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4340" name="Slide Number Placeholder 5">
            <a:extLst>
              <a:ext uri="{FF2B5EF4-FFF2-40B4-BE49-F238E27FC236}">
                <a16:creationId xmlns:a16="http://schemas.microsoft.com/office/drawing/2014/main" id="{9E647588-8531-5091-0690-1FE5E11B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54C4E0C-A0A4-4772-B57E-AF6A750A627B}" type="slidenum">
              <a:rPr lang="en-US" altLang="en-US" sz="900" b="0" smtClean="0">
                <a:solidFill>
                  <a:schemeClr val="tx1"/>
                </a:solidFill>
              </a:rPr>
              <a:pPr/>
              <a:t>8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C2EE94C5-9DC1-45C4-05EF-AD7B60C54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Visiting and Touring</a:t>
            </a:r>
          </a:p>
        </p:txBody>
      </p:sp>
      <p:sp>
        <p:nvSpPr>
          <p:cNvPr id="14342" name="Rectangle 3">
            <a:extLst>
              <a:ext uri="{FF2B5EF4-FFF2-40B4-BE49-F238E27FC236}">
                <a16:creationId xmlns:a16="http://schemas.microsoft.com/office/drawing/2014/main" id="{4D873868-36A7-5AD5-011A-6EE9DDCAC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1579563"/>
          </a:xfrm>
        </p:spPr>
        <p:txBody>
          <a:bodyPr/>
          <a:lstStyle/>
          <a:p>
            <a:r>
              <a:rPr lang="en-US" altLang="en-US" u="sng">
                <a:solidFill>
                  <a:schemeClr val="tx2"/>
                </a:solidFill>
              </a:rPr>
              <a:t>Visit</a:t>
            </a:r>
            <a:r>
              <a:rPr lang="en-US" altLang="en-US"/>
              <a:t> : A test path </a:t>
            </a:r>
            <a:r>
              <a:rPr lang="en-US" altLang="en-US" i="1"/>
              <a:t>p</a:t>
            </a:r>
            <a:r>
              <a:rPr lang="en-US" altLang="en-US"/>
              <a:t> </a:t>
            </a:r>
            <a:r>
              <a:rPr lang="en-US" altLang="en-US" i="1" u="sng"/>
              <a:t>visits</a:t>
            </a:r>
            <a:r>
              <a:rPr lang="en-US" altLang="en-US"/>
              <a:t> node </a:t>
            </a:r>
            <a:r>
              <a:rPr lang="en-US" altLang="en-US" i="1"/>
              <a:t>n</a:t>
            </a:r>
            <a:r>
              <a:rPr lang="en-US" altLang="en-US"/>
              <a:t> if </a:t>
            </a:r>
            <a:r>
              <a:rPr lang="en-US" altLang="en-US" i="1"/>
              <a:t>n</a:t>
            </a:r>
            <a:r>
              <a:rPr lang="en-US" altLang="en-US"/>
              <a:t> is in </a:t>
            </a:r>
            <a:r>
              <a:rPr lang="en-US" altLang="en-US" i="1"/>
              <a:t>p</a:t>
            </a:r>
          </a:p>
          <a:p>
            <a:pPr>
              <a:buFontTx/>
              <a:buNone/>
            </a:pPr>
            <a:r>
              <a:rPr lang="en-US" altLang="en-US"/>
              <a:t>               A test path </a:t>
            </a:r>
            <a:r>
              <a:rPr lang="en-US" altLang="en-US" i="1"/>
              <a:t>p</a:t>
            </a:r>
            <a:r>
              <a:rPr lang="en-US" altLang="en-US"/>
              <a:t> </a:t>
            </a:r>
            <a:r>
              <a:rPr lang="en-US" altLang="en-US" i="1" u="sng"/>
              <a:t>visits</a:t>
            </a:r>
            <a:r>
              <a:rPr lang="en-US" altLang="en-US"/>
              <a:t> edge </a:t>
            </a:r>
            <a:r>
              <a:rPr lang="en-US" altLang="en-US" i="1"/>
              <a:t>e</a:t>
            </a:r>
            <a:r>
              <a:rPr lang="en-US" altLang="en-US"/>
              <a:t> if </a:t>
            </a:r>
            <a:r>
              <a:rPr lang="en-US" altLang="en-US" i="1"/>
              <a:t>e</a:t>
            </a:r>
            <a:r>
              <a:rPr lang="en-US" altLang="en-US"/>
              <a:t> is in </a:t>
            </a:r>
            <a:r>
              <a:rPr lang="en-US" altLang="en-US" i="1"/>
              <a:t>p</a:t>
            </a:r>
          </a:p>
          <a:p>
            <a:r>
              <a:rPr lang="en-US" altLang="en-US" u="sng">
                <a:solidFill>
                  <a:schemeClr val="tx2"/>
                </a:solidFill>
              </a:rPr>
              <a:t>Tour</a:t>
            </a:r>
            <a:r>
              <a:rPr lang="en-US" altLang="en-US"/>
              <a:t> : A test path </a:t>
            </a:r>
            <a:r>
              <a:rPr lang="en-US" altLang="en-US" i="1"/>
              <a:t>p</a:t>
            </a:r>
            <a:r>
              <a:rPr lang="en-US" altLang="en-US"/>
              <a:t> </a:t>
            </a:r>
            <a:r>
              <a:rPr lang="en-US" altLang="en-US" i="1" u="sng"/>
              <a:t>tours</a:t>
            </a:r>
            <a:r>
              <a:rPr lang="en-US" altLang="en-US"/>
              <a:t> subpath </a:t>
            </a:r>
            <a:r>
              <a:rPr lang="en-US" altLang="en-US" i="1"/>
              <a:t>q</a:t>
            </a:r>
            <a:r>
              <a:rPr lang="en-US" altLang="en-US"/>
              <a:t> if </a:t>
            </a:r>
            <a:r>
              <a:rPr lang="en-US" altLang="en-US" i="1"/>
              <a:t>q</a:t>
            </a:r>
            <a:r>
              <a:rPr lang="en-US" altLang="en-US"/>
              <a:t> is a subpath of </a:t>
            </a:r>
            <a:r>
              <a:rPr lang="en-US" altLang="en-US" i="1"/>
              <a:t>p</a:t>
            </a:r>
          </a:p>
        </p:txBody>
      </p:sp>
      <p:sp>
        <p:nvSpPr>
          <p:cNvPr id="14343" name="Text Box 4">
            <a:extLst>
              <a:ext uri="{FF2B5EF4-FFF2-40B4-BE49-F238E27FC236}">
                <a16:creationId xmlns:a16="http://schemas.microsoft.com/office/drawing/2014/main" id="{E4757A88-59A5-FEDE-FFB9-4B04D60D3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3028950"/>
            <a:ext cx="7646987" cy="17811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Path [ 0, 1, 3, 4, 6 ]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Visits nodes 0, 1, 3, 4, 6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Visits edges (0, 1),   (1, 3),   (3, 4),  (4, 6)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Tours subpaths [0, 1, 3],   [1, 3, 4],   [3, 4, 6],   [0, 1, 3, 4],   [1, 3, 4, 6]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>
            <a:extLst>
              <a:ext uri="{FF2B5EF4-FFF2-40B4-BE49-F238E27FC236}">
                <a16:creationId xmlns:a16="http://schemas.microsoft.com/office/drawing/2014/main" id="{D0596238-ED27-1BAA-3004-F34262B522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16387" name="Footer Placeholder 4">
            <a:extLst>
              <a:ext uri="{FF2B5EF4-FFF2-40B4-BE49-F238E27FC236}">
                <a16:creationId xmlns:a16="http://schemas.microsoft.com/office/drawing/2014/main" id="{DB3F6D36-52BC-8563-CF0D-61C9B127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C06602EB-D383-86EB-907C-2D8B2638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5E1371B-F81F-4EC9-9A80-3ED8A3A43A4D}" type="slidenum">
              <a:rPr lang="en-US" altLang="en-US" sz="900" b="0" smtClean="0">
                <a:solidFill>
                  <a:schemeClr val="tx1"/>
                </a:solidFill>
              </a:rPr>
              <a:pPr/>
              <a:t>9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82B85500-6B55-426B-1EEE-F5757EA90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Tests and Test Paths</a:t>
            </a:r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89CD2D66-9E45-AF38-819B-950807E0A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271588"/>
            <a:ext cx="8867775" cy="5072062"/>
          </a:xfrm>
        </p:spPr>
        <p:txBody>
          <a:bodyPr/>
          <a:lstStyle/>
          <a:p>
            <a:r>
              <a:rPr lang="en-US" altLang="en-US" u="sng">
                <a:solidFill>
                  <a:schemeClr val="tx2"/>
                </a:solidFill>
              </a:rPr>
              <a:t>path</a:t>
            </a:r>
            <a:r>
              <a:rPr lang="en-US" altLang="en-US">
                <a:solidFill>
                  <a:schemeClr val="tx2"/>
                </a:solidFill>
              </a:rPr>
              <a:t> (</a:t>
            </a:r>
            <a:r>
              <a:rPr lang="en-US" altLang="en-US" i="1">
                <a:solidFill>
                  <a:schemeClr val="tx2"/>
                </a:solidFill>
              </a:rPr>
              <a:t>t</a:t>
            </a:r>
            <a:r>
              <a:rPr lang="en-US" altLang="en-US">
                <a:solidFill>
                  <a:schemeClr val="tx2"/>
                </a:solidFill>
              </a:rPr>
              <a:t>)</a:t>
            </a:r>
            <a:r>
              <a:rPr lang="en-US" altLang="en-US"/>
              <a:t> : The test path executed by test </a:t>
            </a:r>
            <a:r>
              <a:rPr lang="en-US" altLang="en-US" i="1"/>
              <a:t>t</a:t>
            </a:r>
          </a:p>
          <a:p>
            <a:pPr lvl="1"/>
            <a:endParaRPr lang="en-US" altLang="en-US" sz="1800"/>
          </a:p>
          <a:p>
            <a:r>
              <a:rPr lang="en-US" altLang="en-US" u="sng">
                <a:solidFill>
                  <a:schemeClr val="tx2"/>
                </a:solidFill>
              </a:rPr>
              <a:t>path</a:t>
            </a:r>
            <a:r>
              <a:rPr lang="en-US" altLang="en-US">
                <a:solidFill>
                  <a:schemeClr val="tx2"/>
                </a:solidFill>
              </a:rPr>
              <a:t> (</a:t>
            </a:r>
            <a:r>
              <a:rPr lang="en-US" altLang="en-US" i="1">
                <a:solidFill>
                  <a:schemeClr val="tx2"/>
                </a:solidFill>
              </a:rPr>
              <a:t>T</a:t>
            </a:r>
            <a:r>
              <a:rPr lang="en-US" altLang="en-US">
                <a:solidFill>
                  <a:schemeClr val="tx2"/>
                </a:solidFill>
              </a:rPr>
              <a:t>)</a:t>
            </a:r>
            <a:r>
              <a:rPr lang="en-US" altLang="en-US"/>
              <a:t> : The set of test paths executed by the set of tests </a:t>
            </a:r>
            <a:r>
              <a:rPr lang="en-US" altLang="en-US" i="1"/>
              <a:t>T</a:t>
            </a:r>
          </a:p>
          <a:p>
            <a:endParaRPr lang="en-US" altLang="en-US"/>
          </a:p>
          <a:p>
            <a:r>
              <a:rPr lang="en-US" altLang="en-US"/>
              <a:t>Each test executes </a:t>
            </a:r>
            <a:r>
              <a:rPr lang="en-US" altLang="en-US">
                <a:solidFill>
                  <a:schemeClr val="tx2"/>
                </a:solidFill>
              </a:rPr>
              <a:t>one and only one</a:t>
            </a:r>
            <a:r>
              <a:rPr lang="en-US" altLang="en-US"/>
              <a:t> test path</a:t>
            </a:r>
          </a:p>
          <a:p>
            <a:endParaRPr lang="en-US" altLang="en-US"/>
          </a:p>
          <a:p>
            <a:r>
              <a:rPr lang="en-US" altLang="en-US"/>
              <a:t>A location in a graph (node or edge) can be </a:t>
            </a:r>
            <a:r>
              <a:rPr lang="en-US" altLang="en-US" u="sng">
                <a:solidFill>
                  <a:schemeClr val="tx2"/>
                </a:solidFill>
              </a:rPr>
              <a:t>reached</a:t>
            </a:r>
            <a:r>
              <a:rPr lang="en-US" altLang="en-US"/>
              <a:t> from another location if there is a sequence of edges from the first location to the second</a:t>
            </a:r>
          </a:p>
          <a:p>
            <a:pPr lvl="1"/>
            <a:r>
              <a:rPr lang="en-US" altLang="en-US" sz="1800" i="1" u="sng">
                <a:solidFill>
                  <a:schemeClr val="tx2"/>
                </a:solidFill>
              </a:rPr>
              <a:t>Syntactic</a:t>
            </a:r>
            <a:r>
              <a:rPr lang="en-US" altLang="en-US" sz="1800" i="1" u="sng"/>
              <a:t> reach</a:t>
            </a:r>
            <a:r>
              <a:rPr lang="en-US" altLang="en-US" sz="1800"/>
              <a:t> : A subpath exists in the graph</a:t>
            </a:r>
          </a:p>
          <a:p>
            <a:pPr lvl="1"/>
            <a:r>
              <a:rPr lang="en-US" altLang="en-US" sz="1800" i="1" u="sng">
                <a:solidFill>
                  <a:schemeClr val="tx2"/>
                </a:solidFill>
              </a:rPr>
              <a:t>Semantic</a:t>
            </a:r>
            <a:r>
              <a:rPr lang="en-US" altLang="en-US" sz="1800" i="1" u="sng"/>
              <a:t> reach</a:t>
            </a:r>
            <a:r>
              <a:rPr lang="en-US" altLang="en-US" sz="1800"/>
              <a:t> : A test exists that can execute that subpath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>
            <a:extLst>
              <a:ext uri="{FF2B5EF4-FFF2-40B4-BE49-F238E27FC236}">
                <a16:creationId xmlns:a16="http://schemas.microsoft.com/office/drawing/2014/main" id="{8D9EABE6-03DF-F633-6AA0-CB79028500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18435" name="Footer Placeholder 4">
            <a:extLst>
              <a:ext uri="{FF2B5EF4-FFF2-40B4-BE49-F238E27FC236}">
                <a16:creationId xmlns:a16="http://schemas.microsoft.com/office/drawing/2014/main" id="{8E7308DE-5432-8F33-C7F0-D9235FE2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00AB334E-30E3-E6F1-CDFE-C89F6B87E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9C92548-C627-41D6-8CAD-91D703E2C8A8}" type="slidenum">
              <a:rPr lang="en-US" altLang="en-US" sz="900" b="0" smtClean="0">
                <a:solidFill>
                  <a:schemeClr val="tx1"/>
                </a:solidFill>
              </a:rPr>
              <a:pPr/>
              <a:t>10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1CD8B314-7A2A-FD8E-95B6-AC2D60B29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Tests and Test Paths</a:t>
            </a:r>
          </a:p>
        </p:txBody>
      </p:sp>
      <p:sp>
        <p:nvSpPr>
          <p:cNvPr id="18438" name="Text Box 4">
            <a:extLst>
              <a:ext uri="{FF2B5EF4-FFF2-40B4-BE49-F238E27FC236}">
                <a16:creationId xmlns:a16="http://schemas.microsoft.com/office/drawing/2014/main" id="{298556DC-175C-AC54-34C3-9E0FAEF7B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1073150"/>
            <a:ext cx="10461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test 1</a:t>
            </a:r>
          </a:p>
        </p:txBody>
      </p:sp>
      <p:sp>
        <p:nvSpPr>
          <p:cNvPr id="18439" name="Text Box 10">
            <a:extLst>
              <a:ext uri="{FF2B5EF4-FFF2-40B4-BE49-F238E27FC236}">
                <a16:creationId xmlns:a16="http://schemas.microsoft.com/office/drawing/2014/main" id="{79920D9A-F718-D9CA-EB4C-E508CC056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1817688"/>
            <a:ext cx="10461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test 2</a:t>
            </a:r>
          </a:p>
        </p:txBody>
      </p:sp>
      <p:sp>
        <p:nvSpPr>
          <p:cNvPr id="18440" name="Text Box 11">
            <a:extLst>
              <a:ext uri="{FF2B5EF4-FFF2-40B4-BE49-F238E27FC236}">
                <a16:creationId xmlns:a16="http://schemas.microsoft.com/office/drawing/2014/main" id="{92D2A1DC-A684-37EB-AC25-3AEA8AA5E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2543175"/>
            <a:ext cx="10461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test 3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AC819608-5D56-DF75-B5D0-0EEBE2EB06DB}"/>
              </a:ext>
            </a:extLst>
          </p:cNvPr>
          <p:cNvGrpSpPr>
            <a:grpSpLocks/>
          </p:cNvGrpSpPr>
          <p:nvPr/>
        </p:nvGrpSpPr>
        <p:grpSpPr bwMode="auto">
          <a:xfrm>
            <a:off x="1685925" y="1073150"/>
            <a:ext cx="5091113" cy="1704975"/>
            <a:chOff x="1062" y="904"/>
            <a:chExt cx="3207" cy="1074"/>
          </a:xfrm>
        </p:grpSpPr>
        <p:sp>
          <p:nvSpPr>
            <p:cNvPr id="18456" name="Text Box 13">
              <a:extLst>
                <a:ext uri="{FF2B5EF4-FFF2-40B4-BE49-F238E27FC236}">
                  <a16:creationId xmlns:a16="http://schemas.microsoft.com/office/drawing/2014/main" id="{FD35FC5A-0EB1-3C1B-A0BF-387A4AE01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2" y="904"/>
              <a:ext cx="12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solidFill>
                    <a:schemeClr val="tx1"/>
                  </a:solidFill>
                </a:rPr>
                <a:t>many-to-one</a:t>
              </a:r>
            </a:p>
          </p:txBody>
        </p:sp>
        <p:sp>
          <p:nvSpPr>
            <p:cNvPr id="18457" name="Line 14">
              <a:extLst>
                <a:ext uri="{FF2B5EF4-FFF2-40B4-BE49-F238E27FC236}">
                  <a16:creationId xmlns:a16="http://schemas.microsoft.com/office/drawing/2014/main" id="{44D9AD30-7982-3AA6-8306-4C5693F38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9" y="1517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17">
              <a:extLst>
                <a:ext uri="{FF2B5EF4-FFF2-40B4-BE49-F238E27FC236}">
                  <a16:creationId xmlns:a16="http://schemas.microsoft.com/office/drawing/2014/main" id="{49B7F660-267E-FFA4-DE63-AD50213CE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2" y="1056"/>
              <a:ext cx="3207" cy="3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Line 19">
              <a:extLst>
                <a:ext uri="{FF2B5EF4-FFF2-40B4-BE49-F238E27FC236}">
                  <a16:creationId xmlns:a16="http://schemas.microsoft.com/office/drawing/2014/main" id="{29799EC5-1CAE-EED1-4C02-65B9239B5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5" y="1670"/>
              <a:ext cx="3200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43">
            <a:extLst>
              <a:ext uri="{FF2B5EF4-FFF2-40B4-BE49-F238E27FC236}">
                <a16:creationId xmlns:a16="http://schemas.microsoft.com/office/drawing/2014/main" id="{84E90117-8C7F-4B97-54FE-28C7D0FEB97E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3890963"/>
            <a:ext cx="1046163" cy="1944687"/>
            <a:chOff x="354" y="2451"/>
            <a:chExt cx="659" cy="1225"/>
          </a:xfrm>
          <a:solidFill>
            <a:schemeClr val="bg1"/>
          </a:solidFill>
        </p:grpSpPr>
        <p:sp>
          <p:nvSpPr>
            <p:cNvPr id="11297" name="Text Box 22">
              <a:extLst>
                <a:ext uri="{FF2B5EF4-FFF2-40B4-BE49-F238E27FC236}">
                  <a16:creationId xmlns:a16="http://schemas.microsoft.com/office/drawing/2014/main" id="{A256726F-9718-9FE3-9B8E-24D280BC0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" y="2451"/>
              <a:ext cx="659" cy="288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test 1</a:t>
              </a:r>
            </a:p>
          </p:txBody>
        </p:sp>
        <p:sp>
          <p:nvSpPr>
            <p:cNvPr id="11298" name="Text Box 23">
              <a:extLst>
                <a:ext uri="{FF2B5EF4-FFF2-40B4-BE49-F238E27FC236}">
                  <a16:creationId xmlns:a16="http://schemas.microsoft.com/office/drawing/2014/main" id="{AA4C946A-963A-5CEB-C1AA-922A9BD41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" y="2920"/>
              <a:ext cx="659" cy="288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test 2</a:t>
              </a:r>
            </a:p>
          </p:txBody>
        </p:sp>
        <p:sp>
          <p:nvSpPr>
            <p:cNvPr id="11299" name="Text Box 24">
              <a:extLst>
                <a:ext uri="{FF2B5EF4-FFF2-40B4-BE49-F238E27FC236}">
                  <a16:creationId xmlns:a16="http://schemas.microsoft.com/office/drawing/2014/main" id="{96E08919-DA36-93FF-FF58-0AA521A59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" y="3388"/>
              <a:ext cx="659" cy="288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test 3</a:t>
              </a:r>
            </a:p>
          </p:txBody>
        </p:sp>
      </p:grpSp>
      <p:grpSp>
        <p:nvGrpSpPr>
          <p:cNvPr id="4" name="Group 44">
            <a:extLst>
              <a:ext uri="{FF2B5EF4-FFF2-40B4-BE49-F238E27FC236}">
                <a16:creationId xmlns:a16="http://schemas.microsoft.com/office/drawing/2014/main" id="{6BF7D152-5F84-DB48-004C-2679E39CF5EA}"/>
              </a:ext>
            </a:extLst>
          </p:cNvPr>
          <p:cNvGrpSpPr>
            <a:grpSpLocks/>
          </p:cNvGrpSpPr>
          <p:nvPr/>
        </p:nvGrpSpPr>
        <p:grpSpPr bwMode="auto">
          <a:xfrm>
            <a:off x="1785938" y="3719513"/>
            <a:ext cx="5076825" cy="1887537"/>
            <a:chOff x="1125" y="2343"/>
            <a:chExt cx="3198" cy="1189"/>
          </a:xfrm>
        </p:grpSpPr>
        <p:sp>
          <p:nvSpPr>
            <p:cNvPr id="18446" name="Text Box 27">
              <a:extLst>
                <a:ext uri="{FF2B5EF4-FFF2-40B4-BE49-F238E27FC236}">
                  <a16:creationId xmlns:a16="http://schemas.microsoft.com/office/drawing/2014/main" id="{90C9664E-E195-AD57-5F94-A91D6B1B5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5" y="2343"/>
              <a:ext cx="1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solidFill>
                    <a:schemeClr val="tx1"/>
                  </a:solidFill>
                </a:rPr>
                <a:t>many-to-many</a:t>
              </a:r>
            </a:p>
          </p:txBody>
        </p:sp>
        <p:sp>
          <p:nvSpPr>
            <p:cNvPr id="18447" name="Line 28">
              <a:extLst>
                <a:ext uri="{FF2B5EF4-FFF2-40B4-BE49-F238E27FC236}">
                  <a16:creationId xmlns:a16="http://schemas.microsoft.com/office/drawing/2014/main" id="{404C16CF-4E49-0FE9-C029-1791F01D5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8" y="3064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29">
              <a:extLst>
                <a:ext uri="{FF2B5EF4-FFF2-40B4-BE49-F238E27FC236}">
                  <a16:creationId xmlns:a16="http://schemas.microsoft.com/office/drawing/2014/main" id="{77893760-5784-CF0D-6454-61A3272B7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" y="2622"/>
              <a:ext cx="3190" cy="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Line 30">
              <a:extLst>
                <a:ext uri="{FF2B5EF4-FFF2-40B4-BE49-F238E27FC236}">
                  <a16:creationId xmlns:a16="http://schemas.microsoft.com/office/drawing/2014/main" id="{42384876-B4BB-EB1A-7FF8-F421D82166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5" y="3166"/>
              <a:ext cx="3187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Line 33">
              <a:extLst>
                <a:ext uri="{FF2B5EF4-FFF2-40B4-BE49-F238E27FC236}">
                  <a16:creationId xmlns:a16="http://schemas.microsoft.com/office/drawing/2014/main" id="{2BA93692-F638-8230-14A5-F7CB5DC14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8" y="3532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Line 34">
              <a:extLst>
                <a:ext uri="{FF2B5EF4-FFF2-40B4-BE49-F238E27FC236}">
                  <a16:creationId xmlns:a16="http://schemas.microsoft.com/office/drawing/2014/main" id="{B6A3D684-E17B-C63E-5AD9-FD191789A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8" y="2595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Line 38">
              <a:extLst>
                <a:ext uri="{FF2B5EF4-FFF2-40B4-BE49-F238E27FC236}">
                  <a16:creationId xmlns:a16="http://schemas.microsoft.com/office/drawing/2014/main" id="{FF862A29-72DC-BC9B-F698-BF2BD1B70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3" y="2686"/>
              <a:ext cx="3190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39">
              <a:extLst>
                <a:ext uri="{FF2B5EF4-FFF2-40B4-BE49-F238E27FC236}">
                  <a16:creationId xmlns:a16="http://schemas.microsoft.com/office/drawing/2014/main" id="{F06705EA-8A76-1F24-D7AC-9C307E3AD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3" y="3105"/>
              <a:ext cx="31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Line 40">
              <a:extLst>
                <a:ext uri="{FF2B5EF4-FFF2-40B4-BE49-F238E27FC236}">
                  <a16:creationId xmlns:a16="http://schemas.microsoft.com/office/drawing/2014/main" id="{E3B2758D-49BA-EBEC-085C-A1F66D0E9C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7" y="2776"/>
              <a:ext cx="3194" cy="7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Line 41">
              <a:extLst>
                <a:ext uri="{FF2B5EF4-FFF2-40B4-BE49-F238E27FC236}">
                  <a16:creationId xmlns:a16="http://schemas.microsoft.com/office/drawing/2014/main" id="{7449A60D-A879-82D7-A63E-D1C744424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" y="2647"/>
              <a:ext cx="3191" cy="7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7">
            <a:extLst>
              <a:ext uri="{FF2B5EF4-FFF2-40B4-BE49-F238E27FC236}">
                <a16:creationId xmlns:a16="http://schemas.microsoft.com/office/drawing/2014/main" id="{7CA6CE8D-A541-3CF3-4266-6D00354D9866}"/>
              </a:ext>
            </a:extLst>
          </p:cNvPr>
          <p:cNvGrpSpPr>
            <a:grpSpLocks/>
          </p:cNvGrpSpPr>
          <p:nvPr/>
        </p:nvGrpSpPr>
        <p:grpSpPr bwMode="auto">
          <a:xfrm>
            <a:off x="127000" y="3889375"/>
            <a:ext cx="8890000" cy="2549525"/>
            <a:chOff x="80" y="2450"/>
            <a:chExt cx="5600" cy="1606"/>
          </a:xfrm>
          <a:solidFill>
            <a:schemeClr val="bg1"/>
          </a:solidFill>
        </p:grpSpPr>
        <p:grpSp>
          <p:nvGrpSpPr>
            <p:cNvPr id="11282" name="Group 45">
              <a:extLst>
                <a:ext uri="{FF2B5EF4-FFF2-40B4-BE49-F238E27FC236}">
                  <a16:creationId xmlns:a16="http://schemas.microsoft.com/office/drawing/2014/main" id="{1A7DF5F9-E737-E185-88BD-520666B568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4" y="2450"/>
              <a:ext cx="1094" cy="1226"/>
              <a:chOff x="4364" y="2450"/>
              <a:chExt cx="1094" cy="1226"/>
            </a:xfrm>
            <a:grpFill/>
          </p:grpSpPr>
          <p:sp>
            <p:nvSpPr>
              <p:cNvPr id="11284" name="Text Box 25">
                <a:extLst>
                  <a:ext uri="{FF2B5EF4-FFF2-40B4-BE49-F238E27FC236}">
                    <a16:creationId xmlns:a16="http://schemas.microsoft.com/office/drawing/2014/main" id="{486D4A9E-26E7-7F4D-D869-E958D84A8B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4" y="2450"/>
                <a:ext cx="1094" cy="28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Test Path 1</a:t>
                </a:r>
              </a:p>
            </p:txBody>
          </p:sp>
          <p:sp>
            <p:nvSpPr>
              <p:cNvPr id="11285" name="Text Box 31">
                <a:extLst>
                  <a:ext uri="{FF2B5EF4-FFF2-40B4-BE49-F238E27FC236}">
                    <a16:creationId xmlns:a16="http://schemas.microsoft.com/office/drawing/2014/main" id="{34DEDA8E-D6C6-0D92-DBAA-ABCB1DE497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4" y="2925"/>
                <a:ext cx="1094" cy="28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Test Path 2</a:t>
                </a:r>
              </a:p>
            </p:txBody>
          </p:sp>
          <p:sp>
            <p:nvSpPr>
              <p:cNvPr id="11286" name="Text Box 32">
                <a:extLst>
                  <a:ext uri="{FF2B5EF4-FFF2-40B4-BE49-F238E27FC236}">
                    <a16:creationId xmlns:a16="http://schemas.microsoft.com/office/drawing/2014/main" id="{6A2D2E8F-E2F6-9D82-08E3-9A54660471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4" y="3388"/>
                <a:ext cx="1094" cy="28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Test Path 3</a:t>
                </a:r>
              </a:p>
            </p:txBody>
          </p:sp>
        </p:grpSp>
        <p:sp>
          <p:nvSpPr>
            <p:cNvPr id="11283" name="Text Box 42">
              <a:extLst>
                <a:ext uri="{FF2B5EF4-FFF2-40B4-BE49-F238E27FC236}">
                  <a16:creationId xmlns:a16="http://schemas.microsoft.com/office/drawing/2014/main" id="{AD568D03-9B11-D03E-6892-47F1F75A6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" y="3768"/>
              <a:ext cx="5600" cy="288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 dirty="0">
                  <a:solidFill>
                    <a:srgbClr val="000000"/>
                  </a:solidFill>
                </a:rPr>
                <a:t>Non-deterministic software – a test can execute different test paths</a:t>
              </a:r>
            </a:p>
          </p:txBody>
        </p:sp>
      </p:grpSp>
      <p:grpSp>
        <p:nvGrpSpPr>
          <p:cNvPr id="7" name="Group 49">
            <a:extLst>
              <a:ext uri="{FF2B5EF4-FFF2-40B4-BE49-F238E27FC236}">
                <a16:creationId xmlns:a16="http://schemas.microsoft.com/office/drawing/2014/main" id="{7F968788-CAB5-912A-E650-FFAB75B9411A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1635125"/>
            <a:ext cx="9078913" cy="1871663"/>
            <a:chOff x="20" y="1030"/>
            <a:chExt cx="5719" cy="1179"/>
          </a:xfrm>
          <a:solidFill>
            <a:schemeClr val="bg1"/>
          </a:solidFill>
        </p:grpSpPr>
        <p:grpSp>
          <p:nvGrpSpPr>
            <p:cNvPr id="11278" name="Group 46">
              <a:extLst>
                <a:ext uri="{FF2B5EF4-FFF2-40B4-BE49-F238E27FC236}">
                  <a16:creationId xmlns:a16="http://schemas.microsoft.com/office/drawing/2014/main" id="{2D0AF4A3-B8A0-353C-32ED-E9370BCFD4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" y="1030"/>
              <a:ext cx="5600" cy="1179"/>
              <a:chOff x="80" y="1030"/>
              <a:chExt cx="5600" cy="1179"/>
            </a:xfrm>
            <a:grpFill/>
          </p:grpSpPr>
          <p:sp>
            <p:nvSpPr>
              <p:cNvPr id="11280" name="Text Box 12">
                <a:extLst>
                  <a:ext uri="{FF2B5EF4-FFF2-40B4-BE49-F238E27FC236}">
                    <a16:creationId xmlns:a16="http://schemas.microsoft.com/office/drawing/2014/main" id="{472C00C7-BA23-96B8-7739-B0C3EB38F6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4" y="1030"/>
                <a:ext cx="659" cy="51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Test Path</a:t>
                </a:r>
              </a:p>
            </p:txBody>
          </p:sp>
          <p:sp>
            <p:nvSpPr>
              <p:cNvPr id="11281" name="Text Box 21">
                <a:extLst>
                  <a:ext uri="{FF2B5EF4-FFF2-40B4-BE49-F238E27FC236}">
                    <a16:creationId xmlns:a16="http://schemas.microsoft.com/office/drawing/2014/main" id="{3826DBC7-5B9C-ABDC-A2ED-38280DCD1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" y="1921"/>
                <a:ext cx="5600" cy="28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en-US" sz="2400" dirty="0">
                    <a:solidFill>
                      <a:srgbClr val="000000"/>
                    </a:solidFill>
                  </a:rPr>
                  <a:t>Deterministic software – a test always executes the same test path</a:t>
                </a:r>
              </a:p>
            </p:txBody>
          </p:sp>
        </p:grpSp>
        <p:sp>
          <p:nvSpPr>
            <p:cNvPr id="11279" name="Line 48">
              <a:extLst>
                <a:ext uri="{FF2B5EF4-FFF2-40B4-BE49-F238E27FC236}">
                  <a16:creationId xmlns:a16="http://schemas.microsoft.com/office/drawing/2014/main" id="{A4E6D6F8-4E56-53A5-BD2B-3828E09D0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" y="2208"/>
              <a:ext cx="5719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>
            <a:extLst>
              <a:ext uri="{FF2B5EF4-FFF2-40B4-BE49-F238E27FC236}">
                <a16:creationId xmlns:a16="http://schemas.microsoft.com/office/drawing/2014/main" id="{76F5C5E4-E951-1D1F-6BA3-F16F2154DE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19459" name="Footer Placeholder 4">
            <a:extLst>
              <a:ext uri="{FF2B5EF4-FFF2-40B4-BE49-F238E27FC236}">
                <a16:creationId xmlns:a16="http://schemas.microsoft.com/office/drawing/2014/main" id="{C9537900-A0FB-04A2-426B-E224B602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9D598CED-CC7A-81CD-8FDE-68A4FF3C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4C84882-4055-4C59-B4F7-D886418C6AB1}" type="slidenum">
              <a:rPr lang="en-US" altLang="en-US" sz="900" b="0" smtClean="0">
                <a:solidFill>
                  <a:schemeClr val="tx1"/>
                </a:solidFill>
              </a:rPr>
              <a:pPr/>
              <a:t>11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2702D11B-EB86-87C3-F195-56C6E90AC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925512"/>
          </a:xfrm>
        </p:spPr>
        <p:txBody>
          <a:bodyPr/>
          <a:lstStyle/>
          <a:p>
            <a:r>
              <a:rPr lang="en-US" altLang="en-US"/>
              <a:t>Testing and Covering Graphs </a:t>
            </a:r>
            <a:r>
              <a:rPr lang="en-US" altLang="en-US" sz="3200"/>
              <a:t>(2.2)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CE62A3F7-5E5A-CD05-B2CC-737A6D288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1276350"/>
          </a:xfrm>
        </p:spPr>
        <p:txBody>
          <a:bodyPr/>
          <a:lstStyle/>
          <a:p>
            <a:r>
              <a:rPr lang="en-US" altLang="en-US"/>
              <a:t>We use graphs in testing as follows :</a:t>
            </a:r>
          </a:p>
          <a:p>
            <a:pPr lvl="1"/>
            <a:r>
              <a:rPr lang="en-US" altLang="en-US" sz="1800"/>
              <a:t>Developing a model of the software as a graph</a:t>
            </a:r>
          </a:p>
          <a:p>
            <a:pPr lvl="1"/>
            <a:r>
              <a:rPr lang="en-US" altLang="en-US" sz="1800"/>
              <a:t>Requiring tests to visit or tour specific sets of nodes, edges or subpaths</a:t>
            </a:r>
          </a:p>
        </p:txBody>
      </p:sp>
      <p:sp>
        <p:nvSpPr>
          <p:cNvPr id="160772" name="Rectangle 4">
            <a:extLst>
              <a:ext uri="{FF2B5EF4-FFF2-40B4-BE49-F238E27FC236}">
                <a16:creationId xmlns:a16="http://schemas.microsoft.com/office/drawing/2014/main" id="{C2667519-D09F-B271-71DC-1EF1A3E1C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314575"/>
            <a:ext cx="886777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chemeClr val="tx2"/>
                </a:solidFill>
              </a:rPr>
              <a:t>Test Requirements</a:t>
            </a:r>
            <a:r>
              <a:rPr lang="en-US" altLang="en-US">
                <a:solidFill>
                  <a:schemeClr val="tx2"/>
                </a:solidFill>
              </a:rPr>
              <a:t> (TR)</a:t>
            </a:r>
            <a:r>
              <a:rPr lang="en-US" altLang="en-US"/>
              <a:t> : Describe properties of test paths</a:t>
            </a:r>
          </a:p>
          <a:p>
            <a:r>
              <a:rPr lang="en-US" altLang="en-US" u="sng">
                <a:solidFill>
                  <a:schemeClr val="tx2"/>
                </a:solidFill>
              </a:rPr>
              <a:t>Test Criterion</a:t>
            </a:r>
            <a:r>
              <a:rPr lang="en-US" altLang="en-US"/>
              <a:t> : Rules that define test requirements</a:t>
            </a:r>
          </a:p>
          <a:p>
            <a:pPr algn="just"/>
            <a:r>
              <a:rPr lang="en-US" altLang="en-US" u="sng">
                <a:solidFill>
                  <a:schemeClr val="tx2"/>
                </a:solidFill>
              </a:rPr>
              <a:t>Satisfaction</a:t>
            </a:r>
            <a:r>
              <a:rPr lang="en-US" altLang="en-US"/>
              <a:t> : </a:t>
            </a:r>
            <a:r>
              <a:rPr lang="en-US" altLang="en-US" i="1"/>
              <a:t>Given a set TR of test requirements for a criterion C, a set of tests T satisfies C on a graph if and only if for every test requirement in TR, there is a test path in path(T) that meets the test requirement tr</a:t>
            </a:r>
          </a:p>
        </p:txBody>
      </p:sp>
      <p:sp>
        <p:nvSpPr>
          <p:cNvPr id="160773" name="Rectangle 5">
            <a:extLst>
              <a:ext uri="{FF2B5EF4-FFF2-40B4-BE49-F238E27FC236}">
                <a16:creationId xmlns:a16="http://schemas.microsoft.com/office/drawing/2014/main" id="{6EBDF6CD-8C54-2267-8E1B-8DED8BE85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686300"/>
            <a:ext cx="8867775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chemeClr val="tx2"/>
                </a:solidFill>
              </a:rPr>
              <a:t>Structural Coverage Criteria</a:t>
            </a:r>
            <a:r>
              <a:rPr lang="en-US" altLang="en-US"/>
              <a:t> : Defined on a graph just in terms of nodes and edges</a:t>
            </a:r>
          </a:p>
          <a:p>
            <a:r>
              <a:rPr lang="en-US" altLang="en-US" u="sng">
                <a:solidFill>
                  <a:schemeClr val="tx2"/>
                </a:solidFill>
              </a:rPr>
              <a:t>Data Flow Coverage Criteria</a:t>
            </a:r>
            <a:r>
              <a:rPr lang="en-US" altLang="en-US"/>
              <a:t> : Requires a graph to be annotated with references to variables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/>
      <p:bldP spid="1607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>
            <a:extLst>
              <a:ext uri="{FF2B5EF4-FFF2-40B4-BE49-F238E27FC236}">
                <a16:creationId xmlns:a16="http://schemas.microsoft.com/office/drawing/2014/main" id="{266A29A9-6527-C962-EA00-76126DD103B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21507" name="Footer Placeholder 4">
            <a:extLst>
              <a:ext uri="{FF2B5EF4-FFF2-40B4-BE49-F238E27FC236}">
                <a16:creationId xmlns:a16="http://schemas.microsoft.com/office/drawing/2014/main" id="{D74A9490-C729-312F-6CD1-D94C221D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25853849-648B-E245-D511-3AC8B5DE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95E38495-DA48-41E8-83D9-A74772A9442B}" type="slidenum">
              <a:rPr lang="en-US" altLang="en-US" sz="900" b="0" smtClean="0">
                <a:solidFill>
                  <a:schemeClr val="tx1"/>
                </a:solidFill>
              </a:rPr>
              <a:pPr/>
              <a:t>12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45A7CFC0-5385-0002-BAE0-82D8EE91D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 altLang="en-US"/>
              <a:t>Node and Edge Coverage</a:t>
            </a:r>
          </a:p>
        </p:txBody>
      </p:sp>
      <p:sp>
        <p:nvSpPr>
          <p:cNvPr id="21510" name="Rectangle 3">
            <a:extLst>
              <a:ext uri="{FF2B5EF4-FFF2-40B4-BE49-F238E27FC236}">
                <a16:creationId xmlns:a16="http://schemas.microsoft.com/office/drawing/2014/main" id="{BC094936-AF08-767D-4069-5A2541D89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266825"/>
            <a:ext cx="8867775" cy="766763"/>
          </a:xfrm>
        </p:spPr>
        <p:txBody>
          <a:bodyPr/>
          <a:lstStyle/>
          <a:p>
            <a:r>
              <a:rPr lang="en-US" altLang="en-US"/>
              <a:t>The first (and simplest) two criteria require that each node and edge in a graph be executed </a:t>
            </a:r>
          </a:p>
        </p:txBody>
      </p:sp>
      <p:sp>
        <p:nvSpPr>
          <p:cNvPr id="169988" name="Text Box 4">
            <a:extLst>
              <a:ext uri="{FF2B5EF4-FFF2-40B4-BE49-F238E27FC236}">
                <a16:creationId xmlns:a16="http://schemas.microsoft.com/office/drawing/2014/main" id="{B1F6721A-A34F-0533-D896-DAF220D98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511425"/>
            <a:ext cx="8262938" cy="1206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Node Coverage (NC)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Test set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satisfies node coverage on graph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iff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every syntactically reachable node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there is some path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path(T)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such that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visits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69989" name="Text Box 5">
            <a:extLst>
              <a:ext uri="{FF2B5EF4-FFF2-40B4-BE49-F238E27FC236}">
                <a16:creationId xmlns:a16="http://schemas.microsoft.com/office/drawing/2014/main" id="{5609B373-94D0-34C6-2C6D-362A019B8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5461000"/>
            <a:ext cx="8262937" cy="4762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Node Coverage (NC)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TR contains each reachable node in G.</a:t>
            </a: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465DB192-9B97-C2D4-8BC7-837B60AD5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211638"/>
            <a:ext cx="886777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This statement is a bit cumbersome, so we abbreviate it in terms of the set of test requirements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animBg="1" autoUpdateAnimBg="0"/>
      <p:bldP spid="169989" grpId="0" animBg="1" autoUpdateAnimBg="0"/>
      <p:bldP spid="16999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>
            <a:extLst>
              <a:ext uri="{FF2B5EF4-FFF2-40B4-BE49-F238E27FC236}">
                <a16:creationId xmlns:a16="http://schemas.microsoft.com/office/drawing/2014/main" id="{3EA59F73-C6F4-0737-FC8C-7FB04C034E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23555" name="Footer Placeholder 4">
            <a:extLst>
              <a:ext uri="{FF2B5EF4-FFF2-40B4-BE49-F238E27FC236}">
                <a16:creationId xmlns:a16="http://schemas.microsoft.com/office/drawing/2014/main" id="{A0F71AC3-F253-8C07-7C78-E9DE925A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98730F59-9CE2-68FA-BD1D-8B4D08BE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DE42ED2-543A-421A-BC66-2D5CB6AA3952}" type="slidenum">
              <a:rPr lang="en-US" altLang="en-US" sz="900" b="0" smtClean="0">
                <a:solidFill>
                  <a:schemeClr val="tx1"/>
                </a:solidFill>
              </a:rPr>
              <a:pPr/>
              <a:t>13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3557" name="Rectangle 2">
            <a:extLst>
              <a:ext uri="{FF2B5EF4-FFF2-40B4-BE49-F238E27FC236}">
                <a16:creationId xmlns:a16="http://schemas.microsoft.com/office/drawing/2014/main" id="{BDEC63CE-4901-1922-5159-EED638C09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 altLang="en-US"/>
              <a:t>Node and Edge Coverage</a:t>
            </a:r>
          </a:p>
        </p:txBody>
      </p:sp>
      <p:sp>
        <p:nvSpPr>
          <p:cNvPr id="23558" name="Rectangle 3">
            <a:extLst>
              <a:ext uri="{FF2B5EF4-FFF2-40B4-BE49-F238E27FC236}">
                <a16:creationId xmlns:a16="http://schemas.microsoft.com/office/drawing/2014/main" id="{ACC3B162-F00B-A605-54B0-1F1538E14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35050"/>
            <a:ext cx="8867775" cy="471488"/>
          </a:xfrm>
        </p:spPr>
        <p:txBody>
          <a:bodyPr/>
          <a:lstStyle/>
          <a:p>
            <a:r>
              <a:rPr lang="en-US" altLang="en-US"/>
              <a:t>Edge coverage is slightly stronger than node coverage </a:t>
            </a:r>
          </a:p>
        </p:txBody>
      </p:sp>
      <p:sp>
        <p:nvSpPr>
          <p:cNvPr id="168965" name="Text Box 5">
            <a:extLst>
              <a:ext uri="{FF2B5EF4-FFF2-40B4-BE49-F238E27FC236}">
                <a16:creationId xmlns:a16="http://schemas.microsoft.com/office/drawing/2014/main" id="{459CBD75-5C51-5AB8-14B1-59C969F42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1670050"/>
            <a:ext cx="8262938" cy="841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Edge Coverage (EC)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TR contains each reachable path of length up to 1, inclusive, in G.</a:t>
            </a:r>
          </a:p>
        </p:txBody>
      </p:sp>
      <p:sp>
        <p:nvSpPr>
          <p:cNvPr id="168968" name="Rectangle 8">
            <a:extLst>
              <a:ext uri="{FF2B5EF4-FFF2-40B4-BE49-F238E27FC236}">
                <a16:creationId xmlns:a16="http://schemas.microsoft.com/office/drawing/2014/main" id="{8A89E663-0EEF-1531-6BC2-6EC2D115F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674938"/>
            <a:ext cx="886777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The phrase “</a:t>
            </a:r>
            <a:r>
              <a:rPr lang="en-US" altLang="en-US" i="1"/>
              <a:t>length up to 1</a:t>
            </a:r>
            <a:r>
              <a:rPr lang="en-US" altLang="en-US"/>
              <a:t>” allows for graphs with one node and no edges</a:t>
            </a:r>
          </a:p>
        </p:txBody>
      </p:sp>
      <p:sp>
        <p:nvSpPr>
          <p:cNvPr id="168969" name="Rectangle 9">
            <a:extLst>
              <a:ext uri="{FF2B5EF4-FFF2-40B4-BE49-F238E27FC236}">
                <a16:creationId xmlns:a16="http://schemas.microsoft.com/office/drawing/2014/main" id="{0F9EBF99-718E-4247-B263-EB57A346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3594100"/>
            <a:ext cx="886777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NC and EC are only different when there is an edge and another subpath between a pair of nodes (as in an “</a:t>
            </a:r>
            <a:r>
              <a:rPr lang="en-US" altLang="en-US">
                <a:latin typeface="Arial" panose="020B0604020202020204" pitchFamily="34" charset="0"/>
              </a:rPr>
              <a:t>if-else</a:t>
            </a:r>
            <a:r>
              <a:rPr lang="en-US" altLang="en-US"/>
              <a:t>” statement)</a:t>
            </a:r>
          </a:p>
        </p:txBody>
      </p:sp>
      <p:sp>
        <p:nvSpPr>
          <p:cNvPr id="169003" name="Text Box 43">
            <a:extLst>
              <a:ext uri="{FF2B5EF4-FFF2-40B4-BE49-F238E27FC236}">
                <a16:creationId xmlns:a16="http://schemas.microsoft.com/office/drawing/2014/main" id="{C262CF20-7C4C-EB47-1BAA-A0C49FB02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3" y="4560888"/>
            <a:ext cx="4999037" cy="1939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rgbClr val="000000"/>
                </a:solidFill>
              </a:rPr>
              <a:t>Node Coverage</a:t>
            </a:r>
            <a:r>
              <a:rPr lang="en-US" altLang="en-US">
                <a:solidFill>
                  <a:srgbClr val="000000"/>
                </a:solidFill>
              </a:rPr>
              <a:t> : TR = { 0, 1, 2 }</a:t>
            </a:r>
          </a:p>
          <a:p>
            <a:r>
              <a:rPr lang="en-US" altLang="en-US">
                <a:solidFill>
                  <a:srgbClr val="000000"/>
                </a:solidFill>
              </a:rPr>
              <a:t>                             Test Path = [ 0, 1, 2 ]</a:t>
            </a:r>
          </a:p>
          <a:p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 u="sng">
                <a:solidFill>
                  <a:srgbClr val="000000"/>
                </a:solidFill>
              </a:rPr>
              <a:t>Edge Coverage</a:t>
            </a:r>
            <a:r>
              <a:rPr lang="en-US" altLang="en-US">
                <a:solidFill>
                  <a:srgbClr val="000000"/>
                </a:solidFill>
              </a:rPr>
              <a:t> : TR = { (0,1), (0, 2), (1, 2) }</a:t>
            </a:r>
          </a:p>
          <a:p>
            <a:r>
              <a:rPr lang="en-US" altLang="en-US">
                <a:solidFill>
                  <a:srgbClr val="000000"/>
                </a:solidFill>
              </a:rPr>
              <a:t>                             Test Paths = [ 0, 1, 2 ]</a:t>
            </a:r>
          </a:p>
          <a:p>
            <a:r>
              <a:rPr lang="en-US" altLang="en-US">
                <a:solidFill>
                  <a:srgbClr val="000000"/>
                </a:solidFill>
              </a:rPr>
              <a:t>                                                   [ 0, 2 ]</a:t>
            </a:r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1BE68424-8649-B8B9-9AC9-10060B520916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4513263"/>
            <a:ext cx="1436687" cy="1749425"/>
            <a:chOff x="979" y="2843"/>
            <a:chExt cx="905" cy="1102"/>
          </a:xfrm>
          <a:solidFill>
            <a:schemeClr val="bg1"/>
          </a:solidFill>
        </p:grpSpPr>
        <p:grpSp>
          <p:nvGrpSpPr>
            <p:cNvPr id="14348" name="Group 11">
              <a:extLst>
                <a:ext uri="{FF2B5EF4-FFF2-40B4-BE49-F238E27FC236}">
                  <a16:creationId xmlns:a16="http://schemas.microsoft.com/office/drawing/2014/main" id="{65F6F464-26BF-C710-95B9-BDB6CD63E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9" y="3344"/>
              <a:ext cx="350" cy="296"/>
              <a:chOff x="4288" y="1746"/>
              <a:chExt cx="350" cy="296"/>
            </a:xfrm>
            <a:grpFill/>
          </p:grpSpPr>
          <p:sp>
            <p:nvSpPr>
              <p:cNvPr id="14360" name="Oval 12">
                <a:extLst>
                  <a:ext uri="{FF2B5EF4-FFF2-40B4-BE49-F238E27FC236}">
                    <a16:creationId xmlns:a16="http://schemas.microsoft.com/office/drawing/2014/main" id="{4C8998C6-279C-03E4-AD29-B83E1762B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61" name="Text Box 13">
                <a:extLst>
                  <a:ext uri="{FF2B5EF4-FFF2-40B4-BE49-F238E27FC236}">
                    <a16:creationId xmlns:a16="http://schemas.microsoft.com/office/drawing/2014/main" id="{91D79741-BAD5-BF4D-F753-A7A82456FB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1</a:t>
                </a:r>
              </a:p>
            </p:txBody>
          </p:sp>
        </p:grpSp>
        <p:grpSp>
          <p:nvGrpSpPr>
            <p:cNvPr id="14349" name="Group 14">
              <a:extLst>
                <a:ext uri="{FF2B5EF4-FFF2-40B4-BE49-F238E27FC236}">
                  <a16:creationId xmlns:a16="http://schemas.microsoft.com/office/drawing/2014/main" id="{BDF49BF9-8A1F-ABDF-E83C-F4C1A47445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4" y="3037"/>
              <a:ext cx="380" cy="908"/>
              <a:chOff x="1346" y="2965"/>
              <a:chExt cx="380" cy="908"/>
            </a:xfrm>
            <a:grpFill/>
          </p:grpSpPr>
          <p:grpSp>
            <p:nvGrpSpPr>
              <p:cNvPr id="14354" name="Group 15">
                <a:extLst>
                  <a:ext uri="{FF2B5EF4-FFF2-40B4-BE49-F238E27FC236}">
                    <a16:creationId xmlns:a16="http://schemas.microsoft.com/office/drawing/2014/main" id="{764D7246-FA6F-F058-C48A-1401FF9F84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  <a:grpFill/>
            </p:grpSpPr>
            <p:sp>
              <p:nvSpPr>
                <p:cNvPr id="14358" name="Oval 16">
                  <a:extLst>
                    <a:ext uri="{FF2B5EF4-FFF2-40B4-BE49-F238E27FC236}">
                      <a16:creationId xmlns:a16="http://schemas.microsoft.com/office/drawing/2014/main" id="{063D9142-57A4-9F27-B384-A5A966914E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359" name="Text Box 17">
                  <a:extLst>
                    <a:ext uri="{FF2B5EF4-FFF2-40B4-BE49-F238E27FC236}">
                      <a16:creationId xmlns:a16="http://schemas.microsoft.com/office/drawing/2014/main" id="{BE940273-9729-BE14-4DEF-27171857C3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rgbClr val="000000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14355" name="Group 18">
                <a:extLst>
                  <a:ext uri="{FF2B5EF4-FFF2-40B4-BE49-F238E27FC236}">
                    <a16:creationId xmlns:a16="http://schemas.microsoft.com/office/drawing/2014/main" id="{C89E95D6-F325-81F9-31ED-7FB3D934B1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  <a:grpFill/>
            </p:grpSpPr>
            <p:sp>
              <p:nvSpPr>
                <p:cNvPr id="14356" name="Oval 19">
                  <a:extLst>
                    <a:ext uri="{FF2B5EF4-FFF2-40B4-BE49-F238E27FC236}">
                      <a16:creationId xmlns:a16="http://schemas.microsoft.com/office/drawing/2014/main" id="{FD8C2343-8B4D-8157-7DB9-B1F7E1FBE3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357" name="Text Box 20">
                  <a:extLst>
                    <a:ext uri="{FF2B5EF4-FFF2-40B4-BE49-F238E27FC236}">
                      <a16:creationId xmlns:a16="http://schemas.microsoft.com/office/drawing/2014/main" id="{CFC9386F-DC56-8B68-C13F-A3222B46D0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rgbClr val="000000"/>
                      </a:solidFill>
                    </a:rPr>
                    <a:t>0</a:t>
                  </a:r>
                </a:p>
              </p:txBody>
            </p:sp>
          </p:grpSp>
        </p:grpSp>
        <p:sp>
          <p:nvSpPr>
            <p:cNvPr id="14350" name="Line 24">
              <a:extLst>
                <a:ext uri="{FF2B5EF4-FFF2-40B4-BE49-F238E27FC236}">
                  <a16:creationId xmlns:a16="http://schemas.microsoft.com/office/drawing/2014/main" id="{D251C8A7-39FA-511D-993D-F73D0AA86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4" y="3264"/>
              <a:ext cx="250" cy="16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4351" name="Line 39">
              <a:extLst>
                <a:ext uri="{FF2B5EF4-FFF2-40B4-BE49-F238E27FC236}">
                  <a16:creationId xmlns:a16="http://schemas.microsoft.com/office/drawing/2014/main" id="{E7745FE1-5DD8-11A6-6BEC-91E2B3627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4" y="3588"/>
              <a:ext cx="218" cy="15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4352" name="Line 44">
              <a:extLst>
                <a:ext uri="{FF2B5EF4-FFF2-40B4-BE49-F238E27FC236}">
                  <a16:creationId xmlns:a16="http://schemas.microsoft.com/office/drawing/2014/main" id="{2FED4B2F-AC60-792C-5882-3DDA126B2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4" y="3335"/>
              <a:ext cx="0" cy="314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4353" name="Line 45">
              <a:extLst>
                <a:ext uri="{FF2B5EF4-FFF2-40B4-BE49-F238E27FC236}">
                  <a16:creationId xmlns:a16="http://schemas.microsoft.com/office/drawing/2014/main" id="{FDBF4879-4275-7F24-35AA-A9D18EE6B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4" y="2843"/>
              <a:ext cx="0" cy="186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nimBg="1" autoUpdateAnimBg="0"/>
      <p:bldP spid="168968" grpId="0" autoUpdateAnimBg="0"/>
      <p:bldP spid="168969" grpId="0" autoUpdateAnimBg="0"/>
      <p:bldP spid="169003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>
            <a:extLst>
              <a:ext uri="{FF2B5EF4-FFF2-40B4-BE49-F238E27FC236}">
                <a16:creationId xmlns:a16="http://schemas.microsoft.com/office/drawing/2014/main" id="{BD73B3BB-41B7-9CC1-4DAB-73E17DB413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24579" name="Footer Placeholder 4">
            <a:extLst>
              <a:ext uri="{FF2B5EF4-FFF2-40B4-BE49-F238E27FC236}">
                <a16:creationId xmlns:a16="http://schemas.microsoft.com/office/drawing/2014/main" id="{74BD793C-5A3A-E2ED-2E8E-B2F6AD72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648446EC-B480-D2B0-F622-67CC94A3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3B625AA-9C74-4CDE-A521-6E44CE89A9DB}" type="slidenum">
              <a:rPr lang="en-US" altLang="en-US" sz="900" b="0" smtClean="0">
                <a:solidFill>
                  <a:schemeClr val="tx1"/>
                </a:solidFill>
              </a:rPr>
              <a:pPr/>
              <a:t>14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715DCDF0-22A2-B137-0065-55D772243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 altLang="en-US"/>
              <a:t>Paths of Length 1 and 0</a:t>
            </a:r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3BE839EB-81B4-6791-DCAA-259D6DDB0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266825"/>
            <a:ext cx="8867775" cy="766763"/>
          </a:xfrm>
        </p:spPr>
        <p:txBody>
          <a:bodyPr/>
          <a:lstStyle/>
          <a:p>
            <a:r>
              <a:rPr lang="en-US" altLang="en-US"/>
              <a:t>A graph with </a:t>
            </a:r>
            <a:r>
              <a:rPr lang="en-US" altLang="en-US">
                <a:solidFill>
                  <a:schemeClr val="tx2"/>
                </a:solidFill>
              </a:rPr>
              <a:t>only one node</a:t>
            </a:r>
            <a:r>
              <a:rPr lang="en-US" altLang="en-US"/>
              <a:t> will not have any edges </a:t>
            </a:r>
          </a:p>
        </p:txBody>
      </p:sp>
      <p:sp>
        <p:nvSpPr>
          <p:cNvPr id="194566" name="Rectangle 6">
            <a:extLst>
              <a:ext uri="{FF2B5EF4-FFF2-40B4-BE49-F238E27FC236}">
                <a16:creationId xmlns:a16="http://schemas.microsoft.com/office/drawing/2014/main" id="{8D946DE4-F70F-7861-3316-67DCD213A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681288"/>
            <a:ext cx="886777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It may be seem trivial, but formally, Edge Coverage needs to require Node Coverage on this graph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E090FF0D-E723-1278-39DB-19B434EF3ED1}"/>
              </a:ext>
            </a:extLst>
          </p:cNvPr>
          <p:cNvGrpSpPr>
            <a:grpSpLocks/>
          </p:cNvGrpSpPr>
          <p:nvPr/>
        </p:nvGrpSpPr>
        <p:grpSpPr bwMode="auto">
          <a:xfrm>
            <a:off x="3513138" y="1804988"/>
            <a:ext cx="555625" cy="777875"/>
            <a:chOff x="1068" y="1209"/>
            <a:chExt cx="350" cy="490"/>
          </a:xfrm>
        </p:grpSpPr>
        <p:grpSp>
          <p:nvGrpSpPr>
            <p:cNvPr id="24596" name="Group 15">
              <a:extLst>
                <a:ext uri="{FF2B5EF4-FFF2-40B4-BE49-F238E27FC236}">
                  <a16:creationId xmlns:a16="http://schemas.microsoft.com/office/drawing/2014/main" id="{6CA552F3-D78B-9195-69D6-C8B9F343B7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8" y="1403"/>
              <a:ext cx="350" cy="296"/>
              <a:chOff x="3838" y="2684"/>
              <a:chExt cx="350" cy="296"/>
            </a:xfrm>
          </p:grpSpPr>
          <p:sp>
            <p:nvSpPr>
              <p:cNvPr id="24598" name="Oval 16">
                <a:extLst>
                  <a:ext uri="{FF2B5EF4-FFF2-40B4-BE49-F238E27FC236}">
                    <a16:creationId xmlns:a16="http://schemas.microsoft.com/office/drawing/2014/main" id="{97E3EC57-3457-1FE9-1CB8-F558EDC06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4599" name="Text Box 17">
                <a:extLst>
                  <a:ext uri="{FF2B5EF4-FFF2-40B4-BE49-F238E27FC236}">
                    <a16:creationId xmlns:a16="http://schemas.microsoft.com/office/drawing/2014/main" id="{8454ED48-A73C-D10B-67BF-F8E06914BF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sp>
          <p:nvSpPr>
            <p:cNvPr id="24597" name="Line 21">
              <a:extLst>
                <a:ext uri="{FF2B5EF4-FFF2-40B4-BE49-F238E27FC236}">
                  <a16:creationId xmlns:a16="http://schemas.microsoft.com/office/drawing/2014/main" id="{2D6C67C6-57B2-F0C4-1597-36B42FE84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3" y="1209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583" name="Rectangle 23">
            <a:extLst>
              <a:ext uri="{FF2B5EF4-FFF2-40B4-BE49-F238E27FC236}">
                <a16:creationId xmlns:a16="http://schemas.microsoft.com/office/drawing/2014/main" id="{BA72BD0B-BCBF-192B-5439-79B722611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497263"/>
            <a:ext cx="886777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Otherwise, Edge Coverage will not subsume Node Coverage</a:t>
            </a:r>
          </a:p>
          <a:p>
            <a:pPr lvl="1"/>
            <a:r>
              <a:rPr lang="en-US" altLang="en-US" sz="2000"/>
              <a:t>So we define “</a:t>
            </a:r>
            <a:r>
              <a:rPr lang="en-US" altLang="en-US" sz="2000">
                <a:solidFill>
                  <a:schemeClr val="tx2"/>
                </a:solidFill>
              </a:rPr>
              <a:t>length up to 1</a:t>
            </a:r>
            <a:r>
              <a:rPr lang="en-US" altLang="en-US" sz="2000"/>
              <a:t>” instead of simply “length 1”</a:t>
            </a:r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AF0D4752-C6D6-47BC-C9A7-9B3042C551A3}"/>
              </a:ext>
            </a:extLst>
          </p:cNvPr>
          <p:cNvGrpSpPr>
            <a:grpSpLocks/>
          </p:cNvGrpSpPr>
          <p:nvPr/>
        </p:nvGrpSpPr>
        <p:grpSpPr bwMode="auto">
          <a:xfrm>
            <a:off x="6943725" y="4365625"/>
            <a:ext cx="555625" cy="1749425"/>
            <a:chOff x="1637" y="2541"/>
            <a:chExt cx="350" cy="1102"/>
          </a:xfrm>
        </p:grpSpPr>
        <p:grpSp>
          <p:nvGrpSpPr>
            <p:cNvPr id="24588" name="Group 29">
              <a:extLst>
                <a:ext uri="{FF2B5EF4-FFF2-40B4-BE49-F238E27FC236}">
                  <a16:creationId xmlns:a16="http://schemas.microsoft.com/office/drawing/2014/main" id="{01ECE7C3-085C-51E9-5F9D-175F1CAF8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7" y="3347"/>
              <a:ext cx="350" cy="296"/>
              <a:chOff x="4738" y="2684"/>
              <a:chExt cx="350" cy="296"/>
            </a:xfrm>
          </p:grpSpPr>
          <p:sp>
            <p:nvSpPr>
              <p:cNvPr id="24594" name="Oval 30">
                <a:extLst>
                  <a:ext uri="{FF2B5EF4-FFF2-40B4-BE49-F238E27FC236}">
                    <a16:creationId xmlns:a16="http://schemas.microsoft.com/office/drawing/2014/main" id="{1A6FEA24-9C9F-03E6-5D5C-49EE75E3E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4595" name="Text Box 31">
                <a:extLst>
                  <a:ext uri="{FF2B5EF4-FFF2-40B4-BE49-F238E27FC236}">
                    <a16:creationId xmlns:a16="http://schemas.microsoft.com/office/drawing/2014/main" id="{DDBDE079-D987-DF0D-04F1-C2BABD2BB7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24589" name="Group 32">
              <a:extLst>
                <a:ext uri="{FF2B5EF4-FFF2-40B4-BE49-F238E27FC236}">
                  <a16:creationId xmlns:a16="http://schemas.microsoft.com/office/drawing/2014/main" id="{8BBE7F1B-DE93-139E-B501-9476C5139A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7" y="2735"/>
              <a:ext cx="350" cy="296"/>
              <a:chOff x="3838" y="2684"/>
              <a:chExt cx="350" cy="296"/>
            </a:xfrm>
          </p:grpSpPr>
          <p:sp>
            <p:nvSpPr>
              <p:cNvPr id="24592" name="Oval 33">
                <a:extLst>
                  <a:ext uri="{FF2B5EF4-FFF2-40B4-BE49-F238E27FC236}">
                    <a16:creationId xmlns:a16="http://schemas.microsoft.com/office/drawing/2014/main" id="{4648D33B-272D-2ABC-60F6-CF5239712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4593" name="Text Box 34">
                <a:extLst>
                  <a:ext uri="{FF2B5EF4-FFF2-40B4-BE49-F238E27FC236}">
                    <a16:creationId xmlns:a16="http://schemas.microsoft.com/office/drawing/2014/main" id="{B52DD0C6-CE51-8A01-C5E8-5783964570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sp>
          <p:nvSpPr>
            <p:cNvPr id="24590" name="Line 37">
              <a:extLst>
                <a:ext uri="{FF2B5EF4-FFF2-40B4-BE49-F238E27FC236}">
                  <a16:creationId xmlns:a16="http://schemas.microsoft.com/office/drawing/2014/main" id="{31190A10-E71C-EBD7-4E4F-A548FD970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" y="3033"/>
              <a:ext cx="0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Line 38">
              <a:extLst>
                <a:ext uri="{FF2B5EF4-FFF2-40B4-BE49-F238E27FC236}">
                  <a16:creationId xmlns:a16="http://schemas.microsoft.com/office/drawing/2014/main" id="{B6A5E2BA-A72C-351B-1FCA-C38031430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" y="2541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00" name="Rectangle 40">
            <a:extLst>
              <a:ext uri="{FF2B5EF4-FFF2-40B4-BE49-F238E27FC236}">
                <a16:creationId xmlns:a16="http://schemas.microsoft.com/office/drawing/2014/main" id="{13CCDBB5-6ADD-B560-D76E-D06845489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622800"/>
            <a:ext cx="6421437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We have the same issue with graphs that only have </a:t>
            </a:r>
            <a:r>
              <a:rPr lang="en-US" altLang="en-US">
                <a:solidFill>
                  <a:schemeClr val="tx2"/>
                </a:solidFill>
              </a:rPr>
              <a:t>one edge</a:t>
            </a:r>
            <a:r>
              <a:rPr lang="en-US" altLang="en-US"/>
              <a:t> – for Edge Pair Coverage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6" grpId="0" autoUpdateAnimBg="0"/>
      <p:bldP spid="194583" grpId="0" autoUpdateAnimBg="0"/>
      <p:bldP spid="19460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3">
            <a:extLst>
              <a:ext uri="{FF2B5EF4-FFF2-40B4-BE49-F238E27FC236}">
                <a16:creationId xmlns:a16="http://schemas.microsoft.com/office/drawing/2014/main" id="{08ECDC5A-F53D-5C28-8EF4-B85DA41973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25603" name="Footer Placeholder 4">
            <a:extLst>
              <a:ext uri="{FF2B5EF4-FFF2-40B4-BE49-F238E27FC236}">
                <a16:creationId xmlns:a16="http://schemas.microsoft.com/office/drawing/2014/main" id="{DB2DDCF5-AF71-23CC-AA9C-FC343C72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47DF3280-A2F1-642A-E683-6DDFE865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DB8DB67-9804-4BB3-9004-0FE8BCA24254}" type="slidenum">
              <a:rPr lang="en-US" altLang="en-US" sz="900" b="0" smtClean="0">
                <a:solidFill>
                  <a:schemeClr val="tx1"/>
                </a:solidFill>
              </a:rPr>
              <a:pPr/>
              <a:t>15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4D0BE96A-05B9-D23F-E4F0-CDF453DD0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Covering Multiple Edges</a:t>
            </a: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817B7F21-6E89-D859-889C-8DB3C5635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976313"/>
            <a:ext cx="8867775" cy="663575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Edge-pair coverage requires </a:t>
            </a:r>
            <a:r>
              <a:rPr lang="en-US" altLang="en-US">
                <a:solidFill>
                  <a:schemeClr val="tx2"/>
                </a:solidFill>
              </a:rPr>
              <a:t>pairs of edges</a:t>
            </a:r>
            <a:r>
              <a:rPr lang="en-US" altLang="en-US"/>
              <a:t>, or subpaths of length 2</a:t>
            </a:r>
          </a:p>
        </p:txBody>
      </p:sp>
      <p:sp>
        <p:nvSpPr>
          <p:cNvPr id="164869" name="Text Box 5">
            <a:extLst>
              <a:ext uri="{FF2B5EF4-FFF2-40B4-BE49-F238E27FC236}">
                <a16:creationId xmlns:a16="http://schemas.microsoft.com/office/drawing/2014/main" id="{368B1303-D8CF-80F4-5D66-5CD639A1F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728788"/>
            <a:ext cx="8262938" cy="841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Edge-Pair Coverage (EPC)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TR contains each reachable path of length up to 2, inclusive, in G.</a:t>
            </a:r>
          </a:p>
        </p:txBody>
      </p:sp>
      <p:sp>
        <p:nvSpPr>
          <p:cNvPr id="164870" name="Rectangle 6">
            <a:extLst>
              <a:ext uri="{FF2B5EF4-FFF2-40B4-BE49-F238E27FC236}">
                <a16:creationId xmlns:a16="http://schemas.microsoft.com/office/drawing/2014/main" id="{6C3443A5-D081-D70E-72E2-CA3B645ED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659063"/>
            <a:ext cx="886777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The phrase “</a:t>
            </a:r>
            <a:r>
              <a:rPr lang="en-US" altLang="en-US">
                <a:solidFill>
                  <a:schemeClr val="tx2"/>
                </a:solidFill>
              </a:rPr>
              <a:t>length up to 2</a:t>
            </a:r>
            <a:r>
              <a:rPr lang="en-US" altLang="en-US"/>
              <a:t>” is used to include graphs that have less than 2 edges</a:t>
            </a:r>
          </a:p>
        </p:txBody>
      </p:sp>
      <p:sp>
        <p:nvSpPr>
          <p:cNvPr id="164871" name="Text Box 7">
            <a:extLst>
              <a:ext uri="{FF2B5EF4-FFF2-40B4-BE49-F238E27FC236}">
                <a16:creationId xmlns:a16="http://schemas.microsoft.com/office/drawing/2014/main" id="{A24BFF26-8080-C030-CADD-E80FC6AF5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4033838"/>
            <a:ext cx="8262938" cy="4762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Complete Path Coverage (CPC)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TR contains all paths in G.</a:t>
            </a:r>
          </a:p>
        </p:txBody>
      </p:sp>
      <p:sp>
        <p:nvSpPr>
          <p:cNvPr id="164872" name="Text Box 8">
            <a:extLst>
              <a:ext uri="{FF2B5EF4-FFF2-40B4-BE49-F238E27FC236}">
                <a16:creationId xmlns:a16="http://schemas.microsoft.com/office/drawing/2014/main" id="{E846B284-55E6-4E04-F0ED-8356CA183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5403850"/>
            <a:ext cx="8262937" cy="841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Specified Path Coverage (SPC)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TR contains a set S of test paths, where S is supplied as a parameter.</a:t>
            </a:r>
          </a:p>
        </p:txBody>
      </p:sp>
      <p:sp>
        <p:nvSpPr>
          <p:cNvPr id="164873" name="Rectangle 9">
            <a:extLst>
              <a:ext uri="{FF2B5EF4-FFF2-40B4-BE49-F238E27FC236}">
                <a16:creationId xmlns:a16="http://schemas.microsoft.com/office/drawing/2014/main" id="{7A05AE74-584D-F98F-37B9-1BE6715BA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503613"/>
            <a:ext cx="88677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The logical extension is to require </a:t>
            </a:r>
            <a:r>
              <a:rPr lang="en-US" altLang="en-US">
                <a:solidFill>
                  <a:schemeClr val="tx2"/>
                </a:solidFill>
              </a:rPr>
              <a:t>all paths</a:t>
            </a:r>
            <a:r>
              <a:rPr lang="en-US" altLang="en-US"/>
              <a:t> …</a:t>
            </a:r>
          </a:p>
        </p:txBody>
      </p:sp>
      <p:sp>
        <p:nvSpPr>
          <p:cNvPr id="164874" name="Rectangle 10">
            <a:extLst>
              <a:ext uri="{FF2B5EF4-FFF2-40B4-BE49-F238E27FC236}">
                <a16:creationId xmlns:a16="http://schemas.microsoft.com/office/drawing/2014/main" id="{5FDE2CB1-F7EC-7289-9172-3E6848FDE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600575"/>
            <a:ext cx="88677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Unfortunately, this is </a:t>
            </a:r>
            <a:r>
              <a:rPr lang="en-US" altLang="en-US">
                <a:solidFill>
                  <a:schemeClr val="tx2"/>
                </a:solidFill>
              </a:rPr>
              <a:t>impossible</a:t>
            </a:r>
            <a:r>
              <a:rPr lang="en-US" altLang="en-US"/>
              <a:t> if the graph has a loop, so a weak compromise is to make the tester decide which paths: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 animBg="1" autoUpdateAnimBg="0"/>
      <p:bldP spid="164870" grpId="0" autoUpdateAnimBg="0"/>
      <p:bldP spid="164871" grpId="0" animBg="1" autoUpdateAnimBg="0"/>
      <p:bldP spid="164872" grpId="0" animBg="1" autoUpdateAnimBg="0"/>
      <p:bldP spid="164873" grpId="0" autoUpdateAnimBg="0"/>
      <p:bldP spid="16487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2">
            <a:extLst>
              <a:ext uri="{FF2B5EF4-FFF2-40B4-BE49-F238E27FC236}">
                <a16:creationId xmlns:a16="http://schemas.microsoft.com/office/drawing/2014/main" id="{5AE52F44-852E-7E24-169D-BA4C7B9CF5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27651" name="Footer Placeholder 3">
            <a:extLst>
              <a:ext uri="{FF2B5EF4-FFF2-40B4-BE49-F238E27FC236}">
                <a16:creationId xmlns:a16="http://schemas.microsoft.com/office/drawing/2014/main" id="{7BC16C0D-4F50-C8DD-6CBD-7213786E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904D31D0-051D-EE53-7BD2-0B26A942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BDFB0BC-8E25-49DB-9D8E-9BACBF1EE9DF}" type="slidenum">
              <a:rPr lang="en-US" altLang="en-US" sz="900" b="0" smtClean="0">
                <a:solidFill>
                  <a:schemeClr val="tx1"/>
                </a:solidFill>
              </a:rPr>
              <a:pPr/>
              <a:t>16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FD35B402-D102-9423-7C41-2948B2160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Structural Coverage Example</a:t>
            </a:r>
          </a:p>
        </p:txBody>
      </p:sp>
      <p:sp>
        <p:nvSpPr>
          <p:cNvPr id="173092" name="Text Box 36">
            <a:extLst>
              <a:ext uri="{FF2B5EF4-FFF2-40B4-BE49-F238E27FC236}">
                <a16:creationId xmlns:a16="http://schemas.microsoft.com/office/drawing/2014/main" id="{682E768B-29C0-1C11-6058-C933E4803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038" y="942975"/>
            <a:ext cx="6515100" cy="10191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u="sng">
                <a:solidFill>
                  <a:srgbClr val="000000"/>
                </a:solidFill>
              </a:rPr>
              <a:t>Node Coverage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TR = { 0, 1, 2, 3, 4, 5, 6 }</a:t>
            </a:r>
          </a:p>
          <a:p>
            <a:r>
              <a:rPr lang="en-US" altLang="en-US">
                <a:solidFill>
                  <a:srgbClr val="000000"/>
                </a:solidFill>
              </a:rPr>
              <a:t>Test Paths: [ 0, 1, 2, 3, 6 ] [ 0, 1, 2, 4, 5, 4, 6 ]</a:t>
            </a:r>
          </a:p>
        </p:txBody>
      </p:sp>
      <p:grpSp>
        <p:nvGrpSpPr>
          <p:cNvPr id="17415" name="Group 14">
            <a:extLst>
              <a:ext uri="{FF2B5EF4-FFF2-40B4-BE49-F238E27FC236}">
                <a16:creationId xmlns:a16="http://schemas.microsoft.com/office/drawing/2014/main" id="{13768932-F782-CFE9-FD83-1E4674F0C9B3}"/>
              </a:ext>
            </a:extLst>
          </p:cNvPr>
          <p:cNvGrpSpPr>
            <a:grpSpLocks/>
          </p:cNvGrpSpPr>
          <p:nvPr/>
        </p:nvGrpSpPr>
        <p:grpSpPr bwMode="auto">
          <a:xfrm>
            <a:off x="901700" y="5116513"/>
            <a:ext cx="555625" cy="469900"/>
            <a:chOff x="4288" y="3622"/>
            <a:chExt cx="350" cy="296"/>
          </a:xfrm>
          <a:solidFill>
            <a:schemeClr val="bg1"/>
          </a:solidFill>
        </p:grpSpPr>
        <p:sp>
          <p:nvSpPr>
            <p:cNvPr id="17447" name="Oval 15">
              <a:extLst>
                <a:ext uri="{FF2B5EF4-FFF2-40B4-BE49-F238E27FC236}">
                  <a16:creationId xmlns:a16="http://schemas.microsoft.com/office/drawing/2014/main" id="{570C3F24-C376-358A-F57B-A7B4B95B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8" y="3622"/>
              <a:ext cx="350" cy="296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7448" name="Text Box 16">
              <a:extLst>
                <a:ext uri="{FF2B5EF4-FFF2-40B4-BE49-F238E27FC236}">
                  <a16:creationId xmlns:a16="http://schemas.microsoft.com/office/drawing/2014/main" id="{92EEBF0C-860A-7F64-C388-AE2E0E904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5" y="3645"/>
              <a:ext cx="196" cy="250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n-US" altLang="en-US">
                  <a:solidFill>
                    <a:srgbClr val="000000"/>
                  </a:solidFill>
                </a:rPr>
                <a:t>6</a:t>
              </a:r>
            </a:p>
          </p:txBody>
        </p:sp>
      </p:grpSp>
      <p:grpSp>
        <p:nvGrpSpPr>
          <p:cNvPr id="17416" name="Group 4">
            <a:extLst>
              <a:ext uri="{FF2B5EF4-FFF2-40B4-BE49-F238E27FC236}">
                <a16:creationId xmlns:a16="http://schemas.microsoft.com/office/drawing/2014/main" id="{AF3424E9-1605-3233-8059-01874435628C}"/>
              </a:ext>
            </a:extLst>
          </p:cNvPr>
          <p:cNvGrpSpPr>
            <a:grpSpLocks/>
          </p:cNvGrpSpPr>
          <p:nvPr/>
        </p:nvGrpSpPr>
        <p:grpSpPr bwMode="auto">
          <a:xfrm>
            <a:off x="901700" y="1936750"/>
            <a:ext cx="555625" cy="469900"/>
            <a:chOff x="4288" y="1746"/>
            <a:chExt cx="350" cy="296"/>
          </a:xfrm>
          <a:solidFill>
            <a:schemeClr val="bg1"/>
          </a:solidFill>
        </p:grpSpPr>
        <p:sp>
          <p:nvSpPr>
            <p:cNvPr id="17445" name="Oval 5">
              <a:extLst>
                <a:ext uri="{FF2B5EF4-FFF2-40B4-BE49-F238E27FC236}">
                  <a16:creationId xmlns:a16="http://schemas.microsoft.com/office/drawing/2014/main" id="{6E156F4F-8E48-75BD-5AFA-BA2961044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7446" name="Text Box 6">
              <a:extLst>
                <a:ext uri="{FF2B5EF4-FFF2-40B4-BE49-F238E27FC236}">
                  <a16:creationId xmlns:a16="http://schemas.microsoft.com/office/drawing/2014/main" id="{5E61540C-7589-183A-3A16-65BFFBB70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5" y="1769"/>
              <a:ext cx="196" cy="250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defRPr/>
              </a:pPr>
              <a:r>
                <a:rPr lang="en-US" altLang="en-US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17417" name="Group 8">
            <a:extLst>
              <a:ext uri="{FF2B5EF4-FFF2-40B4-BE49-F238E27FC236}">
                <a16:creationId xmlns:a16="http://schemas.microsoft.com/office/drawing/2014/main" id="{16DBF189-5929-5AB0-9A41-4FF7B26E41DA}"/>
              </a:ext>
            </a:extLst>
          </p:cNvPr>
          <p:cNvGrpSpPr>
            <a:grpSpLocks/>
          </p:cNvGrpSpPr>
          <p:nvPr/>
        </p:nvGrpSpPr>
        <p:grpSpPr bwMode="auto">
          <a:xfrm>
            <a:off x="901700" y="3357563"/>
            <a:ext cx="555625" cy="469900"/>
            <a:chOff x="4738" y="2684"/>
            <a:chExt cx="350" cy="296"/>
          </a:xfrm>
          <a:solidFill>
            <a:schemeClr val="bg1"/>
          </a:solidFill>
        </p:grpSpPr>
        <p:sp>
          <p:nvSpPr>
            <p:cNvPr id="17443" name="Oval 9">
              <a:extLst>
                <a:ext uri="{FF2B5EF4-FFF2-40B4-BE49-F238E27FC236}">
                  <a16:creationId xmlns:a16="http://schemas.microsoft.com/office/drawing/2014/main" id="{21330C9D-DC0B-D717-54BA-2892E1078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684"/>
              <a:ext cx="350" cy="296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7444" name="Text Box 10">
              <a:extLst>
                <a:ext uri="{FF2B5EF4-FFF2-40B4-BE49-F238E27FC236}">
                  <a16:creationId xmlns:a16="http://schemas.microsoft.com/office/drawing/2014/main" id="{31714C21-CEBE-193E-A15E-0A82318E1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2707"/>
              <a:ext cx="196" cy="250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n-US" altLang="en-US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17418" name="Group 11">
            <a:extLst>
              <a:ext uri="{FF2B5EF4-FFF2-40B4-BE49-F238E27FC236}">
                <a16:creationId xmlns:a16="http://schemas.microsoft.com/office/drawing/2014/main" id="{AB06E16D-AB81-3B6C-CD7C-EBB24D170A7F}"/>
              </a:ext>
            </a:extLst>
          </p:cNvPr>
          <p:cNvGrpSpPr>
            <a:grpSpLocks/>
          </p:cNvGrpSpPr>
          <p:nvPr/>
        </p:nvGrpSpPr>
        <p:grpSpPr bwMode="auto">
          <a:xfrm>
            <a:off x="271463" y="2646363"/>
            <a:ext cx="555625" cy="469900"/>
            <a:chOff x="3838" y="2684"/>
            <a:chExt cx="350" cy="296"/>
          </a:xfrm>
          <a:solidFill>
            <a:schemeClr val="bg1"/>
          </a:solidFill>
        </p:grpSpPr>
        <p:sp>
          <p:nvSpPr>
            <p:cNvPr id="17441" name="Oval 12">
              <a:extLst>
                <a:ext uri="{FF2B5EF4-FFF2-40B4-BE49-F238E27FC236}">
                  <a16:creationId xmlns:a16="http://schemas.microsoft.com/office/drawing/2014/main" id="{A9179AA6-9A70-09E6-1C6A-B7D373B8D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7442" name="Text Box 13">
              <a:extLst>
                <a:ext uri="{FF2B5EF4-FFF2-40B4-BE49-F238E27FC236}">
                  <a16:creationId xmlns:a16="http://schemas.microsoft.com/office/drawing/2014/main" id="{A9853FCA-213D-B22C-0E3E-AEB27F9FD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5" y="2707"/>
              <a:ext cx="196" cy="250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n-US" altLang="en-US">
                  <a:solidFill>
                    <a:srgbClr val="000000"/>
                  </a:solidFill>
                </a:rPr>
                <a:t>1</a:t>
              </a:r>
            </a:p>
          </p:txBody>
        </p:sp>
      </p:grpSp>
      <p:sp>
        <p:nvSpPr>
          <p:cNvPr id="27659" name="Line 17">
            <a:extLst>
              <a:ext uri="{FF2B5EF4-FFF2-40B4-BE49-F238E27FC236}">
                <a16:creationId xmlns:a16="http://schemas.microsoft.com/office/drawing/2014/main" id="{62BF5CD3-1A03-F17C-098E-4851C6F95C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" y="3806825"/>
            <a:ext cx="336550" cy="303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0" name="Line 18">
            <a:extLst>
              <a:ext uri="{FF2B5EF4-FFF2-40B4-BE49-F238E27FC236}">
                <a16:creationId xmlns:a16="http://schemas.microsoft.com/office/drawing/2014/main" id="{2FD1C712-A294-CB49-D1CC-0FB8BBF34D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9513" y="1612900"/>
            <a:ext cx="1587" cy="30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421" name="Group 19">
            <a:extLst>
              <a:ext uri="{FF2B5EF4-FFF2-40B4-BE49-F238E27FC236}">
                <a16:creationId xmlns:a16="http://schemas.microsoft.com/office/drawing/2014/main" id="{C4C5BBAA-4D26-3B71-E3EB-56A594E343F3}"/>
              </a:ext>
            </a:extLst>
          </p:cNvPr>
          <p:cNvGrpSpPr>
            <a:grpSpLocks/>
          </p:cNvGrpSpPr>
          <p:nvPr/>
        </p:nvGrpSpPr>
        <p:grpSpPr bwMode="auto">
          <a:xfrm>
            <a:off x="271463" y="4068763"/>
            <a:ext cx="555625" cy="469900"/>
            <a:chOff x="4288" y="1746"/>
            <a:chExt cx="350" cy="296"/>
          </a:xfrm>
          <a:solidFill>
            <a:schemeClr val="bg1"/>
          </a:solidFill>
        </p:grpSpPr>
        <p:sp>
          <p:nvSpPr>
            <p:cNvPr id="17439" name="Oval 20">
              <a:extLst>
                <a:ext uri="{FF2B5EF4-FFF2-40B4-BE49-F238E27FC236}">
                  <a16:creationId xmlns:a16="http://schemas.microsoft.com/office/drawing/2014/main" id="{7693EDBF-32C3-6B5F-EFC0-007B41038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7440" name="Text Box 21">
              <a:extLst>
                <a:ext uri="{FF2B5EF4-FFF2-40B4-BE49-F238E27FC236}">
                  <a16:creationId xmlns:a16="http://schemas.microsoft.com/office/drawing/2014/main" id="{26A144B4-5B5B-930D-9F60-15E3CE68E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5" y="1769"/>
              <a:ext cx="196" cy="250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defRPr/>
              </a:pPr>
              <a:r>
                <a:rPr lang="en-US" altLang="en-US">
                  <a:solidFill>
                    <a:srgbClr val="000000"/>
                  </a:solidFill>
                </a:rPr>
                <a:t>3</a:t>
              </a:r>
            </a:p>
          </p:txBody>
        </p:sp>
      </p:grpSp>
      <p:grpSp>
        <p:nvGrpSpPr>
          <p:cNvPr id="17422" name="Group 26">
            <a:extLst>
              <a:ext uri="{FF2B5EF4-FFF2-40B4-BE49-F238E27FC236}">
                <a16:creationId xmlns:a16="http://schemas.microsoft.com/office/drawing/2014/main" id="{9D634A64-EF5E-9FC1-753C-2B0796284E46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4068763"/>
            <a:ext cx="555625" cy="469900"/>
            <a:chOff x="3838" y="2684"/>
            <a:chExt cx="350" cy="296"/>
          </a:xfrm>
          <a:solidFill>
            <a:schemeClr val="bg1"/>
          </a:solidFill>
        </p:grpSpPr>
        <p:sp>
          <p:nvSpPr>
            <p:cNvPr id="17437" name="Oval 27">
              <a:extLst>
                <a:ext uri="{FF2B5EF4-FFF2-40B4-BE49-F238E27FC236}">
                  <a16:creationId xmlns:a16="http://schemas.microsoft.com/office/drawing/2014/main" id="{6DAFB981-2A2B-0DA3-CE35-5B401EC57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7438" name="Text Box 28">
              <a:extLst>
                <a:ext uri="{FF2B5EF4-FFF2-40B4-BE49-F238E27FC236}">
                  <a16:creationId xmlns:a16="http://schemas.microsoft.com/office/drawing/2014/main" id="{BB500E34-487F-29D9-EB6F-F9D47F094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5" y="2707"/>
              <a:ext cx="196" cy="250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n-US" altLang="en-US">
                  <a:solidFill>
                    <a:srgbClr val="000000"/>
                  </a:solidFill>
                </a:rPr>
                <a:t>4</a:t>
              </a:r>
            </a:p>
          </p:txBody>
        </p:sp>
      </p:grpSp>
      <p:sp>
        <p:nvSpPr>
          <p:cNvPr id="27663" name="Line 30">
            <a:extLst>
              <a:ext uri="{FF2B5EF4-FFF2-40B4-BE49-F238E27FC236}">
                <a16:creationId xmlns:a16="http://schemas.microsoft.com/office/drawing/2014/main" id="{F0B77D56-B50C-0E10-4806-11E4E5BDB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6513" y="3810000"/>
            <a:ext cx="28575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4" name="Line 31">
            <a:extLst>
              <a:ext uri="{FF2B5EF4-FFF2-40B4-BE49-F238E27FC236}">
                <a16:creationId xmlns:a16="http://schemas.microsoft.com/office/drawing/2014/main" id="{4155FF25-5040-2ED5-0057-5BC46E062D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4508500"/>
            <a:ext cx="309563" cy="623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5" name="Line 32">
            <a:extLst>
              <a:ext uri="{FF2B5EF4-FFF2-40B4-BE49-F238E27FC236}">
                <a16:creationId xmlns:a16="http://schemas.microsoft.com/office/drawing/2014/main" id="{64D065D3-4AC6-9F67-F9FC-DEF022DD3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" y="3090863"/>
            <a:ext cx="317500" cy="284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33">
            <a:extLst>
              <a:ext uri="{FF2B5EF4-FFF2-40B4-BE49-F238E27FC236}">
                <a16:creationId xmlns:a16="http://schemas.microsoft.com/office/drawing/2014/main" id="{F32654A4-0AD9-D904-0C77-939BC79B4C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425" y="2374900"/>
            <a:ext cx="303213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Line 34">
            <a:extLst>
              <a:ext uri="{FF2B5EF4-FFF2-40B4-BE49-F238E27FC236}">
                <a16:creationId xmlns:a16="http://schemas.microsoft.com/office/drawing/2014/main" id="{D83D7FAC-D2C0-8B68-E48E-9364E2148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425" y="4503738"/>
            <a:ext cx="350838" cy="619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8" name="Line 37">
            <a:extLst>
              <a:ext uri="{FF2B5EF4-FFF2-40B4-BE49-F238E27FC236}">
                <a16:creationId xmlns:a16="http://schemas.microsoft.com/office/drawing/2014/main" id="{DD50567D-6218-1D44-9A49-AD27878952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6338" y="2414588"/>
            <a:ext cx="4762" cy="93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40">
            <a:extLst>
              <a:ext uri="{FF2B5EF4-FFF2-40B4-BE49-F238E27FC236}">
                <a16:creationId xmlns:a16="http://schemas.microsoft.com/office/drawing/2014/main" id="{DE5D14D6-EFF7-91CD-E06D-BD8599BB8D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12938" y="4522788"/>
            <a:ext cx="166687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98" name="Text Box 42">
            <a:extLst>
              <a:ext uri="{FF2B5EF4-FFF2-40B4-BE49-F238E27FC236}">
                <a16:creationId xmlns:a16="http://schemas.microsoft.com/office/drawing/2014/main" id="{81EDB6E5-E607-8C9F-0765-CF89C75A6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038" y="2111375"/>
            <a:ext cx="6545262" cy="10191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u="sng">
                <a:solidFill>
                  <a:srgbClr val="000000"/>
                </a:solidFill>
              </a:rPr>
              <a:t>Edge Coverage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TR = { (0,1), (0,2), (1,2), (2,3), (2,4), (3,6), (4,5), (4,6), (5,4) }</a:t>
            </a:r>
          </a:p>
          <a:p>
            <a:r>
              <a:rPr lang="en-US" altLang="en-US">
                <a:solidFill>
                  <a:srgbClr val="000000"/>
                </a:solidFill>
              </a:rPr>
              <a:t>Test Paths: [ 0, 1, 2, 3, 6 ] [ 0, 2, 4, 5, 4, 6 ]</a:t>
            </a:r>
          </a:p>
        </p:txBody>
      </p:sp>
      <p:sp>
        <p:nvSpPr>
          <p:cNvPr id="173099" name="Text Box 43">
            <a:extLst>
              <a:ext uri="{FF2B5EF4-FFF2-40B4-BE49-F238E27FC236}">
                <a16:creationId xmlns:a16="http://schemas.microsoft.com/office/drawing/2014/main" id="{01BA6E2E-7DB5-CFA7-7372-F583BC28E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038" y="3281363"/>
            <a:ext cx="6545262" cy="1628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u="sng">
                <a:solidFill>
                  <a:srgbClr val="000000"/>
                </a:solidFill>
              </a:rPr>
              <a:t>Edge-Pair Coverage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TR = { [0,1,2], [0,2,3], [0,2,4], [1,2,3], [1,2,4], [2,3,6],</a:t>
            </a:r>
          </a:p>
          <a:p>
            <a:r>
              <a:rPr lang="en-US" altLang="en-US">
                <a:solidFill>
                  <a:srgbClr val="000000"/>
                </a:solidFill>
              </a:rPr>
              <a:t>             [2,4,5], [2,4,6], [4,5,4], [5,4,5], [5,4,6] }</a:t>
            </a:r>
          </a:p>
          <a:p>
            <a:r>
              <a:rPr lang="en-US" altLang="en-US">
                <a:solidFill>
                  <a:srgbClr val="000000"/>
                </a:solidFill>
              </a:rPr>
              <a:t>Test Paths: [ 0, 1, 2, 3, 6 ] [ 0, 1, 2, 4, 6 ] [ 0, 2, 3, 6 ] </a:t>
            </a:r>
          </a:p>
          <a:p>
            <a:r>
              <a:rPr lang="en-US" altLang="en-US">
                <a:solidFill>
                  <a:srgbClr val="000000"/>
                </a:solidFill>
              </a:rPr>
              <a:t>                     [ 0, 2, 4, 5, 4, 5, 4, 6 ]</a:t>
            </a:r>
          </a:p>
        </p:txBody>
      </p:sp>
      <p:sp>
        <p:nvSpPr>
          <p:cNvPr id="173101" name="Text Box 45">
            <a:extLst>
              <a:ext uri="{FF2B5EF4-FFF2-40B4-BE49-F238E27FC236}">
                <a16:creationId xmlns:a16="http://schemas.microsoft.com/office/drawing/2014/main" id="{768D452F-D16C-F475-40B9-A84DC2457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038" y="5060950"/>
            <a:ext cx="6534150" cy="10191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u="sng">
                <a:solidFill>
                  <a:srgbClr val="000000"/>
                </a:solidFill>
              </a:rPr>
              <a:t>Complete Path Coverage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Test Paths: [ 0, 1, 2, 3, 6 ] [ 0, 1, 2, 4, 6 ] [ 0, 1, 2, 4, 5, 4, 6 ] [ 0, 1, 2, 4, 5, 4, 5, 4, 6 ] [ 0, 1, 2, 4, 5, 4, 5, 4, 5, 4, 6 ] …</a:t>
            </a:r>
          </a:p>
        </p:txBody>
      </p:sp>
      <p:grpSp>
        <p:nvGrpSpPr>
          <p:cNvPr id="17433" name="Group 46">
            <a:extLst>
              <a:ext uri="{FF2B5EF4-FFF2-40B4-BE49-F238E27FC236}">
                <a16:creationId xmlns:a16="http://schemas.microsoft.com/office/drawing/2014/main" id="{CCE3C4DD-4631-E20A-4856-5096F38D3918}"/>
              </a:ext>
            </a:extLst>
          </p:cNvPr>
          <p:cNvGrpSpPr>
            <a:grpSpLocks/>
          </p:cNvGrpSpPr>
          <p:nvPr/>
        </p:nvGrpSpPr>
        <p:grpSpPr bwMode="auto">
          <a:xfrm>
            <a:off x="1711325" y="4868863"/>
            <a:ext cx="555625" cy="469900"/>
            <a:chOff x="3838" y="2684"/>
            <a:chExt cx="350" cy="296"/>
          </a:xfrm>
          <a:solidFill>
            <a:schemeClr val="bg1"/>
          </a:solidFill>
        </p:grpSpPr>
        <p:sp>
          <p:nvSpPr>
            <p:cNvPr id="17435" name="Oval 47">
              <a:extLst>
                <a:ext uri="{FF2B5EF4-FFF2-40B4-BE49-F238E27FC236}">
                  <a16:creationId xmlns:a16="http://schemas.microsoft.com/office/drawing/2014/main" id="{840C41E6-6CED-F26E-D263-8108782A3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7436" name="Text Box 48">
              <a:extLst>
                <a:ext uri="{FF2B5EF4-FFF2-40B4-BE49-F238E27FC236}">
                  <a16:creationId xmlns:a16="http://schemas.microsoft.com/office/drawing/2014/main" id="{7FD9C520-8999-2FBD-D935-2F2DD5953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5" y="2707"/>
              <a:ext cx="196" cy="250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n-US" altLang="en-US">
                  <a:solidFill>
                    <a:srgbClr val="000000"/>
                  </a:solidFill>
                </a:rPr>
                <a:t>5</a:t>
              </a:r>
            </a:p>
          </p:txBody>
        </p:sp>
      </p:grpSp>
      <p:sp>
        <p:nvSpPr>
          <p:cNvPr id="27674" name="Line 49">
            <a:extLst>
              <a:ext uri="{FF2B5EF4-FFF2-40B4-BE49-F238E27FC236}">
                <a16:creationId xmlns:a16="http://schemas.microsoft.com/office/drawing/2014/main" id="{8146BA1A-BDBA-2E39-7F32-4BE666F88D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19263" y="4557713"/>
            <a:ext cx="166687" cy="336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92" grpId="0" animBg="1" autoUpdateAnimBg="0"/>
      <p:bldP spid="173098" grpId="0" animBg="1" autoUpdateAnimBg="0"/>
      <p:bldP spid="173099" grpId="0" animBg="1" autoUpdateAnimBg="0"/>
      <p:bldP spid="17310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>
            <a:extLst>
              <a:ext uri="{FF2B5EF4-FFF2-40B4-BE49-F238E27FC236}">
                <a16:creationId xmlns:a16="http://schemas.microsoft.com/office/drawing/2014/main" id="{F8E38342-5BD0-9D85-0FEA-264C9E54E55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28675" name="Footer Placeholder 4">
            <a:extLst>
              <a:ext uri="{FF2B5EF4-FFF2-40B4-BE49-F238E27FC236}">
                <a16:creationId xmlns:a16="http://schemas.microsoft.com/office/drawing/2014/main" id="{4AF47E38-AB7A-1562-5D38-B95AC4C0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8BC10FAC-833C-028A-0847-A227612C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D6D2843-4237-4C52-813B-9CDF2DACBFDB}" type="slidenum">
              <a:rPr lang="en-US" altLang="en-US" sz="900" b="0" smtClean="0">
                <a:solidFill>
                  <a:schemeClr val="tx1"/>
                </a:solidFill>
              </a:rPr>
              <a:pPr/>
              <a:t>17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02235429-2C9B-0540-20E6-77BC32366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Loops in Graphs</a:t>
            </a:r>
          </a:p>
        </p:txBody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A537C23B-3560-296E-5B77-74411B624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If a graph contains a loop, it has an </a:t>
            </a:r>
            <a:r>
              <a:rPr lang="en-US" altLang="en-US" u="sng">
                <a:solidFill>
                  <a:schemeClr val="tx2"/>
                </a:solidFill>
              </a:rPr>
              <a:t>infinite</a:t>
            </a:r>
            <a:r>
              <a:rPr lang="en-US" altLang="en-US"/>
              <a:t> number of paths</a:t>
            </a:r>
          </a:p>
          <a:p>
            <a:pPr lvl="1"/>
            <a:endParaRPr lang="en-US" altLang="en-US" sz="1800"/>
          </a:p>
          <a:p>
            <a:r>
              <a:rPr lang="en-US" altLang="en-US"/>
              <a:t>Thus, CPC is </a:t>
            </a:r>
            <a:r>
              <a:rPr lang="en-US" altLang="en-US" u="sng">
                <a:solidFill>
                  <a:schemeClr val="tx2"/>
                </a:solidFill>
              </a:rPr>
              <a:t>not feasible</a:t>
            </a:r>
          </a:p>
          <a:p>
            <a:pPr lvl="1"/>
            <a:endParaRPr lang="en-US" altLang="en-US" sz="1800"/>
          </a:p>
          <a:p>
            <a:r>
              <a:rPr lang="en-US" altLang="en-US"/>
              <a:t>SPC is not satisfactory because the results are </a:t>
            </a:r>
            <a:r>
              <a:rPr lang="en-US" altLang="en-US" u="sng">
                <a:solidFill>
                  <a:schemeClr val="tx2"/>
                </a:solidFill>
              </a:rPr>
              <a:t>subjective</a:t>
            </a:r>
            <a:r>
              <a:rPr lang="en-US" altLang="en-US"/>
              <a:t> and vary with the tester</a:t>
            </a:r>
          </a:p>
          <a:p>
            <a:pPr lvl="1"/>
            <a:endParaRPr lang="en-US" altLang="en-US" sz="1800"/>
          </a:p>
          <a:p>
            <a:r>
              <a:rPr lang="en-US" altLang="en-US"/>
              <a:t>Attempts to “deal with” </a:t>
            </a:r>
            <a:r>
              <a:rPr lang="en-US" altLang="en-US">
                <a:solidFill>
                  <a:schemeClr val="tx2"/>
                </a:solidFill>
              </a:rPr>
              <a:t>loops</a:t>
            </a:r>
            <a:r>
              <a:rPr lang="en-US" altLang="en-US"/>
              <a:t>:</a:t>
            </a:r>
          </a:p>
          <a:p>
            <a:pPr lvl="1"/>
            <a:r>
              <a:rPr lang="en-US" altLang="en-US" sz="1800">
                <a:solidFill>
                  <a:schemeClr val="tx2"/>
                </a:solidFill>
              </a:rPr>
              <a:t>1970s</a:t>
            </a:r>
            <a:r>
              <a:rPr lang="en-US" altLang="en-US" sz="1800"/>
              <a:t> : Execute cycles once  ([4, 5, 4] in previous example, informal)</a:t>
            </a:r>
          </a:p>
          <a:p>
            <a:pPr lvl="1"/>
            <a:r>
              <a:rPr lang="en-US" altLang="en-US" sz="1800">
                <a:solidFill>
                  <a:schemeClr val="tx2"/>
                </a:solidFill>
              </a:rPr>
              <a:t>1980s</a:t>
            </a:r>
            <a:r>
              <a:rPr lang="en-US" altLang="en-US" sz="1800"/>
              <a:t> : Execute each loop, exactly once (formalized)</a:t>
            </a:r>
          </a:p>
          <a:p>
            <a:pPr lvl="1"/>
            <a:r>
              <a:rPr lang="en-US" altLang="en-US" sz="1800">
                <a:solidFill>
                  <a:schemeClr val="tx2"/>
                </a:solidFill>
              </a:rPr>
              <a:t>1990s</a:t>
            </a:r>
            <a:r>
              <a:rPr lang="en-US" altLang="en-US" sz="1800"/>
              <a:t> : Execute loops 0 times, once, more than once (informal description)</a:t>
            </a:r>
          </a:p>
          <a:p>
            <a:pPr lvl="1"/>
            <a:r>
              <a:rPr lang="en-US" altLang="en-US" sz="1800">
                <a:solidFill>
                  <a:schemeClr val="tx2"/>
                </a:solidFill>
              </a:rPr>
              <a:t>2000s</a:t>
            </a:r>
            <a:r>
              <a:rPr lang="en-US" altLang="en-US" sz="1800"/>
              <a:t> : Prime paths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3">
            <a:extLst>
              <a:ext uri="{FF2B5EF4-FFF2-40B4-BE49-F238E27FC236}">
                <a16:creationId xmlns:a16="http://schemas.microsoft.com/office/drawing/2014/main" id="{A203DBAC-CDDE-0061-C984-BFA479DCBE5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0723" name="Footer Placeholder 4">
            <a:extLst>
              <a:ext uri="{FF2B5EF4-FFF2-40B4-BE49-F238E27FC236}">
                <a16:creationId xmlns:a16="http://schemas.microsoft.com/office/drawing/2014/main" id="{AC0441D9-B297-7BA0-B68C-C91ACA67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A345AD98-FF51-368C-D163-0F2C0847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F767FB6-B934-4D91-85D5-EA442B521346}" type="slidenum">
              <a:rPr lang="en-US" altLang="en-US" sz="900" b="0" smtClean="0">
                <a:solidFill>
                  <a:schemeClr val="tx1"/>
                </a:solidFill>
              </a:rPr>
              <a:pPr/>
              <a:t>18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372B6D92-8044-E3F5-771A-5EA2690FE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Paths and Prime Paths</a:t>
            </a:r>
          </a:p>
        </p:txBody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DFBBC550-047E-A9D9-4CD4-093448648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2968625"/>
          </a:xfrm>
        </p:spPr>
        <p:txBody>
          <a:bodyPr/>
          <a:lstStyle/>
          <a:p>
            <a:r>
              <a:rPr lang="en-US" altLang="en-US" u="sng">
                <a:solidFill>
                  <a:schemeClr val="tx2"/>
                </a:solidFill>
              </a:rPr>
              <a:t>Simple Path</a:t>
            </a:r>
            <a:r>
              <a:rPr lang="en-US" altLang="en-US"/>
              <a:t> :</a:t>
            </a:r>
            <a:r>
              <a:rPr lang="en-US" altLang="en-US" i="1"/>
              <a:t> A path from node ni to nj is simple if no node appears more than once, except possibly the first and last nodes are the same</a:t>
            </a:r>
            <a:endParaRPr lang="en-US" altLang="en-US"/>
          </a:p>
          <a:p>
            <a:pPr lvl="1"/>
            <a:r>
              <a:rPr lang="en-US" altLang="en-US" sz="1800"/>
              <a:t>No internal loops</a:t>
            </a:r>
          </a:p>
          <a:p>
            <a:pPr lvl="1"/>
            <a:r>
              <a:rPr lang="en-US" altLang="en-US" sz="1800"/>
              <a:t>A loop is a simple path</a:t>
            </a:r>
          </a:p>
          <a:p>
            <a:r>
              <a:rPr lang="en-US" altLang="en-US" u="sng">
                <a:solidFill>
                  <a:schemeClr val="tx2"/>
                </a:solidFill>
              </a:rPr>
              <a:t>Prime Path</a:t>
            </a:r>
            <a:r>
              <a:rPr lang="en-US" altLang="en-US"/>
              <a:t> : </a:t>
            </a:r>
            <a:r>
              <a:rPr lang="en-US" altLang="en-US" i="1"/>
              <a:t>A simple path that does not appear as a proper subpath of any other simple path</a:t>
            </a:r>
          </a:p>
        </p:txBody>
      </p:sp>
      <p:sp>
        <p:nvSpPr>
          <p:cNvPr id="198662" name="Text Box 6">
            <a:extLst>
              <a:ext uri="{FF2B5EF4-FFF2-40B4-BE49-F238E27FC236}">
                <a16:creationId xmlns:a16="http://schemas.microsoft.com/office/drawing/2014/main" id="{B969B1F8-0B12-B114-9ABD-034499866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313" y="3724275"/>
            <a:ext cx="6218237" cy="2847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chemeClr val="tx2"/>
                </a:solidFill>
              </a:rPr>
              <a:t>Simple Paths</a:t>
            </a:r>
            <a:r>
              <a:rPr lang="en-US" altLang="en-US">
                <a:solidFill>
                  <a:schemeClr val="tx1"/>
                </a:solidFill>
              </a:rPr>
              <a:t> : [ 0, 1, 3, 0 ], [ 0, 2, 3, 0], [ 1, 3, 0, 1 ],</a:t>
            </a:r>
          </a:p>
          <a:p>
            <a:r>
              <a:rPr lang="en-US" altLang="en-US">
                <a:solidFill>
                  <a:schemeClr val="tx1"/>
                </a:solidFill>
              </a:rPr>
              <a:t>[ 2, 3, 0, 2 ], [ 3, 0, 1, 3 ], [ 3, 0, 2, 3 ], [ 1, 3, 0, 2 ],</a:t>
            </a:r>
          </a:p>
          <a:p>
            <a:r>
              <a:rPr lang="en-US" altLang="en-US">
                <a:solidFill>
                  <a:schemeClr val="tx1"/>
                </a:solidFill>
              </a:rPr>
              <a:t>[ 2, 3, 0, 1 ], [ 0, 1, 3 ], [ 0, 2, 3 ], [ 1, 3, 0 ], [ 2, 3, 0 ],</a:t>
            </a:r>
          </a:p>
          <a:p>
            <a:r>
              <a:rPr lang="en-US" altLang="en-US">
                <a:solidFill>
                  <a:schemeClr val="tx1"/>
                </a:solidFill>
              </a:rPr>
              <a:t>[ 3, 0, 1 ], [3, 0, 2 ], [ 0, 1], [ 0, 2 ], [ 1, 3 ], [ 2, 3 ], [ 3, 0 ], [0], [1], [2], [3]</a:t>
            </a: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 u="sng">
                <a:solidFill>
                  <a:schemeClr val="tx2"/>
                </a:solidFill>
              </a:rPr>
              <a:t>Prime Paths</a:t>
            </a:r>
            <a:r>
              <a:rPr lang="en-US" altLang="en-US">
                <a:solidFill>
                  <a:schemeClr val="tx1"/>
                </a:solidFill>
              </a:rPr>
              <a:t> : [ 0, 1, 3, 0 ], [ 0, 2, 3, 0], [ 1, 3, 0, 1 ],</a:t>
            </a:r>
          </a:p>
          <a:p>
            <a:r>
              <a:rPr lang="en-US" altLang="en-US">
                <a:solidFill>
                  <a:schemeClr val="tx1"/>
                </a:solidFill>
              </a:rPr>
              <a:t>[ 2, 3, 0, 2 ], [ 3, 0, 1, 3 ], [ 3, 0, 2, 3 ], [ 1, 3, 0, 2 ],</a:t>
            </a:r>
          </a:p>
          <a:p>
            <a:r>
              <a:rPr lang="en-US" altLang="en-US">
                <a:solidFill>
                  <a:schemeClr val="tx1"/>
                </a:solidFill>
              </a:rPr>
              <a:t>[ 2, 3, 0, 1 ]</a:t>
            </a:r>
            <a:endParaRPr lang="en-US" altLang="en-US"/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E85BAFFE-280A-F193-4EF2-C1D5F43F822C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4052888"/>
            <a:ext cx="2301875" cy="1744662"/>
            <a:chOff x="772" y="2720"/>
            <a:chExt cx="1450" cy="1099"/>
          </a:xfrm>
        </p:grpSpPr>
        <p:grpSp>
          <p:nvGrpSpPr>
            <p:cNvPr id="30729" name="Group 22">
              <a:extLst>
                <a:ext uri="{FF2B5EF4-FFF2-40B4-BE49-F238E27FC236}">
                  <a16:creationId xmlns:a16="http://schemas.microsoft.com/office/drawing/2014/main" id="{E42FBCEE-D6DA-EFE5-F367-01F596B29A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2" y="3216"/>
              <a:ext cx="350" cy="296"/>
              <a:chOff x="772" y="3221"/>
              <a:chExt cx="350" cy="296"/>
            </a:xfrm>
          </p:grpSpPr>
          <p:sp>
            <p:nvSpPr>
              <p:cNvPr id="30745" name="Oval 9">
                <a:extLst>
                  <a:ext uri="{FF2B5EF4-FFF2-40B4-BE49-F238E27FC236}">
                    <a16:creationId xmlns:a16="http://schemas.microsoft.com/office/drawing/2014/main" id="{9EF38993-B526-9F8A-F2A0-0A9ACDD16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" y="3221"/>
                <a:ext cx="350" cy="29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46" name="Text Box 10">
                <a:extLst>
                  <a:ext uri="{FF2B5EF4-FFF2-40B4-BE49-F238E27FC236}">
                    <a16:creationId xmlns:a16="http://schemas.microsoft.com/office/drawing/2014/main" id="{077BF12A-AF87-14BD-62F4-7FED688806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9" y="3244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/>
                <a:r>
                  <a:rPr lang="en-US" alt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30730" name="Group 24">
              <a:extLst>
                <a:ext uri="{FF2B5EF4-FFF2-40B4-BE49-F238E27FC236}">
                  <a16:creationId xmlns:a16="http://schemas.microsoft.com/office/drawing/2014/main" id="{A8C5DC05-D325-CF96-03F8-F96FB7B404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216"/>
              <a:ext cx="350" cy="296"/>
              <a:chOff x="1297" y="3526"/>
              <a:chExt cx="350" cy="296"/>
            </a:xfrm>
          </p:grpSpPr>
          <p:sp>
            <p:nvSpPr>
              <p:cNvPr id="30743" name="Oval 13">
                <a:extLst>
                  <a:ext uri="{FF2B5EF4-FFF2-40B4-BE49-F238E27FC236}">
                    <a16:creationId xmlns:a16="http://schemas.microsoft.com/office/drawing/2014/main" id="{3E74FF2B-071E-BA57-8F54-FD71F963C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0744" name="Text Box 14">
                <a:extLst>
                  <a:ext uri="{FF2B5EF4-FFF2-40B4-BE49-F238E27FC236}">
                    <a16:creationId xmlns:a16="http://schemas.microsoft.com/office/drawing/2014/main" id="{C7F93B2D-6C09-F65E-2366-00E0F6229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30731" name="Group 23">
              <a:extLst>
                <a:ext uri="{FF2B5EF4-FFF2-40B4-BE49-F238E27FC236}">
                  <a16:creationId xmlns:a16="http://schemas.microsoft.com/office/drawing/2014/main" id="{9F786051-D16C-D0AA-2010-C6F2BA2186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1" y="2914"/>
              <a:ext cx="350" cy="296"/>
              <a:chOff x="1327" y="2914"/>
              <a:chExt cx="350" cy="296"/>
            </a:xfrm>
          </p:grpSpPr>
          <p:sp>
            <p:nvSpPr>
              <p:cNvPr id="30741" name="Oval 16">
                <a:extLst>
                  <a:ext uri="{FF2B5EF4-FFF2-40B4-BE49-F238E27FC236}">
                    <a16:creationId xmlns:a16="http://schemas.microsoft.com/office/drawing/2014/main" id="{68CFB448-5CF1-5EBA-7E0C-0D8A71CD6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7" y="291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0742" name="Text Box 17">
                <a:extLst>
                  <a:ext uri="{FF2B5EF4-FFF2-40B4-BE49-F238E27FC236}">
                    <a16:creationId xmlns:a16="http://schemas.microsoft.com/office/drawing/2014/main" id="{DB6CBA59-FD90-E529-A6BA-B5E7154381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4" y="2937"/>
                <a:ext cx="196" cy="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  <p:sp>
          <p:nvSpPr>
            <p:cNvPr id="30732" name="Line 18">
              <a:extLst>
                <a:ext uri="{FF2B5EF4-FFF2-40B4-BE49-F238E27FC236}">
                  <a16:creationId xmlns:a16="http://schemas.microsoft.com/office/drawing/2014/main" id="{779A8251-30E2-87C2-DCE9-73A50EDE11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9" y="3145"/>
              <a:ext cx="234" cy="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Line 19">
              <a:extLst>
                <a:ext uri="{FF2B5EF4-FFF2-40B4-BE49-F238E27FC236}">
                  <a16:creationId xmlns:a16="http://schemas.microsoft.com/office/drawing/2014/main" id="{00B94369-3D4D-23B1-1B48-949ED0985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3461"/>
              <a:ext cx="238" cy="1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Line 21">
              <a:extLst>
                <a:ext uri="{FF2B5EF4-FFF2-40B4-BE49-F238E27FC236}">
                  <a16:creationId xmlns:a16="http://schemas.microsoft.com/office/drawing/2014/main" id="{693C12AA-3BF6-8E69-6F69-4188E0940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272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35" name="Group 25">
              <a:extLst>
                <a:ext uri="{FF2B5EF4-FFF2-40B4-BE49-F238E27FC236}">
                  <a16:creationId xmlns:a16="http://schemas.microsoft.com/office/drawing/2014/main" id="{FD853004-B66E-C00A-E7C0-C7CABB2BAB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0" y="3517"/>
              <a:ext cx="350" cy="296"/>
              <a:chOff x="1297" y="3526"/>
              <a:chExt cx="350" cy="296"/>
            </a:xfrm>
          </p:grpSpPr>
          <p:sp>
            <p:nvSpPr>
              <p:cNvPr id="30739" name="Oval 26">
                <a:extLst>
                  <a:ext uri="{FF2B5EF4-FFF2-40B4-BE49-F238E27FC236}">
                    <a16:creationId xmlns:a16="http://schemas.microsoft.com/office/drawing/2014/main" id="{BD367ECA-1BFD-326D-732A-F921CAE7F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0740" name="Text Box 27">
                <a:extLst>
                  <a:ext uri="{FF2B5EF4-FFF2-40B4-BE49-F238E27FC236}">
                    <a16:creationId xmlns:a16="http://schemas.microsoft.com/office/drawing/2014/main" id="{C1B9ED7E-E8B6-CAF4-4F09-3DB2829926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196" cy="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>
                    <a:solidFill>
                      <a:srgbClr val="000000"/>
                    </a:solidFill>
                  </a:rPr>
                  <a:t>3</a:t>
                </a:r>
              </a:p>
            </p:txBody>
          </p:sp>
        </p:grpSp>
        <p:sp>
          <p:nvSpPr>
            <p:cNvPr id="30736" name="Line 32">
              <a:extLst>
                <a:ext uri="{FF2B5EF4-FFF2-40B4-BE49-F238E27FC236}">
                  <a16:creationId xmlns:a16="http://schemas.microsoft.com/office/drawing/2014/main" id="{576C56D2-8821-FBB2-F1C7-6941DF16D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47" y="3149"/>
              <a:ext cx="242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Line 33">
              <a:extLst>
                <a:ext uri="{FF2B5EF4-FFF2-40B4-BE49-F238E27FC236}">
                  <a16:creationId xmlns:a16="http://schemas.microsoft.com/office/drawing/2014/main" id="{DCDFE928-43C9-ECAD-CA51-89B13039A3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3" y="3457"/>
              <a:ext cx="246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30738" name="AutoShape 34">
              <a:extLst>
                <a:ext uri="{FF2B5EF4-FFF2-40B4-BE49-F238E27FC236}">
                  <a16:creationId xmlns:a16="http://schemas.microsoft.com/office/drawing/2014/main" id="{7D8A7BF5-1609-7015-C93D-E695F0F8B7D7}"/>
                </a:ext>
              </a:extLst>
            </p:cNvPr>
            <p:cNvCxnSpPr>
              <a:cxnSpLocks noChangeShapeType="1"/>
              <a:stCxn id="30739" idx="4"/>
              <a:endCxn id="30741" idx="1"/>
            </p:cNvCxnSpPr>
            <p:nvPr/>
          </p:nvCxnSpPr>
          <p:spPr bwMode="auto">
            <a:xfrm rot="16200000" flipV="1">
              <a:off x="1000" y="3323"/>
              <a:ext cx="868" cy="123"/>
            </a:xfrm>
            <a:prstGeom prst="curvedConnector5">
              <a:avLst>
                <a:gd name="adj1" fmla="val -15898"/>
                <a:gd name="adj2" fmla="val 754468"/>
                <a:gd name="adj3" fmla="val 1235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2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3">
            <a:extLst>
              <a:ext uri="{FF2B5EF4-FFF2-40B4-BE49-F238E27FC236}">
                <a16:creationId xmlns:a16="http://schemas.microsoft.com/office/drawing/2014/main" id="{40F31052-BD7F-E9AC-90CD-DD488007F4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1747" name="Footer Placeholder 4">
            <a:extLst>
              <a:ext uri="{FF2B5EF4-FFF2-40B4-BE49-F238E27FC236}">
                <a16:creationId xmlns:a16="http://schemas.microsoft.com/office/drawing/2014/main" id="{0E596C51-1C9E-7BC6-C785-A40C4F53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B87930CD-D8F6-81D6-B560-A09EECC1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203625C-794A-40B0-A740-5316D532FDDB}" type="slidenum">
              <a:rPr lang="en-US" altLang="en-US" sz="900" b="0" smtClean="0">
                <a:solidFill>
                  <a:schemeClr val="tx1"/>
                </a:solidFill>
              </a:rPr>
              <a:pPr/>
              <a:t>19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4CE7EA10-25AE-8E30-6542-886B7BFA5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Prime Path Coverage</a:t>
            </a:r>
          </a:p>
        </p:txBody>
      </p:sp>
      <p:sp>
        <p:nvSpPr>
          <p:cNvPr id="31750" name="Rectangle 3">
            <a:extLst>
              <a:ext uri="{FF2B5EF4-FFF2-40B4-BE49-F238E27FC236}">
                <a16:creationId xmlns:a16="http://schemas.microsoft.com/office/drawing/2014/main" id="{2A037D66-3EFF-7EB4-69FD-123F85ED0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984250"/>
            <a:ext cx="8867775" cy="1185863"/>
          </a:xfrm>
        </p:spPr>
        <p:txBody>
          <a:bodyPr/>
          <a:lstStyle/>
          <a:p>
            <a:r>
              <a:rPr lang="en-US" altLang="en-US"/>
              <a:t>A simple, elegant and finite criterion that requires </a:t>
            </a:r>
            <a:r>
              <a:rPr lang="en-US" altLang="en-US">
                <a:solidFill>
                  <a:schemeClr val="tx2"/>
                </a:solidFill>
              </a:rPr>
              <a:t>loops</a:t>
            </a:r>
            <a:r>
              <a:rPr lang="en-US" altLang="en-US"/>
              <a:t> to be executed as well as skipped</a:t>
            </a:r>
            <a:endParaRPr lang="en-US" altLang="en-US" sz="1600"/>
          </a:p>
        </p:txBody>
      </p:sp>
      <p:sp>
        <p:nvSpPr>
          <p:cNvPr id="166916" name="Text Box 4">
            <a:extLst>
              <a:ext uri="{FF2B5EF4-FFF2-40B4-BE49-F238E27FC236}">
                <a16:creationId xmlns:a16="http://schemas.microsoft.com/office/drawing/2014/main" id="{2333D30A-2334-96D9-E877-4E76EA547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2630488"/>
            <a:ext cx="8704262" cy="4762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Prime Path Coverage (PPC)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TR contains each prime path in G.</a:t>
            </a:r>
          </a:p>
        </p:txBody>
      </p:sp>
      <p:sp>
        <p:nvSpPr>
          <p:cNvPr id="166917" name="Rectangle 5">
            <a:extLst>
              <a:ext uri="{FF2B5EF4-FFF2-40B4-BE49-F238E27FC236}">
                <a16:creationId xmlns:a16="http://schemas.microsoft.com/office/drawing/2014/main" id="{75A46CB2-DB9D-8D3A-D0BB-AD62B6D18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787775"/>
            <a:ext cx="8867775" cy="19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Will tour all paths of length 0, 1, …</a:t>
            </a:r>
          </a:p>
          <a:p>
            <a:r>
              <a:rPr lang="en-US" altLang="en-US"/>
              <a:t>That is, it </a:t>
            </a:r>
            <a:r>
              <a:rPr lang="en-US" altLang="en-US">
                <a:solidFill>
                  <a:schemeClr val="tx2"/>
                </a:solidFill>
              </a:rPr>
              <a:t>subsumes</a:t>
            </a:r>
            <a:r>
              <a:rPr lang="en-US" altLang="en-US"/>
              <a:t> node and edge coverage</a:t>
            </a:r>
          </a:p>
          <a:p>
            <a:r>
              <a:rPr lang="en-US" altLang="en-US">
                <a:solidFill>
                  <a:schemeClr val="tx2"/>
                </a:solidFill>
              </a:rPr>
              <a:t>Note</a:t>
            </a:r>
            <a:r>
              <a:rPr lang="en-US" altLang="en-US"/>
              <a:t> : The book has a mistake, PPC does </a:t>
            </a:r>
            <a:r>
              <a:rPr lang="en-US" altLang="en-US">
                <a:solidFill>
                  <a:schemeClr val="tx2"/>
                </a:solidFill>
              </a:rPr>
              <a:t>NOT</a:t>
            </a:r>
            <a:r>
              <a:rPr lang="en-US" altLang="en-US"/>
              <a:t> subsume </a:t>
            </a:r>
            <a:r>
              <a:rPr lang="en-US" altLang="en-US">
                <a:solidFill>
                  <a:schemeClr val="tx2"/>
                </a:solidFill>
              </a:rPr>
              <a:t>EPC</a:t>
            </a:r>
          </a:p>
          <a:p>
            <a:pPr lvl="1">
              <a:buSzPct val="85000"/>
              <a:buFontTx/>
              <a:buChar char="•"/>
            </a:pPr>
            <a:r>
              <a:rPr lang="en-US" altLang="en-US" sz="2400"/>
              <a:t>If a node </a:t>
            </a:r>
            <a:r>
              <a:rPr lang="en-US" altLang="en-US" sz="2400" i="1">
                <a:solidFill>
                  <a:schemeClr val="tx2"/>
                </a:solidFill>
              </a:rPr>
              <a:t>n</a:t>
            </a:r>
            <a:r>
              <a:rPr lang="en-US" altLang="en-US" sz="2400"/>
              <a:t> has an edge to itself, </a:t>
            </a:r>
            <a:r>
              <a:rPr lang="en-US" altLang="en-US" sz="2400">
                <a:solidFill>
                  <a:schemeClr val="tx2"/>
                </a:solidFill>
              </a:rPr>
              <a:t>EPC</a:t>
            </a:r>
            <a:r>
              <a:rPr lang="en-US" altLang="en-US" sz="2400"/>
              <a:t> will require </a:t>
            </a:r>
            <a:r>
              <a:rPr lang="en-US" altLang="en-US" sz="2400">
                <a:solidFill>
                  <a:schemeClr val="tx2"/>
                </a:solidFill>
              </a:rPr>
              <a:t>[</a:t>
            </a:r>
            <a:r>
              <a:rPr lang="en-US" altLang="en-US" sz="2400" i="1">
                <a:solidFill>
                  <a:schemeClr val="tx2"/>
                </a:solidFill>
              </a:rPr>
              <a:t>n, n, m</a:t>
            </a:r>
            <a:r>
              <a:rPr lang="en-US" altLang="en-US" sz="2400">
                <a:solidFill>
                  <a:schemeClr val="tx2"/>
                </a:solidFill>
              </a:rPr>
              <a:t>]</a:t>
            </a:r>
          </a:p>
          <a:p>
            <a:pPr lvl="1">
              <a:buSzPct val="85000"/>
              <a:buFontTx/>
              <a:buChar char="•"/>
            </a:pPr>
            <a:r>
              <a:rPr lang="en-US" altLang="en-US" sz="2400">
                <a:solidFill>
                  <a:schemeClr val="tx2"/>
                </a:solidFill>
              </a:rPr>
              <a:t>[</a:t>
            </a:r>
            <a:r>
              <a:rPr lang="en-US" altLang="en-US" sz="2400" i="1">
                <a:solidFill>
                  <a:schemeClr val="tx2"/>
                </a:solidFill>
              </a:rPr>
              <a:t>n, n, m</a:t>
            </a:r>
            <a:r>
              <a:rPr lang="en-US" altLang="en-US" sz="2400">
                <a:solidFill>
                  <a:schemeClr val="tx2"/>
                </a:solidFill>
              </a:rPr>
              <a:t>]</a:t>
            </a:r>
            <a:r>
              <a:rPr lang="en-US" altLang="en-US" sz="2400"/>
              <a:t> is not prime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animBg="1" autoUpdateAnimBg="0"/>
      <p:bldP spid="16691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3">
            <a:extLst>
              <a:ext uri="{FF2B5EF4-FFF2-40B4-BE49-F238E27FC236}">
                <a16:creationId xmlns:a16="http://schemas.microsoft.com/office/drawing/2014/main" id="{69ED3ACB-0EBA-C59A-2E84-7B64BAE37C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3795" name="Footer Placeholder 4">
            <a:extLst>
              <a:ext uri="{FF2B5EF4-FFF2-40B4-BE49-F238E27FC236}">
                <a16:creationId xmlns:a16="http://schemas.microsoft.com/office/drawing/2014/main" id="{4F6E5885-D878-6925-1B29-33521AA6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890A2A88-8C7C-0E28-3555-75408C30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AD9DF1B-4CD6-40E8-BCE7-D36CEE55FB69}" type="slidenum">
              <a:rPr lang="en-US" altLang="en-US" sz="900" b="0" smtClean="0">
                <a:solidFill>
                  <a:schemeClr val="tx1"/>
                </a:solidFill>
              </a:rPr>
              <a:pPr/>
              <a:t>20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2DB29D50-D17F-2757-EBC5-626D5A9F8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Round Trips</a:t>
            </a:r>
          </a:p>
        </p:txBody>
      </p:sp>
      <p:sp>
        <p:nvSpPr>
          <p:cNvPr id="33798" name="Rectangle 3">
            <a:extLst>
              <a:ext uri="{FF2B5EF4-FFF2-40B4-BE49-F238E27FC236}">
                <a16:creationId xmlns:a16="http://schemas.microsoft.com/office/drawing/2014/main" id="{82640106-0805-E05E-6CB1-518485F08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935038"/>
          </a:xfrm>
        </p:spPr>
        <p:txBody>
          <a:bodyPr/>
          <a:lstStyle/>
          <a:p>
            <a:r>
              <a:rPr lang="en-US" altLang="en-US" u="sng">
                <a:solidFill>
                  <a:schemeClr val="tx2"/>
                </a:solidFill>
              </a:rPr>
              <a:t>Round-Trip Path</a:t>
            </a:r>
            <a:r>
              <a:rPr lang="en-US" altLang="en-US"/>
              <a:t> : </a:t>
            </a:r>
            <a:r>
              <a:rPr lang="en-US" altLang="en-US" i="1"/>
              <a:t>A prime path that starts and ends at the same node</a:t>
            </a:r>
          </a:p>
        </p:txBody>
      </p:sp>
      <p:sp>
        <p:nvSpPr>
          <p:cNvPr id="200708" name="Text Box 4">
            <a:extLst>
              <a:ext uri="{FF2B5EF4-FFF2-40B4-BE49-F238E27FC236}">
                <a16:creationId xmlns:a16="http://schemas.microsoft.com/office/drawing/2014/main" id="{E247BF22-06C0-1FDD-5913-1C6F17943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2327275"/>
            <a:ext cx="8262937" cy="12065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Simple Round Trip Coverage (SRTC)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TR contains at least one round-trip path for each reachable node in G that begins and ends a round-trip path.</a:t>
            </a:r>
          </a:p>
        </p:txBody>
      </p:sp>
      <p:sp>
        <p:nvSpPr>
          <p:cNvPr id="200709" name="Text Box 5">
            <a:extLst>
              <a:ext uri="{FF2B5EF4-FFF2-40B4-BE49-F238E27FC236}">
                <a16:creationId xmlns:a16="http://schemas.microsoft.com/office/drawing/2014/main" id="{2F044954-3275-43BF-0CE2-703FC1ABD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3840163"/>
            <a:ext cx="8262937" cy="841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Complete Round Trip Coverage (CRTC)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TR contains all round-trip paths for each reachable node in G.</a:t>
            </a:r>
          </a:p>
        </p:txBody>
      </p:sp>
      <p:sp>
        <p:nvSpPr>
          <p:cNvPr id="200710" name="Rectangle 6">
            <a:extLst>
              <a:ext uri="{FF2B5EF4-FFF2-40B4-BE49-F238E27FC236}">
                <a16:creationId xmlns:a16="http://schemas.microsoft.com/office/drawing/2014/main" id="{1F5D8E4B-B289-3C66-C617-D85E1861B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987925"/>
            <a:ext cx="8867775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These criteria </a:t>
            </a:r>
            <a:r>
              <a:rPr lang="en-US" altLang="en-US">
                <a:solidFill>
                  <a:schemeClr val="tx2"/>
                </a:solidFill>
              </a:rPr>
              <a:t>omit nodes and edges</a:t>
            </a:r>
            <a:r>
              <a:rPr lang="en-US" altLang="en-US"/>
              <a:t> that are not in round trips</a:t>
            </a:r>
          </a:p>
          <a:p>
            <a:r>
              <a:rPr lang="en-US" altLang="en-US"/>
              <a:t>That is, they do </a:t>
            </a:r>
            <a:r>
              <a:rPr lang="en-US" altLang="en-US" u="sng">
                <a:solidFill>
                  <a:schemeClr val="tx2"/>
                </a:solidFill>
              </a:rPr>
              <a:t>not</a:t>
            </a:r>
            <a:r>
              <a:rPr lang="en-US" altLang="en-US"/>
              <a:t> subsume edge-pair, edge, or node coverage</a:t>
            </a:r>
            <a:endParaRPr lang="en-US" altLang="en-US" i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nimBg="1" autoUpdateAnimBg="0"/>
      <p:bldP spid="200709" grpId="0" animBg="1" autoUpdateAnimBg="0"/>
      <p:bldP spid="2007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ate Placeholder 3">
            <a:extLst>
              <a:ext uri="{FF2B5EF4-FFF2-40B4-BE49-F238E27FC236}">
                <a16:creationId xmlns:a16="http://schemas.microsoft.com/office/drawing/2014/main" id="{B3A8F218-98F0-6BB2-ED80-0395630F43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5843" name="Footer Placeholder 4">
            <a:extLst>
              <a:ext uri="{FF2B5EF4-FFF2-40B4-BE49-F238E27FC236}">
                <a16:creationId xmlns:a16="http://schemas.microsoft.com/office/drawing/2014/main" id="{11B8C8A7-1B64-675E-0A90-8FC287F0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CEF3B176-8902-34AF-EADC-8767440D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0485DEC-5ADD-4FB9-91BB-9FAA52FEA1B1}" type="slidenum">
              <a:rPr lang="en-US" altLang="en-US" sz="900" b="0" smtClean="0">
                <a:solidFill>
                  <a:schemeClr val="tx1"/>
                </a:solidFill>
              </a:rPr>
              <a:pPr/>
              <a:t>21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35845" name="Rectangle 2">
            <a:extLst>
              <a:ext uri="{FF2B5EF4-FFF2-40B4-BE49-F238E27FC236}">
                <a16:creationId xmlns:a16="http://schemas.microsoft.com/office/drawing/2014/main" id="{F07B837C-1AF3-559E-59D6-2E0732681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Prime Path Example</a:t>
            </a:r>
          </a:p>
        </p:txBody>
      </p:sp>
      <p:sp>
        <p:nvSpPr>
          <p:cNvPr id="35846" name="Rectangle 3">
            <a:extLst>
              <a:ext uri="{FF2B5EF4-FFF2-40B4-BE49-F238E27FC236}">
                <a16:creationId xmlns:a16="http://schemas.microsoft.com/office/drawing/2014/main" id="{B9250F92-8C97-0E1B-39D8-4AEF82301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990600"/>
            <a:ext cx="8867775" cy="5178425"/>
          </a:xfrm>
        </p:spPr>
        <p:txBody>
          <a:bodyPr/>
          <a:lstStyle/>
          <a:p>
            <a:r>
              <a:rPr lang="en-US" altLang="en-US"/>
              <a:t>The previous example has 38 </a:t>
            </a:r>
            <a:r>
              <a:rPr lang="en-US" altLang="en-US">
                <a:solidFill>
                  <a:schemeClr val="tx2"/>
                </a:solidFill>
              </a:rPr>
              <a:t>simple</a:t>
            </a:r>
            <a:r>
              <a:rPr lang="en-US" altLang="en-US"/>
              <a:t> paths</a:t>
            </a:r>
            <a:endParaRPr lang="en-US" altLang="en-US" i="1"/>
          </a:p>
          <a:p>
            <a:r>
              <a:rPr lang="en-US" altLang="en-US"/>
              <a:t>Only </a:t>
            </a:r>
            <a:r>
              <a:rPr lang="en-US" altLang="en-US">
                <a:solidFill>
                  <a:schemeClr val="tx2"/>
                </a:solidFill>
              </a:rPr>
              <a:t>nine</a:t>
            </a:r>
            <a:r>
              <a:rPr lang="en-US" altLang="en-US"/>
              <a:t> </a:t>
            </a:r>
            <a:r>
              <a:rPr lang="en-US" altLang="en-US" i="1"/>
              <a:t>prime paths</a:t>
            </a:r>
          </a:p>
        </p:txBody>
      </p:sp>
      <p:sp>
        <p:nvSpPr>
          <p:cNvPr id="167968" name="Text Box 32">
            <a:extLst>
              <a:ext uri="{FF2B5EF4-FFF2-40B4-BE49-F238E27FC236}">
                <a16:creationId xmlns:a16="http://schemas.microsoft.com/office/drawing/2014/main" id="{3DF31648-AB3A-F93E-EB4B-4EABC3519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63" y="2855913"/>
            <a:ext cx="3303587" cy="3152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u="sng">
                <a:solidFill>
                  <a:schemeClr val="tx1"/>
                </a:solidFill>
              </a:rPr>
              <a:t>Prime Paths</a:t>
            </a:r>
            <a:endParaRPr lang="en-US" altLang="en-US">
              <a:solidFill>
                <a:schemeClr val="tx1"/>
              </a:solidFill>
            </a:endParaRP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1, 2, 3, 6 ]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1, 2, 4, 5 ]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1, 2, 4, 6 ]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2, 3, 6 ]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2, 4, 5]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[ 0, 2, 4, 6 ]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[ 5, 4, 6 ]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[ 4, 5, 4 ]</a:t>
            </a: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[ 5, 4, 5 ]</a:t>
            </a:r>
          </a:p>
        </p:txBody>
      </p:sp>
      <p:sp>
        <p:nvSpPr>
          <p:cNvPr id="167969" name="AutoShape 33">
            <a:extLst>
              <a:ext uri="{FF2B5EF4-FFF2-40B4-BE49-F238E27FC236}">
                <a16:creationId xmlns:a16="http://schemas.microsoft.com/office/drawing/2014/main" id="{0C627A6A-FE9C-E5BD-B804-82F5F190A839}"/>
              </a:ext>
            </a:extLst>
          </p:cNvPr>
          <p:cNvSpPr>
            <a:spLocks/>
          </p:cNvSpPr>
          <p:nvPr/>
        </p:nvSpPr>
        <p:spPr bwMode="auto">
          <a:xfrm>
            <a:off x="7138988" y="4427538"/>
            <a:ext cx="1554162" cy="690562"/>
          </a:xfrm>
          <a:prstGeom prst="borderCallout2">
            <a:avLst>
              <a:gd name="adj1" fmla="val 16551"/>
              <a:gd name="adj2" fmla="val -4903"/>
              <a:gd name="adj3" fmla="val 16551"/>
              <a:gd name="adj4" fmla="val -35343"/>
              <a:gd name="adj5" fmla="val 109194"/>
              <a:gd name="adj6" fmla="val -106333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tx1"/>
                </a:solidFill>
              </a:rPr>
              <a:t>Execute loop once</a:t>
            </a:r>
          </a:p>
        </p:txBody>
      </p:sp>
      <p:sp>
        <p:nvSpPr>
          <p:cNvPr id="167970" name="AutoShape 34">
            <a:extLst>
              <a:ext uri="{FF2B5EF4-FFF2-40B4-BE49-F238E27FC236}">
                <a16:creationId xmlns:a16="http://schemas.microsoft.com/office/drawing/2014/main" id="{5B69E46E-0569-A945-E594-21910727E757}"/>
              </a:ext>
            </a:extLst>
          </p:cNvPr>
          <p:cNvSpPr>
            <a:spLocks/>
          </p:cNvSpPr>
          <p:nvPr/>
        </p:nvSpPr>
        <p:spPr bwMode="auto">
          <a:xfrm>
            <a:off x="6870700" y="5268913"/>
            <a:ext cx="1971675" cy="722312"/>
          </a:xfrm>
          <a:prstGeom prst="borderCallout2">
            <a:avLst>
              <a:gd name="adj1" fmla="val 15824"/>
              <a:gd name="adj2" fmla="val -3866"/>
              <a:gd name="adj3" fmla="val 15824"/>
              <a:gd name="adj4" fmla="val -32769"/>
              <a:gd name="adj5" fmla="val 75167"/>
              <a:gd name="adj6" fmla="val -71176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tx1"/>
                </a:solidFill>
              </a:rPr>
              <a:t>Execute loop more than once</a:t>
            </a:r>
          </a:p>
        </p:txBody>
      </p:sp>
      <p:grpSp>
        <p:nvGrpSpPr>
          <p:cNvPr id="2" name="Group 43">
            <a:extLst>
              <a:ext uri="{FF2B5EF4-FFF2-40B4-BE49-F238E27FC236}">
                <a16:creationId xmlns:a16="http://schemas.microsoft.com/office/drawing/2014/main" id="{CCCA100A-12C2-6C48-300F-0DA0DA056B5D}"/>
              </a:ext>
            </a:extLst>
          </p:cNvPr>
          <p:cNvGrpSpPr>
            <a:grpSpLocks/>
          </p:cNvGrpSpPr>
          <p:nvPr/>
        </p:nvGrpSpPr>
        <p:grpSpPr bwMode="auto">
          <a:xfrm>
            <a:off x="455613" y="2395538"/>
            <a:ext cx="2120900" cy="3635375"/>
            <a:chOff x="287" y="1509"/>
            <a:chExt cx="1336" cy="2290"/>
          </a:xfrm>
          <a:solidFill>
            <a:schemeClr val="bg1"/>
          </a:solidFill>
        </p:grpSpPr>
        <p:grpSp>
          <p:nvGrpSpPr>
            <p:cNvPr id="22540" name="Group 39">
              <a:extLst>
                <a:ext uri="{FF2B5EF4-FFF2-40B4-BE49-F238E27FC236}">
                  <a16:creationId xmlns:a16="http://schemas.microsoft.com/office/drawing/2014/main" id="{63CFDC09-1E04-EF71-5D1F-5319852A0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3" y="3335"/>
              <a:ext cx="350" cy="296"/>
              <a:chOff x="684" y="3374"/>
              <a:chExt cx="350" cy="296"/>
            </a:xfrm>
            <a:grpFill/>
          </p:grpSpPr>
          <p:sp>
            <p:nvSpPr>
              <p:cNvPr id="22569" name="Oval 6">
                <a:extLst>
                  <a:ext uri="{FF2B5EF4-FFF2-40B4-BE49-F238E27FC236}">
                    <a16:creationId xmlns:a16="http://schemas.microsoft.com/office/drawing/2014/main" id="{E27DB2F4-1F80-66AF-80D2-D0E8DB47A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" y="337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2570" name="Text Box 7">
                <a:extLst>
                  <a:ext uri="{FF2B5EF4-FFF2-40B4-BE49-F238E27FC236}">
                    <a16:creationId xmlns:a16="http://schemas.microsoft.com/office/drawing/2014/main" id="{C12AD31F-EEA8-E37E-09FD-2A1598BCA4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1" y="339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22541" name="Group 8">
              <a:extLst>
                <a:ext uri="{FF2B5EF4-FFF2-40B4-BE49-F238E27FC236}">
                  <a16:creationId xmlns:a16="http://schemas.microsoft.com/office/drawing/2014/main" id="{3AE76E23-58FA-9BC9-3C43-A00A6EECB1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" y="1617"/>
              <a:ext cx="350" cy="296"/>
              <a:chOff x="4288" y="1746"/>
              <a:chExt cx="350" cy="296"/>
            </a:xfrm>
            <a:grpFill/>
          </p:grpSpPr>
          <p:sp>
            <p:nvSpPr>
              <p:cNvPr id="22567" name="Oval 9">
                <a:extLst>
                  <a:ext uri="{FF2B5EF4-FFF2-40B4-BE49-F238E27FC236}">
                    <a16:creationId xmlns:a16="http://schemas.microsoft.com/office/drawing/2014/main" id="{1D22A260-46E7-91C5-52D5-39363693D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2568" name="Text Box 10">
                <a:extLst>
                  <a:ext uri="{FF2B5EF4-FFF2-40B4-BE49-F238E27FC236}">
                    <a16:creationId xmlns:a16="http://schemas.microsoft.com/office/drawing/2014/main" id="{DDB467F3-4937-03CB-594D-1ADBA5101A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grpSp>
          <p:nvGrpSpPr>
            <p:cNvPr id="22542" name="Group 11">
              <a:extLst>
                <a:ext uri="{FF2B5EF4-FFF2-40B4-BE49-F238E27FC236}">
                  <a16:creationId xmlns:a16="http://schemas.microsoft.com/office/drawing/2014/main" id="{357ED48E-4767-FDE3-C7CD-AF0D50749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" y="2482"/>
              <a:ext cx="350" cy="296"/>
              <a:chOff x="4738" y="2684"/>
              <a:chExt cx="350" cy="296"/>
            </a:xfrm>
            <a:grpFill/>
          </p:grpSpPr>
          <p:sp>
            <p:nvSpPr>
              <p:cNvPr id="22565" name="Oval 12">
                <a:extLst>
                  <a:ext uri="{FF2B5EF4-FFF2-40B4-BE49-F238E27FC236}">
                    <a16:creationId xmlns:a16="http://schemas.microsoft.com/office/drawing/2014/main" id="{7E391C28-18DF-C396-8A52-77E304B06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2566" name="Text Box 13">
                <a:extLst>
                  <a:ext uri="{FF2B5EF4-FFF2-40B4-BE49-F238E27FC236}">
                    <a16:creationId xmlns:a16="http://schemas.microsoft.com/office/drawing/2014/main" id="{45E5F609-AF9C-7ACF-BF87-A0F4283421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22543" name="Group 14">
              <a:extLst>
                <a:ext uri="{FF2B5EF4-FFF2-40B4-BE49-F238E27FC236}">
                  <a16:creationId xmlns:a16="http://schemas.microsoft.com/office/drawing/2014/main" id="{084B5C05-2405-238D-E982-BBF2ADA63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" y="2034"/>
              <a:ext cx="350" cy="296"/>
              <a:chOff x="3838" y="2684"/>
              <a:chExt cx="350" cy="296"/>
            </a:xfrm>
            <a:grpFill/>
          </p:grpSpPr>
          <p:sp>
            <p:nvSpPr>
              <p:cNvPr id="22563" name="Oval 15">
                <a:extLst>
                  <a:ext uri="{FF2B5EF4-FFF2-40B4-BE49-F238E27FC236}">
                    <a16:creationId xmlns:a16="http://schemas.microsoft.com/office/drawing/2014/main" id="{CB38FF8C-F323-FF83-153A-7F8D24D96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2564" name="Text Box 16">
                <a:extLst>
                  <a:ext uri="{FF2B5EF4-FFF2-40B4-BE49-F238E27FC236}">
                    <a16:creationId xmlns:a16="http://schemas.microsoft.com/office/drawing/2014/main" id="{AB5C2794-D363-C630-8E85-0E94BE386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2544" name="Line 17">
              <a:extLst>
                <a:ext uri="{FF2B5EF4-FFF2-40B4-BE49-F238E27FC236}">
                  <a16:creationId xmlns:a16="http://schemas.microsoft.com/office/drawing/2014/main" id="{D49EB050-5D32-FE8B-1378-B474472F91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2" y="2765"/>
              <a:ext cx="212" cy="19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45" name="Line 18">
              <a:extLst>
                <a:ext uri="{FF2B5EF4-FFF2-40B4-BE49-F238E27FC236}">
                  <a16:creationId xmlns:a16="http://schemas.microsoft.com/office/drawing/2014/main" id="{5A289604-60FF-091A-CFDA-65043486C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9" y="1509"/>
              <a:ext cx="1" cy="99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22546" name="Group 19">
              <a:extLst>
                <a:ext uri="{FF2B5EF4-FFF2-40B4-BE49-F238E27FC236}">
                  <a16:creationId xmlns:a16="http://schemas.microsoft.com/office/drawing/2014/main" id="{01FE580D-5638-0ACF-D115-E91287694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" y="2930"/>
              <a:ext cx="350" cy="296"/>
              <a:chOff x="4288" y="1746"/>
              <a:chExt cx="350" cy="296"/>
            </a:xfrm>
            <a:grpFill/>
          </p:grpSpPr>
          <p:sp>
            <p:nvSpPr>
              <p:cNvPr id="22561" name="Oval 20">
                <a:extLst>
                  <a:ext uri="{FF2B5EF4-FFF2-40B4-BE49-F238E27FC236}">
                    <a16:creationId xmlns:a16="http://schemas.microsoft.com/office/drawing/2014/main" id="{94F0D830-43DA-6846-81A5-E6ABAA529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2562" name="Text Box 21">
                <a:extLst>
                  <a:ext uri="{FF2B5EF4-FFF2-40B4-BE49-F238E27FC236}">
                    <a16:creationId xmlns:a16="http://schemas.microsoft.com/office/drawing/2014/main" id="{B35795C2-D3DB-9E1B-73D7-B00FD53167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22547" name="Group 22">
              <a:extLst>
                <a:ext uri="{FF2B5EF4-FFF2-40B4-BE49-F238E27FC236}">
                  <a16:creationId xmlns:a16="http://schemas.microsoft.com/office/drawing/2014/main" id="{81A948F1-7C11-E96A-06C1-EA0377857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3" y="2930"/>
              <a:ext cx="350" cy="296"/>
              <a:chOff x="3838" y="2684"/>
              <a:chExt cx="350" cy="296"/>
            </a:xfrm>
            <a:grpFill/>
          </p:grpSpPr>
          <p:sp>
            <p:nvSpPr>
              <p:cNvPr id="22559" name="Oval 23">
                <a:extLst>
                  <a:ext uri="{FF2B5EF4-FFF2-40B4-BE49-F238E27FC236}">
                    <a16:creationId xmlns:a16="http://schemas.microsoft.com/office/drawing/2014/main" id="{73C0DE0A-FAE1-F6DB-E747-72F26618A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2560" name="Text Box 24">
                <a:extLst>
                  <a:ext uri="{FF2B5EF4-FFF2-40B4-BE49-F238E27FC236}">
                    <a16:creationId xmlns:a16="http://schemas.microsoft.com/office/drawing/2014/main" id="{1573A81A-A9A5-20D9-18DB-47C4A6E5A0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sp>
          <p:nvSpPr>
            <p:cNvPr id="22548" name="Line 25">
              <a:extLst>
                <a:ext uri="{FF2B5EF4-FFF2-40B4-BE49-F238E27FC236}">
                  <a16:creationId xmlns:a16="http://schemas.microsoft.com/office/drawing/2014/main" id="{3762A9A8-F72D-9C19-4571-A833B870D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9" y="2767"/>
              <a:ext cx="180" cy="182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49" name="Line 26">
              <a:extLst>
                <a:ext uri="{FF2B5EF4-FFF2-40B4-BE49-F238E27FC236}">
                  <a16:creationId xmlns:a16="http://schemas.microsoft.com/office/drawing/2014/main" id="{08393D36-10F0-208F-3738-3AE144EC1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2" y="3207"/>
              <a:ext cx="195" cy="309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50" name="Line 27">
              <a:extLst>
                <a:ext uri="{FF2B5EF4-FFF2-40B4-BE49-F238E27FC236}">
                  <a16:creationId xmlns:a16="http://schemas.microsoft.com/office/drawing/2014/main" id="{187C70B9-BF12-C857-7681-4C6B79C9D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" y="2308"/>
              <a:ext cx="194" cy="179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51" name="Line 28">
              <a:extLst>
                <a:ext uri="{FF2B5EF4-FFF2-40B4-BE49-F238E27FC236}">
                  <a16:creationId xmlns:a16="http://schemas.microsoft.com/office/drawing/2014/main" id="{C9242523-BE41-6555-88BD-204E9B872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3" y="1893"/>
              <a:ext cx="166" cy="18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52" name="Line 29">
              <a:extLst>
                <a:ext uri="{FF2B5EF4-FFF2-40B4-BE49-F238E27FC236}">
                  <a16:creationId xmlns:a16="http://schemas.microsoft.com/office/drawing/2014/main" id="{890B3095-DC9F-A986-8EF8-FE5857F7B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3204"/>
              <a:ext cx="195" cy="306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53" name="Line 30">
              <a:extLst>
                <a:ext uri="{FF2B5EF4-FFF2-40B4-BE49-F238E27FC236}">
                  <a16:creationId xmlns:a16="http://schemas.microsoft.com/office/drawing/2014/main" id="{04393115-22CC-4FC5-ACE6-D9589908AC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7" y="1918"/>
              <a:ext cx="3" cy="54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54" name="Line 31">
              <a:extLst>
                <a:ext uri="{FF2B5EF4-FFF2-40B4-BE49-F238E27FC236}">
                  <a16:creationId xmlns:a16="http://schemas.microsoft.com/office/drawing/2014/main" id="{863FECE9-0E9D-34F4-E96B-8167AD967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" y="3229"/>
              <a:ext cx="101" cy="146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22555" name="Group 35">
              <a:extLst>
                <a:ext uri="{FF2B5EF4-FFF2-40B4-BE49-F238E27FC236}">
                  <a16:creationId xmlns:a16="http://schemas.microsoft.com/office/drawing/2014/main" id="{BC5045CE-177A-2B7F-21C0-E5A1DCFFB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" y="3503"/>
              <a:ext cx="350" cy="296"/>
              <a:chOff x="4288" y="3622"/>
              <a:chExt cx="350" cy="296"/>
            </a:xfrm>
            <a:grpFill/>
          </p:grpSpPr>
          <p:sp>
            <p:nvSpPr>
              <p:cNvPr id="22557" name="Oval 36">
                <a:extLst>
                  <a:ext uri="{FF2B5EF4-FFF2-40B4-BE49-F238E27FC236}">
                    <a16:creationId xmlns:a16="http://schemas.microsoft.com/office/drawing/2014/main" id="{3E806437-B55A-C266-43D1-AE5D533C8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2558" name="Text Box 37">
                <a:extLst>
                  <a:ext uri="{FF2B5EF4-FFF2-40B4-BE49-F238E27FC236}">
                    <a16:creationId xmlns:a16="http://schemas.microsoft.com/office/drawing/2014/main" id="{C88344EE-B4F1-DD69-6B0C-54E3AADE68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sp>
          <p:nvSpPr>
            <p:cNvPr id="22556" name="Line 38">
              <a:extLst>
                <a:ext uri="{FF2B5EF4-FFF2-40B4-BE49-F238E27FC236}">
                  <a16:creationId xmlns:a16="http://schemas.microsoft.com/office/drawing/2014/main" id="{528658F4-4D51-ADE5-8902-D68EF19F5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67" y="3176"/>
              <a:ext cx="101" cy="15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67978" name="AutoShape 42">
            <a:extLst>
              <a:ext uri="{FF2B5EF4-FFF2-40B4-BE49-F238E27FC236}">
                <a16:creationId xmlns:a16="http://schemas.microsoft.com/office/drawing/2014/main" id="{449EBFC2-5ECF-5B09-F64C-5569A5C6A946}"/>
              </a:ext>
            </a:extLst>
          </p:cNvPr>
          <p:cNvSpPr>
            <a:spLocks/>
          </p:cNvSpPr>
          <p:nvPr/>
        </p:nvSpPr>
        <p:spPr bwMode="auto">
          <a:xfrm>
            <a:off x="7048500" y="3582988"/>
            <a:ext cx="1554163" cy="690562"/>
          </a:xfrm>
          <a:prstGeom prst="borderCallout2">
            <a:avLst>
              <a:gd name="adj1" fmla="val 16551"/>
              <a:gd name="adj2" fmla="val -4903"/>
              <a:gd name="adj3" fmla="val 16551"/>
              <a:gd name="adj4" fmla="val -31972"/>
              <a:gd name="adj5" fmla="val 184366"/>
              <a:gd name="adj6" fmla="val -95199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tx1"/>
                </a:solidFill>
              </a:rPr>
              <a:t>Execute loop 0 times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7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7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8" grpId="0" animBg="1" autoUpdateAnimBg="0"/>
      <p:bldP spid="167969" grpId="0" animBg="1" autoUpdateAnimBg="0"/>
      <p:bldP spid="167970" grpId="0" animBg="1" autoUpdateAnimBg="0"/>
      <p:bldP spid="16797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3">
            <a:extLst>
              <a:ext uri="{FF2B5EF4-FFF2-40B4-BE49-F238E27FC236}">
                <a16:creationId xmlns:a16="http://schemas.microsoft.com/office/drawing/2014/main" id="{2362E935-D422-ABC7-FBA4-263752ACB9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6867" name="Footer Placeholder 4">
            <a:extLst>
              <a:ext uri="{FF2B5EF4-FFF2-40B4-BE49-F238E27FC236}">
                <a16:creationId xmlns:a16="http://schemas.microsoft.com/office/drawing/2014/main" id="{868504CC-A6D5-B70E-217E-524636AF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AF8FF7E7-F1D0-5550-281E-5A052437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610665C8-8A7E-4ED0-9182-FE056280000F}" type="slidenum">
              <a:rPr lang="en-US" altLang="en-US" sz="900" b="0" smtClean="0">
                <a:solidFill>
                  <a:schemeClr val="tx1"/>
                </a:solidFill>
              </a:rPr>
              <a:pPr/>
              <a:t>22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08D5C0DC-68D1-FA64-6F58-69AA6ABC3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Touring, Sidetrips and Detours</a:t>
            </a: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A97EEF85-FD39-C20D-D644-614922A1F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482600"/>
          </a:xfrm>
        </p:spPr>
        <p:txBody>
          <a:bodyPr/>
          <a:lstStyle/>
          <a:p>
            <a:r>
              <a:rPr lang="en-US" altLang="en-US"/>
              <a:t>Prime paths do not have </a:t>
            </a:r>
            <a:r>
              <a:rPr lang="en-US" altLang="en-US">
                <a:solidFill>
                  <a:schemeClr val="tx2"/>
                </a:solidFill>
              </a:rPr>
              <a:t>internal loops</a:t>
            </a:r>
            <a:r>
              <a:rPr lang="en-US" altLang="en-US"/>
              <a:t> … test paths </a:t>
            </a:r>
            <a:r>
              <a:rPr lang="en-US" altLang="en-US" u="sng"/>
              <a:t>might</a:t>
            </a:r>
            <a:endParaRPr lang="en-US" altLang="en-US"/>
          </a:p>
        </p:txBody>
      </p:sp>
      <p:sp>
        <p:nvSpPr>
          <p:cNvPr id="36871" name="Rectangle 4">
            <a:extLst>
              <a:ext uri="{FF2B5EF4-FFF2-40B4-BE49-F238E27FC236}">
                <a16:creationId xmlns:a16="http://schemas.microsoft.com/office/drawing/2014/main" id="{40000916-A182-8320-895D-BA390D591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112963"/>
            <a:ext cx="8867775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chemeClr val="tx2"/>
                </a:solidFill>
              </a:rPr>
              <a:t>Tour</a:t>
            </a:r>
            <a:r>
              <a:rPr lang="en-US" altLang="en-US"/>
              <a:t> : </a:t>
            </a:r>
            <a:r>
              <a:rPr lang="en-US" altLang="en-US" i="1"/>
              <a:t>A test path p tours subpath q if q is a subpath of p</a:t>
            </a:r>
          </a:p>
          <a:p>
            <a:pPr lvl="1">
              <a:buSzPct val="85000"/>
              <a:buFontTx/>
              <a:buChar char="•"/>
            </a:pPr>
            <a:endParaRPr lang="en-US" altLang="en-US" sz="2400"/>
          </a:p>
          <a:p>
            <a:r>
              <a:rPr lang="en-US" altLang="en-US" u="sng">
                <a:solidFill>
                  <a:schemeClr val="tx2"/>
                </a:solidFill>
              </a:rPr>
              <a:t>Tour With Sidetrips</a:t>
            </a:r>
            <a:r>
              <a:rPr lang="en-US" altLang="en-US"/>
              <a:t> : </a:t>
            </a:r>
            <a:r>
              <a:rPr lang="en-US" altLang="en-US" i="1"/>
              <a:t>A test path p tours subpath q with </a:t>
            </a:r>
            <a:r>
              <a:rPr lang="en-US" altLang="en-US" i="1" u="sng"/>
              <a:t>sidetrips</a:t>
            </a:r>
            <a:r>
              <a:rPr lang="en-US" altLang="en-US" i="1"/>
              <a:t> iff every </a:t>
            </a:r>
            <a:r>
              <a:rPr lang="en-US" altLang="en-US" i="1" u="sng"/>
              <a:t>edge</a:t>
            </a:r>
            <a:r>
              <a:rPr lang="en-US" altLang="en-US" i="1"/>
              <a:t> in q is also in p in </a:t>
            </a:r>
            <a:r>
              <a:rPr lang="en-US" altLang="en-US" i="1" u="sng"/>
              <a:t>the same order</a:t>
            </a:r>
          </a:p>
          <a:p>
            <a:pPr lvl="1">
              <a:buSzPct val="85000"/>
              <a:buFontTx/>
              <a:buChar char="•"/>
            </a:pPr>
            <a:r>
              <a:rPr lang="en-US" altLang="en-US" sz="2000"/>
              <a:t>The tour can include a sidetrip, as long as it comes back to the same node</a:t>
            </a:r>
          </a:p>
          <a:p>
            <a:pPr lvl="1">
              <a:buSzPct val="85000"/>
              <a:buFontTx/>
              <a:buChar char="•"/>
            </a:pPr>
            <a:endParaRPr lang="en-US" altLang="en-US" sz="2000"/>
          </a:p>
          <a:p>
            <a:r>
              <a:rPr lang="en-US" altLang="en-US" u="sng">
                <a:solidFill>
                  <a:schemeClr val="tx2"/>
                </a:solidFill>
              </a:rPr>
              <a:t>Tour With Detours</a:t>
            </a:r>
            <a:r>
              <a:rPr lang="en-US" altLang="en-US"/>
              <a:t> : </a:t>
            </a:r>
            <a:r>
              <a:rPr lang="en-US" altLang="en-US" i="1"/>
              <a:t>A test path p tours subpath q with </a:t>
            </a:r>
            <a:r>
              <a:rPr lang="en-US" altLang="en-US" i="1" u="sng"/>
              <a:t>detours</a:t>
            </a:r>
            <a:r>
              <a:rPr lang="en-US" altLang="en-US" i="1"/>
              <a:t> iff every </a:t>
            </a:r>
            <a:r>
              <a:rPr lang="en-US" altLang="en-US" i="1" u="sng"/>
              <a:t>node</a:t>
            </a:r>
            <a:r>
              <a:rPr lang="en-US" altLang="en-US" i="1"/>
              <a:t> in q is also in p in </a:t>
            </a:r>
            <a:r>
              <a:rPr lang="en-US" altLang="en-US" i="1" u="sng"/>
              <a:t>the same order</a:t>
            </a:r>
          </a:p>
          <a:p>
            <a:pPr lvl="1">
              <a:buSzPct val="85000"/>
              <a:buFontTx/>
              <a:buChar char="•"/>
            </a:pPr>
            <a:r>
              <a:rPr lang="en-US" altLang="en-US" sz="2000"/>
              <a:t>The tour can include a detour from node </a:t>
            </a:r>
            <a:r>
              <a:rPr lang="en-US" altLang="en-US" sz="2000" i="1"/>
              <a:t>ni</a:t>
            </a:r>
            <a:r>
              <a:rPr lang="en-US" altLang="en-US" sz="2000"/>
              <a:t>, as long as it comes back to the prime path at a successor of </a:t>
            </a:r>
            <a:r>
              <a:rPr lang="en-US" altLang="en-US" sz="2000" i="1"/>
              <a:t>ni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>
            <a:extLst>
              <a:ext uri="{FF2B5EF4-FFF2-40B4-BE49-F238E27FC236}">
                <a16:creationId xmlns:a16="http://schemas.microsoft.com/office/drawing/2014/main" id="{DA59F179-E09A-9045-814B-060C2807B4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8915" name="Footer Placeholder 4">
            <a:extLst>
              <a:ext uri="{FF2B5EF4-FFF2-40B4-BE49-F238E27FC236}">
                <a16:creationId xmlns:a16="http://schemas.microsoft.com/office/drawing/2014/main" id="{C6DB6672-CB6F-8612-500C-0F45BC8B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38916" name="Slide Number Placeholder 5">
            <a:extLst>
              <a:ext uri="{FF2B5EF4-FFF2-40B4-BE49-F238E27FC236}">
                <a16:creationId xmlns:a16="http://schemas.microsoft.com/office/drawing/2014/main" id="{C621B4B1-1A97-4BFC-90CB-5587A615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04885B3-DDB4-4062-B5D2-8C14C345FE89}" type="slidenum">
              <a:rPr lang="en-US" altLang="en-US" sz="900" b="0" smtClean="0">
                <a:solidFill>
                  <a:schemeClr val="tx1"/>
                </a:solidFill>
              </a:rPr>
              <a:pPr/>
              <a:t>23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CA446C59-D579-CED6-F92D-2FAB3B42E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Sidetrips and Detours Example</a:t>
            </a:r>
          </a:p>
        </p:txBody>
      </p:sp>
      <p:grpSp>
        <p:nvGrpSpPr>
          <p:cNvPr id="24582" name="Group 42">
            <a:extLst>
              <a:ext uri="{FF2B5EF4-FFF2-40B4-BE49-F238E27FC236}">
                <a16:creationId xmlns:a16="http://schemas.microsoft.com/office/drawing/2014/main" id="{5CB7101D-B9C7-5381-7F8C-E442F5B5B54F}"/>
              </a:ext>
            </a:extLst>
          </p:cNvPr>
          <p:cNvGrpSpPr>
            <a:grpSpLocks/>
          </p:cNvGrpSpPr>
          <p:nvPr/>
        </p:nvGrpSpPr>
        <p:grpSpPr bwMode="auto">
          <a:xfrm>
            <a:off x="1881188" y="1066800"/>
            <a:ext cx="5381625" cy="1381125"/>
            <a:chOff x="842" y="988"/>
            <a:chExt cx="3390" cy="870"/>
          </a:xfrm>
          <a:solidFill>
            <a:schemeClr val="bg1"/>
          </a:solidFill>
        </p:grpSpPr>
        <p:grpSp>
          <p:nvGrpSpPr>
            <p:cNvPr id="24687" name="Group 5">
              <a:extLst>
                <a:ext uri="{FF2B5EF4-FFF2-40B4-BE49-F238E27FC236}">
                  <a16:creationId xmlns:a16="http://schemas.microsoft.com/office/drawing/2014/main" id="{458395FB-6A72-AE29-4ADC-91E0098373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0" y="989"/>
              <a:ext cx="350" cy="296"/>
              <a:chOff x="4288" y="1746"/>
              <a:chExt cx="350" cy="296"/>
            </a:xfrm>
            <a:grpFill/>
          </p:grpSpPr>
          <p:sp>
            <p:nvSpPr>
              <p:cNvPr id="24711" name="Oval 6">
                <a:extLst>
                  <a:ext uri="{FF2B5EF4-FFF2-40B4-BE49-F238E27FC236}">
                    <a16:creationId xmlns:a16="http://schemas.microsoft.com/office/drawing/2014/main" id="{8B567343-C14A-B732-39DB-CBB7D5B20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4712" name="Text Box 7">
                <a:extLst>
                  <a:ext uri="{FF2B5EF4-FFF2-40B4-BE49-F238E27FC236}">
                    <a16:creationId xmlns:a16="http://schemas.microsoft.com/office/drawing/2014/main" id="{B0B3B746-FE55-4C6A-B267-335F78C673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grpSp>
          <p:nvGrpSpPr>
            <p:cNvPr id="24688" name="Group 9">
              <a:extLst>
                <a:ext uri="{FF2B5EF4-FFF2-40B4-BE49-F238E27FC236}">
                  <a16:creationId xmlns:a16="http://schemas.microsoft.com/office/drawing/2014/main" id="{2E3827C6-3916-22BE-CA7D-F2CDA73303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7" y="988"/>
              <a:ext cx="350" cy="296"/>
              <a:chOff x="4738" y="2684"/>
              <a:chExt cx="350" cy="296"/>
            </a:xfrm>
            <a:grpFill/>
          </p:grpSpPr>
          <p:sp>
            <p:nvSpPr>
              <p:cNvPr id="24709" name="Oval 10">
                <a:extLst>
                  <a:ext uri="{FF2B5EF4-FFF2-40B4-BE49-F238E27FC236}">
                    <a16:creationId xmlns:a16="http://schemas.microsoft.com/office/drawing/2014/main" id="{E0757409-3C85-3960-E838-C7B622D3A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4710" name="Text Box 11">
                <a:extLst>
                  <a:ext uri="{FF2B5EF4-FFF2-40B4-BE49-F238E27FC236}">
                    <a16:creationId xmlns:a16="http://schemas.microsoft.com/office/drawing/2014/main" id="{87C93D28-D923-6CCC-FAD9-43D5D31CCC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24689" name="Group 12">
              <a:extLst>
                <a:ext uri="{FF2B5EF4-FFF2-40B4-BE49-F238E27FC236}">
                  <a16:creationId xmlns:a16="http://schemas.microsoft.com/office/drawing/2014/main" id="{CD2DA71A-1564-7A61-6A81-370CD3E0E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3" y="989"/>
              <a:ext cx="350" cy="296"/>
              <a:chOff x="3838" y="2684"/>
              <a:chExt cx="350" cy="296"/>
            </a:xfrm>
            <a:grpFill/>
          </p:grpSpPr>
          <p:sp>
            <p:nvSpPr>
              <p:cNvPr id="24707" name="Oval 13">
                <a:extLst>
                  <a:ext uri="{FF2B5EF4-FFF2-40B4-BE49-F238E27FC236}">
                    <a16:creationId xmlns:a16="http://schemas.microsoft.com/office/drawing/2014/main" id="{723B0D09-A173-67FE-E032-0DDD2EFAC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4708" name="Text Box 14">
                <a:extLst>
                  <a:ext uri="{FF2B5EF4-FFF2-40B4-BE49-F238E27FC236}">
                    <a16:creationId xmlns:a16="http://schemas.microsoft.com/office/drawing/2014/main" id="{AE1201B9-8424-107D-58E9-7337FC6B30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24690" name="Group 15">
              <a:extLst>
                <a:ext uri="{FF2B5EF4-FFF2-40B4-BE49-F238E27FC236}">
                  <a16:creationId xmlns:a16="http://schemas.microsoft.com/office/drawing/2014/main" id="{4AA3B87A-0834-FE36-33FC-8AF0ACEB87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2" y="988"/>
              <a:ext cx="350" cy="296"/>
              <a:chOff x="4288" y="3622"/>
              <a:chExt cx="350" cy="296"/>
            </a:xfrm>
            <a:grpFill/>
          </p:grpSpPr>
          <p:sp>
            <p:nvSpPr>
              <p:cNvPr id="24705" name="Oval 16">
                <a:extLst>
                  <a:ext uri="{FF2B5EF4-FFF2-40B4-BE49-F238E27FC236}">
                    <a16:creationId xmlns:a16="http://schemas.microsoft.com/office/drawing/2014/main" id="{9FBB43A7-1FE6-D6C6-7560-3CBF50543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4706" name="Text Box 17">
                <a:extLst>
                  <a:ext uri="{FF2B5EF4-FFF2-40B4-BE49-F238E27FC236}">
                    <a16:creationId xmlns:a16="http://schemas.microsoft.com/office/drawing/2014/main" id="{8D07EA3E-76E5-071F-9C29-B9D89AE0F2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sp>
          <p:nvSpPr>
            <p:cNvPr id="24691" name="Line 18">
              <a:extLst>
                <a:ext uri="{FF2B5EF4-FFF2-40B4-BE49-F238E27FC236}">
                  <a16:creationId xmlns:a16="http://schemas.microsoft.com/office/drawing/2014/main" id="{28EFEE55-269B-7348-8728-ECF94DBF1B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9" y="1286"/>
              <a:ext cx="448" cy="38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692" name="Line 19">
              <a:extLst>
                <a:ext uri="{FF2B5EF4-FFF2-40B4-BE49-F238E27FC236}">
                  <a16:creationId xmlns:a16="http://schemas.microsoft.com/office/drawing/2014/main" id="{110F31CC-88BA-BBB2-3B42-35EDDC6C5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" y="1137"/>
              <a:ext cx="204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24693" name="Group 20">
              <a:extLst>
                <a:ext uri="{FF2B5EF4-FFF2-40B4-BE49-F238E27FC236}">
                  <a16:creationId xmlns:a16="http://schemas.microsoft.com/office/drawing/2014/main" id="{1B9EA9D6-793A-B2FA-654E-33EA81CA4B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7" y="1562"/>
              <a:ext cx="350" cy="296"/>
              <a:chOff x="4288" y="1746"/>
              <a:chExt cx="350" cy="296"/>
            </a:xfrm>
            <a:grpFill/>
          </p:grpSpPr>
          <p:sp>
            <p:nvSpPr>
              <p:cNvPr id="24703" name="Oval 21">
                <a:extLst>
                  <a:ext uri="{FF2B5EF4-FFF2-40B4-BE49-F238E27FC236}">
                    <a16:creationId xmlns:a16="http://schemas.microsoft.com/office/drawing/2014/main" id="{23DED235-0631-A29C-245D-4E214E016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4704" name="Text Box 22">
                <a:extLst>
                  <a:ext uri="{FF2B5EF4-FFF2-40B4-BE49-F238E27FC236}">
                    <a16:creationId xmlns:a16="http://schemas.microsoft.com/office/drawing/2014/main" id="{71BB853E-F331-D5A8-5CFA-E601AB20B0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24694" name="Group 27">
              <a:extLst>
                <a:ext uri="{FF2B5EF4-FFF2-40B4-BE49-F238E27FC236}">
                  <a16:creationId xmlns:a16="http://schemas.microsoft.com/office/drawing/2014/main" id="{D3D53E81-B64F-E440-2259-9377977759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1" y="989"/>
              <a:ext cx="350" cy="296"/>
              <a:chOff x="3838" y="2684"/>
              <a:chExt cx="350" cy="296"/>
            </a:xfrm>
            <a:grpFill/>
          </p:grpSpPr>
          <p:sp>
            <p:nvSpPr>
              <p:cNvPr id="24701" name="Oval 28">
                <a:extLst>
                  <a:ext uri="{FF2B5EF4-FFF2-40B4-BE49-F238E27FC236}">
                    <a16:creationId xmlns:a16="http://schemas.microsoft.com/office/drawing/2014/main" id="{358DABDE-EA17-C506-BDA0-37AD70BB5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4702" name="Text Box 29">
                <a:extLst>
                  <a:ext uri="{FF2B5EF4-FFF2-40B4-BE49-F238E27FC236}">
                    <a16:creationId xmlns:a16="http://schemas.microsoft.com/office/drawing/2014/main" id="{534E2591-5890-3126-5A9D-708F47688F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sp>
          <p:nvSpPr>
            <p:cNvPr id="24695" name="Line 34">
              <a:extLst>
                <a:ext uri="{FF2B5EF4-FFF2-40B4-BE49-F238E27FC236}">
                  <a16:creationId xmlns:a16="http://schemas.microsoft.com/office/drawing/2014/main" id="{22E916A6-110F-1190-9413-B3D3389414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3" y="1283"/>
              <a:ext cx="2" cy="28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696" name="Line 37">
              <a:extLst>
                <a:ext uri="{FF2B5EF4-FFF2-40B4-BE49-F238E27FC236}">
                  <a16:creationId xmlns:a16="http://schemas.microsoft.com/office/drawing/2014/main" id="{8981FE8E-D9B5-D07D-68F1-EE11491CB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1137"/>
              <a:ext cx="335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697" name="Line 38">
              <a:extLst>
                <a:ext uri="{FF2B5EF4-FFF2-40B4-BE49-F238E27FC236}">
                  <a16:creationId xmlns:a16="http://schemas.microsoft.com/office/drawing/2014/main" id="{F52F53E7-34D8-E546-6DBA-D531509AB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2" y="1136"/>
              <a:ext cx="335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698" name="Line 39">
              <a:extLst>
                <a:ext uri="{FF2B5EF4-FFF2-40B4-BE49-F238E27FC236}">
                  <a16:creationId xmlns:a16="http://schemas.microsoft.com/office/drawing/2014/main" id="{36613B50-D478-B7AE-EE83-EE24F2524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" y="1136"/>
              <a:ext cx="335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699" name="Line 40">
              <a:extLst>
                <a:ext uri="{FF2B5EF4-FFF2-40B4-BE49-F238E27FC236}">
                  <a16:creationId xmlns:a16="http://schemas.microsoft.com/office/drawing/2014/main" id="{6BA62107-0C96-0EFB-1BCC-4147CC820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1" y="1136"/>
              <a:ext cx="335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700" name="Line 41">
              <a:extLst>
                <a:ext uri="{FF2B5EF4-FFF2-40B4-BE49-F238E27FC236}">
                  <a16:creationId xmlns:a16="http://schemas.microsoft.com/office/drawing/2014/main" id="{1A0067CB-A9D8-DED1-DBD4-F19573551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4" y="1282"/>
              <a:ext cx="2" cy="28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9" name="Group 117">
            <a:extLst>
              <a:ext uri="{FF2B5EF4-FFF2-40B4-BE49-F238E27FC236}">
                <a16:creationId xmlns:a16="http://schemas.microsoft.com/office/drawing/2014/main" id="{3265B385-63A5-F45D-5794-769484061288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2808288"/>
            <a:ext cx="5776913" cy="1381125"/>
            <a:chOff x="936" y="1769"/>
            <a:chExt cx="3639" cy="870"/>
          </a:xfrm>
          <a:solidFill>
            <a:schemeClr val="bg1"/>
          </a:solidFill>
        </p:grpSpPr>
        <p:grpSp>
          <p:nvGrpSpPr>
            <p:cNvPr id="2" name="Group 61">
              <a:extLst>
                <a:ext uri="{FF2B5EF4-FFF2-40B4-BE49-F238E27FC236}">
                  <a16:creationId xmlns:a16="http://schemas.microsoft.com/office/drawing/2014/main" id="{473EB457-D2E2-EC06-B4B9-F3C52004CA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5" y="1769"/>
              <a:ext cx="3390" cy="870"/>
              <a:chOff x="842" y="988"/>
              <a:chExt cx="3390" cy="870"/>
            </a:xfrm>
            <a:grpFill/>
          </p:grpSpPr>
          <p:grpSp>
            <p:nvGrpSpPr>
              <p:cNvPr id="3" name="Group 62">
                <a:extLst>
                  <a:ext uri="{FF2B5EF4-FFF2-40B4-BE49-F238E27FC236}">
                    <a16:creationId xmlns:a16="http://schemas.microsoft.com/office/drawing/2014/main" id="{4A7BC0B2-66D2-4151-FE58-0CF4412398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0" y="989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24685" name="Oval 63">
                  <a:extLst>
                    <a:ext uri="{FF2B5EF4-FFF2-40B4-BE49-F238E27FC236}">
                      <a16:creationId xmlns:a16="http://schemas.microsoft.com/office/drawing/2014/main" id="{D42DE49D-695F-F178-EA58-A0C91796DD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86" name="Text Box 64">
                  <a:extLst>
                    <a:ext uri="{FF2B5EF4-FFF2-40B4-BE49-F238E27FC236}">
                      <a16:creationId xmlns:a16="http://schemas.microsoft.com/office/drawing/2014/main" id="{2905162F-D3F8-ECA8-93A5-A25240636D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r"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4" name="Group 65">
                <a:extLst>
                  <a:ext uri="{FF2B5EF4-FFF2-40B4-BE49-F238E27FC236}">
                    <a16:creationId xmlns:a16="http://schemas.microsoft.com/office/drawing/2014/main" id="{B083DE75-FE9A-23E3-D172-02F2117A2F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7" y="988"/>
                <a:ext cx="350" cy="296"/>
                <a:chOff x="4738" y="2684"/>
                <a:chExt cx="350" cy="296"/>
              </a:xfrm>
              <a:grpFill/>
            </p:grpSpPr>
            <p:sp>
              <p:nvSpPr>
                <p:cNvPr id="24683" name="Oval 66">
                  <a:extLst>
                    <a:ext uri="{FF2B5EF4-FFF2-40B4-BE49-F238E27FC236}">
                      <a16:creationId xmlns:a16="http://schemas.microsoft.com/office/drawing/2014/main" id="{91D974D0-7425-1BE5-8227-32C111460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84" name="Text Box 67">
                  <a:extLst>
                    <a:ext uri="{FF2B5EF4-FFF2-40B4-BE49-F238E27FC236}">
                      <a16:creationId xmlns:a16="http://schemas.microsoft.com/office/drawing/2014/main" id="{58C72271-DFCC-5A3A-E94A-B0AC081BCD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5" name="Group 68">
                <a:extLst>
                  <a:ext uri="{FF2B5EF4-FFF2-40B4-BE49-F238E27FC236}">
                    <a16:creationId xmlns:a16="http://schemas.microsoft.com/office/drawing/2014/main" id="{558FF846-0AE3-D321-B462-7F6472CC82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3" y="989"/>
                <a:ext cx="350" cy="296"/>
                <a:chOff x="3838" y="2684"/>
                <a:chExt cx="350" cy="296"/>
              </a:xfrm>
              <a:grpFill/>
            </p:grpSpPr>
            <p:sp>
              <p:nvSpPr>
                <p:cNvPr id="24681" name="Oval 69">
                  <a:extLst>
                    <a:ext uri="{FF2B5EF4-FFF2-40B4-BE49-F238E27FC236}">
                      <a16:creationId xmlns:a16="http://schemas.microsoft.com/office/drawing/2014/main" id="{87D7FE14-4472-86C7-F9ED-297B0DCDC8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82" name="Text Box 70">
                  <a:extLst>
                    <a:ext uri="{FF2B5EF4-FFF2-40B4-BE49-F238E27FC236}">
                      <a16:creationId xmlns:a16="http://schemas.microsoft.com/office/drawing/2014/main" id="{18FEF6D3-AF06-0F48-F11E-03EE711009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6" name="Group 71">
                <a:extLst>
                  <a:ext uri="{FF2B5EF4-FFF2-40B4-BE49-F238E27FC236}">
                    <a16:creationId xmlns:a16="http://schemas.microsoft.com/office/drawing/2014/main" id="{EFA6BC16-C6D3-7E65-059E-F5A1F8D756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2" y="988"/>
                <a:ext cx="350" cy="296"/>
                <a:chOff x="4288" y="3622"/>
                <a:chExt cx="350" cy="296"/>
              </a:xfrm>
              <a:grpFill/>
            </p:grpSpPr>
            <p:sp>
              <p:nvSpPr>
                <p:cNvPr id="24679" name="Oval 72">
                  <a:extLst>
                    <a:ext uri="{FF2B5EF4-FFF2-40B4-BE49-F238E27FC236}">
                      <a16:creationId xmlns:a16="http://schemas.microsoft.com/office/drawing/2014/main" id="{917C40F0-820D-E73F-F7D7-CD90A7509A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80" name="Text Box 73">
                  <a:extLst>
                    <a:ext uri="{FF2B5EF4-FFF2-40B4-BE49-F238E27FC236}">
                      <a16:creationId xmlns:a16="http://schemas.microsoft.com/office/drawing/2014/main" id="{74CCC957-40DF-89F2-01F8-C647CA85FD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24665" name="Line 74">
                <a:extLst>
                  <a:ext uri="{FF2B5EF4-FFF2-40B4-BE49-F238E27FC236}">
                    <a16:creationId xmlns:a16="http://schemas.microsoft.com/office/drawing/2014/main" id="{97CFD50C-1094-40D4-5D0C-8F30904C99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09" y="1286"/>
                <a:ext cx="448" cy="385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66" name="Line 75">
                <a:extLst>
                  <a:ext uri="{FF2B5EF4-FFF2-40B4-BE49-F238E27FC236}">
                    <a16:creationId xmlns:a16="http://schemas.microsoft.com/office/drawing/2014/main" id="{7B6864D5-3719-8EB7-C7AE-7A7E30DB7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2" y="1137"/>
                <a:ext cx="204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7" name="Group 76">
                <a:extLst>
                  <a:ext uri="{FF2B5EF4-FFF2-40B4-BE49-F238E27FC236}">
                    <a16:creationId xmlns:a16="http://schemas.microsoft.com/office/drawing/2014/main" id="{0F450255-1ACC-8155-8F9D-44B76ECA63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7" y="1562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24677" name="Oval 77">
                  <a:extLst>
                    <a:ext uri="{FF2B5EF4-FFF2-40B4-BE49-F238E27FC236}">
                      <a16:creationId xmlns:a16="http://schemas.microsoft.com/office/drawing/2014/main" id="{4677C19A-057E-20FD-C3B2-6AAF8F0B80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78" name="Text Box 78">
                  <a:extLst>
                    <a:ext uri="{FF2B5EF4-FFF2-40B4-BE49-F238E27FC236}">
                      <a16:creationId xmlns:a16="http://schemas.microsoft.com/office/drawing/2014/main" id="{89BB31DF-E247-8EF4-F4F9-5BE5E1D579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r"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8" name="Group 79">
                <a:extLst>
                  <a:ext uri="{FF2B5EF4-FFF2-40B4-BE49-F238E27FC236}">
                    <a16:creationId xmlns:a16="http://schemas.microsoft.com/office/drawing/2014/main" id="{544DEAEB-1EC1-17EF-94DD-76CD66D7C0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1" y="989"/>
                <a:ext cx="350" cy="296"/>
                <a:chOff x="3838" y="2684"/>
                <a:chExt cx="350" cy="296"/>
              </a:xfrm>
              <a:grpFill/>
            </p:grpSpPr>
            <p:sp>
              <p:nvSpPr>
                <p:cNvPr id="24675" name="Oval 80">
                  <a:extLst>
                    <a:ext uri="{FF2B5EF4-FFF2-40B4-BE49-F238E27FC236}">
                      <a16:creationId xmlns:a16="http://schemas.microsoft.com/office/drawing/2014/main" id="{2EFEAD61-2A99-F08A-B331-429AB8F3ED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76" name="Text Box 81">
                  <a:extLst>
                    <a:ext uri="{FF2B5EF4-FFF2-40B4-BE49-F238E27FC236}">
                      <a16:creationId xmlns:a16="http://schemas.microsoft.com/office/drawing/2014/main" id="{17D359B4-1805-0A21-9C82-4E237451EC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sp>
            <p:nvSpPr>
              <p:cNvPr id="24669" name="Line 82">
                <a:extLst>
                  <a:ext uri="{FF2B5EF4-FFF2-40B4-BE49-F238E27FC236}">
                    <a16:creationId xmlns:a16="http://schemas.microsoft.com/office/drawing/2014/main" id="{373CF899-3E00-BEA1-26BD-92F51B5A4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63" y="1283"/>
                <a:ext cx="2" cy="28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70" name="Line 83">
                <a:extLst>
                  <a:ext uri="{FF2B5EF4-FFF2-40B4-BE49-F238E27FC236}">
                    <a16:creationId xmlns:a16="http://schemas.microsoft.com/office/drawing/2014/main" id="{75CA25EE-AD80-8ACD-2F59-CE8808989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0" y="1137"/>
                <a:ext cx="335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71" name="Line 84">
                <a:extLst>
                  <a:ext uri="{FF2B5EF4-FFF2-40B4-BE49-F238E27FC236}">
                    <a16:creationId xmlns:a16="http://schemas.microsoft.com/office/drawing/2014/main" id="{437BE6F3-96A2-E9E9-CC8D-488038446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" y="1136"/>
                <a:ext cx="335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72" name="Line 85">
                <a:extLst>
                  <a:ext uri="{FF2B5EF4-FFF2-40B4-BE49-F238E27FC236}">
                    <a16:creationId xmlns:a16="http://schemas.microsoft.com/office/drawing/2014/main" id="{1E5A30DE-0213-F4A0-3EB4-E5EABED96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4" y="1136"/>
                <a:ext cx="335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73" name="Line 86">
                <a:extLst>
                  <a:ext uri="{FF2B5EF4-FFF2-40B4-BE49-F238E27FC236}">
                    <a16:creationId xmlns:a16="http://schemas.microsoft.com/office/drawing/2014/main" id="{8F0472A5-DAEC-FE89-D502-76C762E1DE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" y="1136"/>
                <a:ext cx="335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74" name="Line 87">
                <a:extLst>
                  <a:ext uri="{FF2B5EF4-FFF2-40B4-BE49-F238E27FC236}">
                    <a16:creationId xmlns:a16="http://schemas.microsoft.com/office/drawing/2014/main" id="{D944ADE7-131F-5168-B2DA-DB622BF21F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04" y="1282"/>
                <a:ext cx="2" cy="28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24660" name="Text Box 115">
              <a:extLst>
                <a:ext uri="{FF2B5EF4-FFF2-40B4-BE49-F238E27FC236}">
                  <a16:creationId xmlns:a16="http://schemas.microsoft.com/office/drawing/2014/main" id="{7B61D028-D5D4-CE24-106D-63B4C7B7B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" y="2189"/>
              <a:ext cx="1159" cy="442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en-US">
                  <a:solidFill>
                    <a:schemeClr val="tx1"/>
                  </a:solidFill>
                </a:rPr>
                <a:t>Touring with a </a:t>
              </a:r>
              <a:r>
                <a:rPr lang="en-US" altLang="en-US" u="sng">
                  <a:solidFill>
                    <a:schemeClr val="tx1"/>
                  </a:solidFill>
                </a:rPr>
                <a:t>sidetrip</a:t>
              </a:r>
            </a:p>
          </p:txBody>
        </p:sp>
      </p:grpSp>
      <p:grpSp>
        <p:nvGrpSpPr>
          <p:cNvPr id="17" name="Group 118">
            <a:extLst>
              <a:ext uri="{FF2B5EF4-FFF2-40B4-BE49-F238E27FC236}">
                <a16:creationId xmlns:a16="http://schemas.microsoft.com/office/drawing/2014/main" id="{CA5537DE-8821-416F-F5F4-AB19F3A57A7A}"/>
              </a:ext>
            </a:extLst>
          </p:cNvPr>
          <p:cNvGrpSpPr>
            <a:grpSpLocks/>
          </p:cNvGrpSpPr>
          <p:nvPr/>
        </p:nvGrpSpPr>
        <p:grpSpPr bwMode="auto">
          <a:xfrm>
            <a:off x="1525588" y="4551363"/>
            <a:ext cx="5737225" cy="1503362"/>
            <a:chOff x="961" y="2867"/>
            <a:chExt cx="3614" cy="947"/>
          </a:xfrm>
          <a:solidFill>
            <a:schemeClr val="bg1"/>
          </a:solidFill>
        </p:grpSpPr>
        <p:grpSp>
          <p:nvGrpSpPr>
            <p:cNvPr id="24631" name="Group 88">
              <a:extLst>
                <a:ext uri="{FF2B5EF4-FFF2-40B4-BE49-F238E27FC236}">
                  <a16:creationId xmlns:a16="http://schemas.microsoft.com/office/drawing/2014/main" id="{C1CB611A-DEC9-1416-318C-37613A418A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5" y="2867"/>
              <a:ext cx="3390" cy="870"/>
              <a:chOff x="842" y="988"/>
              <a:chExt cx="3390" cy="870"/>
            </a:xfrm>
            <a:grpFill/>
          </p:grpSpPr>
          <p:grpSp>
            <p:nvGrpSpPr>
              <p:cNvPr id="24633" name="Group 89">
                <a:extLst>
                  <a:ext uri="{FF2B5EF4-FFF2-40B4-BE49-F238E27FC236}">
                    <a16:creationId xmlns:a16="http://schemas.microsoft.com/office/drawing/2014/main" id="{C22FE921-6547-45F0-F99F-A2CA5886E0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0" y="989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24657" name="Oval 90">
                  <a:extLst>
                    <a:ext uri="{FF2B5EF4-FFF2-40B4-BE49-F238E27FC236}">
                      <a16:creationId xmlns:a16="http://schemas.microsoft.com/office/drawing/2014/main" id="{68665979-4504-81D9-CC92-CA012352FD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58" name="Text Box 91">
                  <a:extLst>
                    <a:ext uri="{FF2B5EF4-FFF2-40B4-BE49-F238E27FC236}">
                      <a16:creationId xmlns:a16="http://schemas.microsoft.com/office/drawing/2014/main" id="{924204FB-6821-B10C-6B06-6B8460C8E0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r"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24634" name="Group 92">
                <a:extLst>
                  <a:ext uri="{FF2B5EF4-FFF2-40B4-BE49-F238E27FC236}">
                    <a16:creationId xmlns:a16="http://schemas.microsoft.com/office/drawing/2014/main" id="{59BCC208-410D-7D8C-D82C-C873C524B9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7" y="988"/>
                <a:ext cx="350" cy="296"/>
                <a:chOff x="4738" y="2684"/>
                <a:chExt cx="350" cy="296"/>
              </a:xfrm>
              <a:grpFill/>
            </p:grpSpPr>
            <p:sp>
              <p:nvSpPr>
                <p:cNvPr id="24655" name="Oval 93">
                  <a:extLst>
                    <a:ext uri="{FF2B5EF4-FFF2-40B4-BE49-F238E27FC236}">
                      <a16:creationId xmlns:a16="http://schemas.microsoft.com/office/drawing/2014/main" id="{4EF2FBB0-0B81-2548-4A7A-D4E68DC3D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56" name="Text Box 94">
                  <a:extLst>
                    <a:ext uri="{FF2B5EF4-FFF2-40B4-BE49-F238E27FC236}">
                      <a16:creationId xmlns:a16="http://schemas.microsoft.com/office/drawing/2014/main" id="{FECECEA0-6B9C-B438-4CB5-61AB35CF98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24635" name="Group 95">
                <a:extLst>
                  <a:ext uri="{FF2B5EF4-FFF2-40B4-BE49-F238E27FC236}">
                    <a16:creationId xmlns:a16="http://schemas.microsoft.com/office/drawing/2014/main" id="{F2FEE0D6-D307-628A-5480-BA717DBD76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3" y="989"/>
                <a:ext cx="350" cy="296"/>
                <a:chOff x="3838" y="2684"/>
                <a:chExt cx="350" cy="296"/>
              </a:xfrm>
              <a:grpFill/>
            </p:grpSpPr>
            <p:sp>
              <p:nvSpPr>
                <p:cNvPr id="24653" name="Oval 96">
                  <a:extLst>
                    <a:ext uri="{FF2B5EF4-FFF2-40B4-BE49-F238E27FC236}">
                      <a16:creationId xmlns:a16="http://schemas.microsoft.com/office/drawing/2014/main" id="{4426A3CD-FC8A-6B4A-6654-3BC02E0E6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54" name="Text Box 97">
                  <a:extLst>
                    <a:ext uri="{FF2B5EF4-FFF2-40B4-BE49-F238E27FC236}">
                      <a16:creationId xmlns:a16="http://schemas.microsoft.com/office/drawing/2014/main" id="{B8B1295A-9D2B-BE5E-C1AF-E3281037C7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24636" name="Group 98">
                <a:extLst>
                  <a:ext uri="{FF2B5EF4-FFF2-40B4-BE49-F238E27FC236}">
                    <a16:creationId xmlns:a16="http://schemas.microsoft.com/office/drawing/2014/main" id="{7CD9B575-3CB5-98AE-02FF-1F2D16CD5C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2" y="988"/>
                <a:ext cx="350" cy="296"/>
                <a:chOff x="4288" y="3622"/>
                <a:chExt cx="350" cy="296"/>
              </a:xfrm>
              <a:grpFill/>
            </p:grpSpPr>
            <p:sp>
              <p:nvSpPr>
                <p:cNvPr id="24651" name="Oval 99">
                  <a:extLst>
                    <a:ext uri="{FF2B5EF4-FFF2-40B4-BE49-F238E27FC236}">
                      <a16:creationId xmlns:a16="http://schemas.microsoft.com/office/drawing/2014/main" id="{5EF3A5AF-8E11-98EB-3E3C-742FFB16DB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52" name="Text Box 100">
                  <a:extLst>
                    <a:ext uri="{FF2B5EF4-FFF2-40B4-BE49-F238E27FC236}">
                      <a16:creationId xmlns:a16="http://schemas.microsoft.com/office/drawing/2014/main" id="{8692E5AF-E472-7820-DA71-D03222B240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  <p:sp>
            <p:nvSpPr>
              <p:cNvPr id="24637" name="Line 101">
                <a:extLst>
                  <a:ext uri="{FF2B5EF4-FFF2-40B4-BE49-F238E27FC236}">
                    <a16:creationId xmlns:a16="http://schemas.microsoft.com/office/drawing/2014/main" id="{36A92DF8-12C3-37BC-0DE9-8EBD4D27C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09" y="1286"/>
                <a:ext cx="448" cy="385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38" name="Line 102">
                <a:extLst>
                  <a:ext uri="{FF2B5EF4-FFF2-40B4-BE49-F238E27FC236}">
                    <a16:creationId xmlns:a16="http://schemas.microsoft.com/office/drawing/2014/main" id="{1C728103-9DE2-06CF-8EC7-C8AE67F42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2" y="1137"/>
                <a:ext cx="204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24639" name="Group 103">
                <a:extLst>
                  <a:ext uri="{FF2B5EF4-FFF2-40B4-BE49-F238E27FC236}">
                    <a16:creationId xmlns:a16="http://schemas.microsoft.com/office/drawing/2014/main" id="{1F9F84E3-50D5-FBF6-ECB4-B1F933AB15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7" y="1562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24649" name="Oval 104">
                  <a:extLst>
                    <a:ext uri="{FF2B5EF4-FFF2-40B4-BE49-F238E27FC236}">
                      <a16:creationId xmlns:a16="http://schemas.microsoft.com/office/drawing/2014/main" id="{18484674-0308-F038-A0FE-FB8E93E21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50" name="Text Box 105">
                  <a:extLst>
                    <a:ext uri="{FF2B5EF4-FFF2-40B4-BE49-F238E27FC236}">
                      <a16:creationId xmlns:a16="http://schemas.microsoft.com/office/drawing/2014/main" id="{450E70DE-130B-9A8A-4137-8B2DF6A3A7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r"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10" name="Group 106">
                <a:extLst>
                  <a:ext uri="{FF2B5EF4-FFF2-40B4-BE49-F238E27FC236}">
                    <a16:creationId xmlns:a16="http://schemas.microsoft.com/office/drawing/2014/main" id="{1278A6BF-A88F-6089-D249-69E64139CA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1" y="989"/>
                <a:ext cx="350" cy="296"/>
                <a:chOff x="3838" y="2684"/>
                <a:chExt cx="350" cy="296"/>
              </a:xfrm>
              <a:grpFill/>
            </p:grpSpPr>
            <p:sp>
              <p:nvSpPr>
                <p:cNvPr id="24647" name="Oval 107">
                  <a:extLst>
                    <a:ext uri="{FF2B5EF4-FFF2-40B4-BE49-F238E27FC236}">
                      <a16:creationId xmlns:a16="http://schemas.microsoft.com/office/drawing/2014/main" id="{B72E8E7A-7EBB-D696-8559-70D4C3AA95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24648" name="Text Box 108">
                  <a:extLst>
                    <a:ext uri="{FF2B5EF4-FFF2-40B4-BE49-F238E27FC236}">
                      <a16:creationId xmlns:a16="http://schemas.microsoft.com/office/drawing/2014/main" id="{B661B895-7778-54FB-9D12-B60605A48A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sp>
            <p:nvSpPr>
              <p:cNvPr id="24641" name="Line 109">
                <a:extLst>
                  <a:ext uri="{FF2B5EF4-FFF2-40B4-BE49-F238E27FC236}">
                    <a16:creationId xmlns:a16="http://schemas.microsoft.com/office/drawing/2014/main" id="{BD5E7295-0A97-5064-F3A9-C98E2229A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63" y="1283"/>
                <a:ext cx="2" cy="28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42" name="Line 110">
                <a:extLst>
                  <a:ext uri="{FF2B5EF4-FFF2-40B4-BE49-F238E27FC236}">
                    <a16:creationId xmlns:a16="http://schemas.microsoft.com/office/drawing/2014/main" id="{B0C86CBA-01B0-29CE-D03F-B26E70CA20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0" y="1137"/>
                <a:ext cx="335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43" name="Line 111">
                <a:extLst>
                  <a:ext uri="{FF2B5EF4-FFF2-40B4-BE49-F238E27FC236}">
                    <a16:creationId xmlns:a16="http://schemas.microsoft.com/office/drawing/2014/main" id="{38CF0150-F213-5485-585C-080225350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2" y="1136"/>
                <a:ext cx="335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44" name="Line 112">
                <a:extLst>
                  <a:ext uri="{FF2B5EF4-FFF2-40B4-BE49-F238E27FC236}">
                    <a16:creationId xmlns:a16="http://schemas.microsoft.com/office/drawing/2014/main" id="{FA8FF5BF-D69D-768F-6C3A-00D9E4CD3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4" y="1136"/>
                <a:ext cx="335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45" name="Line 113">
                <a:extLst>
                  <a:ext uri="{FF2B5EF4-FFF2-40B4-BE49-F238E27FC236}">
                    <a16:creationId xmlns:a16="http://schemas.microsoft.com/office/drawing/2014/main" id="{CDB11E10-D2B1-8468-BB3A-B92608BF6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" y="1136"/>
                <a:ext cx="335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46" name="Line 114">
                <a:extLst>
                  <a:ext uri="{FF2B5EF4-FFF2-40B4-BE49-F238E27FC236}">
                    <a16:creationId xmlns:a16="http://schemas.microsoft.com/office/drawing/2014/main" id="{C1D6F14A-F625-A2FE-AA3C-5211A85423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04" y="1282"/>
                <a:ext cx="2" cy="28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24632" name="Text Box 116">
              <a:extLst>
                <a:ext uri="{FF2B5EF4-FFF2-40B4-BE49-F238E27FC236}">
                  <a16:creationId xmlns:a16="http://schemas.microsoft.com/office/drawing/2014/main" id="{68B04539-5DDA-A692-4A8D-94398ED88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" y="3372"/>
              <a:ext cx="1159" cy="442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en-US">
                  <a:solidFill>
                    <a:schemeClr val="tx1"/>
                  </a:solidFill>
                </a:rPr>
                <a:t>Touring with a </a:t>
              </a:r>
              <a:r>
                <a:rPr lang="en-US" altLang="en-US" u="sng">
                  <a:solidFill>
                    <a:schemeClr val="tx1"/>
                  </a:solidFill>
                </a:rPr>
                <a:t>detour</a:t>
              </a:r>
            </a:p>
          </p:txBody>
        </p:sp>
      </p:grpSp>
      <p:grpSp>
        <p:nvGrpSpPr>
          <p:cNvPr id="25" name="Group 121">
            <a:extLst>
              <a:ext uri="{FF2B5EF4-FFF2-40B4-BE49-F238E27FC236}">
                <a16:creationId xmlns:a16="http://schemas.microsoft.com/office/drawing/2014/main" id="{C1FA1EAA-585E-3CF8-875D-059DCB8BC0A1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2555875"/>
            <a:ext cx="477837" cy="396875"/>
            <a:chOff x="1767" y="1612"/>
            <a:chExt cx="301" cy="250"/>
          </a:xfrm>
        </p:grpSpPr>
        <p:sp>
          <p:nvSpPr>
            <p:cNvPr id="38965" name="Line 119">
              <a:extLst>
                <a:ext uri="{FF2B5EF4-FFF2-40B4-BE49-F238E27FC236}">
                  <a16:creationId xmlns:a16="http://schemas.microsoft.com/office/drawing/2014/main" id="{99C70ECB-6425-777E-8803-56016881A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6" name="Text Box 120">
              <a:extLst>
                <a:ext uri="{FF2B5EF4-FFF2-40B4-BE49-F238E27FC236}">
                  <a16:creationId xmlns:a16="http://schemas.microsoft.com/office/drawing/2014/main" id="{0FE94342-642E-5EA4-AABE-C08EA2614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1</a:t>
              </a:r>
            </a:p>
          </p:txBody>
        </p:sp>
      </p:grpSp>
      <p:grpSp>
        <p:nvGrpSpPr>
          <p:cNvPr id="26" name="Group 122">
            <a:extLst>
              <a:ext uri="{FF2B5EF4-FFF2-40B4-BE49-F238E27FC236}">
                <a16:creationId xmlns:a16="http://schemas.microsoft.com/office/drawing/2014/main" id="{5628ED89-8294-1142-CE88-7370FCC216E4}"/>
              </a:ext>
            </a:extLst>
          </p:cNvPr>
          <p:cNvGrpSpPr>
            <a:grpSpLocks/>
          </p:cNvGrpSpPr>
          <p:nvPr/>
        </p:nvGrpSpPr>
        <p:grpSpPr bwMode="auto">
          <a:xfrm>
            <a:off x="3910013" y="2555875"/>
            <a:ext cx="477837" cy="396875"/>
            <a:chOff x="1767" y="1612"/>
            <a:chExt cx="301" cy="250"/>
          </a:xfrm>
        </p:grpSpPr>
        <p:sp>
          <p:nvSpPr>
            <p:cNvPr id="38963" name="Line 123">
              <a:extLst>
                <a:ext uri="{FF2B5EF4-FFF2-40B4-BE49-F238E27FC236}">
                  <a16:creationId xmlns:a16="http://schemas.microsoft.com/office/drawing/2014/main" id="{4B6A81FD-D8BF-663B-F00D-F37492B86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4" name="Text Box 124">
              <a:extLst>
                <a:ext uri="{FF2B5EF4-FFF2-40B4-BE49-F238E27FC236}">
                  <a16:creationId xmlns:a16="http://schemas.microsoft.com/office/drawing/2014/main" id="{A58D3482-FF8C-8D01-5229-CBF6B150E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2</a:t>
              </a:r>
            </a:p>
          </p:txBody>
        </p:sp>
      </p:grpSp>
      <p:grpSp>
        <p:nvGrpSpPr>
          <p:cNvPr id="27" name="Group 125">
            <a:extLst>
              <a:ext uri="{FF2B5EF4-FFF2-40B4-BE49-F238E27FC236}">
                <a16:creationId xmlns:a16="http://schemas.microsoft.com/office/drawing/2014/main" id="{7873C280-BF7F-43F4-C688-29D5E16BE4E5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555875"/>
            <a:ext cx="477838" cy="396875"/>
            <a:chOff x="1767" y="1612"/>
            <a:chExt cx="301" cy="250"/>
          </a:xfrm>
        </p:grpSpPr>
        <p:sp>
          <p:nvSpPr>
            <p:cNvPr id="38961" name="Line 126">
              <a:extLst>
                <a:ext uri="{FF2B5EF4-FFF2-40B4-BE49-F238E27FC236}">
                  <a16:creationId xmlns:a16="http://schemas.microsoft.com/office/drawing/2014/main" id="{F68C0C9F-C4ED-AC6C-64E5-5B07901ED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2" name="Text Box 127">
              <a:extLst>
                <a:ext uri="{FF2B5EF4-FFF2-40B4-BE49-F238E27FC236}">
                  <a16:creationId xmlns:a16="http://schemas.microsoft.com/office/drawing/2014/main" id="{BA1D80B2-D85C-6D52-1BD9-45CF6C491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5</a:t>
              </a:r>
            </a:p>
          </p:txBody>
        </p:sp>
      </p:grpSp>
      <p:grpSp>
        <p:nvGrpSpPr>
          <p:cNvPr id="28" name="Group 128">
            <a:extLst>
              <a:ext uri="{FF2B5EF4-FFF2-40B4-BE49-F238E27FC236}">
                <a16:creationId xmlns:a16="http://schemas.microsoft.com/office/drawing/2014/main" id="{904F408F-EC12-4F7A-D2C7-913902AB13E6}"/>
              </a:ext>
            </a:extLst>
          </p:cNvPr>
          <p:cNvGrpSpPr>
            <a:grpSpLocks/>
          </p:cNvGrpSpPr>
          <p:nvPr/>
        </p:nvGrpSpPr>
        <p:grpSpPr bwMode="auto">
          <a:xfrm>
            <a:off x="6157913" y="2555875"/>
            <a:ext cx="477837" cy="396875"/>
            <a:chOff x="1767" y="1612"/>
            <a:chExt cx="301" cy="250"/>
          </a:xfrm>
        </p:grpSpPr>
        <p:sp>
          <p:nvSpPr>
            <p:cNvPr id="38959" name="Line 129">
              <a:extLst>
                <a:ext uri="{FF2B5EF4-FFF2-40B4-BE49-F238E27FC236}">
                  <a16:creationId xmlns:a16="http://schemas.microsoft.com/office/drawing/2014/main" id="{E8753750-D7D0-952B-C00B-C8DAF8516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0" name="Text Box 130">
              <a:extLst>
                <a:ext uri="{FF2B5EF4-FFF2-40B4-BE49-F238E27FC236}">
                  <a16:creationId xmlns:a16="http://schemas.microsoft.com/office/drawing/2014/main" id="{55CE51A0-3A43-8BD5-0C14-F898E4A159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6</a:t>
              </a:r>
            </a:p>
          </p:txBody>
        </p:sp>
      </p:grpSp>
      <p:grpSp>
        <p:nvGrpSpPr>
          <p:cNvPr id="29" name="Group 136">
            <a:extLst>
              <a:ext uri="{FF2B5EF4-FFF2-40B4-BE49-F238E27FC236}">
                <a16:creationId xmlns:a16="http://schemas.microsoft.com/office/drawing/2014/main" id="{6F2FCCA9-AC0E-B34A-F9DD-A56AA0C3ED17}"/>
              </a:ext>
            </a:extLst>
          </p:cNvPr>
          <p:cNvGrpSpPr>
            <a:grpSpLocks/>
          </p:cNvGrpSpPr>
          <p:nvPr/>
        </p:nvGrpSpPr>
        <p:grpSpPr bwMode="auto">
          <a:xfrm>
            <a:off x="4157663" y="3225800"/>
            <a:ext cx="355600" cy="477838"/>
            <a:chOff x="4922" y="2173"/>
            <a:chExt cx="224" cy="301"/>
          </a:xfrm>
        </p:grpSpPr>
        <p:sp>
          <p:nvSpPr>
            <p:cNvPr id="38957" name="Line 132">
              <a:extLst>
                <a:ext uri="{FF2B5EF4-FFF2-40B4-BE49-F238E27FC236}">
                  <a16:creationId xmlns:a16="http://schemas.microsoft.com/office/drawing/2014/main" id="{BEC37779-D147-4B42-1ACD-DE36846E0E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286189">
              <a:off x="4968" y="2323"/>
              <a:ext cx="301" cy="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8" name="Text Box 133">
              <a:extLst>
                <a:ext uri="{FF2B5EF4-FFF2-40B4-BE49-F238E27FC236}">
                  <a16:creationId xmlns:a16="http://schemas.microsoft.com/office/drawing/2014/main" id="{A3082DFE-2BBA-9F87-4831-B018BFC8F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" y="2197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3</a:t>
              </a:r>
            </a:p>
          </p:txBody>
        </p:sp>
      </p:grpSp>
      <p:grpSp>
        <p:nvGrpSpPr>
          <p:cNvPr id="30" name="Group 137">
            <a:extLst>
              <a:ext uri="{FF2B5EF4-FFF2-40B4-BE49-F238E27FC236}">
                <a16:creationId xmlns:a16="http://schemas.microsoft.com/office/drawing/2014/main" id="{8E713983-B636-BC17-3A7D-3311F3B732CF}"/>
              </a:ext>
            </a:extLst>
          </p:cNvPr>
          <p:cNvGrpSpPr>
            <a:grpSpLocks/>
          </p:cNvGrpSpPr>
          <p:nvPr/>
        </p:nvGrpSpPr>
        <p:grpSpPr bwMode="auto">
          <a:xfrm>
            <a:off x="4805363" y="3227388"/>
            <a:ext cx="355600" cy="477837"/>
            <a:chOff x="5204" y="2698"/>
            <a:chExt cx="224" cy="301"/>
          </a:xfrm>
        </p:grpSpPr>
        <p:sp>
          <p:nvSpPr>
            <p:cNvPr id="38955" name="Line 134">
              <a:extLst>
                <a:ext uri="{FF2B5EF4-FFF2-40B4-BE49-F238E27FC236}">
                  <a16:creationId xmlns:a16="http://schemas.microsoft.com/office/drawing/2014/main" id="{E516E725-ADA6-0039-CF31-FCC26EA833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286189">
              <a:off x="5251" y="2846"/>
              <a:ext cx="301" cy="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6" name="Text Box 135">
              <a:extLst>
                <a:ext uri="{FF2B5EF4-FFF2-40B4-BE49-F238E27FC236}">
                  <a16:creationId xmlns:a16="http://schemas.microsoft.com/office/drawing/2014/main" id="{06A8CECE-5020-DFEA-1C85-43AD9C5D5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4" y="272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4</a:t>
              </a:r>
            </a:p>
          </p:txBody>
        </p:sp>
      </p:grpSp>
      <p:grpSp>
        <p:nvGrpSpPr>
          <p:cNvPr id="31" name="Group 138">
            <a:extLst>
              <a:ext uri="{FF2B5EF4-FFF2-40B4-BE49-F238E27FC236}">
                <a16:creationId xmlns:a16="http://schemas.microsoft.com/office/drawing/2014/main" id="{ADD05A4C-BA55-D33B-F415-75946322A6F6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4305300"/>
            <a:ext cx="477837" cy="396875"/>
            <a:chOff x="1767" y="1612"/>
            <a:chExt cx="301" cy="250"/>
          </a:xfrm>
        </p:grpSpPr>
        <p:sp>
          <p:nvSpPr>
            <p:cNvPr id="38953" name="Line 139">
              <a:extLst>
                <a:ext uri="{FF2B5EF4-FFF2-40B4-BE49-F238E27FC236}">
                  <a16:creationId xmlns:a16="http://schemas.microsoft.com/office/drawing/2014/main" id="{C309FFB2-8554-B6E8-067F-A668E5C88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4" name="Text Box 140">
              <a:extLst>
                <a:ext uri="{FF2B5EF4-FFF2-40B4-BE49-F238E27FC236}">
                  <a16:creationId xmlns:a16="http://schemas.microsoft.com/office/drawing/2014/main" id="{DA258C9D-63EF-15ED-83E3-734B798BC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1</a:t>
              </a:r>
            </a:p>
          </p:txBody>
        </p:sp>
      </p:grpSp>
      <p:grpSp>
        <p:nvGrpSpPr>
          <p:cNvPr id="24640" name="Group 141">
            <a:extLst>
              <a:ext uri="{FF2B5EF4-FFF2-40B4-BE49-F238E27FC236}">
                <a16:creationId xmlns:a16="http://schemas.microsoft.com/office/drawing/2014/main" id="{EE065C91-44FE-F30D-ADCF-94C87E308DBE}"/>
              </a:ext>
            </a:extLst>
          </p:cNvPr>
          <p:cNvGrpSpPr>
            <a:grpSpLocks/>
          </p:cNvGrpSpPr>
          <p:nvPr/>
        </p:nvGrpSpPr>
        <p:grpSpPr bwMode="auto">
          <a:xfrm>
            <a:off x="3887788" y="4305300"/>
            <a:ext cx="477837" cy="396875"/>
            <a:chOff x="1767" y="1612"/>
            <a:chExt cx="301" cy="250"/>
          </a:xfrm>
        </p:grpSpPr>
        <p:sp>
          <p:nvSpPr>
            <p:cNvPr id="38951" name="Line 142">
              <a:extLst>
                <a:ext uri="{FF2B5EF4-FFF2-40B4-BE49-F238E27FC236}">
                  <a16:creationId xmlns:a16="http://schemas.microsoft.com/office/drawing/2014/main" id="{AE81D31D-1DE7-E8D9-7EDE-A5AE572CD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2" name="Text Box 143">
              <a:extLst>
                <a:ext uri="{FF2B5EF4-FFF2-40B4-BE49-F238E27FC236}">
                  <a16:creationId xmlns:a16="http://schemas.microsoft.com/office/drawing/2014/main" id="{FB91C825-8FBE-8976-CD93-4C7ECCFFF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2</a:t>
              </a:r>
            </a:p>
          </p:txBody>
        </p:sp>
      </p:grpSp>
      <p:grpSp>
        <p:nvGrpSpPr>
          <p:cNvPr id="24659" name="Group 147">
            <a:extLst>
              <a:ext uri="{FF2B5EF4-FFF2-40B4-BE49-F238E27FC236}">
                <a16:creationId xmlns:a16="http://schemas.microsoft.com/office/drawing/2014/main" id="{79E264EA-BF2B-B929-46B3-E358F004AF3F}"/>
              </a:ext>
            </a:extLst>
          </p:cNvPr>
          <p:cNvGrpSpPr>
            <a:grpSpLocks/>
          </p:cNvGrpSpPr>
          <p:nvPr/>
        </p:nvGrpSpPr>
        <p:grpSpPr bwMode="auto">
          <a:xfrm>
            <a:off x="6135688" y="4305300"/>
            <a:ext cx="477837" cy="396875"/>
            <a:chOff x="1767" y="1612"/>
            <a:chExt cx="301" cy="250"/>
          </a:xfrm>
        </p:grpSpPr>
        <p:sp>
          <p:nvSpPr>
            <p:cNvPr id="38949" name="Line 148">
              <a:extLst>
                <a:ext uri="{FF2B5EF4-FFF2-40B4-BE49-F238E27FC236}">
                  <a16:creationId xmlns:a16="http://schemas.microsoft.com/office/drawing/2014/main" id="{3AE44F2D-254D-AA9A-8E61-850B0987D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0" name="Text Box 149">
              <a:extLst>
                <a:ext uri="{FF2B5EF4-FFF2-40B4-BE49-F238E27FC236}">
                  <a16:creationId xmlns:a16="http://schemas.microsoft.com/office/drawing/2014/main" id="{B9558BCB-2161-C694-D12D-854553BD8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5</a:t>
              </a:r>
            </a:p>
          </p:txBody>
        </p:sp>
      </p:grpSp>
      <p:grpSp>
        <p:nvGrpSpPr>
          <p:cNvPr id="24661" name="Group 150">
            <a:extLst>
              <a:ext uri="{FF2B5EF4-FFF2-40B4-BE49-F238E27FC236}">
                <a16:creationId xmlns:a16="http://schemas.microsoft.com/office/drawing/2014/main" id="{E3228E2F-5ED6-AEE4-E5AC-B4D2B0E657A3}"/>
              </a:ext>
            </a:extLst>
          </p:cNvPr>
          <p:cNvGrpSpPr>
            <a:grpSpLocks/>
          </p:cNvGrpSpPr>
          <p:nvPr/>
        </p:nvGrpSpPr>
        <p:grpSpPr bwMode="auto">
          <a:xfrm>
            <a:off x="4167188" y="4973638"/>
            <a:ext cx="355600" cy="477837"/>
            <a:chOff x="4922" y="2173"/>
            <a:chExt cx="224" cy="301"/>
          </a:xfrm>
        </p:grpSpPr>
        <p:sp>
          <p:nvSpPr>
            <p:cNvPr id="38947" name="Line 151">
              <a:extLst>
                <a:ext uri="{FF2B5EF4-FFF2-40B4-BE49-F238E27FC236}">
                  <a16:creationId xmlns:a16="http://schemas.microsoft.com/office/drawing/2014/main" id="{150EC3EE-2802-9105-AC48-0D79DF67C9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286189">
              <a:off x="4968" y="2323"/>
              <a:ext cx="301" cy="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8" name="Text Box 152">
              <a:extLst>
                <a:ext uri="{FF2B5EF4-FFF2-40B4-BE49-F238E27FC236}">
                  <a16:creationId xmlns:a16="http://schemas.microsoft.com/office/drawing/2014/main" id="{E6E3E034-8F29-5BB0-725F-34298CF31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" y="2197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3</a:t>
              </a:r>
            </a:p>
          </p:txBody>
        </p:sp>
      </p:grpSp>
      <p:grpSp>
        <p:nvGrpSpPr>
          <p:cNvPr id="24662" name="Group 156">
            <a:extLst>
              <a:ext uri="{FF2B5EF4-FFF2-40B4-BE49-F238E27FC236}">
                <a16:creationId xmlns:a16="http://schemas.microsoft.com/office/drawing/2014/main" id="{8B289D6F-891E-B966-C993-B0D8E206CD3C}"/>
              </a:ext>
            </a:extLst>
          </p:cNvPr>
          <p:cNvGrpSpPr>
            <a:grpSpLocks/>
          </p:cNvGrpSpPr>
          <p:nvPr/>
        </p:nvGrpSpPr>
        <p:grpSpPr bwMode="auto">
          <a:xfrm>
            <a:off x="5232400" y="5262563"/>
            <a:ext cx="473075" cy="450850"/>
            <a:chOff x="3296" y="3315"/>
            <a:chExt cx="298" cy="284"/>
          </a:xfrm>
        </p:grpSpPr>
        <p:sp>
          <p:nvSpPr>
            <p:cNvPr id="38945" name="Line 154">
              <a:extLst>
                <a:ext uri="{FF2B5EF4-FFF2-40B4-BE49-F238E27FC236}">
                  <a16:creationId xmlns:a16="http://schemas.microsoft.com/office/drawing/2014/main" id="{1703F3C8-A9D2-12A3-17EC-F49A8ABD52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286189">
              <a:off x="3309" y="3302"/>
              <a:ext cx="228" cy="253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6" name="Text Box 155">
              <a:extLst>
                <a:ext uri="{FF2B5EF4-FFF2-40B4-BE49-F238E27FC236}">
                  <a16:creationId xmlns:a16="http://schemas.microsoft.com/office/drawing/2014/main" id="{3436AA8A-FD27-271C-A7B5-9B6488CB9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0" y="3349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4</a:t>
              </a:r>
            </a:p>
          </p:txBody>
        </p:sp>
      </p:grpSp>
      <p:grpSp>
        <p:nvGrpSpPr>
          <p:cNvPr id="24663" name="Group 169">
            <a:extLst>
              <a:ext uri="{FF2B5EF4-FFF2-40B4-BE49-F238E27FC236}">
                <a16:creationId xmlns:a16="http://schemas.microsoft.com/office/drawing/2014/main" id="{0ED34E3A-8950-D60B-18F9-7F1FDDE9DB8C}"/>
              </a:ext>
            </a:extLst>
          </p:cNvPr>
          <p:cNvGrpSpPr>
            <a:grpSpLocks/>
          </p:cNvGrpSpPr>
          <p:nvPr/>
        </p:nvGrpSpPr>
        <p:grpSpPr bwMode="auto">
          <a:xfrm>
            <a:off x="2786063" y="835025"/>
            <a:ext cx="477837" cy="396875"/>
            <a:chOff x="1767" y="1612"/>
            <a:chExt cx="301" cy="250"/>
          </a:xfrm>
        </p:grpSpPr>
        <p:sp>
          <p:nvSpPr>
            <p:cNvPr id="38943" name="Line 170">
              <a:extLst>
                <a:ext uri="{FF2B5EF4-FFF2-40B4-BE49-F238E27FC236}">
                  <a16:creationId xmlns:a16="http://schemas.microsoft.com/office/drawing/2014/main" id="{8E82F861-265D-87A6-C962-224342DCF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4" name="Text Box 171">
              <a:extLst>
                <a:ext uri="{FF2B5EF4-FFF2-40B4-BE49-F238E27FC236}">
                  <a16:creationId xmlns:a16="http://schemas.microsoft.com/office/drawing/2014/main" id="{F5BAB260-E8D9-5BEF-8EC9-80DB49C42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1</a:t>
              </a:r>
            </a:p>
          </p:txBody>
        </p:sp>
      </p:grpSp>
      <p:grpSp>
        <p:nvGrpSpPr>
          <p:cNvPr id="24664" name="Group 172">
            <a:extLst>
              <a:ext uri="{FF2B5EF4-FFF2-40B4-BE49-F238E27FC236}">
                <a16:creationId xmlns:a16="http://schemas.microsoft.com/office/drawing/2014/main" id="{C2B8C493-93C9-F517-CE0E-C9B675968832}"/>
              </a:ext>
            </a:extLst>
          </p:cNvPr>
          <p:cNvGrpSpPr>
            <a:grpSpLocks/>
          </p:cNvGrpSpPr>
          <p:nvPr/>
        </p:nvGrpSpPr>
        <p:grpSpPr bwMode="auto">
          <a:xfrm>
            <a:off x="3890963" y="835025"/>
            <a:ext cx="477837" cy="396875"/>
            <a:chOff x="1767" y="1612"/>
            <a:chExt cx="301" cy="250"/>
          </a:xfrm>
        </p:grpSpPr>
        <p:sp>
          <p:nvSpPr>
            <p:cNvPr id="38941" name="Line 173">
              <a:extLst>
                <a:ext uri="{FF2B5EF4-FFF2-40B4-BE49-F238E27FC236}">
                  <a16:creationId xmlns:a16="http://schemas.microsoft.com/office/drawing/2014/main" id="{9322195E-0BC8-D38C-26F9-DA09B9425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2" name="Text Box 174">
              <a:extLst>
                <a:ext uri="{FF2B5EF4-FFF2-40B4-BE49-F238E27FC236}">
                  <a16:creationId xmlns:a16="http://schemas.microsoft.com/office/drawing/2014/main" id="{EF7B501D-7E18-7DB1-AADF-F7BCE141C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2</a:t>
              </a:r>
            </a:p>
          </p:txBody>
        </p:sp>
      </p:grpSp>
      <p:grpSp>
        <p:nvGrpSpPr>
          <p:cNvPr id="24667" name="Group 175">
            <a:extLst>
              <a:ext uri="{FF2B5EF4-FFF2-40B4-BE49-F238E27FC236}">
                <a16:creationId xmlns:a16="http://schemas.microsoft.com/office/drawing/2014/main" id="{5A08EDF2-14EA-3DD8-57F9-85F6150DEAA5}"/>
              </a:ext>
            </a:extLst>
          </p:cNvPr>
          <p:cNvGrpSpPr>
            <a:grpSpLocks/>
          </p:cNvGrpSpPr>
          <p:nvPr/>
        </p:nvGrpSpPr>
        <p:grpSpPr bwMode="auto">
          <a:xfrm>
            <a:off x="5010150" y="835025"/>
            <a:ext cx="477838" cy="396875"/>
            <a:chOff x="1767" y="1612"/>
            <a:chExt cx="301" cy="250"/>
          </a:xfrm>
        </p:grpSpPr>
        <p:sp>
          <p:nvSpPr>
            <p:cNvPr id="38939" name="Line 176">
              <a:extLst>
                <a:ext uri="{FF2B5EF4-FFF2-40B4-BE49-F238E27FC236}">
                  <a16:creationId xmlns:a16="http://schemas.microsoft.com/office/drawing/2014/main" id="{B0AF41EA-934D-39B7-24AB-83A68D844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0" name="Text Box 177">
              <a:extLst>
                <a:ext uri="{FF2B5EF4-FFF2-40B4-BE49-F238E27FC236}">
                  <a16:creationId xmlns:a16="http://schemas.microsoft.com/office/drawing/2014/main" id="{A2E03A5A-84ED-6398-9141-45AB4BB3C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3</a:t>
              </a:r>
            </a:p>
          </p:txBody>
        </p:sp>
      </p:grpSp>
      <p:grpSp>
        <p:nvGrpSpPr>
          <p:cNvPr id="24668" name="Group 178">
            <a:extLst>
              <a:ext uri="{FF2B5EF4-FFF2-40B4-BE49-F238E27FC236}">
                <a16:creationId xmlns:a16="http://schemas.microsoft.com/office/drawing/2014/main" id="{6CAC97EE-88EC-EBED-F6F2-887EA55E372B}"/>
              </a:ext>
            </a:extLst>
          </p:cNvPr>
          <p:cNvGrpSpPr>
            <a:grpSpLocks/>
          </p:cNvGrpSpPr>
          <p:nvPr/>
        </p:nvGrpSpPr>
        <p:grpSpPr bwMode="auto">
          <a:xfrm>
            <a:off x="6138863" y="835025"/>
            <a:ext cx="477837" cy="396875"/>
            <a:chOff x="1767" y="1612"/>
            <a:chExt cx="301" cy="250"/>
          </a:xfrm>
        </p:grpSpPr>
        <p:sp>
          <p:nvSpPr>
            <p:cNvPr id="38937" name="Line 179">
              <a:extLst>
                <a:ext uri="{FF2B5EF4-FFF2-40B4-BE49-F238E27FC236}">
                  <a16:creationId xmlns:a16="http://schemas.microsoft.com/office/drawing/2014/main" id="{F76F881A-6061-F944-67E3-DCF17A609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Text Box 180">
              <a:extLst>
                <a:ext uri="{FF2B5EF4-FFF2-40B4-BE49-F238E27FC236}">
                  <a16:creationId xmlns:a16="http://schemas.microsoft.com/office/drawing/2014/main" id="{1421D898-37F0-1981-D3CD-9D07FDC4D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4</a:t>
              </a:r>
            </a:p>
          </p:txBody>
        </p:sp>
      </p:grpSp>
      <p:sp>
        <p:nvSpPr>
          <p:cNvPr id="38936" name="Text Box 181">
            <a:extLst>
              <a:ext uri="{FF2B5EF4-FFF2-40B4-BE49-F238E27FC236}">
                <a16:creationId xmlns:a16="http://schemas.microsoft.com/office/drawing/2014/main" id="{DD2AE221-C615-1FB9-343C-460F2E26A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975" y="1641475"/>
            <a:ext cx="2855913" cy="1014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</a:rPr>
              <a:t>Touring the prime path [1, 2, 3, 4, 5] without </a:t>
            </a:r>
            <a:r>
              <a:rPr lang="en-US" altLang="en-US" u="sng">
                <a:solidFill>
                  <a:schemeClr val="tx1"/>
                </a:solidFill>
              </a:rPr>
              <a:t>sidetrips or detours</a:t>
            </a: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3">
            <a:extLst>
              <a:ext uri="{FF2B5EF4-FFF2-40B4-BE49-F238E27FC236}">
                <a16:creationId xmlns:a16="http://schemas.microsoft.com/office/drawing/2014/main" id="{36647EFD-2D01-CB76-17D1-F03372F7B6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39939" name="Footer Placeholder 4">
            <a:extLst>
              <a:ext uri="{FF2B5EF4-FFF2-40B4-BE49-F238E27FC236}">
                <a16:creationId xmlns:a16="http://schemas.microsoft.com/office/drawing/2014/main" id="{1DA08370-6D1E-18A2-0896-8BD5A00D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39940" name="Slide Number Placeholder 5">
            <a:extLst>
              <a:ext uri="{FF2B5EF4-FFF2-40B4-BE49-F238E27FC236}">
                <a16:creationId xmlns:a16="http://schemas.microsoft.com/office/drawing/2014/main" id="{5E118FF7-4425-EC0F-7742-9C6498E4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F9F9146-9777-4079-B226-A64ABF956B58}" type="slidenum">
              <a:rPr lang="en-US" altLang="en-US" sz="900" b="0" smtClean="0">
                <a:solidFill>
                  <a:schemeClr val="tx1"/>
                </a:solidFill>
              </a:rPr>
              <a:pPr/>
              <a:t>24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BDC08A27-5157-24F0-DEFE-8EFCC7C46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Infeasible Test Requirements</a:t>
            </a: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12F1A762-0CAD-30B4-506C-31BCD2B5C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1203325"/>
          </a:xfrm>
        </p:spPr>
        <p:txBody>
          <a:bodyPr/>
          <a:lstStyle/>
          <a:p>
            <a:r>
              <a:rPr lang="en-US" altLang="en-US"/>
              <a:t>An </a:t>
            </a:r>
            <a:r>
              <a:rPr lang="en-US" altLang="en-US">
                <a:solidFill>
                  <a:schemeClr val="tx2"/>
                </a:solidFill>
              </a:rPr>
              <a:t>infeasible</a:t>
            </a:r>
            <a:r>
              <a:rPr lang="en-US" altLang="en-US"/>
              <a:t> test requirement </a:t>
            </a:r>
            <a:r>
              <a:rPr lang="en-US" altLang="en-US" u="sng"/>
              <a:t>cannot be satisfied</a:t>
            </a:r>
          </a:p>
          <a:p>
            <a:pPr lvl="1"/>
            <a:r>
              <a:rPr lang="en-US" altLang="en-US" sz="1800"/>
              <a:t>Unreachable statement (dead code)</a:t>
            </a:r>
          </a:p>
          <a:p>
            <a:pPr lvl="1"/>
            <a:r>
              <a:rPr lang="en-US" altLang="en-US" sz="1800"/>
              <a:t>A subpath that can only be executed if a contradiction occurs (</a:t>
            </a:r>
            <a:r>
              <a:rPr lang="en-US" altLang="en-US" sz="1800" i="1"/>
              <a:t>X &gt; 0</a:t>
            </a:r>
            <a:r>
              <a:rPr lang="en-US" altLang="en-US" sz="1800"/>
              <a:t> and </a:t>
            </a:r>
            <a:r>
              <a:rPr lang="en-US" altLang="en-US" sz="1800" i="1"/>
              <a:t>X &lt; 0</a:t>
            </a:r>
            <a:r>
              <a:rPr lang="en-US" altLang="en-US" sz="1800"/>
              <a:t>)</a:t>
            </a:r>
          </a:p>
        </p:txBody>
      </p:sp>
      <p:sp>
        <p:nvSpPr>
          <p:cNvPr id="176132" name="Text Box 4">
            <a:extLst>
              <a:ext uri="{FF2B5EF4-FFF2-40B4-BE49-F238E27FC236}">
                <a16:creationId xmlns:a16="http://schemas.microsoft.com/office/drawing/2014/main" id="{924AB64C-E2CA-31E4-D644-5929297F6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5202238"/>
            <a:ext cx="7366000" cy="10937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altLang="en-US" sz="2400" u="sng">
                <a:solidFill>
                  <a:schemeClr val="tx1"/>
                </a:solidFill>
              </a:rPr>
              <a:t>Practical recommendation – </a:t>
            </a:r>
            <a:r>
              <a:rPr lang="en-US" altLang="en-US" sz="2400" u="sng">
                <a:solidFill>
                  <a:schemeClr val="tx2"/>
                </a:solidFill>
              </a:rPr>
              <a:t>Best Effort Touring</a:t>
            </a:r>
            <a:endParaRPr lang="en-US" altLang="en-US" sz="240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en-US" sz="1800">
                <a:solidFill>
                  <a:schemeClr val="tx1"/>
                </a:solidFill>
              </a:rPr>
              <a:t> Satisfy as many test requirements as possible without sidetrips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en-US" sz="1800">
                <a:solidFill>
                  <a:schemeClr val="tx1"/>
                </a:solidFill>
              </a:rPr>
              <a:t> Allow sidetrips to try to satisfy unsatisfied test requirements</a:t>
            </a:r>
            <a:endParaRPr lang="en-US" alt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55FAD3B-2B12-F24F-567B-B0F5B281B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519363"/>
            <a:ext cx="8867775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Most test </a:t>
            </a:r>
            <a:r>
              <a:rPr lang="en-US" altLang="en-US">
                <a:solidFill>
                  <a:schemeClr val="tx2"/>
                </a:solidFill>
              </a:rPr>
              <a:t>criteria</a:t>
            </a:r>
            <a:r>
              <a:rPr lang="en-US" altLang="en-US"/>
              <a:t> have some infeasible test requirements</a:t>
            </a:r>
          </a:p>
          <a:p>
            <a:r>
              <a:rPr lang="en-US" altLang="en-US"/>
              <a:t>It is usually </a:t>
            </a:r>
            <a:r>
              <a:rPr lang="en-US" altLang="en-US" u="sng">
                <a:solidFill>
                  <a:schemeClr val="tx2"/>
                </a:solidFill>
              </a:rPr>
              <a:t>undecidable</a:t>
            </a:r>
            <a:r>
              <a:rPr lang="en-US" altLang="en-US"/>
              <a:t> whether all test requirements are feasible</a:t>
            </a:r>
          </a:p>
          <a:p>
            <a:r>
              <a:rPr lang="en-US" altLang="en-US"/>
              <a:t>When sidetrips are not allowed, many structural criteria have </a:t>
            </a:r>
            <a:r>
              <a:rPr lang="en-US" altLang="en-US">
                <a:solidFill>
                  <a:schemeClr val="tx2"/>
                </a:solidFill>
              </a:rPr>
              <a:t>more infeasible test requirements</a:t>
            </a:r>
          </a:p>
          <a:p>
            <a:r>
              <a:rPr lang="en-US" altLang="en-US"/>
              <a:t>However, always allowing </a:t>
            </a:r>
            <a:r>
              <a:rPr lang="en-US" altLang="en-US">
                <a:solidFill>
                  <a:schemeClr val="tx2"/>
                </a:solidFill>
              </a:rPr>
              <a:t>sidetrips weakens</a:t>
            </a:r>
            <a:r>
              <a:rPr lang="en-US" altLang="en-US"/>
              <a:t> the test criteria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nimBg="1" autoUpdateAnimBg="0"/>
      <p:bldP spid="17613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3">
            <a:extLst>
              <a:ext uri="{FF2B5EF4-FFF2-40B4-BE49-F238E27FC236}">
                <a16:creationId xmlns:a16="http://schemas.microsoft.com/office/drawing/2014/main" id="{86643226-7B7F-E81E-E236-E4ED46302F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41987" name="Footer Placeholder 4">
            <a:extLst>
              <a:ext uri="{FF2B5EF4-FFF2-40B4-BE49-F238E27FC236}">
                <a16:creationId xmlns:a16="http://schemas.microsoft.com/office/drawing/2014/main" id="{2B9ED534-ADAD-9B43-A223-D49042B71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41988" name="Slide Number Placeholder 5">
            <a:extLst>
              <a:ext uri="{FF2B5EF4-FFF2-40B4-BE49-F238E27FC236}">
                <a16:creationId xmlns:a16="http://schemas.microsoft.com/office/drawing/2014/main" id="{13309C3A-2680-BB32-E3B8-3381B636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D87FFE9-AC67-4906-AB5B-85B0ADBFE54E}" type="slidenum">
              <a:rPr lang="en-US" altLang="en-US" sz="900" b="0" smtClean="0">
                <a:solidFill>
                  <a:schemeClr val="tx1"/>
                </a:solidFill>
              </a:rPr>
              <a:pPr/>
              <a:t>25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41989" name="Rectangle 1026">
            <a:extLst>
              <a:ext uri="{FF2B5EF4-FFF2-40B4-BE49-F238E27FC236}">
                <a16:creationId xmlns:a16="http://schemas.microsoft.com/office/drawing/2014/main" id="{1FE2DD77-72EC-C3C9-2613-2D7BDDEAD6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&amp; Prime Path Example</a:t>
            </a:r>
          </a:p>
        </p:txBody>
      </p:sp>
      <p:grpSp>
        <p:nvGrpSpPr>
          <p:cNvPr id="26630" name="Group 1028">
            <a:extLst>
              <a:ext uri="{FF2B5EF4-FFF2-40B4-BE49-F238E27FC236}">
                <a16:creationId xmlns:a16="http://schemas.microsoft.com/office/drawing/2014/main" id="{C65B81A2-5269-A5D2-392F-AC1486B03A5D}"/>
              </a:ext>
            </a:extLst>
          </p:cNvPr>
          <p:cNvGrpSpPr>
            <a:grpSpLocks/>
          </p:cNvGrpSpPr>
          <p:nvPr/>
        </p:nvGrpSpPr>
        <p:grpSpPr bwMode="auto">
          <a:xfrm>
            <a:off x="130175" y="1857375"/>
            <a:ext cx="2120900" cy="3635375"/>
            <a:chOff x="287" y="1509"/>
            <a:chExt cx="1336" cy="2290"/>
          </a:xfrm>
          <a:solidFill>
            <a:schemeClr val="bg1"/>
          </a:solidFill>
        </p:grpSpPr>
        <p:grpSp>
          <p:nvGrpSpPr>
            <p:cNvPr id="26647" name="Group 1029">
              <a:extLst>
                <a:ext uri="{FF2B5EF4-FFF2-40B4-BE49-F238E27FC236}">
                  <a16:creationId xmlns:a16="http://schemas.microsoft.com/office/drawing/2014/main" id="{C9BFA9E0-0527-12A8-22B6-EE20836E72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3" y="3335"/>
              <a:ext cx="350" cy="296"/>
              <a:chOff x="684" y="3374"/>
              <a:chExt cx="350" cy="296"/>
            </a:xfrm>
            <a:grpFill/>
          </p:grpSpPr>
          <p:sp>
            <p:nvSpPr>
              <p:cNvPr id="26676" name="Oval 1030">
                <a:extLst>
                  <a:ext uri="{FF2B5EF4-FFF2-40B4-BE49-F238E27FC236}">
                    <a16:creationId xmlns:a16="http://schemas.microsoft.com/office/drawing/2014/main" id="{6E453EBA-8183-6367-FFA1-95FE9E10F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" y="337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677" name="Text Box 1031">
                <a:extLst>
                  <a:ext uri="{FF2B5EF4-FFF2-40B4-BE49-F238E27FC236}">
                    <a16:creationId xmlns:a16="http://schemas.microsoft.com/office/drawing/2014/main" id="{CB8AD640-0252-5589-F4A8-149874EDAD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1" y="339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5</a:t>
                </a:r>
              </a:p>
            </p:txBody>
          </p:sp>
        </p:grpSp>
        <p:grpSp>
          <p:nvGrpSpPr>
            <p:cNvPr id="26648" name="Group 1032">
              <a:extLst>
                <a:ext uri="{FF2B5EF4-FFF2-40B4-BE49-F238E27FC236}">
                  <a16:creationId xmlns:a16="http://schemas.microsoft.com/office/drawing/2014/main" id="{7B166CF7-306A-DABA-2270-96F5E365AC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" y="1617"/>
              <a:ext cx="350" cy="296"/>
              <a:chOff x="4288" y="1746"/>
              <a:chExt cx="350" cy="296"/>
            </a:xfrm>
            <a:grpFill/>
          </p:grpSpPr>
          <p:sp>
            <p:nvSpPr>
              <p:cNvPr id="26674" name="Oval 1033">
                <a:extLst>
                  <a:ext uri="{FF2B5EF4-FFF2-40B4-BE49-F238E27FC236}">
                    <a16:creationId xmlns:a16="http://schemas.microsoft.com/office/drawing/2014/main" id="{3FBC9807-F5D0-574F-786A-C4CF30092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675" name="Text Box 1034">
                <a:extLst>
                  <a:ext uri="{FF2B5EF4-FFF2-40B4-BE49-F238E27FC236}">
                    <a16:creationId xmlns:a16="http://schemas.microsoft.com/office/drawing/2014/main" id="{34F99B1D-1154-EA07-9F13-48C04FFFFF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  <p:grpSp>
          <p:nvGrpSpPr>
            <p:cNvPr id="26649" name="Group 1035">
              <a:extLst>
                <a:ext uri="{FF2B5EF4-FFF2-40B4-BE49-F238E27FC236}">
                  <a16:creationId xmlns:a16="http://schemas.microsoft.com/office/drawing/2014/main" id="{303D97FF-C65D-4127-6109-C2618B70E9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" y="2482"/>
              <a:ext cx="350" cy="296"/>
              <a:chOff x="4738" y="2684"/>
              <a:chExt cx="350" cy="296"/>
            </a:xfrm>
            <a:grpFill/>
          </p:grpSpPr>
          <p:sp>
            <p:nvSpPr>
              <p:cNvPr id="26672" name="Oval 1036">
                <a:extLst>
                  <a:ext uri="{FF2B5EF4-FFF2-40B4-BE49-F238E27FC236}">
                    <a16:creationId xmlns:a16="http://schemas.microsoft.com/office/drawing/2014/main" id="{974CD70D-0DF0-FC70-8F5E-0FE594DFA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673" name="Text Box 1037">
                <a:extLst>
                  <a:ext uri="{FF2B5EF4-FFF2-40B4-BE49-F238E27FC236}">
                    <a16:creationId xmlns:a16="http://schemas.microsoft.com/office/drawing/2014/main" id="{AD05E782-0508-6AF6-48CA-05382779C6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2</a:t>
                </a:r>
              </a:p>
            </p:txBody>
          </p:sp>
        </p:grpSp>
        <p:grpSp>
          <p:nvGrpSpPr>
            <p:cNvPr id="26650" name="Group 1038">
              <a:extLst>
                <a:ext uri="{FF2B5EF4-FFF2-40B4-BE49-F238E27FC236}">
                  <a16:creationId xmlns:a16="http://schemas.microsoft.com/office/drawing/2014/main" id="{421F7CC8-CEB4-5092-97F9-2D5B0A3B3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" y="2034"/>
              <a:ext cx="350" cy="296"/>
              <a:chOff x="3838" y="2684"/>
              <a:chExt cx="350" cy="296"/>
            </a:xfrm>
            <a:grpFill/>
          </p:grpSpPr>
          <p:sp>
            <p:nvSpPr>
              <p:cNvPr id="26670" name="Oval 1039">
                <a:extLst>
                  <a:ext uri="{FF2B5EF4-FFF2-40B4-BE49-F238E27FC236}">
                    <a16:creationId xmlns:a16="http://schemas.microsoft.com/office/drawing/2014/main" id="{33085E42-71C4-6942-D49F-7E796914F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671" name="Text Box 1040">
                <a:extLst>
                  <a:ext uri="{FF2B5EF4-FFF2-40B4-BE49-F238E27FC236}">
                    <a16:creationId xmlns:a16="http://schemas.microsoft.com/office/drawing/2014/main" id="{DC42805C-7D17-0041-EC45-4BD24A3BCB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1</a:t>
                </a:r>
              </a:p>
            </p:txBody>
          </p:sp>
        </p:grpSp>
        <p:sp>
          <p:nvSpPr>
            <p:cNvPr id="26651" name="Line 1041">
              <a:extLst>
                <a:ext uri="{FF2B5EF4-FFF2-40B4-BE49-F238E27FC236}">
                  <a16:creationId xmlns:a16="http://schemas.microsoft.com/office/drawing/2014/main" id="{0EA247B4-F45F-7790-0E4A-68CFE2538E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2" y="2765"/>
              <a:ext cx="212" cy="19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2" name="Line 1042">
              <a:extLst>
                <a:ext uri="{FF2B5EF4-FFF2-40B4-BE49-F238E27FC236}">
                  <a16:creationId xmlns:a16="http://schemas.microsoft.com/office/drawing/2014/main" id="{3AD7B3B3-577C-53F0-00E1-6E9EB352F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9" y="1509"/>
              <a:ext cx="1" cy="99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26653" name="Group 1043">
              <a:extLst>
                <a:ext uri="{FF2B5EF4-FFF2-40B4-BE49-F238E27FC236}">
                  <a16:creationId xmlns:a16="http://schemas.microsoft.com/office/drawing/2014/main" id="{694BFD20-FCDA-E32A-9CC5-3F1431081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" y="2930"/>
              <a:ext cx="350" cy="296"/>
              <a:chOff x="4288" y="1746"/>
              <a:chExt cx="350" cy="296"/>
            </a:xfrm>
            <a:grpFill/>
          </p:grpSpPr>
          <p:sp>
            <p:nvSpPr>
              <p:cNvPr id="26668" name="Oval 1044">
                <a:extLst>
                  <a:ext uri="{FF2B5EF4-FFF2-40B4-BE49-F238E27FC236}">
                    <a16:creationId xmlns:a16="http://schemas.microsoft.com/office/drawing/2014/main" id="{7752CED2-58AE-ECF6-4DB3-DA93F7125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669" name="Text Box 1045">
                <a:extLst>
                  <a:ext uri="{FF2B5EF4-FFF2-40B4-BE49-F238E27FC236}">
                    <a16:creationId xmlns:a16="http://schemas.microsoft.com/office/drawing/2014/main" id="{7F67CB8D-B645-7288-5B07-5371AEC0A0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3</a:t>
                </a:r>
              </a:p>
            </p:txBody>
          </p:sp>
        </p:grpSp>
        <p:grpSp>
          <p:nvGrpSpPr>
            <p:cNvPr id="26654" name="Group 1046">
              <a:extLst>
                <a:ext uri="{FF2B5EF4-FFF2-40B4-BE49-F238E27FC236}">
                  <a16:creationId xmlns:a16="http://schemas.microsoft.com/office/drawing/2014/main" id="{5016C8D1-7D55-1681-B47B-2630035564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3" y="2930"/>
              <a:ext cx="350" cy="296"/>
              <a:chOff x="3838" y="2684"/>
              <a:chExt cx="350" cy="296"/>
            </a:xfrm>
            <a:grpFill/>
          </p:grpSpPr>
          <p:sp>
            <p:nvSpPr>
              <p:cNvPr id="26666" name="Oval 1047">
                <a:extLst>
                  <a:ext uri="{FF2B5EF4-FFF2-40B4-BE49-F238E27FC236}">
                    <a16:creationId xmlns:a16="http://schemas.microsoft.com/office/drawing/2014/main" id="{B37132BA-F2B4-8B6E-1656-D96D2CB1A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667" name="Text Box 1048">
                <a:extLst>
                  <a:ext uri="{FF2B5EF4-FFF2-40B4-BE49-F238E27FC236}">
                    <a16:creationId xmlns:a16="http://schemas.microsoft.com/office/drawing/2014/main" id="{2E130EFD-10EA-ED50-A852-649B7DF174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4</a:t>
                </a:r>
              </a:p>
            </p:txBody>
          </p:sp>
        </p:grpSp>
        <p:sp>
          <p:nvSpPr>
            <p:cNvPr id="26655" name="Line 1049">
              <a:extLst>
                <a:ext uri="{FF2B5EF4-FFF2-40B4-BE49-F238E27FC236}">
                  <a16:creationId xmlns:a16="http://schemas.microsoft.com/office/drawing/2014/main" id="{2ABB3735-06EE-2F3E-619C-4E4C2935C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9" y="2767"/>
              <a:ext cx="180" cy="182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6" name="Line 1050">
              <a:extLst>
                <a:ext uri="{FF2B5EF4-FFF2-40B4-BE49-F238E27FC236}">
                  <a16:creationId xmlns:a16="http://schemas.microsoft.com/office/drawing/2014/main" id="{BF5756BC-9334-001E-4141-E7EEF69A24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2" y="3207"/>
              <a:ext cx="195" cy="309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7" name="Line 1051">
              <a:extLst>
                <a:ext uri="{FF2B5EF4-FFF2-40B4-BE49-F238E27FC236}">
                  <a16:creationId xmlns:a16="http://schemas.microsoft.com/office/drawing/2014/main" id="{BCE9AA9E-C3A2-1CF4-212C-7575B1D49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" y="2308"/>
              <a:ext cx="194" cy="179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8" name="Line 1052">
              <a:extLst>
                <a:ext uri="{FF2B5EF4-FFF2-40B4-BE49-F238E27FC236}">
                  <a16:creationId xmlns:a16="http://schemas.microsoft.com/office/drawing/2014/main" id="{CB08EE25-7F6B-F1FB-CB05-9BE9F014E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3" y="1893"/>
              <a:ext cx="166" cy="185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9" name="Line 1053">
              <a:extLst>
                <a:ext uri="{FF2B5EF4-FFF2-40B4-BE49-F238E27FC236}">
                  <a16:creationId xmlns:a16="http://schemas.microsoft.com/office/drawing/2014/main" id="{F63D01FC-38F1-1BE7-4C79-91EBB1E63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" y="3204"/>
              <a:ext cx="195" cy="306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60" name="Line 1054">
              <a:extLst>
                <a:ext uri="{FF2B5EF4-FFF2-40B4-BE49-F238E27FC236}">
                  <a16:creationId xmlns:a16="http://schemas.microsoft.com/office/drawing/2014/main" id="{2B17251F-2614-C3AB-24F2-B3412267E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7" y="1918"/>
              <a:ext cx="3" cy="54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61" name="Line 1055">
              <a:extLst>
                <a:ext uri="{FF2B5EF4-FFF2-40B4-BE49-F238E27FC236}">
                  <a16:creationId xmlns:a16="http://schemas.microsoft.com/office/drawing/2014/main" id="{B8680996-D021-D8FF-ECA5-512A26DD1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" y="3229"/>
              <a:ext cx="101" cy="146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26662" name="Group 1056">
              <a:extLst>
                <a:ext uri="{FF2B5EF4-FFF2-40B4-BE49-F238E27FC236}">
                  <a16:creationId xmlns:a16="http://schemas.microsoft.com/office/drawing/2014/main" id="{FE848046-51FD-6A47-8B48-4D66DAA1AF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" y="3503"/>
              <a:ext cx="350" cy="296"/>
              <a:chOff x="4288" y="3622"/>
              <a:chExt cx="350" cy="296"/>
            </a:xfrm>
            <a:grpFill/>
          </p:grpSpPr>
          <p:sp>
            <p:nvSpPr>
              <p:cNvPr id="26664" name="Oval 1057">
                <a:extLst>
                  <a:ext uri="{FF2B5EF4-FFF2-40B4-BE49-F238E27FC236}">
                    <a16:creationId xmlns:a16="http://schemas.microsoft.com/office/drawing/2014/main" id="{40D04DF4-D11D-726C-C5F1-F422A98F1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665" name="Text Box 1058">
                <a:extLst>
                  <a:ext uri="{FF2B5EF4-FFF2-40B4-BE49-F238E27FC236}">
                    <a16:creationId xmlns:a16="http://schemas.microsoft.com/office/drawing/2014/main" id="{7FD968EF-07C1-B20E-0620-40862A1258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6</a:t>
                </a:r>
              </a:p>
            </p:txBody>
          </p:sp>
        </p:grpSp>
        <p:sp>
          <p:nvSpPr>
            <p:cNvPr id="26663" name="Line 1059">
              <a:extLst>
                <a:ext uri="{FF2B5EF4-FFF2-40B4-BE49-F238E27FC236}">
                  <a16:creationId xmlns:a16="http://schemas.microsoft.com/office/drawing/2014/main" id="{599F0EEA-4128-4260-F689-F60E5D4D14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67" y="3176"/>
              <a:ext cx="101" cy="15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77188" name="Text Box 1060">
            <a:extLst>
              <a:ext uri="{FF2B5EF4-FFF2-40B4-BE49-F238E27FC236}">
                <a16:creationId xmlns:a16="http://schemas.microsoft.com/office/drawing/2014/main" id="{57DE3F23-4EFB-F596-4C93-94106C55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0025" y="1139825"/>
            <a:ext cx="833438" cy="25431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rgbClr val="000000"/>
                </a:solidFill>
              </a:rPr>
              <a:t>Len 0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[0]</a:t>
            </a:r>
          </a:p>
          <a:p>
            <a:r>
              <a:rPr lang="en-US" altLang="en-US">
                <a:solidFill>
                  <a:srgbClr val="000000"/>
                </a:solidFill>
              </a:rPr>
              <a:t>[1]</a:t>
            </a:r>
          </a:p>
          <a:p>
            <a:r>
              <a:rPr lang="en-US" altLang="en-US">
                <a:solidFill>
                  <a:srgbClr val="000000"/>
                </a:solidFill>
              </a:rPr>
              <a:t>[2]</a:t>
            </a:r>
          </a:p>
          <a:p>
            <a:r>
              <a:rPr lang="en-US" altLang="en-US">
                <a:solidFill>
                  <a:srgbClr val="000000"/>
                </a:solidFill>
              </a:rPr>
              <a:t>[3]</a:t>
            </a:r>
          </a:p>
          <a:p>
            <a:r>
              <a:rPr lang="en-US" altLang="en-US">
                <a:solidFill>
                  <a:srgbClr val="000000"/>
                </a:solidFill>
              </a:rPr>
              <a:t>[4]</a:t>
            </a:r>
          </a:p>
          <a:p>
            <a:r>
              <a:rPr lang="en-US" altLang="en-US">
                <a:solidFill>
                  <a:srgbClr val="000000"/>
                </a:solidFill>
              </a:rPr>
              <a:t>[5]</a:t>
            </a:r>
          </a:p>
          <a:p>
            <a:r>
              <a:rPr lang="en-US" altLang="en-US">
                <a:solidFill>
                  <a:srgbClr val="000000"/>
                </a:solidFill>
              </a:rPr>
              <a:t>[6] !</a:t>
            </a:r>
          </a:p>
        </p:txBody>
      </p:sp>
      <p:sp>
        <p:nvSpPr>
          <p:cNvPr id="177190" name="AutoShape 1062">
            <a:extLst>
              <a:ext uri="{FF2B5EF4-FFF2-40B4-BE49-F238E27FC236}">
                <a16:creationId xmlns:a16="http://schemas.microsoft.com/office/drawing/2014/main" id="{21EEF6D2-A65C-5104-C053-A7776D0C9BE8}"/>
              </a:ext>
            </a:extLst>
          </p:cNvPr>
          <p:cNvSpPr>
            <a:spLocks/>
          </p:cNvSpPr>
          <p:nvPr/>
        </p:nvSpPr>
        <p:spPr bwMode="auto">
          <a:xfrm>
            <a:off x="5084763" y="931863"/>
            <a:ext cx="1778000" cy="671512"/>
          </a:xfrm>
          <a:prstGeom prst="borderCallout2">
            <a:avLst>
              <a:gd name="adj1" fmla="val 17023"/>
              <a:gd name="adj2" fmla="val -4287"/>
              <a:gd name="adj3" fmla="val 17023"/>
              <a:gd name="adj4" fmla="val -51606"/>
              <a:gd name="adj5" fmla="val 371157"/>
              <a:gd name="adj6" fmla="val -100806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000000"/>
                </a:solidFill>
              </a:rPr>
              <a:t>‘!’ means path terminates</a:t>
            </a:r>
          </a:p>
        </p:txBody>
      </p:sp>
      <p:sp>
        <p:nvSpPr>
          <p:cNvPr id="177191" name="Text Box 1063">
            <a:extLst>
              <a:ext uri="{FF2B5EF4-FFF2-40B4-BE49-F238E27FC236}">
                <a16:creationId xmlns:a16="http://schemas.microsoft.com/office/drawing/2014/main" id="{CBC37E7A-2421-474A-8CD1-2D21DC0B9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1139825"/>
            <a:ext cx="935037" cy="3152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rgbClr val="000000"/>
                </a:solidFill>
              </a:rPr>
              <a:t>Len 1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[0, 1]</a:t>
            </a:r>
          </a:p>
          <a:p>
            <a:r>
              <a:rPr lang="en-US" altLang="en-US">
                <a:solidFill>
                  <a:srgbClr val="000000"/>
                </a:solidFill>
              </a:rPr>
              <a:t>[0, 2]</a:t>
            </a:r>
          </a:p>
          <a:p>
            <a:r>
              <a:rPr lang="en-US" altLang="en-US">
                <a:solidFill>
                  <a:srgbClr val="000000"/>
                </a:solidFill>
              </a:rPr>
              <a:t>[1, 2]</a:t>
            </a:r>
          </a:p>
          <a:p>
            <a:r>
              <a:rPr lang="en-US" altLang="en-US">
                <a:solidFill>
                  <a:srgbClr val="000000"/>
                </a:solidFill>
              </a:rPr>
              <a:t>[2, 3]</a:t>
            </a:r>
          </a:p>
          <a:p>
            <a:r>
              <a:rPr lang="en-US" altLang="en-US">
                <a:solidFill>
                  <a:srgbClr val="000000"/>
                </a:solidFill>
              </a:rPr>
              <a:t>[2, 4]</a:t>
            </a:r>
          </a:p>
          <a:p>
            <a:r>
              <a:rPr lang="en-US" altLang="en-US">
                <a:solidFill>
                  <a:srgbClr val="000000"/>
                </a:solidFill>
              </a:rPr>
              <a:t>[3,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[4,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[4, 5]</a:t>
            </a:r>
          </a:p>
          <a:p>
            <a:r>
              <a:rPr lang="en-US" altLang="en-US">
                <a:solidFill>
                  <a:srgbClr val="000000"/>
                </a:solidFill>
              </a:rPr>
              <a:t>[5, 4]</a:t>
            </a:r>
          </a:p>
        </p:txBody>
      </p:sp>
      <p:sp>
        <p:nvSpPr>
          <p:cNvPr id="177192" name="Text Box 1064">
            <a:extLst>
              <a:ext uri="{FF2B5EF4-FFF2-40B4-BE49-F238E27FC236}">
                <a16:creationId xmlns:a16="http://schemas.microsoft.com/office/drawing/2014/main" id="{8C596482-DE2C-8E47-2DDE-CE25E2B52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0" y="1139825"/>
            <a:ext cx="1230313" cy="37623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rgbClr val="000000"/>
                </a:solidFill>
              </a:rPr>
              <a:t>Len 2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[0, 1, 2]</a:t>
            </a:r>
          </a:p>
          <a:p>
            <a:r>
              <a:rPr lang="en-US" altLang="en-US">
                <a:solidFill>
                  <a:srgbClr val="000000"/>
                </a:solidFill>
              </a:rPr>
              <a:t>[0, 2, 3]</a:t>
            </a:r>
          </a:p>
          <a:p>
            <a:r>
              <a:rPr lang="en-US" altLang="en-US">
                <a:solidFill>
                  <a:srgbClr val="000000"/>
                </a:solidFill>
              </a:rPr>
              <a:t>[0, 2, 4]</a:t>
            </a:r>
          </a:p>
          <a:p>
            <a:r>
              <a:rPr lang="en-US" altLang="en-US">
                <a:solidFill>
                  <a:srgbClr val="000000"/>
                </a:solidFill>
              </a:rPr>
              <a:t>[1, 2, 3]</a:t>
            </a:r>
          </a:p>
          <a:p>
            <a:r>
              <a:rPr lang="en-US" altLang="en-US">
                <a:solidFill>
                  <a:srgbClr val="000000"/>
                </a:solidFill>
              </a:rPr>
              <a:t>[1, 2, 4]</a:t>
            </a:r>
          </a:p>
          <a:p>
            <a:r>
              <a:rPr lang="en-US" altLang="en-US">
                <a:solidFill>
                  <a:srgbClr val="000000"/>
                </a:solidFill>
              </a:rPr>
              <a:t>[2, 3,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[2, 4,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[2, 4, 5] !</a:t>
            </a:r>
          </a:p>
          <a:p>
            <a:r>
              <a:rPr lang="en-US" altLang="en-US">
                <a:solidFill>
                  <a:srgbClr val="000000"/>
                </a:solidFill>
              </a:rPr>
              <a:t>[4, 5, 4] *</a:t>
            </a:r>
          </a:p>
          <a:p>
            <a:r>
              <a:rPr lang="en-US" altLang="en-US">
                <a:solidFill>
                  <a:srgbClr val="000000"/>
                </a:solidFill>
              </a:rPr>
              <a:t>[5, 4,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[5, 4, 5] *</a:t>
            </a:r>
          </a:p>
        </p:txBody>
      </p:sp>
      <p:sp>
        <p:nvSpPr>
          <p:cNvPr id="177193" name="AutoShape 1065">
            <a:extLst>
              <a:ext uri="{FF2B5EF4-FFF2-40B4-BE49-F238E27FC236}">
                <a16:creationId xmlns:a16="http://schemas.microsoft.com/office/drawing/2014/main" id="{26C3A1E6-5552-829C-CEC0-3E32CAF6ED9C}"/>
              </a:ext>
            </a:extLst>
          </p:cNvPr>
          <p:cNvSpPr>
            <a:spLocks/>
          </p:cNvSpPr>
          <p:nvPr/>
        </p:nvSpPr>
        <p:spPr bwMode="auto">
          <a:xfrm>
            <a:off x="7146925" y="1530350"/>
            <a:ext cx="1778000" cy="671513"/>
          </a:xfrm>
          <a:prstGeom prst="borderCallout2">
            <a:avLst>
              <a:gd name="adj1" fmla="val 17023"/>
              <a:gd name="adj2" fmla="val -4287"/>
              <a:gd name="adj3" fmla="val 17023"/>
              <a:gd name="adj4" fmla="val -22319"/>
              <a:gd name="adj5" fmla="val 365250"/>
              <a:gd name="adj6" fmla="val -50444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000000"/>
                </a:solidFill>
              </a:rPr>
              <a:t>‘*’ means path cycles</a:t>
            </a:r>
          </a:p>
        </p:txBody>
      </p:sp>
      <p:sp>
        <p:nvSpPr>
          <p:cNvPr id="177194" name="Text Box 1066">
            <a:extLst>
              <a:ext uri="{FF2B5EF4-FFF2-40B4-BE49-F238E27FC236}">
                <a16:creationId xmlns:a16="http://schemas.microsoft.com/office/drawing/2014/main" id="{9E5F5B9B-D207-7BD1-A35D-A1DFEA66D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1139825"/>
            <a:ext cx="1443037" cy="2847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rgbClr val="000000"/>
                </a:solidFill>
              </a:rPr>
              <a:t>Len 3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[0, 1, 2, 3]</a:t>
            </a:r>
          </a:p>
          <a:p>
            <a:r>
              <a:rPr lang="en-US" altLang="en-US">
                <a:solidFill>
                  <a:srgbClr val="000000"/>
                </a:solidFill>
              </a:rPr>
              <a:t>[0, 1, 2, 4]</a:t>
            </a:r>
          </a:p>
          <a:p>
            <a:r>
              <a:rPr lang="en-US" altLang="en-US">
                <a:solidFill>
                  <a:srgbClr val="000000"/>
                </a:solidFill>
              </a:rPr>
              <a:t>[0, 2, 3,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[0, 2, 4,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[0, 2, 4, 5] !</a:t>
            </a:r>
          </a:p>
          <a:p>
            <a:r>
              <a:rPr lang="en-US" altLang="en-US">
                <a:solidFill>
                  <a:srgbClr val="000000"/>
                </a:solidFill>
              </a:rPr>
              <a:t>[1, 2, 3,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[1, 2, 4, 5] !</a:t>
            </a:r>
          </a:p>
          <a:p>
            <a:r>
              <a:rPr lang="en-US" altLang="en-US">
                <a:solidFill>
                  <a:srgbClr val="000000"/>
                </a:solidFill>
              </a:rPr>
              <a:t>[1, 2, 4, 6] !</a:t>
            </a:r>
          </a:p>
        </p:txBody>
      </p:sp>
      <p:sp>
        <p:nvSpPr>
          <p:cNvPr id="177195" name="Text Box 1067">
            <a:extLst>
              <a:ext uri="{FF2B5EF4-FFF2-40B4-BE49-F238E27FC236}">
                <a16:creationId xmlns:a16="http://schemas.microsoft.com/office/drawing/2014/main" id="{40EE588D-7EF8-5704-CEB5-C965AAE47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0025" y="4999038"/>
            <a:ext cx="1981200" cy="13239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u="sng">
                <a:solidFill>
                  <a:srgbClr val="000000"/>
                </a:solidFill>
              </a:rPr>
              <a:t>Len 4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[0, 1, 2, 3,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[0, 1, 2, 4, 6] !</a:t>
            </a:r>
          </a:p>
          <a:p>
            <a:r>
              <a:rPr lang="en-US" altLang="en-US">
                <a:solidFill>
                  <a:srgbClr val="000000"/>
                </a:solidFill>
              </a:rPr>
              <a:t>[0, 1, 2, 4, 5] !</a:t>
            </a:r>
          </a:p>
        </p:txBody>
      </p:sp>
      <p:grpSp>
        <p:nvGrpSpPr>
          <p:cNvPr id="10" name="Group 1076">
            <a:extLst>
              <a:ext uri="{FF2B5EF4-FFF2-40B4-BE49-F238E27FC236}">
                <a16:creationId xmlns:a16="http://schemas.microsoft.com/office/drawing/2014/main" id="{368E9F43-56F2-FB44-4743-54BC50E3B3F2}"/>
              </a:ext>
            </a:extLst>
          </p:cNvPr>
          <p:cNvGrpSpPr>
            <a:grpSpLocks/>
          </p:cNvGrpSpPr>
          <p:nvPr/>
        </p:nvGrpSpPr>
        <p:grpSpPr bwMode="auto">
          <a:xfrm>
            <a:off x="2460625" y="2106613"/>
            <a:ext cx="5889625" cy="4217987"/>
            <a:chOff x="1550" y="1327"/>
            <a:chExt cx="3710" cy="2657"/>
          </a:xfrm>
          <a:solidFill>
            <a:schemeClr val="bg1"/>
          </a:solidFill>
        </p:grpSpPr>
        <p:sp>
          <p:nvSpPr>
            <p:cNvPr id="26640" name="Oval 1069">
              <a:extLst>
                <a:ext uri="{FF2B5EF4-FFF2-40B4-BE49-F238E27FC236}">
                  <a16:creationId xmlns:a16="http://schemas.microsoft.com/office/drawing/2014/main" id="{D3B12CC6-07C3-9C85-C81A-DD4FB9652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3363"/>
              <a:ext cx="1390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6641" name="Oval 1070">
              <a:extLst>
                <a:ext uri="{FF2B5EF4-FFF2-40B4-BE49-F238E27FC236}">
                  <a16:creationId xmlns:a16="http://schemas.microsoft.com/office/drawing/2014/main" id="{EC5D5F92-CD13-C7ED-BC3D-DA9482E74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" y="1327"/>
              <a:ext cx="1063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6642" name="Oval 1071">
              <a:extLst>
                <a:ext uri="{FF2B5EF4-FFF2-40B4-BE49-F238E27FC236}">
                  <a16:creationId xmlns:a16="http://schemas.microsoft.com/office/drawing/2014/main" id="{09FD488C-5EB0-7CA3-57E5-C3D827CC4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" y="2472"/>
              <a:ext cx="827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6643" name="Text Box 1072">
              <a:extLst>
                <a:ext uri="{FF2B5EF4-FFF2-40B4-BE49-F238E27FC236}">
                  <a16:creationId xmlns:a16="http://schemas.microsoft.com/office/drawing/2014/main" id="{C7BE4240-2C38-FAB9-B75F-8F2081D7A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8" y="3542"/>
              <a:ext cx="1632" cy="262"/>
            </a:xfrm>
            <a:prstGeom prst="rect">
              <a:avLst/>
            </a:prstGeom>
            <a:grpFill/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en-US" i="1">
                  <a:solidFill>
                    <a:srgbClr val="000000"/>
                  </a:solidFill>
                </a:rPr>
                <a:t>Prime Paths</a:t>
              </a:r>
            </a:p>
          </p:txBody>
        </p:sp>
        <p:sp>
          <p:nvSpPr>
            <p:cNvPr id="26644" name="Line 1073">
              <a:extLst>
                <a:ext uri="{FF2B5EF4-FFF2-40B4-BE49-F238E27FC236}">
                  <a16:creationId xmlns:a16="http://schemas.microsoft.com/office/drawing/2014/main" id="{4F5F57C1-2C78-3634-B792-F805341D7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1" y="1946"/>
              <a:ext cx="0" cy="1587"/>
            </a:xfrm>
            <a:prstGeom prst="line">
              <a:avLst/>
            </a:prstGeom>
            <a:grp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45" name="Line 1074">
              <a:extLst>
                <a:ext uri="{FF2B5EF4-FFF2-40B4-BE49-F238E27FC236}">
                  <a16:creationId xmlns:a16="http://schemas.microsoft.com/office/drawing/2014/main" id="{CDC3BD1C-2B9C-E646-5ABA-86FB896A4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9" y="3008"/>
              <a:ext cx="563" cy="525"/>
            </a:xfrm>
            <a:prstGeom prst="line">
              <a:avLst/>
            </a:prstGeom>
            <a:grp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46" name="Line 1075">
              <a:extLst>
                <a:ext uri="{FF2B5EF4-FFF2-40B4-BE49-F238E27FC236}">
                  <a16:creationId xmlns:a16="http://schemas.microsoft.com/office/drawing/2014/main" id="{38D54F31-CF47-81E3-E182-F0A6CF4FB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8" y="3674"/>
              <a:ext cx="684" cy="0"/>
            </a:xfrm>
            <a:prstGeom prst="line">
              <a:avLst/>
            </a:prstGeom>
            <a:grp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77205" name="Text Box 1077">
            <a:extLst>
              <a:ext uri="{FF2B5EF4-FFF2-40B4-BE49-F238E27FC236}">
                <a16:creationId xmlns:a16="http://schemas.microsoft.com/office/drawing/2014/main" id="{B334E6A5-7CEC-622F-3398-6967D37B4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1120775"/>
            <a:ext cx="1016000" cy="7143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Simple paths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88" grpId="0" animBg="1" autoUpdateAnimBg="0"/>
      <p:bldP spid="177190" grpId="0" animBg="1" autoUpdateAnimBg="0"/>
      <p:bldP spid="177191" grpId="0" animBg="1" autoUpdateAnimBg="0"/>
      <p:bldP spid="177192" grpId="0" animBg="1" autoUpdateAnimBg="0"/>
      <p:bldP spid="177193" grpId="0" animBg="1" autoUpdateAnimBg="0"/>
      <p:bldP spid="177194" grpId="0" animBg="1" autoUpdateAnimBg="0"/>
      <p:bldP spid="177195" grpId="0" animBg="1" autoUpdateAnimBg="0"/>
      <p:bldP spid="177205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ate Placeholder 3">
            <a:extLst>
              <a:ext uri="{FF2B5EF4-FFF2-40B4-BE49-F238E27FC236}">
                <a16:creationId xmlns:a16="http://schemas.microsoft.com/office/drawing/2014/main" id="{79A6B23A-0550-2480-2F19-F4E4C2BF70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43011" name="Footer Placeholder 4">
            <a:extLst>
              <a:ext uri="{FF2B5EF4-FFF2-40B4-BE49-F238E27FC236}">
                <a16:creationId xmlns:a16="http://schemas.microsoft.com/office/drawing/2014/main" id="{6FD55F07-3A4A-5E57-A25C-97E90F9A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43012" name="Slide Number Placeholder 5">
            <a:extLst>
              <a:ext uri="{FF2B5EF4-FFF2-40B4-BE49-F238E27FC236}">
                <a16:creationId xmlns:a16="http://schemas.microsoft.com/office/drawing/2014/main" id="{F433DCEC-20F3-A7DC-9023-3D42810B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2D33E6F-46E2-49EE-BF87-CAD4358B4140}" type="slidenum">
              <a:rPr lang="en-US" altLang="en-US" sz="900" b="0" smtClean="0">
                <a:solidFill>
                  <a:schemeClr val="tx1"/>
                </a:solidFill>
              </a:rPr>
              <a:pPr/>
              <a:t>26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2360CD23-782D-FA3B-979F-54CAD0637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Flow Criteria</a:t>
            </a:r>
          </a:p>
        </p:txBody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FE6EA417-22A7-AC9E-E151-3A92E25E1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782763"/>
            <a:ext cx="8867775" cy="1274762"/>
          </a:xfrm>
        </p:spPr>
        <p:txBody>
          <a:bodyPr/>
          <a:lstStyle/>
          <a:p>
            <a:r>
              <a:rPr kumimoji="1" lang="en-US" altLang="zh-CN" u="sng">
                <a:solidFill>
                  <a:schemeClr val="tx2"/>
                </a:solidFill>
                <a:ea typeface="SimSun" panose="02010600030101010101" pitchFamily="2" charset="-122"/>
              </a:rPr>
              <a:t>Definition (def)</a:t>
            </a:r>
            <a:r>
              <a:rPr kumimoji="1" lang="en-US" altLang="zh-CN">
                <a:ea typeface="SimSun" panose="02010600030101010101" pitchFamily="2" charset="-122"/>
              </a:rPr>
              <a:t> : A location where a value for a variable is stored into memory</a:t>
            </a:r>
          </a:p>
          <a:p>
            <a:r>
              <a:rPr kumimoji="1" lang="en-US" altLang="zh-CN" u="sng">
                <a:solidFill>
                  <a:schemeClr val="tx2"/>
                </a:solidFill>
                <a:ea typeface="SimSun" panose="02010600030101010101" pitchFamily="2" charset="-122"/>
              </a:rPr>
              <a:t>Use</a:t>
            </a:r>
            <a:r>
              <a:rPr kumimoji="1" lang="en-US" altLang="zh-CN">
                <a:ea typeface="SimSun" panose="02010600030101010101" pitchFamily="2" charset="-122"/>
              </a:rPr>
              <a:t> : A location where a variable’s value is accessed</a:t>
            </a:r>
          </a:p>
        </p:txBody>
      </p:sp>
      <p:sp>
        <p:nvSpPr>
          <p:cNvPr id="43015" name="Text Box 5">
            <a:extLst>
              <a:ext uri="{FF2B5EF4-FFF2-40B4-BE49-F238E27FC236}">
                <a16:creationId xmlns:a16="http://schemas.microsoft.com/office/drawing/2014/main" id="{BA6A8690-DD44-8E9D-FA3B-571E1CC18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960438"/>
            <a:ext cx="86407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u="sng">
                <a:solidFill>
                  <a:srgbClr val="000000"/>
                </a:solidFill>
              </a:rPr>
              <a:t>Goal</a:t>
            </a:r>
            <a:r>
              <a:rPr lang="en-US" altLang="en-US" sz="2400">
                <a:solidFill>
                  <a:srgbClr val="000000"/>
                </a:solidFill>
              </a:rPr>
              <a:t>: Try to ensure that values are computed and used correctly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42C99A45-D269-24DF-679D-AD266FB8BC97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3411538"/>
            <a:ext cx="4346575" cy="1443037"/>
            <a:chOff x="503" y="2966"/>
            <a:chExt cx="2738" cy="909"/>
          </a:xfrm>
          <a:solidFill>
            <a:schemeClr val="bg1"/>
          </a:solidFill>
        </p:grpSpPr>
        <p:grpSp>
          <p:nvGrpSpPr>
            <p:cNvPr id="27663" name="Group 7">
              <a:extLst>
                <a:ext uri="{FF2B5EF4-FFF2-40B4-BE49-F238E27FC236}">
                  <a16:creationId xmlns:a16="http://schemas.microsoft.com/office/drawing/2014/main" id="{8A3F8B58-FE98-04D5-F52E-95B92B0068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" y="3273"/>
              <a:ext cx="350" cy="296"/>
              <a:chOff x="4288" y="1746"/>
              <a:chExt cx="350" cy="296"/>
            </a:xfrm>
            <a:grpFill/>
          </p:grpSpPr>
          <p:sp>
            <p:nvSpPr>
              <p:cNvPr id="27693" name="Oval 8">
                <a:extLst>
                  <a:ext uri="{FF2B5EF4-FFF2-40B4-BE49-F238E27FC236}">
                    <a16:creationId xmlns:a16="http://schemas.microsoft.com/office/drawing/2014/main" id="{79ECD664-7502-7DC4-449B-F19B76BE2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694" name="Text Box 9">
                <a:extLst>
                  <a:ext uri="{FF2B5EF4-FFF2-40B4-BE49-F238E27FC236}">
                    <a16:creationId xmlns:a16="http://schemas.microsoft.com/office/drawing/2014/main" id="{BDEECE82-97EF-6B22-5824-D6690E64AD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  <p:grpSp>
          <p:nvGrpSpPr>
            <p:cNvPr id="27664" name="Group 10">
              <a:extLst>
                <a:ext uri="{FF2B5EF4-FFF2-40B4-BE49-F238E27FC236}">
                  <a16:creationId xmlns:a16="http://schemas.microsoft.com/office/drawing/2014/main" id="{D588135B-3685-C874-EA38-44A79510C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2966"/>
              <a:ext cx="380" cy="908"/>
              <a:chOff x="1346" y="2965"/>
              <a:chExt cx="380" cy="908"/>
            </a:xfrm>
            <a:grpFill/>
          </p:grpSpPr>
          <p:grpSp>
            <p:nvGrpSpPr>
              <p:cNvPr id="27687" name="Group 11">
                <a:extLst>
                  <a:ext uri="{FF2B5EF4-FFF2-40B4-BE49-F238E27FC236}">
                    <a16:creationId xmlns:a16="http://schemas.microsoft.com/office/drawing/2014/main" id="{08602B15-68F9-0483-6DAC-F48FE62BA2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  <a:grpFill/>
            </p:grpSpPr>
            <p:sp>
              <p:nvSpPr>
                <p:cNvPr id="27691" name="Oval 12">
                  <a:extLst>
                    <a:ext uri="{FF2B5EF4-FFF2-40B4-BE49-F238E27FC236}">
                      <a16:creationId xmlns:a16="http://schemas.microsoft.com/office/drawing/2014/main" id="{405FF7E5-6F66-04DD-BC86-AA8F1FEF60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692" name="Text Box 13">
                  <a:extLst>
                    <a:ext uri="{FF2B5EF4-FFF2-40B4-BE49-F238E27FC236}">
                      <a16:creationId xmlns:a16="http://schemas.microsoft.com/office/drawing/2014/main" id="{10297E8D-4768-055D-F018-B87F9D660E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rgbClr val="000000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27688" name="Group 14">
                <a:extLst>
                  <a:ext uri="{FF2B5EF4-FFF2-40B4-BE49-F238E27FC236}">
                    <a16:creationId xmlns:a16="http://schemas.microsoft.com/office/drawing/2014/main" id="{EAEFEE24-956F-EDC3-D4FD-1371D40754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  <a:grpFill/>
            </p:grpSpPr>
            <p:sp>
              <p:nvSpPr>
                <p:cNvPr id="27689" name="Oval 15">
                  <a:extLst>
                    <a:ext uri="{FF2B5EF4-FFF2-40B4-BE49-F238E27FC236}">
                      <a16:creationId xmlns:a16="http://schemas.microsoft.com/office/drawing/2014/main" id="{C22944B0-9E66-C138-10E1-41CF9211F2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690" name="Text Box 16">
                  <a:extLst>
                    <a:ext uri="{FF2B5EF4-FFF2-40B4-BE49-F238E27FC236}">
                      <a16:creationId xmlns:a16="http://schemas.microsoft.com/office/drawing/2014/main" id="{FF964340-2F50-F898-09B9-903764134B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rgbClr val="000000"/>
                      </a:solidFill>
                    </a:rPr>
                    <a:t>1</a:t>
                  </a:r>
                </a:p>
              </p:txBody>
            </p:sp>
          </p:grpSp>
        </p:grpSp>
        <p:grpSp>
          <p:nvGrpSpPr>
            <p:cNvPr id="27665" name="Group 17">
              <a:extLst>
                <a:ext uri="{FF2B5EF4-FFF2-40B4-BE49-F238E27FC236}">
                  <a16:creationId xmlns:a16="http://schemas.microsoft.com/office/drawing/2014/main" id="{4C55A954-954E-63AF-D1C7-BB026873F7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1" y="3273"/>
              <a:ext cx="350" cy="296"/>
              <a:chOff x="4288" y="3622"/>
              <a:chExt cx="350" cy="296"/>
            </a:xfrm>
            <a:grpFill/>
          </p:grpSpPr>
          <p:sp>
            <p:nvSpPr>
              <p:cNvPr id="27685" name="Oval 18">
                <a:extLst>
                  <a:ext uri="{FF2B5EF4-FFF2-40B4-BE49-F238E27FC236}">
                    <a16:creationId xmlns:a16="http://schemas.microsoft.com/office/drawing/2014/main" id="{4DFFFD48-24E5-1690-CA9F-E729C97A4C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686" name="Text Box 19">
                <a:extLst>
                  <a:ext uri="{FF2B5EF4-FFF2-40B4-BE49-F238E27FC236}">
                    <a16:creationId xmlns:a16="http://schemas.microsoft.com/office/drawing/2014/main" id="{D3EB398D-34F7-ACEA-DB88-A0CF8E7E7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6</a:t>
                </a:r>
              </a:p>
            </p:txBody>
          </p:sp>
        </p:grpSp>
        <p:sp>
          <p:nvSpPr>
            <p:cNvPr id="27666" name="Line 20">
              <a:extLst>
                <a:ext uri="{FF2B5EF4-FFF2-40B4-BE49-F238E27FC236}">
                  <a16:creationId xmlns:a16="http://schemas.microsoft.com/office/drawing/2014/main" id="{6A9EC48B-095E-B68C-9A29-6C359B0AF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5" y="3193"/>
              <a:ext cx="250" cy="16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67" name="Line 21">
              <a:extLst>
                <a:ext uri="{FF2B5EF4-FFF2-40B4-BE49-F238E27FC236}">
                  <a16:creationId xmlns:a16="http://schemas.microsoft.com/office/drawing/2014/main" id="{6911270E-28FE-C5F9-AEC7-80BB60CC4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" y="3421"/>
              <a:ext cx="223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27668" name="Group 22">
              <a:extLst>
                <a:ext uri="{FF2B5EF4-FFF2-40B4-BE49-F238E27FC236}">
                  <a16:creationId xmlns:a16="http://schemas.microsoft.com/office/drawing/2014/main" id="{1BAC2A28-28C6-DB21-337E-255D24528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0" y="3273"/>
              <a:ext cx="350" cy="296"/>
              <a:chOff x="4288" y="1746"/>
              <a:chExt cx="350" cy="296"/>
            </a:xfrm>
            <a:grpFill/>
          </p:grpSpPr>
          <p:sp>
            <p:nvSpPr>
              <p:cNvPr id="27683" name="Oval 23">
                <a:extLst>
                  <a:ext uri="{FF2B5EF4-FFF2-40B4-BE49-F238E27FC236}">
                    <a16:creationId xmlns:a16="http://schemas.microsoft.com/office/drawing/2014/main" id="{0CFE9B47-9F1E-010D-854C-1F3D453B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684" name="Text Box 24">
                <a:extLst>
                  <a:ext uri="{FF2B5EF4-FFF2-40B4-BE49-F238E27FC236}">
                    <a16:creationId xmlns:a16="http://schemas.microsoft.com/office/drawing/2014/main" id="{BC8EEDFD-E352-BBAD-57E6-E37C8C37BB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>
                  <a:defRPr/>
                </a:pPr>
                <a:r>
                  <a:rPr lang="en-US" altLang="en-US">
                    <a:solidFill>
                      <a:srgbClr val="000000"/>
                    </a:solidFill>
                  </a:rPr>
                  <a:t>3</a:t>
                </a:r>
              </a:p>
            </p:txBody>
          </p:sp>
        </p:grpSp>
        <p:grpSp>
          <p:nvGrpSpPr>
            <p:cNvPr id="27669" name="Group 25">
              <a:extLst>
                <a:ext uri="{FF2B5EF4-FFF2-40B4-BE49-F238E27FC236}">
                  <a16:creationId xmlns:a16="http://schemas.microsoft.com/office/drawing/2014/main" id="{173D1299-FA63-B3CC-46E8-D3829E083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5" y="2967"/>
              <a:ext cx="380" cy="908"/>
              <a:chOff x="2450" y="2968"/>
              <a:chExt cx="380" cy="908"/>
            </a:xfrm>
            <a:grpFill/>
          </p:grpSpPr>
          <p:grpSp>
            <p:nvGrpSpPr>
              <p:cNvPr id="27677" name="Group 26">
                <a:extLst>
                  <a:ext uri="{FF2B5EF4-FFF2-40B4-BE49-F238E27FC236}">
                    <a16:creationId xmlns:a16="http://schemas.microsoft.com/office/drawing/2014/main" id="{BCA8E0E4-20D2-18C7-7467-9CC30520B0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0" y="3580"/>
                <a:ext cx="350" cy="296"/>
                <a:chOff x="4738" y="2684"/>
                <a:chExt cx="350" cy="296"/>
              </a:xfrm>
              <a:grpFill/>
            </p:grpSpPr>
            <p:sp>
              <p:nvSpPr>
                <p:cNvPr id="27681" name="Oval 27">
                  <a:extLst>
                    <a:ext uri="{FF2B5EF4-FFF2-40B4-BE49-F238E27FC236}">
                      <a16:creationId xmlns:a16="http://schemas.microsoft.com/office/drawing/2014/main" id="{614A3105-3239-1A41-41EA-D2E52F4178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682" name="Text Box 28">
                  <a:extLst>
                    <a:ext uri="{FF2B5EF4-FFF2-40B4-BE49-F238E27FC236}">
                      <a16:creationId xmlns:a16="http://schemas.microsoft.com/office/drawing/2014/main" id="{65F6D11C-563B-D286-7BE0-D797794EB5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rgbClr val="000000"/>
                      </a:solidFill>
                    </a:rPr>
                    <a:t>5</a:t>
                  </a:r>
                </a:p>
              </p:txBody>
            </p:sp>
          </p:grpSp>
          <p:grpSp>
            <p:nvGrpSpPr>
              <p:cNvPr id="27678" name="Group 29">
                <a:extLst>
                  <a:ext uri="{FF2B5EF4-FFF2-40B4-BE49-F238E27FC236}">
                    <a16:creationId xmlns:a16="http://schemas.microsoft.com/office/drawing/2014/main" id="{F24E9872-A8D0-85B8-B761-7049E9AB3C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0" y="2968"/>
                <a:ext cx="350" cy="296"/>
                <a:chOff x="3838" y="2684"/>
                <a:chExt cx="350" cy="296"/>
              </a:xfrm>
              <a:grpFill/>
            </p:grpSpPr>
            <p:sp>
              <p:nvSpPr>
                <p:cNvPr id="27679" name="Oval 30">
                  <a:extLst>
                    <a:ext uri="{FF2B5EF4-FFF2-40B4-BE49-F238E27FC236}">
                      <a16:creationId xmlns:a16="http://schemas.microsoft.com/office/drawing/2014/main" id="{7B9A8E0B-7225-1E47-856D-048E692AA4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680" name="Text Box 31">
                  <a:extLst>
                    <a:ext uri="{FF2B5EF4-FFF2-40B4-BE49-F238E27FC236}">
                      <a16:creationId xmlns:a16="http://schemas.microsoft.com/office/drawing/2014/main" id="{9BCD9625-10C5-943F-54B5-8AE9EC8AE3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rgbClr val="000000"/>
                      </a:solidFill>
                    </a:rPr>
                    <a:t>4</a:t>
                  </a:r>
                </a:p>
              </p:txBody>
            </p:sp>
          </p:grpSp>
        </p:grpSp>
        <p:sp>
          <p:nvSpPr>
            <p:cNvPr id="27670" name="Line 32">
              <a:extLst>
                <a:ext uri="{FF2B5EF4-FFF2-40B4-BE49-F238E27FC236}">
                  <a16:creationId xmlns:a16="http://schemas.microsoft.com/office/drawing/2014/main" id="{B82F6564-3E0B-6B1C-F923-D3EAE7CE6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9" y="3513"/>
              <a:ext cx="250" cy="16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71" name="Line 33">
              <a:extLst>
                <a:ext uri="{FF2B5EF4-FFF2-40B4-BE49-F238E27FC236}">
                  <a16:creationId xmlns:a16="http://schemas.microsoft.com/office/drawing/2014/main" id="{27B36818-C325-1ADA-D14E-AAE20DCE7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5" y="3513"/>
              <a:ext cx="250" cy="16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72" name="Line 34">
              <a:extLst>
                <a:ext uri="{FF2B5EF4-FFF2-40B4-BE49-F238E27FC236}">
                  <a16:creationId xmlns:a16="http://schemas.microsoft.com/office/drawing/2014/main" id="{95D631D9-C58F-CBB2-5CB8-7EB9411AE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7" y="3193"/>
              <a:ext cx="250" cy="16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73" name="Line 35">
              <a:extLst>
                <a:ext uri="{FF2B5EF4-FFF2-40B4-BE49-F238E27FC236}">
                  <a16:creationId xmlns:a16="http://schemas.microsoft.com/office/drawing/2014/main" id="{2F74C3DA-3F34-33C3-5804-A114A1B77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5" y="3517"/>
              <a:ext cx="218" cy="15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74" name="Line 36">
              <a:extLst>
                <a:ext uri="{FF2B5EF4-FFF2-40B4-BE49-F238E27FC236}">
                  <a16:creationId xmlns:a16="http://schemas.microsoft.com/office/drawing/2014/main" id="{8CF01808-FCEF-9011-51C6-1DADD8E23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" y="3198"/>
              <a:ext cx="218" cy="15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75" name="Line 37">
              <a:extLst>
                <a:ext uri="{FF2B5EF4-FFF2-40B4-BE49-F238E27FC236}">
                  <a16:creationId xmlns:a16="http://schemas.microsoft.com/office/drawing/2014/main" id="{4EB087AF-F605-AC6E-6E77-974E07D8D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" y="3518"/>
              <a:ext cx="218" cy="15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76" name="Line 38">
              <a:extLst>
                <a:ext uri="{FF2B5EF4-FFF2-40B4-BE49-F238E27FC236}">
                  <a16:creationId xmlns:a16="http://schemas.microsoft.com/office/drawing/2014/main" id="{79D05EDA-EEE5-A67D-27E3-CBE111022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7" y="3197"/>
              <a:ext cx="218" cy="15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2" name="Group 43">
            <a:extLst>
              <a:ext uri="{FF2B5EF4-FFF2-40B4-BE49-F238E27FC236}">
                <a16:creationId xmlns:a16="http://schemas.microsoft.com/office/drawing/2014/main" id="{5BA8C573-0064-FA61-A668-6B215CC951E1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3068638"/>
            <a:ext cx="3681412" cy="2141537"/>
            <a:chOff x="345" y="2726"/>
            <a:chExt cx="2319" cy="1349"/>
          </a:xfrm>
        </p:grpSpPr>
        <p:sp>
          <p:nvSpPr>
            <p:cNvPr id="43020" name="Text Box 39">
              <a:extLst>
                <a:ext uri="{FF2B5EF4-FFF2-40B4-BE49-F238E27FC236}">
                  <a16:creationId xmlns:a16="http://schemas.microsoft.com/office/drawing/2014/main" id="{C0FF9D06-CD96-09BA-0D0D-A452280BB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" y="3059"/>
              <a:ext cx="6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</a:rPr>
                <a:t>X = 42</a:t>
              </a:r>
            </a:p>
          </p:txBody>
        </p:sp>
        <p:sp>
          <p:nvSpPr>
            <p:cNvPr id="43021" name="Text Box 40">
              <a:extLst>
                <a:ext uri="{FF2B5EF4-FFF2-40B4-BE49-F238E27FC236}">
                  <a16:creationId xmlns:a16="http://schemas.microsoft.com/office/drawing/2014/main" id="{C71CE545-EFC8-F98A-DCBB-C2B891E85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1" y="3825"/>
              <a:ext cx="6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</a:rPr>
                <a:t>Z = X-8</a:t>
              </a:r>
            </a:p>
          </p:txBody>
        </p:sp>
        <p:sp>
          <p:nvSpPr>
            <p:cNvPr id="43022" name="Text Box 41">
              <a:extLst>
                <a:ext uri="{FF2B5EF4-FFF2-40B4-BE49-F238E27FC236}">
                  <a16:creationId xmlns:a16="http://schemas.microsoft.com/office/drawing/2014/main" id="{15A6203E-81C8-D7EA-8DD7-12922985C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8" y="2726"/>
              <a:ext cx="7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</a:rPr>
                <a:t>Z = X*2</a:t>
              </a:r>
            </a:p>
          </p:txBody>
        </p:sp>
      </p:grpSp>
      <p:sp>
        <p:nvSpPr>
          <p:cNvPr id="178218" name="Text Box 42">
            <a:extLst>
              <a:ext uri="{FF2B5EF4-FFF2-40B4-BE49-F238E27FC236}">
                <a16:creationId xmlns:a16="http://schemas.microsoft.com/office/drawing/2014/main" id="{6BC43389-CC37-2F5A-3387-97D021D99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3013075"/>
            <a:ext cx="2284413" cy="22383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u="sng">
                <a:solidFill>
                  <a:srgbClr val="000000"/>
                </a:solidFill>
              </a:rPr>
              <a:t>Defs</a:t>
            </a:r>
            <a:r>
              <a:rPr lang="en-US" altLang="en-US">
                <a:solidFill>
                  <a:srgbClr val="000000"/>
                </a:solidFill>
              </a:rPr>
              <a:t>: def (0) = {X}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</a:rPr>
              <a:t>          def (4) = {Z}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</a:rPr>
              <a:t>          def (5) = {Z}</a:t>
            </a:r>
          </a:p>
          <a:p>
            <a:pPr>
              <a:spcBef>
                <a:spcPct val="50000"/>
              </a:spcBef>
            </a:pPr>
            <a:r>
              <a:rPr lang="en-US" altLang="en-US" u="sng">
                <a:solidFill>
                  <a:srgbClr val="000000"/>
                </a:solidFill>
              </a:rPr>
              <a:t>Uses</a:t>
            </a:r>
            <a:r>
              <a:rPr lang="en-US" altLang="en-US">
                <a:solidFill>
                  <a:srgbClr val="000000"/>
                </a:solidFill>
              </a:rPr>
              <a:t>: use (4) = {X}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</a:rPr>
              <a:t>           use (5) = {X}</a:t>
            </a:r>
          </a:p>
        </p:txBody>
      </p:sp>
      <p:sp>
        <p:nvSpPr>
          <p:cNvPr id="46" name="Text Box 5">
            <a:extLst>
              <a:ext uri="{FF2B5EF4-FFF2-40B4-BE49-F238E27FC236}">
                <a16:creationId xmlns:a16="http://schemas.microsoft.com/office/drawing/2014/main" id="{24491C4A-4FE3-D80C-0EFC-3DDDA5BC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5527675"/>
            <a:ext cx="7550150" cy="830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0000"/>
                </a:solidFill>
              </a:rPr>
              <a:t>The values given in defs should reach at least one, some, or all possible uses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18" grpId="0" animBg="1"/>
      <p:bldP spid="4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0089522A-36B5-F4A3-E6BC-2DEE2C60D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DU Pairs and DU Paths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247A909E-364A-CF9A-A160-2C19E6F9C0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0650" y="1085850"/>
            <a:ext cx="8867775" cy="5392738"/>
          </a:xfrm>
        </p:spPr>
        <p:txBody>
          <a:bodyPr/>
          <a:lstStyle/>
          <a:p>
            <a:endParaRPr lang="en-US" altLang="en-US" sz="2000"/>
          </a:p>
        </p:txBody>
      </p:sp>
      <p:sp>
        <p:nvSpPr>
          <p:cNvPr id="44036" name="Date Placeholder 3">
            <a:extLst>
              <a:ext uri="{FF2B5EF4-FFF2-40B4-BE49-F238E27FC236}">
                <a16:creationId xmlns:a16="http://schemas.microsoft.com/office/drawing/2014/main" id="{8CFAB706-F22E-0F21-A0E9-2A29CFE8FE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44037" name="Footer Placeholder 4">
            <a:extLst>
              <a:ext uri="{FF2B5EF4-FFF2-40B4-BE49-F238E27FC236}">
                <a16:creationId xmlns:a16="http://schemas.microsoft.com/office/drawing/2014/main" id="{E2308022-9FF9-5DD8-2C9A-833851722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44038" name="Slide Number Placeholder 5">
            <a:extLst>
              <a:ext uri="{FF2B5EF4-FFF2-40B4-BE49-F238E27FC236}">
                <a16:creationId xmlns:a16="http://schemas.microsoft.com/office/drawing/2014/main" id="{22219CB2-7614-ED76-6500-89BEA180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8642050-2F50-4F81-A241-1F7C29C8F676}" type="slidenum">
              <a:rPr lang="en-US" altLang="en-US" sz="900" b="0" smtClean="0">
                <a:solidFill>
                  <a:schemeClr val="tx1"/>
                </a:solidFill>
              </a:rPr>
              <a:pPr/>
              <a:t>27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2C2A9672-03A1-2BB8-B824-97C4647CB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838200"/>
            <a:ext cx="8878888" cy="1322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def (n) or def (e)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: The set of variables that are defined by node n </a:t>
            </a:r>
          </a:p>
          <a:p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  or edge e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use (n) or use (e)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: The set of variables that are used by node n or </a:t>
            </a:r>
          </a:p>
          <a:p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  edge e</a:t>
            </a:r>
            <a:endParaRPr kumimoji="1" lang="en-US" altLang="en-US">
              <a:solidFill>
                <a:srgbClr val="000000"/>
              </a:solidFill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CD7DF629-6EFB-3F92-D559-358B8EE3D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2386013"/>
            <a:ext cx="8878888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lang="en-US" altLang="en-US" u="sng">
                <a:solidFill>
                  <a:srgbClr val="000000"/>
                </a:solidFill>
              </a:rPr>
              <a:t>DU pair</a:t>
            </a:r>
            <a:r>
              <a:rPr lang="en-US" altLang="en-US">
                <a:solidFill>
                  <a:srgbClr val="000000"/>
                </a:solidFill>
              </a:rPr>
              <a:t> : A pair of locations (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r>
              <a:rPr lang="en-US" altLang="en-US">
                <a:solidFill>
                  <a:srgbClr val="000000"/>
                </a:solidFill>
              </a:rPr>
              <a:t>,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j</a:t>
            </a:r>
            <a:r>
              <a:rPr lang="en-US" altLang="en-US">
                <a:solidFill>
                  <a:srgbClr val="000000"/>
                </a:solidFill>
              </a:rPr>
              <a:t>) such that a variable </a:t>
            </a:r>
            <a:r>
              <a:rPr lang="en-US" altLang="en-US" i="1">
                <a:solidFill>
                  <a:srgbClr val="000000"/>
                </a:solidFill>
              </a:rPr>
              <a:t>v</a:t>
            </a:r>
            <a:r>
              <a:rPr lang="en-US" altLang="en-US">
                <a:solidFill>
                  <a:srgbClr val="000000"/>
                </a:solidFill>
              </a:rPr>
              <a:t> is </a:t>
            </a:r>
          </a:p>
          <a:p>
            <a:r>
              <a:rPr lang="en-US" altLang="en-US">
                <a:solidFill>
                  <a:srgbClr val="000000"/>
                </a:solidFill>
              </a:rPr>
              <a:t>   defined at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r>
              <a:rPr lang="en-US" altLang="en-US">
                <a:solidFill>
                  <a:srgbClr val="000000"/>
                </a:solidFill>
              </a:rPr>
              <a:t> and used at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j</a:t>
            </a:r>
            <a:endParaRPr lang="en-US" altLang="en-US" i="1">
              <a:solidFill>
                <a:srgbClr val="000000"/>
              </a:solidFill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A832382D-C609-F55D-3857-31E06EEBD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3317875"/>
            <a:ext cx="8878888" cy="1631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Def-clear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: A path from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to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j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is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def-clear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with respect to variable </a:t>
            </a:r>
          </a:p>
          <a:p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  v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if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v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is not given another value on any of the nodes or edges in </a:t>
            </a:r>
          </a:p>
          <a:p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 the path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-US" altLang="en-US" i="1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Reach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: If there is a def-clear path from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to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j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with respect to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v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, </a:t>
            </a:r>
          </a:p>
          <a:p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 the def of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v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at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reaches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the use at </a:t>
            </a:r>
            <a:r>
              <a:rPr lang="en-US" altLang="en-US" i="1">
                <a:solidFill>
                  <a:srgbClr val="000000"/>
                </a:solidFill>
              </a:rPr>
              <a:t>l</a:t>
            </a:r>
            <a:r>
              <a:rPr lang="en-US" altLang="en-US" i="1" baseline="-25000">
                <a:solidFill>
                  <a:srgbClr val="000000"/>
                </a:solidFill>
              </a:rPr>
              <a:t>j</a:t>
            </a:r>
            <a:endParaRPr kumimoji="1" lang="en-US" altLang="zh-CN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C6C05B44-52F6-EFAA-77AA-0426D1EBA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5173663"/>
            <a:ext cx="8878888" cy="1323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du-path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: A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simple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subpath that is def-clear with respect to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v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</a:p>
          <a:p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 from a def of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v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to a use of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v</a:t>
            </a:r>
          </a:p>
          <a:p>
            <a:pPr>
              <a:buFont typeface="Arial" panose="020B0604020202020204" pitchFamily="34" charset="0"/>
              <a:buChar char="•"/>
            </a:pP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du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(</a:t>
            </a:r>
            <a:r>
              <a:rPr lang="en-US" altLang="en-US" i="1">
                <a:solidFill>
                  <a:srgbClr val="000000"/>
                </a:solidFill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, </a:t>
            </a:r>
            <a:r>
              <a:rPr lang="en-US" altLang="en-US" i="1">
                <a:solidFill>
                  <a:srgbClr val="000000"/>
                </a:solidFill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</a:rPr>
              <a:t>j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,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v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) – the set of du-paths from </a:t>
            </a:r>
            <a:r>
              <a:rPr lang="en-US" altLang="en-US" i="1">
                <a:solidFill>
                  <a:srgbClr val="000000"/>
                </a:solidFill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to </a:t>
            </a:r>
            <a:r>
              <a:rPr lang="en-US" altLang="en-US" i="1">
                <a:solidFill>
                  <a:srgbClr val="000000"/>
                </a:solidFill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</a:rPr>
              <a:t>j</a:t>
            </a:r>
            <a:endParaRPr kumimoji="1" lang="en-US" altLang="zh-CN">
              <a:solidFill>
                <a:srgbClr val="000000"/>
              </a:solidFill>
              <a:ea typeface="SimSun" panose="0201060003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</a:t>
            </a:r>
            <a:r>
              <a:rPr kumimoji="1" lang="en-US" altLang="zh-CN" u="sng">
                <a:solidFill>
                  <a:srgbClr val="000000"/>
                </a:solidFill>
                <a:ea typeface="SimSun" panose="02010600030101010101" pitchFamily="2" charset="-122"/>
              </a:rPr>
              <a:t>du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 (</a:t>
            </a:r>
            <a:r>
              <a:rPr lang="en-US" altLang="en-US" i="1">
                <a:solidFill>
                  <a:srgbClr val="000000"/>
                </a:solidFill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, </a:t>
            </a:r>
            <a:r>
              <a:rPr kumimoji="1" lang="en-US" altLang="zh-CN" i="1">
                <a:solidFill>
                  <a:srgbClr val="000000"/>
                </a:solidFill>
                <a:ea typeface="SimSun" panose="02010600030101010101" pitchFamily="2" charset="-122"/>
              </a:rPr>
              <a:t>v</a:t>
            </a:r>
            <a:r>
              <a:rPr kumimoji="1" lang="en-US" altLang="zh-CN">
                <a:solidFill>
                  <a:srgbClr val="000000"/>
                </a:solidFill>
                <a:ea typeface="SimSun" panose="02010600030101010101" pitchFamily="2" charset="-122"/>
              </a:rPr>
              <a:t>) – the set of du-paths that start at </a:t>
            </a:r>
            <a:r>
              <a:rPr lang="en-US" altLang="en-US" i="1">
                <a:solidFill>
                  <a:srgbClr val="000000"/>
                </a:solidFill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</a:rPr>
              <a:t>i</a:t>
            </a:r>
            <a:endParaRPr lang="en-US" altLang="en-US" i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3">
            <a:extLst>
              <a:ext uri="{FF2B5EF4-FFF2-40B4-BE49-F238E27FC236}">
                <a16:creationId xmlns:a16="http://schemas.microsoft.com/office/drawing/2014/main" id="{68AF74B5-8692-DBC5-8228-A2287ED5FEC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45059" name="Footer Placeholder 4">
            <a:extLst>
              <a:ext uri="{FF2B5EF4-FFF2-40B4-BE49-F238E27FC236}">
                <a16:creationId xmlns:a16="http://schemas.microsoft.com/office/drawing/2014/main" id="{8B8E5DCF-8CD7-A5E1-F34F-B64B36260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45060" name="Slide Number Placeholder 5">
            <a:extLst>
              <a:ext uri="{FF2B5EF4-FFF2-40B4-BE49-F238E27FC236}">
                <a16:creationId xmlns:a16="http://schemas.microsoft.com/office/drawing/2014/main" id="{5897F43B-FCA6-2843-46FF-5B3C0852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C26B256-B7B2-464F-912E-DEB40EAA6F15}" type="slidenum">
              <a:rPr lang="en-US" altLang="en-US" sz="900" b="0" smtClean="0">
                <a:solidFill>
                  <a:schemeClr val="tx1"/>
                </a:solidFill>
              </a:rPr>
              <a:pPr/>
              <a:t>28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3AF7658B-2C67-1839-11B3-5E4CD0106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Touring DU-Paths</a:t>
            </a:r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A6E92BFC-3937-8399-E8CE-F190A6C51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620838"/>
            <a:ext cx="8867775" cy="4722812"/>
          </a:xfrm>
        </p:spPr>
        <p:txBody>
          <a:bodyPr/>
          <a:lstStyle/>
          <a:p>
            <a:r>
              <a:rPr lang="en-US" altLang="en-US"/>
              <a:t>A test path </a:t>
            </a:r>
            <a:r>
              <a:rPr lang="en-US" altLang="en-US" i="1"/>
              <a:t>p</a:t>
            </a:r>
            <a:r>
              <a:rPr lang="en-US" altLang="en-US"/>
              <a:t> </a:t>
            </a:r>
            <a:r>
              <a:rPr lang="en-US" altLang="en-US" i="1" u="sng">
                <a:solidFill>
                  <a:schemeClr val="tx2"/>
                </a:solidFill>
              </a:rPr>
              <a:t>du-tours</a:t>
            </a:r>
            <a:r>
              <a:rPr lang="en-US" altLang="en-US"/>
              <a:t> subpath </a:t>
            </a:r>
            <a:r>
              <a:rPr lang="en-US" altLang="en-US" i="1"/>
              <a:t>d</a:t>
            </a:r>
            <a:r>
              <a:rPr lang="en-US" altLang="en-US"/>
              <a:t> with respect to </a:t>
            </a:r>
            <a:r>
              <a:rPr lang="en-US" altLang="en-US" i="1"/>
              <a:t>v</a:t>
            </a:r>
            <a:r>
              <a:rPr lang="en-US" altLang="en-US"/>
              <a:t> if </a:t>
            </a:r>
            <a:r>
              <a:rPr lang="en-US" altLang="en-US" i="1"/>
              <a:t>p</a:t>
            </a:r>
            <a:r>
              <a:rPr lang="en-US" altLang="en-US"/>
              <a:t> tours </a:t>
            </a:r>
            <a:r>
              <a:rPr lang="en-US" altLang="en-US" i="1"/>
              <a:t>d</a:t>
            </a:r>
            <a:r>
              <a:rPr lang="en-US" altLang="en-US"/>
              <a:t> and the subpath taken is def-clear with respect to </a:t>
            </a:r>
            <a:r>
              <a:rPr lang="en-US" altLang="en-US" i="1"/>
              <a:t>v</a:t>
            </a:r>
          </a:p>
          <a:p>
            <a:endParaRPr lang="en-US" altLang="en-US"/>
          </a:p>
          <a:p>
            <a:r>
              <a:rPr lang="en-US" altLang="en-US">
                <a:solidFill>
                  <a:schemeClr val="tx2"/>
                </a:solidFill>
              </a:rPr>
              <a:t>Sidetrips</a:t>
            </a:r>
            <a:r>
              <a:rPr lang="en-US" altLang="en-US"/>
              <a:t> can be used, just as with previous touring</a:t>
            </a:r>
          </a:p>
          <a:p>
            <a:endParaRPr lang="en-US" altLang="en-US"/>
          </a:p>
          <a:p>
            <a:r>
              <a:rPr lang="en-US" altLang="en-US"/>
              <a:t>Three criteria</a:t>
            </a:r>
          </a:p>
          <a:p>
            <a:pPr lvl="1"/>
            <a:r>
              <a:rPr lang="en-US" altLang="en-US" sz="1800"/>
              <a:t>Use every def</a:t>
            </a:r>
          </a:p>
          <a:p>
            <a:pPr lvl="1"/>
            <a:r>
              <a:rPr lang="en-US" altLang="en-US" sz="1800"/>
              <a:t>Get to every use</a:t>
            </a:r>
          </a:p>
          <a:p>
            <a:pPr lvl="1"/>
            <a:r>
              <a:rPr lang="en-US" altLang="en-US" sz="1800"/>
              <a:t>Follow all du-paths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Date Placeholder 3">
            <a:extLst>
              <a:ext uri="{FF2B5EF4-FFF2-40B4-BE49-F238E27FC236}">
                <a16:creationId xmlns:a16="http://schemas.microsoft.com/office/drawing/2014/main" id="{9B4CB85D-D19C-482D-11E9-289E91D95F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47107" name="Footer Placeholder 4">
            <a:extLst>
              <a:ext uri="{FF2B5EF4-FFF2-40B4-BE49-F238E27FC236}">
                <a16:creationId xmlns:a16="http://schemas.microsoft.com/office/drawing/2014/main" id="{DFEC5D72-42DF-5F25-A523-E3A45D89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47108" name="Slide Number Placeholder 5">
            <a:extLst>
              <a:ext uri="{FF2B5EF4-FFF2-40B4-BE49-F238E27FC236}">
                <a16:creationId xmlns:a16="http://schemas.microsoft.com/office/drawing/2014/main" id="{1EEBFEE7-354C-B7CB-CD48-E05F57A6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9106C0C-637C-485C-826E-FBE09AAA5ECB}" type="slidenum">
              <a:rPr lang="en-US" altLang="en-US" sz="900" b="0" smtClean="0">
                <a:solidFill>
                  <a:schemeClr val="tx1"/>
                </a:solidFill>
              </a:rPr>
              <a:pPr/>
              <a:t>29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24B559DD-31A4-5693-1CB1-21D707FF4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Flow Test Criteria</a:t>
            </a:r>
          </a:p>
        </p:txBody>
      </p:sp>
      <p:sp>
        <p:nvSpPr>
          <p:cNvPr id="193540" name="Text Box 4">
            <a:extLst>
              <a:ext uri="{FF2B5EF4-FFF2-40B4-BE49-F238E27FC236}">
                <a16:creationId xmlns:a16="http://schemas.microsoft.com/office/drawing/2014/main" id="{D3878CE8-7370-2F91-85AE-C7A9A025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760538"/>
            <a:ext cx="8262938" cy="841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All-</a:t>
            </a:r>
            <a:r>
              <a:rPr lang="en-US" sz="2400" u="sng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defs</a:t>
            </a:r>
            <a:r>
              <a:rPr 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coverage (ADC)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set of du-paths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du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), TR contains at least one path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93542" name="Text Box 6">
            <a:extLst>
              <a:ext uri="{FF2B5EF4-FFF2-40B4-BE49-F238E27FC236}">
                <a16:creationId xmlns:a16="http://schemas.microsoft.com/office/drawing/2014/main" id="{02868CAD-5632-B8B9-0F46-091D49018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3544888"/>
            <a:ext cx="8262938" cy="841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All-uses coverage (AUC)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set of du-paths to uses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du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n</a:t>
            </a:r>
            <a:r>
              <a:rPr lang="en-US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), TR contains at least one path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93543" name="Text Box 7">
            <a:extLst>
              <a:ext uri="{FF2B5EF4-FFF2-40B4-BE49-F238E27FC236}">
                <a16:creationId xmlns:a16="http://schemas.microsoft.com/office/drawing/2014/main" id="{9B0D86E3-470B-6BBC-95FD-69E38DB22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5364163"/>
            <a:ext cx="8262937" cy="841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All-du-paths coverage (ADUPC)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set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du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ni, nj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), TR contains every path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93544" name="Rectangle 8">
            <a:extLst>
              <a:ext uri="{FF2B5EF4-FFF2-40B4-BE49-F238E27FC236}">
                <a16:creationId xmlns:a16="http://schemas.microsoft.com/office/drawing/2014/main" id="{0DE2413A-9054-3341-F7E3-14A1E66D0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852738"/>
            <a:ext cx="88677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Then we make sure that </a:t>
            </a:r>
            <a:r>
              <a:rPr lang="en-US" altLang="en-US">
                <a:solidFill>
                  <a:schemeClr val="tx2"/>
                </a:solidFill>
              </a:rPr>
              <a:t>every def</a:t>
            </a:r>
            <a:r>
              <a:rPr lang="en-US" altLang="en-US"/>
              <a:t> reaches </a:t>
            </a:r>
            <a:r>
              <a:rPr lang="en-US" altLang="en-US">
                <a:solidFill>
                  <a:schemeClr val="tx2"/>
                </a:solidFill>
              </a:rPr>
              <a:t>all</a:t>
            </a:r>
            <a:r>
              <a:rPr lang="en-US" altLang="en-US"/>
              <a:t> possible </a:t>
            </a:r>
            <a:r>
              <a:rPr lang="en-US" altLang="en-US">
                <a:solidFill>
                  <a:schemeClr val="tx2"/>
                </a:solidFill>
              </a:rPr>
              <a:t>uses</a:t>
            </a:r>
          </a:p>
        </p:txBody>
      </p:sp>
      <p:sp>
        <p:nvSpPr>
          <p:cNvPr id="193545" name="Rectangle 9">
            <a:extLst>
              <a:ext uri="{FF2B5EF4-FFF2-40B4-BE49-F238E27FC236}">
                <a16:creationId xmlns:a16="http://schemas.microsoft.com/office/drawing/2014/main" id="{CFCB3F91-9ADB-E9A2-52F5-054E5DCE0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637088"/>
            <a:ext cx="88677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Finally, we cover </a:t>
            </a:r>
            <a:r>
              <a:rPr lang="en-US" altLang="en-US">
                <a:solidFill>
                  <a:schemeClr val="tx2"/>
                </a:solidFill>
              </a:rPr>
              <a:t>all the paths</a:t>
            </a:r>
            <a:r>
              <a:rPr lang="en-US" altLang="en-US"/>
              <a:t> between defs and uses</a:t>
            </a:r>
          </a:p>
        </p:txBody>
      </p:sp>
      <p:sp>
        <p:nvSpPr>
          <p:cNvPr id="47115" name="Rectangle 11">
            <a:extLst>
              <a:ext uri="{FF2B5EF4-FFF2-40B4-BE49-F238E27FC236}">
                <a16:creationId xmlns:a16="http://schemas.microsoft.com/office/drawing/2014/main" id="{6D70A212-4DCE-E337-B501-72869ED5C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949325"/>
            <a:ext cx="88677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First, we make sure </a:t>
            </a:r>
            <a:r>
              <a:rPr lang="en-US" altLang="en-US">
                <a:solidFill>
                  <a:schemeClr val="tx2"/>
                </a:solidFill>
              </a:rPr>
              <a:t>every def</a:t>
            </a:r>
            <a:r>
              <a:rPr lang="en-US" altLang="en-US"/>
              <a:t> reaches </a:t>
            </a:r>
            <a:r>
              <a:rPr lang="en-US" altLang="en-US">
                <a:solidFill>
                  <a:schemeClr val="tx2"/>
                </a:solidFill>
              </a:rPr>
              <a:t>a use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animBg="1" autoUpdateAnimBg="0"/>
      <p:bldP spid="193542" grpId="0" animBg="1" autoUpdateAnimBg="0"/>
      <p:bldP spid="193543" grpId="0" animBg="1" autoUpdateAnimBg="0"/>
      <p:bldP spid="193544" grpId="0" autoUpdateAnimBg="0"/>
      <p:bldP spid="19354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Date Placeholder 3">
            <a:extLst>
              <a:ext uri="{FF2B5EF4-FFF2-40B4-BE49-F238E27FC236}">
                <a16:creationId xmlns:a16="http://schemas.microsoft.com/office/drawing/2014/main" id="{551B74CD-54A4-FA66-01B7-335A7B4564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49155" name="Footer Placeholder 4">
            <a:extLst>
              <a:ext uri="{FF2B5EF4-FFF2-40B4-BE49-F238E27FC236}">
                <a16:creationId xmlns:a16="http://schemas.microsoft.com/office/drawing/2014/main" id="{E28E7396-B11B-AA54-C47C-DEE64F1F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49156" name="Slide Number Placeholder 5">
            <a:extLst>
              <a:ext uri="{FF2B5EF4-FFF2-40B4-BE49-F238E27FC236}">
                <a16:creationId xmlns:a16="http://schemas.microsoft.com/office/drawing/2014/main" id="{6DEA2660-B9B0-22EC-05BA-93FEF70F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C8DDDD7-318B-4FE7-A7A1-ACB8B6E63C65}" type="slidenum">
              <a:rPr lang="en-US" altLang="en-US" sz="900" b="0" smtClean="0">
                <a:solidFill>
                  <a:schemeClr val="tx1"/>
                </a:solidFill>
              </a:rPr>
              <a:pPr/>
              <a:t>30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21F70766-F8D1-2E49-7359-FC1A5B299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Flow Testing Example</a:t>
            </a:r>
          </a:p>
        </p:txBody>
      </p:sp>
      <p:grpSp>
        <p:nvGrpSpPr>
          <p:cNvPr id="31750" name="Group 41">
            <a:extLst>
              <a:ext uri="{FF2B5EF4-FFF2-40B4-BE49-F238E27FC236}">
                <a16:creationId xmlns:a16="http://schemas.microsoft.com/office/drawing/2014/main" id="{518E3F02-E716-CFD9-5370-2548951B4CBD}"/>
              </a:ext>
            </a:extLst>
          </p:cNvPr>
          <p:cNvGrpSpPr>
            <a:grpSpLocks/>
          </p:cNvGrpSpPr>
          <p:nvPr/>
        </p:nvGrpSpPr>
        <p:grpSpPr bwMode="auto">
          <a:xfrm>
            <a:off x="2366963" y="1206500"/>
            <a:ext cx="4346575" cy="2141538"/>
            <a:chOff x="1491" y="760"/>
            <a:chExt cx="2738" cy="1349"/>
          </a:xfrm>
          <a:solidFill>
            <a:schemeClr val="bg1"/>
          </a:solidFill>
        </p:grpSpPr>
        <p:grpSp>
          <p:nvGrpSpPr>
            <p:cNvPr id="31760" name="Group 4">
              <a:extLst>
                <a:ext uri="{FF2B5EF4-FFF2-40B4-BE49-F238E27FC236}">
                  <a16:creationId xmlns:a16="http://schemas.microsoft.com/office/drawing/2014/main" id="{76CE6C2D-B7DD-A892-A72D-940BADB1A4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1" y="979"/>
              <a:ext cx="2738" cy="909"/>
              <a:chOff x="503" y="2966"/>
              <a:chExt cx="2738" cy="909"/>
            </a:xfrm>
            <a:grpFill/>
          </p:grpSpPr>
          <p:grpSp>
            <p:nvGrpSpPr>
              <p:cNvPr id="31764" name="Group 5">
                <a:extLst>
                  <a:ext uri="{FF2B5EF4-FFF2-40B4-BE49-F238E27FC236}">
                    <a16:creationId xmlns:a16="http://schemas.microsoft.com/office/drawing/2014/main" id="{5452DA51-446A-B1B8-EC50-3BCFFD3184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0" y="3273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31794" name="Oval 6">
                  <a:extLst>
                    <a:ext uri="{FF2B5EF4-FFF2-40B4-BE49-F238E27FC236}">
                      <a16:creationId xmlns:a16="http://schemas.microsoft.com/office/drawing/2014/main" id="{CF09E5AC-BB7D-6929-4F84-B10A2F1188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31795" name="Text Box 7">
                  <a:extLst>
                    <a:ext uri="{FF2B5EF4-FFF2-40B4-BE49-F238E27FC236}">
                      <a16:creationId xmlns:a16="http://schemas.microsoft.com/office/drawing/2014/main" id="{8B265E06-143B-81D4-F274-B1FD255ED7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r"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31765" name="Group 8">
                <a:extLst>
                  <a:ext uri="{FF2B5EF4-FFF2-40B4-BE49-F238E27FC236}">
                    <a16:creationId xmlns:a16="http://schemas.microsoft.com/office/drawing/2014/main" id="{EC1FF57C-209F-BA4B-43AF-7FB739CD61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" y="2966"/>
                <a:ext cx="380" cy="908"/>
                <a:chOff x="1346" y="2965"/>
                <a:chExt cx="380" cy="908"/>
              </a:xfrm>
              <a:grpFill/>
            </p:grpSpPr>
            <p:grpSp>
              <p:nvGrpSpPr>
                <p:cNvPr id="31788" name="Group 9">
                  <a:extLst>
                    <a:ext uri="{FF2B5EF4-FFF2-40B4-BE49-F238E27FC236}">
                      <a16:creationId xmlns:a16="http://schemas.microsoft.com/office/drawing/2014/main" id="{E5F0C3E2-7491-A09C-A2BD-34193911EF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46" y="3577"/>
                  <a:ext cx="350" cy="296"/>
                  <a:chOff x="4738" y="2684"/>
                  <a:chExt cx="350" cy="296"/>
                </a:xfrm>
                <a:grpFill/>
              </p:grpSpPr>
              <p:sp>
                <p:nvSpPr>
                  <p:cNvPr id="31792" name="Oval 10">
                    <a:extLst>
                      <a:ext uri="{FF2B5EF4-FFF2-40B4-BE49-F238E27FC236}">
                        <a16:creationId xmlns:a16="http://schemas.microsoft.com/office/drawing/2014/main" id="{35F1BD4A-D3D8-5D2A-D6B3-0221B50375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38" y="2684"/>
                    <a:ext cx="350" cy="296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defRPr/>
                    </a:pPr>
                    <a:endParaRPr lang="en-US" altLang="en-US"/>
                  </a:p>
                </p:txBody>
              </p:sp>
              <p:sp>
                <p:nvSpPr>
                  <p:cNvPr id="31793" name="Text Box 11">
                    <a:extLst>
                      <a:ext uri="{FF2B5EF4-FFF2-40B4-BE49-F238E27FC236}">
                        <a16:creationId xmlns:a16="http://schemas.microsoft.com/office/drawing/2014/main" id="{98ACA690-2BC4-AF50-59BD-6DDDF6165D4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15" y="2707"/>
                    <a:ext cx="196" cy="25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altLang="en-US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p:grpSp>
            <p:grpSp>
              <p:nvGrpSpPr>
                <p:cNvPr id="31789" name="Group 12">
                  <a:extLst>
                    <a:ext uri="{FF2B5EF4-FFF2-40B4-BE49-F238E27FC236}">
                      <a16:creationId xmlns:a16="http://schemas.microsoft.com/office/drawing/2014/main" id="{1490E6BE-4334-2E77-6E97-FB9BBBF126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76" y="2965"/>
                  <a:ext cx="350" cy="296"/>
                  <a:chOff x="3838" y="2684"/>
                  <a:chExt cx="350" cy="296"/>
                </a:xfrm>
                <a:grpFill/>
              </p:grpSpPr>
              <p:sp>
                <p:nvSpPr>
                  <p:cNvPr id="31790" name="Oval 13">
                    <a:extLst>
                      <a:ext uri="{FF2B5EF4-FFF2-40B4-BE49-F238E27FC236}">
                        <a16:creationId xmlns:a16="http://schemas.microsoft.com/office/drawing/2014/main" id="{A7B7215F-2A20-8F51-A7FC-BE9CF86114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38" y="2684"/>
                    <a:ext cx="350" cy="296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defRPr/>
                    </a:pPr>
                    <a:endParaRPr lang="en-US" altLang="en-US"/>
                  </a:p>
                </p:txBody>
              </p:sp>
              <p:sp>
                <p:nvSpPr>
                  <p:cNvPr id="31791" name="Text Box 14">
                    <a:extLst>
                      <a:ext uri="{FF2B5EF4-FFF2-40B4-BE49-F238E27FC236}">
                        <a16:creationId xmlns:a16="http://schemas.microsoft.com/office/drawing/2014/main" id="{CC6DA5F0-FD2C-0E1C-437E-9543B14925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15" y="2707"/>
                    <a:ext cx="196" cy="25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altLang="en-US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id="31766" name="Group 15">
                <a:extLst>
                  <a:ext uri="{FF2B5EF4-FFF2-40B4-BE49-F238E27FC236}">
                    <a16:creationId xmlns:a16="http://schemas.microsoft.com/office/drawing/2014/main" id="{680D8E0C-868C-9178-45F4-80AF0D362A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1" y="3273"/>
                <a:ext cx="350" cy="296"/>
                <a:chOff x="4288" y="3622"/>
                <a:chExt cx="350" cy="296"/>
              </a:xfrm>
              <a:grpFill/>
            </p:grpSpPr>
            <p:sp>
              <p:nvSpPr>
                <p:cNvPr id="31786" name="Oval 16">
                  <a:extLst>
                    <a:ext uri="{FF2B5EF4-FFF2-40B4-BE49-F238E27FC236}">
                      <a16:creationId xmlns:a16="http://schemas.microsoft.com/office/drawing/2014/main" id="{53DFB3F8-E7A5-0D8B-FAD6-D9E8AA3DEA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31787" name="Text Box 17">
                  <a:extLst>
                    <a:ext uri="{FF2B5EF4-FFF2-40B4-BE49-F238E27FC236}">
                      <a16:creationId xmlns:a16="http://schemas.microsoft.com/office/drawing/2014/main" id="{CA6FC6B2-8E4D-0933-EF80-4C7288BC29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</p:grpSp>
          <p:sp>
            <p:nvSpPr>
              <p:cNvPr id="31767" name="Line 18">
                <a:extLst>
                  <a:ext uri="{FF2B5EF4-FFF2-40B4-BE49-F238E27FC236}">
                    <a16:creationId xmlns:a16="http://schemas.microsoft.com/office/drawing/2014/main" id="{7189AF1D-BF4B-E7D1-40A5-DF983CB87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5" y="3193"/>
                <a:ext cx="250" cy="16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68" name="Line 19">
                <a:extLst>
                  <a:ext uri="{FF2B5EF4-FFF2-40B4-BE49-F238E27FC236}">
                    <a16:creationId xmlns:a16="http://schemas.microsoft.com/office/drawing/2014/main" id="{D8B29CF5-3C26-3A1E-0544-96EA8AFF3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" y="3421"/>
                <a:ext cx="223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31769" name="Group 20">
                <a:extLst>
                  <a:ext uri="{FF2B5EF4-FFF2-40B4-BE49-F238E27FC236}">
                    <a16:creationId xmlns:a16="http://schemas.microsoft.com/office/drawing/2014/main" id="{C3DE8FEA-5C80-1D44-EF25-44BB102047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0" y="3273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31784" name="Oval 21">
                  <a:extLst>
                    <a:ext uri="{FF2B5EF4-FFF2-40B4-BE49-F238E27FC236}">
                      <a16:creationId xmlns:a16="http://schemas.microsoft.com/office/drawing/2014/main" id="{20B2EE3A-9327-03C1-0BAA-A292A598C0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/>
                </a:p>
              </p:txBody>
            </p:sp>
            <p:sp>
              <p:nvSpPr>
                <p:cNvPr id="31785" name="Text Box 22">
                  <a:extLst>
                    <a:ext uri="{FF2B5EF4-FFF2-40B4-BE49-F238E27FC236}">
                      <a16:creationId xmlns:a16="http://schemas.microsoft.com/office/drawing/2014/main" id="{27619A0A-9D54-9992-F91C-06D5A8F4C8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r">
                    <a:defRPr/>
                  </a:pPr>
                  <a:r>
                    <a:rPr lang="en-US" altLang="en-US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31770" name="Group 23">
                <a:extLst>
                  <a:ext uri="{FF2B5EF4-FFF2-40B4-BE49-F238E27FC236}">
                    <a16:creationId xmlns:a16="http://schemas.microsoft.com/office/drawing/2014/main" id="{92CFAB06-BF60-52E7-6050-F652684A8A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5" y="2967"/>
                <a:ext cx="380" cy="908"/>
                <a:chOff x="2450" y="2968"/>
                <a:chExt cx="380" cy="908"/>
              </a:xfrm>
              <a:grpFill/>
            </p:grpSpPr>
            <p:grpSp>
              <p:nvGrpSpPr>
                <p:cNvPr id="31778" name="Group 24">
                  <a:extLst>
                    <a:ext uri="{FF2B5EF4-FFF2-40B4-BE49-F238E27FC236}">
                      <a16:creationId xmlns:a16="http://schemas.microsoft.com/office/drawing/2014/main" id="{7B171DC7-7A6E-F1CD-49C7-6BCC65D5DE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50" y="3580"/>
                  <a:ext cx="350" cy="296"/>
                  <a:chOff x="4738" y="2684"/>
                  <a:chExt cx="350" cy="296"/>
                </a:xfrm>
                <a:grpFill/>
              </p:grpSpPr>
              <p:sp>
                <p:nvSpPr>
                  <p:cNvPr id="31782" name="Oval 25">
                    <a:extLst>
                      <a:ext uri="{FF2B5EF4-FFF2-40B4-BE49-F238E27FC236}">
                        <a16:creationId xmlns:a16="http://schemas.microsoft.com/office/drawing/2014/main" id="{F899CB68-6F30-4556-EC8D-27261FFA2E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38" y="2684"/>
                    <a:ext cx="350" cy="296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defRPr/>
                    </a:pPr>
                    <a:endParaRPr lang="en-US" altLang="en-US"/>
                  </a:p>
                </p:txBody>
              </p:sp>
              <p:sp>
                <p:nvSpPr>
                  <p:cNvPr id="31783" name="Text Box 26">
                    <a:extLst>
                      <a:ext uri="{FF2B5EF4-FFF2-40B4-BE49-F238E27FC236}">
                        <a16:creationId xmlns:a16="http://schemas.microsoft.com/office/drawing/2014/main" id="{91E4FFED-85C0-EA89-9FA3-3EB924AD5EE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15" y="2707"/>
                    <a:ext cx="196" cy="25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altLang="en-US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</p:grpSp>
            <p:grpSp>
              <p:nvGrpSpPr>
                <p:cNvPr id="31779" name="Group 27">
                  <a:extLst>
                    <a:ext uri="{FF2B5EF4-FFF2-40B4-BE49-F238E27FC236}">
                      <a16:creationId xmlns:a16="http://schemas.microsoft.com/office/drawing/2014/main" id="{EEBB64BC-7FDF-AA64-01CD-CD6CF1A491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80" y="2968"/>
                  <a:ext cx="350" cy="296"/>
                  <a:chOff x="3838" y="2684"/>
                  <a:chExt cx="350" cy="296"/>
                </a:xfrm>
                <a:grpFill/>
              </p:grpSpPr>
              <p:sp>
                <p:nvSpPr>
                  <p:cNvPr id="31780" name="Oval 28">
                    <a:extLst>
                      <a:ext uri="{FF2B5EF4-FFF2-40B4-BE49-F238E27FC236}">
                        <a16:creationId xmlns:a16="http://schemas.microsoft.com/office/drawing/2014/main" id="{ABB558B5-4E4C-C544-048A-681D8A6D08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38" y="2684"/>
                    <a:ext cx="350" cy="296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defRPr/>
                    </a:pPr>
                    <a:endParaRPr lang="en-US" altLang="en-US"/>
                  </a:p>
                </p:txBody>
              </p:sp>
              <p:sp>
                <p:nvSpPr>
                  <p:cNvPr id="31781" name="Text Box 29">
                    <a:extLst>
                      <a:ext uri="{FF2B5EF4-FFF2-40B4-BE49-F238E27FC236}">
                        <a16:creationId xmlns:a16="http://schemas.microsoft.com/office/drawing/2014/main" id="{541EB29C-F85E-81F0-58E8-D95E48C4A74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15" y="2707"/>
                    <a:ext cx="196" cy="25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altLang="en-US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31771" name="Line 30">
                <a:extLst>
                  <a:ext uri="{FF2B5EF4-FFF2-40B4-BE49-F238E27FC236}">
                    <a16:creationId xmlns:a16="http://schemas.microsoft.com/office/drawing/2014/main" id="{553A954B-C08A-D0EB-D7F7-41EB4B69B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9" y="3513"/>
                <a:ext cx="250" cy="16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72" name="Line 31">
                <a:extLst>
                  <a:ext uri="{FF2B5EF4-FFF2-40B4-BE49-F238E27FC236}">
                    <a16:creationId xmlns:a16="http://schemas.microsoft.com/office/drawing/2014/main" id="{22B68009-4FC6-645E-5313-0B4C05640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5" y="3513"/>
                <a:ext cx="250" cy="16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73" name="Line 32">
                <a:extLst>
                  <a:ext uri="{FF2B5EF4-FFF2-40B4-BE49-F238E27FC236}">
                    <a16:creationId xmlns:a16="http://schemas.microsoft.com/office/drawing/2014/main" id="{6353EA9A-FEDD-7A18-4A64-B4B333779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7" y="3193"/>
                <a:ext cx="250" cy="16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74" name="Line 33">
                <a:extLst>
                  <a:ext uri="{FF2B5EF4-FFF2-40B4-BE49-F238E27FC236}">
                    <a16:creationId xmlns:a16="http://schemas.microsoft.com/office/drawing/2014/main" id="{3F093F6D-A88F-8B5D-E761-A620A0BC8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5" y="3517"/>
                <a:ext cx="218" cy="15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75" name="Line 34">
                <a:extLst>
                  <a:ext uri="{FF2B5EF4-FFF2-40B4-BE49-F238E27FC236}">
                    <a16:creationId xmlns:a16="http://schemas.microsoft.com/office/drawing/2014/main" id="{B923D40C-0F86-FE97-A56A-A9B282540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7" y="3198"/>
                <a:ext cx="218" cy="15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76" name="Line 35">
                <a:extLst>
                  <a:ext uri="{FF2B5EF4-FFF2-40B4-BE49-F238E27FC236}">
                    <a16:creationId xmlns:a16="http://schemas.microsoft.com/office/drawing/2014/main" id="{E21EA52C-620C-5E92-1846-376B4B385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3" y="3518"/>
                <a:ext cx="218" cy="15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77" name="Line 36">
                <a:extLst>
                  <a:ext uri="{FF2B5EF4-FFF2-40B4-BE49-F238E27FC236}">
                    <a16:creationId xmlns:a16="http://schemas.microsoft.com/office/drawing/2014/main" id="{5E26F1A8-ADE4-A4FE-71CE-BC322FA50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07" y="3197"/>
                <a:ext cx="218" cy="157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1761" name="Text Box 38">
              <a:extLst>
                <a:ext uri="{FF2B5EF4-FFF2-40B4-BE49-F238E27FC236}">
                  <a16:creationId xmlns:a16="http://schemas.microsoft.com/office/drawing/2014/main" id="{74F5B536-9E4A-3C02-0F5C-FC06D35D2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9" y="1093"/>
              <a:ext cx="648" cy="250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dirty="0">
                  <a:solidFill>
                    <a:srgbClr val="000000"/>
                  </a:solidFill>
                </a:rPr>
                <a:t>X = 42</a:t>
              </a:r>
            </a:p>
          </p:txBody>
        </p:sp>
        <p:sp>
          <p:nvSpPr>
            <p:cNvPr id="31762" name="Text Box 39">
              <a:extLst>
                <a:ext uri="{FF2B5EF4-FFF2-40B4-BE49-F238E27FC236}">
                  <a16:creationId xmlns:a16="http://schemas.microsoft.com/office/drawing/2014/main" id="{C5B6BD6F-079A-C8F8-1A45-AEC18D1960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" y="1859"/>
              <a:ext cx="648" cy="250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>
                  <a:solidFill>
                    <a:srgbClr val="000000"/>
                  </a:solidFill>
                </a:rPr>
                <a:t>Z = X-8</a:t>
              </a:r>
            </a:p>
          </p:txBody>
        </p:sp>
        <p:sp>
          <p:nvSpPr>
            <p:cNvPr id="31763" name="Text Box 40">
              <a:extLst>
                <a:ext uri="{FF2B5EF4-FFF2-40B4-BE49-F238E27FC236}">
                  <a16:creationId xmlns:a16="http://schemas.microsoft.com/office/drawing/2014/main" id="{F6B65CDD-4BA4-839A-06C9-B96AFDEFA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" y="760"/>
              <a:ext cx="756" cy="250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dirty="0">
                  <a:solidFill>
                    <a:srgbClr val="000000"/>
                  </a:solidFill>
                </a:rPr>
                <a:t>Z = X*2</a:t>
              </a:r>
            </a:p>
          </p:txBody>
        </p:sp>
      </p:grpSp>
      <p:grpSp>
        <p:nvGrpSpPr>
          <p:cNvPr id="13" name="Group 47">
            <a:extLst>
              <a:ext uri="{FF2B5EF4-FFF2-40B4-BE49-F238E27FC236}">
                <a16:creationId xmlns:a16="http://schemas.microsoft.com/office/drawing/2014/main" id="{70780BF9-3535-C51D-3480-E3C74CFD9859}"/>
              </a:ext>
            </a:extLst>
          </p:cNvPr>
          <p:cNvGrpSpPr>
            <a:grpSpLocks/>
          </p:cNvGrpSpPr>
          <p:nvPr/>
        </p:nvGrpSpPr>
        <p:grpSpPr bwMode="auto">
          <a:xfrm>
            <a:off x="614363" y="3656013"/>
            <a:ext cx="2011362" cy="1017587"/>
            <a:chOff x="382" y="2268"/>
            <a:chExt cx="1080" cy="641"/>
          </a:xfrm>
          <a:solidFill>
            <a:schemeClr val="bg1"/>
          </a:solidFill>
        </p:grpSpPr>
        <p:sp>
          <p:nvSpPr>
            <p:cNvPr id="31758" name="Text Box 37">
              <a:extLst>
                <a:ext uri="{FF2B5EF4-FFF2-40B4-BE49-F238E27FC236}">
                  <a16:creationId xmlns:a16="http://schemas.microsoft.com/office/drawing/2014/main" id="{697E5E4C-A40E-24F7-B004-13A8E2310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" y="2268"/>
              <a:ext cx="1071" cy="641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 dirty="0">
                  <a:solidFill>
                    <a:schemeClr val="tx1"/>
                  </a:solidFill>
                </a:rPr>
                <a:t>All-</a:t>
              </a:r>
              <a:r>
                <a:rPr lang="en-US" altLang="en-US" sz="2400" dirty="0" err="1">
                  <a:solidFill>
                    <a:schemeClr val="tx1"/>
                  </a:solidFill>
                </a:rPr>
                <a:t>defs</a:t>
              </a:r>
              <a:r>
                <a:rPr lang="en-US" altLang="en-US" sz="2400" dirty="0">
                  <a:solidFill>
                    <a:schemeClr val="tx1"/>
                  </a:solidFill>
                </a:rPr>
                <a:t> for </a:t>
              </a:r>
              <a:r>
                <a:rPr lang="en-US" altLang="en-US" sz="2400" i="1" dirty="0">
                  <a:solidFill>
                    <a:schemeClr val="tx1"/>
                  </a:solidFill>
                </a:rPr>
                <a:t>X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 dirty="0">
                  <a:solidFill>
                    <a:schemeClr val="tx1"/>
                  </a:solidFill>
                </a:rPr>
                <a:t>[ 0, 1, 3, 4 ]</a:t>
              </a:r>
            </a:p>
          </p:txBody>
        </p:sp>
        <p:sp>
          <p:nvSpPr>
            <p:cNvPr id="31759" name="Line 42">
              <a:extLst>
                <a:ext uri="{FF2B5EF4-FFF2-40B4-BE49-F238E27FC236}">
                  <a16:creationId xmlns:a16="http://schemas.microsoft.com/office/drawing/2014/main" id="{3CA43102-95BE-F383-FE90-7649E6EB4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" y="2513"/>
              <a:ext cx="108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4" name="Group 48">
            <a:extLst>
              <a:ext uri="{FF2B5EF4-FFF2-40B4-BE49-F238E27FC236}">
                <a16:creationId xmlns:a16="http://schemas.microsoft.com/office/drawing/2014/main" id="{DE23B759-CCBD-5A6D-5ED9-4A4674107587}"/>
              </a:ext>
            </a:extLst>
          </p:cNvPr>
          <p:cNvGrpSpPr>
            <a:grpSpLocks/>
          </p:cNvGrpSpPr>
          <p:nvPr/>
        </p:nvGrpSpPr>
        <p:grpSpPr bwMode="auto">
          <a:xfrm>
            <a:off x="3240088" y="3656013"/>
            <a:ext cx="2028825" cy="1565275"/>
            <a:chOff x="1781" y="2364"/>
            <a:chExt cx="1070" cy="986"/>
          </a:xfrm>
          <a:solidFill>
            <a:schemeClr val="bg1"/>
          </a:solidFill>
        </p:grpSpPr>
        <p:sp>
          <p:nvSpPr>
            <p:cNvPr id="31756" name="Text Box 43">
              <a:extLst>
                <a:ext uri="{FF2B5EF4-FFF2-40B4-BE49-F238E27FC236}">
                  <a16:creationId xmlns:a16="http://schemas.microsoft.com/office/drawing/2014/main" id="{1E240146-A7FC-DFC3-C9F6-EEE72735D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" y="2364"/>
              <a:ext cx="1064" cy="986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All-uses for </a:t>
              </a:r>
              <a:r>
                <a:rPr lang="en-US" altLang="en-US" sz="2400" i="1">
                  <a:solidFill>
                    <a:schemeClr val="tx1"/>
                  </a:solidFill>
                </a:rPr>
                <a:t>X</a:t>
              </a:r>
              <a:endParaRPr lang="en-US" altLang="en-US" sz="2800" i="1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[ 0, 1, 3, 4 ]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[ 0, 1, 3, 5 ]</a:t>
              </a:r>
            </a:p>
          </p:txBody>
        </p:sp>
        <p:sp>
          <p:nvSpPr>
            <p:cNvPr id="31757" name="Line 44">
              <a:extLst>
                <a:ext uri="{FF2B5EF4-FFF2-40B4-BE49-F238E27FC236}">
                  <a16:creationId xmlns:a16="http://schemas.microsoft.com/office/drawing/2014/main" id="{97D133D5-F5C7-B381-5A6B-5379ED167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1" y="2609"/>
              <a:ext cx="106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5" name="Group 49">
            <a:extLst>
              <a:ext uri="{FF2B5EF4-FFF2-40B4-BE49-F238E27FC236}">
                <a16:creationId xmlns:a16="http://schemas.microsoft.com/office/drawing/2014/main" id="{683B7505-C942-1C9D-4A60-F62D43595271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3656013"/>
            <a:ext cx="2646363" cy="2660650"/>
            <a:chOff x="3346" y="2424"/>
            <a:chExt cx="1207" cy="1676"/>
          </a:xfrm>
          <a:solidFill>
            <a:schemeClr val="bg1"/>
          </a:solidFill>
        </p:grpSpPr>
        <p:sp>
          <p:nvSpPr>
            <p:cNvPr id="31754" name="Text Box 45">
              <a:extLst>
                <a:ext uri="{FF2B5EF4-FFF2-40B4-BE49-F238E27FC236}">
                  <a16:creationId xmlns:a16="http://schemas.microsoft.com/office/drawing/2014/main" id="{48857288-68CE-BFE7-B8A5-DF2366847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" y="2424"/>
              <a:ext cx="1201" cy="1676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All-du-paths for </a:t>
              </a:r>
              <a:r>
                <a:rPr lang="en-US" altLang="en-US" sz="2400" i="1">
                  <a:solidFill>
                    <a:schemeClr val="tx1"/>
                  </a:solidFill>
                </a:rPr>
                <a:t>X</a:t>
              </a:r>
              <a:endParaRPr lang="en-US" altLang="en-US" sz="2800" i="1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[ 0, 1, 3, 4 ]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[ 0, 2, 3, 4 ]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[ 0, 1, 3, 5 ]</a:t>
              </a:r>
            </a:p>
            <a:p>
              <a:pPr algn="ctr">
                <a:spcBef>
                  <a:spcPct val="50000"/>
                </a:spcBef>
                <a:defRPr/>
              </a:pPr>
              <a:r>
                <a:rPr lang="en-US" altLang="en-US" sz="2400">
                  <a:solidFill>
                    <a:schemeClr val="tx1"/>
                  </a:solidFill>
                </a:rPr>
                <a:t>[ 0, 2, 3, 5 ]</a:t>
              </a:r>
            </a:p>
          </p:txBody>
        </p:sp>
        <p:sp>
          <p:nvSpPr>
            <p:cNvPr id="31755" name="Line 46">
              <a:extLst>
                <a:ext uri="{FF2B5EF4-FFF2-40B4-BE49-F238E27FC236}">
                  <a16:creationId xmlns:a16="http://schemas.microsoft.com/office/drawing/2014/main" id="{71503188-BBE0-42D9-0E5B-94ADC43FC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6" y="2669"/>
              <a:ext cx="1204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3">
            <a:extLst>
              <a:ext uri="{FF2B5EF4-FFF2-40B4-BE49-F238E27FC236}">
                <a16:creationId xmlns:a16="http://schemas.microsoft.com/office/drawing/2014/main" id="{3B134846-6BEE-A787-6530-EFD3864CCB6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rgbClr val="000000"/>
                </a:solidFill>
              </a:rPr>
              <a:t>Introduction to Software Testing  (Ch 2)</a:t>
            </a:r>
          </a:p>
        </p:txBody>
      </p:sp>
      <p:sp>
        <p:nvSpPr>
          <p:cNvPr id="50179" name="Footer Placeholder 4">
            <a:extLst>
              <a:ext uri="{FF2B5EF4-FFF2-40B4-BE49-F238E27FC236}">
                <a16:creationId xmlns:a16="http://schemas.microsoft.com/office/drawing/2014/main" id="{6F76F095-5134-B0D2-14CE-62DE4FAC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rgbClr val="000000"/>
                </a:solidFill>
              </a:rPr>
              <a:t>© Ammann &amp; Offutt</a:t>
            </a:r>
          </a:p>
        </p:txBody>
      </p:sp>
      <p:sp>
        <p:nvSpPr>
          <p:cNvPr id="50180" name="Slide Number Placeholder 5">
            <a:extLst>
              <a:ext uri="{FF2B5EF4-FFF2-40B4-BE49-F238E27FC236}">
                <a16:creationId xmlns:a16="http://schemas.microsoft.com/office/drawing/2014/main" id="{E41ADDB5-09F7-05E5-9E97-E713CFE9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4BE86E1-FB38-41BB-B3EA-064C273A562E}" type="slidenum">
              <a:rPr lang="en-US" altLang="en-US" sz="900" b="0" smtClean="0">
                <a:solidFill>
                  <a:srgbClr val="000000"/>
                </a:solidFill>
              </a:rPr>
              <a:pPr/>
              <a:t>31</a:t>
            </a:fld>
            <a:endParaRPr lang="en-US" altLang="en-US" sz="900" b="0">
              <a:solidFill>
                <a:srgbClr val="000000"/>
              </a:solidFill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0E8FBA76-500D-E45E-376B-7B9931BE6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5313" y="96838"/>
            <a:ext cx="7953375" cy="939800"/>
          </a:xfrm>
          <a:solidFill>
            <a:schemeClr val="bg1"/>
          </a:solidFill>
        </p:spPr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Graph Coverage Criteria Subsumption </a:t>
            </a:r>
          </a:p>
        </p:txBody>
      </p:sp>
      <p:grpSp>
        <p:nvGrpSpPr>
          <p:cNvPr id="2" name="Group 52">
            <a:extLst>
              <a:ext uri="{FF2B5EF4-FFF2-40B4-BE49-F238E27FC236}">
                <a16:creationId xmlns:a16="http://schemas.microsoft.com/office/drawing/2014/main" id="{D79A2A07-5362-6236-6983-3A2B2049A5BA}"/>
              </a:ext>
            </a:extLst>
          </p:cNvPr>
          <p:cNvGrpSpPr>
            <a:grpSpLocks/>
          </p:cNvGrpSpPr>
          <p:nvPr/>
        </p:nvGrpSpPr>
        <p:grpSpPr bwMode="auto">
          <a:xfrm>
            <a:off x="1309688" y="914400"/>
            <a:ext cx="6526212" cy="5378450"/>
            <a:chOff x="1309688" y="914400"/>
            <a:chExt cx="6526212" cy="5378450"/>
          </a:xfrm>
          <a:solidFill>
            <a:schemeClr val="bg1"/>
          </a:solidFill>
        </p:grpSpPr>
        <p:grpSp>
          <p:nvGrpSpPr>
            <p:cNvPr id="32775" name="Group 50">
              <a:extLst>
                <a:ext uri="{FF2B5EF4-FFF2-40B4-BE49-F238E27FC236}">
                  <a16:creationId xmlns:a16="http://schemas.microsoft.com/office/drawing/2014/main" id="{8137D554-22D4-256C-E604-A8D056B12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9688" y="914400"/>
              <a:ext cx="6526212" cy="5378450"/>
              <a:chOff x="1309688" y="914400"/>
              <a:chExt cx="6526212" cy="5378450"/>
            </a:xfrm>
            <a:grpFill/>
          </p:grpSpPr>
          <p:grpSp>
            <p:nvGrpSpPr>
              <p:cNvPr id="32777" name="Group 51">
                <a:extLst>
                  <a:ext uri="{FF2B5EF4-FFF2-40B4-BE49-F238E27FC236}">
                    <a16:creationId xmlns:a16="http://schemas.microsoft.com/office/drawing/2014/main" id="{C30F337A-021F-AC3A-907E-B2F4245C3E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9688" y="914400"/>
                <a:ext cx="6526212" cy="5378450"/>
                <a:chOff x="861" y="576"/>
                <a:chExt cx="4111" cy="3388"/>
              </a:xfrm>
              <a:grpFill/>
            </p:grpSpPr>
            <p:sp>
              <p:nvSpPr>
                <p:cNvPr id="32779" name="Rectangle 60">
                  <a:extLst>
                    <a:ext uri="{FF2B5EF4-FFF2-40B4-BE49-F238E27FC236}">
                      <a16:creationId xmlns:a16="http://schemas.microsoft.com/office/drawing/2014/main" id="{E761A749-CD6D-91D2-D1B2-B7D10412AB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2773"/>
                  <a:ext cx="490" cy="19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780" name="Rectangle 61">
                  <a:extLst>
                    <a:ext uri="{FF2B5EF4-FFF2-40B4-BE49-F238E27FC236}">
                      <a16:creationId xmlns:a16="http://schemas.microsoft.com/office/drawing/2014/main" id="{BAB8367C-CE01-A1FF-21E3-0E65D9F4CB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1" y="2720"/>
                  <a:ext cx="490" cy="19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781" name="Rectangle 62">
                  <a:extLst>
                    <a:ext uri="{FF2B5EF4-FFF2-40B4-BE49-F238E27FC236}">
                      <a16:creationId xmlns:a16="http://schemas.microsoft.com/office/drawing/2014/main" id="{1983C82A-E497-603D-E9BB-C6D069AC05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1610"/>
                  <a:ext cx="255" cy="19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782" name="Rectangle 63">
                  <a:extLst>
                    <a:ext uri="{FF2B5EF4-FFF2-40B4-BE49-F238E27FC236}">
                      <a16:creationId xmlns:a16="http://schemas.microsoft.com/office/drawing/2014/main" id="{B12A146F-9E53-2309-74E6-2C8347A07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1749"/>
                  <a:ext cx="490" cy="19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anchor="ctr"/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defRPr/>
                  </a:pPr>
                  <a:endParaRPr lang="en-US" altLang="en-US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32783" name="Group 34">
                  <a:extLst>
                    <a:ext uri="{FF2B5EF4-FFF2-40B4-BE49-F238E27FC236}">
                      <a16:creationId xmlns:a16="http://schemas.microsoft.com/office/drawing/2014/main" id="{9BB4DD1A-5E79-F925-F6A9-EBA89E06B3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1" y="3177"/>
                  <a:ext cx="1171" cy="516"/>
                  <a:chOff x="3708" y="3359"/>
                  <a:chExt cx="1057" cy="516"/>
                </a:xfrm>
                <a:grpFill/>
              </p:grpSpPr>
              <p:sp>
                <p:nvSpPr>
                  <p:cNvPr id="32820" name="Text Box 9">
                    <a:extLst>
                      <a:ext uri="{FF2B5EF4-FFF2-40B4-BE49-F238E27FC236}">
                        <a16:creationId xmlns:a16="http://schemas.microsoft.com/office/drawing/2014/main" id="{A2B5DFAF-156B-C695-2387-9D34E371DDF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08" y="3359"/>
                    <a:ext cx="1057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Simple Round Trip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SRTC</a:t>
                    </a:r>
                  </a:p>
                </p:txBody>
              </p:sp>
              <p:sp>
                <p:nvSpPr>
                  <p:cNvPr id="32821" name="Line 10">
                    <a:extLst>
                      <a:ext uri="{FF2B5EF4-FFF2-40B4-BE49-F238E27FC236}">
                        <a16:creationId xmlns:a16="http://schemas.microsoft.com/office/drawing/2014/main" id="{42ED98E2-D17B-B213-8E21-CFAB35DD6C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85" y="3682"/>
                    <a:ext cx="902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84" name="Group 35">
                  <a:extLst>
                    <a:ext uri="{FF2B5EF4-FFF2-40B4-BE49-F238E27FC236}">
                      <a16:creationId xmlns:a16="http://schemas.microsoft.com/office/drawing/2014/main" id="{ED0DE59D-F653-BC37-7C92-D273703EEA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60" y="3448"/>
                  <a:ext cx="801" cy="516"/>
                  <a:chOff x="2332" y="3448"/>
                  <a:chExt cx="801" cy="516"/>
                </a:xfrm>
                <a:grpFill/>
              </p:grpSpPr>
              <p:sp>
                <p:nvSpPr>
                  <p:cNvPr id="32818" name="Text Box 20">
                    <a:extLst>
                      <a:ext uri="{FF2B5EF4-FFF2-40B4-BE49-F238E27FC236}">
                        <a16:creationId xmlns:a16="http://schemas.microsoft.com/office/drawing/2014/main" id="{AB3CBC9C-0C5B-5ED9-527D-2A726ECB681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2" y="3448"/>
                    <a:ext cx="801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Node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NC</a:t>
                    </a:r>
                  </a:p>
                </p:txBody>
              </p:sp>
              <p:sp>
                <p:nvSpPr>
                  <p:cNvPr id="32819" name="Line 21">
                    <a:extLst>
                      <a:ext uri="{FF2B5EF4-FFF2-40B4-BE49-F238E27FC236}">
                        <a16:creationId xmlns:a16="http://schemas.microsoft.com/office/drawing/2014/main" id="{13691055-F83C-65DB-CA85-017660CBD7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90" y="3771"/>
                    <a:ext cx="684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85" name="Group 36">
                  <a:extLst>
                    <a:ext uri="{FF2B5EF4-FFF2-40B4-BE49-F238E27FC236}">
                      <a16:creationId xmlns:a16="http://schemas.microsoft.com/office/drawing/2014/main" id="{390126B9-B6AD-A35D-D4AF-3AA4DB6849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70" y="2730"/>
                  <a:ext cx="780" cy="516"/>
                  <a:chOff x="2342" y="2730"/>
                  <a:chExt cx="780" cy="516"/>
                </a:xfrm>
                <a:grpFill/>
              </p:grpSpPr>
              <p:sp>
                <p:nvSpPr>
                  <p:cNvPr id="32816" name="Text Box 23">
                    <a:extLst>
                      <a:ext uri="{FF2B5EF4-FFF2-40B4-BE49-F238E27FC236}">
                        <a16:creationId xmlns:a16="http://schemas.microsoft.com/office/drawing/2014/main" id="{B77485E8-2AF2-5792-27C2-6676F147A70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42" y="2730"/>
                    <a:ext cx="780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Edge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EC</a:t>
                    </a:r>
                  </a:p>
                </p:txBody>
              </p:sp>
              <p:sp>
                <p:nvSpPr>
                  <p:cNvPr id="32817" name="Line 24">
                    <a:extLst>
                      <a:ext uri="{FF2B5EF4-FFF2-40B4-BE49-F238E27FC236}">
                        <a16:creationId xmlns:a16="http://schemas.microsoft.com/office/drawing/2014/main" id="{64D97CED-BDC7-85E0-464C-488433FE93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99" y="3053"/>
                    <a:ext cx="665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86" name="Group 37">
                  <a:extLst>
                    <a:ext uri="{FF2B5EF4-FFF2-40B4-BE49-F238E27FC236}">
                      <a16:creationId xmlns:a16="http://schemas.microsoft.com/office/drawing/2014/main" id="{6A0D20AD-BAF6-D579-9304-6F35F87DC0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81" y="2012"/>
                  <a:ext cx="759" cy="516"/>
                  <a:chOff x="2360" y="2012"/>
                  <a:chExt cx="759" cy="516"/>
                </a:xfrm>
                <a:grpFill/>
              </p:grpSpPr>
              <p:sp>
                <p:nvSpPr>
                  <p:cNvPr id="32814" name="Text Box 26">
                    <a:extLst>
                      <a:ext uri="{FF2B5EF4-FFF2-40B4-BE49-F238E27FC236}">
                        <a16:creationId xmlns:a16="http://schemas.microsoft.com/office/drawing/2014/main" id="{66E03BF9-1343-46FF-EE45-1E8EA983E04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0" y="2012"/>
                    <a:ext cx="759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Edge-Pair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EPC</a:t>
                    </a:r>
                  </a:p>
                </p:txBody>
              </p:sp>
              <p:sp>
                <p:nvSpPr>
                  <p:cNvPr id="32815" name="Line 27">
                    <a:extLst>
                      <a:ext uri="{FF2B5EF4-FFF2-40B4-BE49-F238E27FC236}">
                        <a16:creationId xmlns:a16="http://schemas.microsoft.com/office/drawing/2014/main" id="{D2353E0B-F947-DE4D-6859-BB78F340FB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335"/>
                    <a:ext cx="648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87" name="Group 38">
                  <a:extLst>
                    <a:ext uri="{FF2B5EF4-FFF2-40B4-BE49-F238E27FC236}">
                      <a16:creationId xmlns:a16="http://schemas.microsoft.com/office/drawing/2014/main" id="{AAAF5BE1-BD4F-7B80-E869-4B80144F40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49" y="1294"/>
                  <a:ext cx="1092" cy="516"/>
                  <a:chOff x="3153" y="1294"/>
                  <a:chExt cx="1092" cy="516"/>
                </a:xfrm>
                <a:grpFill/>
              </p:grpSpPr>
              <p:sp>
                <p:nvSpPr>
                  <p:cNvPr id="32812" name="Text Box 29">
                    <a:extLst>
                      <a:ext uri="{FF2B5EF4-FFF2-40B4-BE49-F238E27FC236}">
                        <a16:creationId xmlns:a16="http://schemas.microsoft.com/office/drawing/2014/main" id="{691C8137-8C6E-CD74-DD78-2CB28B90428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53" y="1294"/>
                    <a:ext cx="1092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Prime Path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PPC</a:t>
                    </a:r>
                  </a:p>
                </p:txBody>
              </p:sp>
              <p:sp>
                <p:nvSpPr>
                  <p:cNvPr id="32813" name="Line 30">
                    <a:extLst>
                      <a:ext uri="{FF2B5EF4-FFF2-40B4-BE49-F238E27FC236}">
                        <a16:creationId xmlns:a16="http://schemas.microsoft.com/office/drawing/2014/main" id="{F84CE314-683D-EC46-D507-EFCFDAA38C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33" y="1617"/>
                    <a:ext cx="931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88" name="Group 39">
                  <a:extLst>
                    <a:ext uri="{FF2B5EF4-FFF2-40B4-BE49-F238E27FC236}">
                      <a16:creationId xmlns:a16="http://schemas.microsoft.com/office/drawing/2014/main" id="{09D9A113-6E07-B331-8BDF-ED78F900A7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45" y="576"/>
                  <a:ext cx="1099" cy="516"/>
                  <a:chOff x="3145" y="576"/>
                  <a:chExt cx="1099" cy="516"/>
                </a:xfrm>
                <a:grpFill/>
              </p:grpSpPr>
              <p:sp>
                <p:nvSpPr>
                  <p:cNvPr id="32810" name="Text Box 32">
                    <a:extLst>
                      <a:ext uri="{FF2B5EF4-FFF2-40B4-BE49-F238E27FC236}">
                        <a16:creationId xmlns:a16="http://schemas.microsoft.com/office/drawing/2014/main" id="{58212D15-77DF-FEF3-A9EA-B784A5D15BB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45" y="576"/>
                    <a:ext cx="1099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Complete Path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CPC</a:t>
                    </a:r>
                  </a:p>
                </p:txBody>
              </p:sp>
              <p:sp>
                <p:nvSpPr>
                  <p:cNvPr id="32811" name="Line 33">
                    <a:extLst>
                      <a:ext uri="{FF2B5EF4-FFF2-40B4-BE49-F238E27FC236}">
                        <a16:creationId xmlns:a16="http://schemas.microsoft.com/office/drawing/2014/main" id="{CBC433AC-88FD-15C5-2F4B-A53017748F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25" y="899"/>
                    <a:ext cx="938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89" name="Group 40">
                  <a:extLst>
                    <a:ext uri="{FF2B5EF4-FFF2-40B4-BE49-F238E27FC236}">
                      <a16:creationId xmlns:a16="http://schemas.microsoft.com/office/drawing/2014/main" id="{8D89BB11-FA41-90F9-A940-9A0B30C1C8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" y="2460"/>
                  <a:ext cx="1171" cy="516"/>
                  <a:chOff x="3708" y="3359"/>
                  <a:chExt cx="1057" cy="516"/>
                </a:xfrm>
                <a:grpFill/>
              </p:grpSpPr>
              <p:sp>
                <p:nvSpPr>
                  <p:cNvPr id="32808" name="Text Box 41">
                    <a:extLst>
                      <a:ext uri="{FF2B5EF4-FFF2-40B4-BE49-F238E27FC236}">
                        <a16:creationId xmlns:a16="http://schemas.microsoft.com/office/drawing/2014/main" id="{35ADBBFC-80C3-053B-BDF4-F926CA9B7E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08" y="3359"/>
                    <a:ext cx="1057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Complete Round Trip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CRTC</a:t>
                    </a:r>
                  </a:p>
                </p:txBody>
              </p:sp>
              <p:sp>
                <p:nvSpPr>
                  <p:cNvPr id="32809" name="Line 42">
                    <a:extLst>
                      <a:ext uri="{FF2B5EF4-FFF2-40B4-BE49-F238E27FC236}">
                        <a16:creationId xmlns:a16="http://schemas.microsoft.com/office/drawing/2014/main" id="{9F9A5DBF-7B63-E16B-B6CD-95D43CB41E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85" y="3682"/>
                    <a:ext cx="902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90" name="Group 43">
                  <a:extLst>
                    <a:ext uri="{FF2B5EF4-FFF2-40B4-BE49-F238E27FC236}">
                      <a16:creationId xmlns:a16="http://schemas.microsoft.com/office/drawing/2014/main" id="{900D2102-8362-8C26-0D76-8E66605631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1" y="1743"/>
                  <a:ext cx="973" cy="516"/>
                  <a:chOff x="2360" y="2012"/>
                  <a:chExt cx="759" cy="516"/>
                </a:xfrm>
                <a:grpFill/>
              </p:grpSpPr>
              <p:sp>
                <p:nvSpPr>
                  <p:cNvPr id="32806" name="Text Box 44">
                    <a:extLst>
                      <a:ext uri="{FF2B5EF4-FFF2-40B4-BE49-F238E27FC236}">
                        <a16:creationId xmlns:a16="http://schemas.microsoft.com/office/drawing/2014/main" id="{17FBB2F9-FDF1-1B57-B77D-7AB21366F97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0" y="2012"/>
                    <a:ext cx="759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All-DU-Paths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ADUP</a:t>
                    </a:r>
                  </a:p>
                </p:txBody>
              </p:sp>
              <p:sp>
                <p:nvSpPr>
                  <p:cNvPr id="32807" name="Line 45">
                    <a:extLst>
                      <a:ext uri="{FF2B5EF4-FFF2-40B4-BE49-F238E27FC236}">
                        <a16:creationId xmlns:a16="http://schemas.microsoft.com/office/drawing/2014/main" id="{E34AD91C-31F2-2280-CF9E-B9E7940745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335"/>
                    <a:ext cx="648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91" name="Group 46">
                  <a:extLst>
                    <a:ext uri="{FF2B5EF4-FFF2-40B4-BE49-F238E27FC236}">
                      <a16:creationId xmlns:a16="http://schemas.microsoft.com/office/drawing/2014/main" id="{53F77239-AC75-07E4-75B5-8C7C6D7DD9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2" y="2460"/>
                  <a:ext cx="973" cy="516"/>
                  <a:chOff x="2360" y="2012"/>
                  <a:chExt cx="759" cy="516"/>
                </a:xfrm>
                <a:grpFill/>
              </p:grpSpPr>
              <p:sp>
                <p:nvSpPr>
                  <p:cNvPr id="32804" name="Text Box 47">
                    <a:extLst>
                      <a:ext uri="{FF2B5EF4-FFF2-40B4-BE49-F238E27FC236}">
                        <a16:creationId xmlns:a16="http://schemas.microsoft.com/office/drawing/2014/main" id="{A9600E33-A549-88D7-CF93-81025194549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0" y="2012"/>
                    <a:ext cx="759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All-uses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AUC</a:t>
                    </a:r>
                  </a:p>
                </p:txBody>
              </p:sp>
              <p:sp>
                <p:nvSpPr>
                  <p:cNvPr id="32805" name="Line 48">
                    <a:extLst>
                      <a:ext uri="{FF2B5EF4-FFF2-40B4-BE49-F238E27FC236}">
                        <a16:creationId xmlns:a16="http://schemas.microsoft.com/office/drawing/2014/main" id="{B4F1B1F2-33E1-3DEE-97F4-05E4EFADBF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335"/>
                    <a:ext cx="648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2792" name="Group 49">
                  <a:extLst>
                    <a:ext uri="{FF2B5EF4-FFF2-40B4-BE49-F238E27FC236}">
                      <a16:creationId xmlns:a16="http://schemas.microsoft.com/office/drawing/2014/main" id="{6E2A6B13-F5BA-ED40-7638-CA051812DB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2" y="3176"/>
                  <a:ext cx="973" cy="516"/>
                  <a:chOff x="2360" y="2012"/>
                  <a:chExt cx="759" cy="516"/>
                </a:xfrm>
                <a:grpFill/>
              </p:grpSpPr>
              <p:sp>
                <p:nvSpPr>
                  <p:cNvPr id="32802" name="Text Box 50">
                    <a:extLst>
                      <a:ext uri="{FF2B5EF4-FFF2-40B4-BE49-F238E27FC236}">
                        <a16:creationId xmlns:a16="http://schemas.microsoft.com/office/drawing/2014/main" id="{FFED2668-6789-0135-E13B-9E828A2F760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0" y="2012"/>
                    <a:ext cx="759" cy="516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All-defs Coverage</a:t>
                    </a:r>
                  </a:p>
                  <a:p>
                    <a:pPr algn="ctr">
                      <a:lnSpc>
                        <a:spcPct val="70000"/>
                      </a:lnSpc>
                      <a:spcBef>
                        <a:spcPct val="50000"/>
                      </a:spcBef>
                      <a:defRPr/>
                    </a:pPr>
                    <a:r>
                      <a:rPr lang="en-US" altLang="en-US" sz="1800">
                        <a:solidFill>
                          <a:srgbClr val="000000"/>
                        </a:solidFill>
                      </a:rPr>
                      <a:t>ADC</a:t>
                    </a:r>
                  </a:p>
                </p:txBody>
              </p:sp>
              <p:sp>
                <p:nvSpPr>
                  <p:cNvPr id="32803" name="Line 51">
                    <a:extLst>
                      <a:ext uri="{FF2B5EF4-FFF2-40B4-BE49-F238E27FC236}">
                        <a16:creationId xmlns:a16="http://schemas.microsoft.com/office/drawing/2014/main" id="{AED41FA4-32C1-72C3-BA9E-9E9AC6ED9D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15" y="2335"/>
                    <a:ext cx="648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32793" name="Line 53">
                  <a:extLst>
                    <a:ext uri="{FF2B5EF4-FFF2-40B4-BE49-F238E27FC236}">
                      <a16:creationId xmlns:a16="http://schemas.microsoft.com/office/drawing/2014/main" id="{AFB89EA3-E731-3C29-F503-FDCDE4F336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86" y="2972"/>
                  <a:ext cx="0" cy="200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794" name="Line 54">
                  <a:extLst>
                    <a:ext uri="{FF2B5EF4-FFF2-40B4-BE49-F238E27FC236}">
                      <a16:creationId xmlns:a16="http://schemas.microsoft.com/office/drawing/2014/main" id="{ED1D3331-808E-2D1F-A896-21A2C145F6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0" y="3239"/>
                  <a:ext cx="0" cy="200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795" name="Line 55">
                  <a:extLst>
                    <a:ext uri="{FF2B5EF4-FFF2-40B4-BE49-F238E27FC236}">
                      <a16:creationId xmlns:a16="http://schemas.microsoft.com/office/drawing/2014/main" id="{7AB73207-823F-C76F-C5A7-1F759F6961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0" y="2524"/>
                  <a:ext cx="0" cy="200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796" name="Line 56">
                  <a:extLst>
                    <a:ext uri="{FF2B5EF4-FFF2-40B4-BE49-F238E27FC236}">
                      <a16:creationId xmlns:a16="http://schemas.microsoft.com/office/drawing/2014/main" id="{BC5CB91C-B38C-844D-AA55-105585B06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8" y="2258"/>
                  <a:ext cx="0" cy="200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797" name="Line 57">
                  <a:extLst>
                    <a:ext uri="{FF2B5EF4-FFF2-40B4-BE49-F238E27FC236}">
                      <a16:creationId xmlns:a16="http://schemas.microsoft.com/office/drawing/2014/main" id="{7A07A493-3AD6-2649-34BB-BFE888D5E1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4" y="1088"/>
                  <a:ext cx="0" cy="200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798" name="Line 58">
                  <a:extLst>
                    <a:ext uri="{FF2B5EF4-FFF2-40B4-BE49-F238E27FC236}">
                      <a16:creationId xmlns:a16="http://schemas.microsoft.com/office/drawing/2014/main" id="{247C2E14-97B7-D94A-09B3-9738E492B9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8" y="2969"/>
                  <a:ext cx="0" cy="200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32799" name="AutoShape 59">
                  <a:extLst>
                    <a:ext uri="{FF2B5EF4-FFF2-40B4-BE49-F238E27FC236}">
                      <a16:creationId xmlns:a16="http://schemas.microsoft.com/office/drawing/2014/main" id="{CB91337F-6334-A47A-DB8C-CF8DE49561AB}"/>
                    </a:ext>
                  </a:extLst>
                </p:cNvPr>
                <p:cNvCxnSpPr>
                  <a:cxnSpLocks noChangeShapeType="1"/>
                  <a:stCxn id="32779" idx="2"/>
                  <a:endCxn id="32780" idx="0"/>
                </p:cNvCxnSpPr>
                <p:nvPr/>
              </p:nvCxnSpPr>
              <p:spPr bwMode="auto">
                <a:xfrm rot="5400000" flipH="1" flipV="1">
                  <a:off x="1977" y="2332"/>
                  <a:ext cx="252" cy="1027"/>
                </a:xfrm>
                <a:prstGeom prst="curvedConnector5">
                  <a:avLst>
                    <a:gd name="adj1" fmla="val -56745"/>
                    <a:gd name="adj2" fmla="val 50051"/>
                    <a:gd name="adj3" fmla="val 157144"/>
                  </a:avLst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</p:cxnSp>
            <p:cxnSp>
              <p:nvCxnSpPr>
                <p:cNvPr id="32800" name="AutoShape 64">
                  <a:extLst>
                    <a:ext uri="{FF2B5EF4-FFF2-40B4-BE49-F238E27FC236}">
                      <a16:creationId xmlns:a16="http://schemas.microsoft.com/office/drawing/2014/main" id="{03278223-262A-78BC-AA16-195A35CDC394}"/>
                    </a:ext>
                  </a:extLst>
                </p:cNvPr>
                <p:cNvCxnSpPr>
                  <a:cxnSpLocks noChangeShapeType="1"/>
                  <a:stCxn id="32781" idx="2"/>
                  <a:endCxn id="32782" idx="0"/>
                </p:cNvCxnSpPr>
                <p:nvPr/>
              </p:nvCxnSpPr>
              <p:spPr bwMode="auto">
                <a:xfrm rot="16200000" flipV="1">
                  <a:off x="2409" y="922"/>
                  <a:ext cx="60" cy="1714"/>
                </a:xfrm>
                <a:prstGeom prst="curvedConnector5">
                  <a:avLst>
                    <a:gd name="adj1" fmla="val -106667"/>
                    <a:gd name="adj2" fmla="val 46556"/>
                    <a:gd name="adj3" fmla="val 706667"/>
                  </a:avLst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32801" name="Line 68">
                  <a:extLst>
                    <a:ext uri="{FF2B5EF4-FFF2-40B4-BE49-F238E27FC236}">
                      <a16:creationId xmlns:a16="http://schemas.microsoft.com/office/drawing/2014/main" id="{D7760FA4-2395-D8DF-4AF4-623A055C33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9" y="1813"/>
                  <a:ext cx="413" cy="640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cxnSp>
            <p:nvCxnSpPr>
              <p:cNvPr id="32778" name="AutoShape 64">
                <a:extLst>
                  <a:ext uri="{FF2B5EF4-FFF2-40B4-BE49-F238E27FC236}">
                    <a16:creationId xmlns:a16="http://schemas.microsoft.com/office/drawing/2014/main" id="{F289D80F-C8D8-786D-8F0A-0A1C601DB81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4453732" y="3001169"/>
                <a:ext cx="1430337" cy="1209675"/>
              </a:xfrm>
              <a:prstGeom prst="curvedConnector3">
                <a:avLst>
                  <a:gd name="adj1" fmla="val 81343"/>
                </a:avLst>
              </a:prstGeom>
              <a:grp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</p:spPr>
          </p:cxnSp>
        </p:grpSp>
        <p:cxnSp>
          <p:nvCxnSpPr>
            <p:cNvPr id="32776" name="AutoShape 64">
              <a:extLst>
                <a:ext uri="{FF2B5EF4-FFF2-40B4-BE49-F238E27FC236}">
                  <a16:creationId xmlns:a16="http://schemas.microsoft.com/office/drawing/2014/main" id="{5931EC62-926F-F3A0-7939-E32EA30E8E98}"/>
                </a:ext>
              </a:extLst>
            </p:cNvPr>
            <p:cNvCxnSpPr>
              <a:cxnSpLocks noChangeShapeType="1"/>
              <a:endCxn id="32814" idx="0"/>
            </p:cNvCxnSpPr>
            <p:nvPr/>
          </p:nvCxnSpPr>
          <p:spPr bwMode="auto">
            <a:xfrm rot="5400000">
              <a:off x="4000501" y="2065337"/>
              <a:ext cx="1454150" cy="803275"/>
            </a:xfrm>
            <a:prstGeom prst="curvedConnector3">
              <a:avLst>
                <a:gd name="adj1" fmla="val 17889"/>
              </a:avLst>
            </a:prstGeom>
            <a:grp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35EC20F7-9CE9-58F2-4ABF-4BA061358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Quiz 1 (March 11, 2025)</a:t>
            </a:r>
            <a:endParaRPr lang="en-GB" altLang="en-US"/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F4C3ABC2-8A01-3945-A203-FCF6EDCC12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Find SRTC (Simple Round Trip Coverage) and Complete Round Trip Coverage (CRTC) on the following graph.</a:t>
            </a:r>
            <a:endParaRPr lang="en-GB" altLang="en-US"/>
          </a:p>
        </p:txBody>
      </p:sp>
      <p:sp>
        <p:nvSpPr>
          <p:cNvPr id="51204" name="Date Placeholder 3">
            <a:extLst>
              <a:ext uri="{FF2B5EF4-FFF2-40B4-BE49-F238E27FC236}">
                <a16:creationId xmlns:a16="http://schemas.microsoft.com/office/drawing/2014/main" id="{5C02DC82-9251-65B6-36BF-763BA42644E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Introduction to Software Testing  (Ch 2)</a:t>
            </a:r>
          </a:p>
        </p:txBody>
      </p:sp>
      <p:sp>
        <p:nvSpPr>
          <p:cNvPr id="51205" name="Footer Placeholder 4">
            <a:extLst>
              <a:ext uri="{FF2B5EF4-FFF2-40B4-BE49-F238E27FC236}">
                <a16:creationId xmlns:a16="http://schemas.microsoft.com/office/drawing/2014/main" id="{8F43E10B-9F15-219D-E13A-557EC1601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51206" name="Slide Number Placeholder 5">
            <a:extLst>
              <a:ext uri="{FF2B5EF4-FFF2-40B4-BE49-F238E27FC236}">
                <a16:creationId xmlns:a16="http://schemas.microsoft.com/office/drawing/2014/main" id="{4D0191CA-2DA4-F707-8B83-1DB39D8B14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FF83174-FFD7-4C9C-AF9A-44BC93645A4B}" type="slidenum">
              <a:rPr lang="en-US" altLang="en-US" sz="900" b="0" smtClean="0">
                <a:solidFill>
                  <a:schemeClr val="tx1"/>
                </a:solidFill>
              </a:rPr>
              <a:pPr/>
              <a:t>32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grpSp>
        <p:nvGrpSpPr>
          <p:cNvPr id="51207" name="Group 55">
            <a:extLst>
              <a:ext uri="{FF2B5EF4-FFF2-40B4-BE49-F238E27FC236}">
                <a16:creationId xmlns:a16="http://schemas.microsoft.com/office/drawing/2014/main" id="{90B87277-2479-A43F-77A5-D39A2A317E1B}"/>
              </a:ext>
            </a:extLst>
          </p:cNvPr>
          <p:cNvGrpSpPr>
            <a:grpSpLocks/>
          </p:cNvGrpSpPr>
          <p:nvPr/>
        </p:nvGrpSpPr>
        <p:grpSpPr bwMode="auto">
          <a:xfrm>
            <a:off x="3671888" y="2395538"/>
            <a:ext cx="2235200" cy="3017837"/>
            <a:chOff x="5851239" y="1685001"/>
            <a:chExt cx="2235240" cy="30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8DBE885-F6F5-850A-6F65-232B1452932A}"/>
                    </a:ext>
                  </a:extLst>
                </p14:cNvPr>
                <p14:cNvContentPartPr/>
                <p14:nvPr/>
              </p14:nvContentPartPr>
              <p14:xfrm>
                <a:off x="6863559" y="2603001"/>
                <a:ext cx="590040" cy="1267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8DBE885-F6F5-850A-6F65-232B145293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54559" y="2594001"/>
                  <a:ext cx="607680" cy="1285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1209" name="Group 54">
              <a:extLst>
                <a:ext uri="{FF2B5EF4-FFF2-40B4-BE49-F238E27FC236}">
                  <a16:creationId xmlns:a16="http://schemas.microsoft.com/office/drawing/2014/main" id="{FC3EF3F8-3EF2-2AC8-F64F-586B431F54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1239" y="1685001"/>
              <a:ext cx="2235240" cy="3016800"/>
              <a:chOff x="5851239" y="1685001"/>
              <a:chExt cx="2235240" cy="3016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44A7FB9C-4C71-123A-81EB-4E17EB26D102}"/>
                      </a:ext>
                    </a:extLst>
                  </p14:cNvPr>
                  <p14:cNvContentPartPr/>
                  <p14:nvPr/>
                </p14:nvContentPartPr>
                <p14:xfrm>
                  <a:off x="6809919" y="2129241"/>
                  <a:ext cx="66960" cy="216000"/>
                </p14:xfrm>
              </p:contentPart>
            </mc:Choice>
            <mc:Fallback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44A7FB9C-4C71-123A-81EB-4E17EB26D102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800967" y="2120256"/>
                    <a:ext cx="84506" cy="2336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EBAA3A8D-3A6E-7AC8-2F6F-5E74FDC06392}"/>
                      </a:ext>
                    </a:extLst>
                  </p14:cNvPr>
                  <p14:cNvContentPartPr/>
                  <p14:nvPr/>
                </p14:nvContentPartPr>
                <p14:xfrm>
                  <a:off x="6628119" y="2050761"/>
                  <a:ext cx="417960" cy="50616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EBAA3A8D-3A6E-7AC8-2F6F-5E74FDC06392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6619119" y="2041761"/>
                    <a:ext cx="435600" cy="523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C7BAEBFB-F7C1-4998-D19B-5C775097512D}"/>
                      </a:ext>
                    </a:extLst>
                  </p14:cNvPr>
                  <p14:cNvContentPartPr/>
                  <p14:nvPr/>
                </p14:nvContentPartPr>
                <p14:xfrm>
                  <a:off x="6711639" y="1685001"/>
                  <a:ext cx="118440" cy="32904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C7BAEBFB-F7C1-4998-D19B-5C775097512D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702639" y="1676001"/>
                    <a:ext cx="136080" cy="346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BD963021-D240-9F26-9E55-C293EA9FE481}"/>
                      </a:ext>
                    </a:extLst>
                  </p14:cNvPr>
                  <p14:cNvContentPartPr/>
                  <p14:nvPr/>
                </p14:nvContentPartPr>
                <p14:xfrm>
                  <a:off x="6667719" y="1987041"/>
                  <a:ext cx="185400" cy="4896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BD963021-D240-9F26-9E55-C293EA9FE481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6658719" y="1977974"/>
                    <a:ext cx="203040" cy="667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BD202872-AD9D-FB8D-F8F6-993486393DA3}"/>
                      </a:ext>
                    </a:extLst>
                  </p14:cNvPr>
                  <p14:cNvContentPartPr/>
                  <p14:nvPr/>
                </p14:nvContentPartPr>
                <p14:xfrm>
                  <a:off x="6813879" y="1825761"/>
                  <a:ext cx="113400" cy="210240"/>
                </p14:xfrm>
              </p:contentPart>
            </mc:Choice>
            <mc:Fallback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BD202872-AD9D-FB8D-F8F6-993486393DA3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6804879" y="1816761"/>
                    <a:ext cx="131040" cy="227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AF414F09-246E-0FDE-E0D5-AF116BAB5E90}"/>
                      </a:ext>
                    </a:extLst>
                  </p14:cNvPr>
                  <p14:cNvContentPartPr/>
                  <p14:nvPr/>
                </p14:nvContentPartPr>
                <p14:xfrm>
                  <a:off x="7590759" y="4028601"/>
                  <a:ext cx="219960" cy="247680"/>
                </p14:xfrm>
              </p:contentPart>
            </mc:Choice>
            <mc:Fallback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AF414F09-246E-0FDE-E0D5-AF116BAB5E90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581759" y="4019601"/>
                    <a:ext cx="237600" cy="26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9C757125-2E3C-817C-E0BB-3AFA5BFDA98E}"/>
                      </a:ext>
                    </a:extLst>
                  </p14:cNvPr>
                  <p14:cNvContentPartPr/>
                  <p14:nvPr/>
                </p14:nvContentPartPr>
                <p14:xfrm>
                  <a:off x="7603359" y="3992601"/>
                  <a:ext cx="133200" cy="69840"/>
                </p14:xfrm>
              </p:contentPart>
            </mc:Choice>
            <mc:Fallback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9C757125-2E3C-817C-E0BB-3AFA5BFDA98E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7594359" y="3983554"/>
                    <a:ext cx="150840" cy="875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37DBF75A-FC54-C773-8CC1-8FD9438A598C}"/>
                      </a:ext>
                    </a:extLst>
                  </p14:cNvPr>
                  <p14:cNvContentPartPr/>
                  <p14:nvPr/>
                </p14:nvContentPartPr>
                <p14:xfrm>
                  <a:off x="7469079" y="3907641"/>
                  <a:ext cx="487800" cy="421920"/>
                </p14:xfrm>
              </p:contentPart>
            </mc:Choice>
            <mc:Fallback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37DBF75A-FC54-C773-8CC1-8FD9438A598C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7460072" y="3898641"/>
                    <a:ext cx="505453" cy="439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55D8502F-C668-8A6C-B7C0-2C8621A8313F}"/>
                      </a:ext>
                    </a:extLst>
                  </p14:cNvPr>
                  <p14:cNvContentPartPr/>
                  <p14:nvPr/>
                </p14:nvContentPartPr>
                <p14:xfrm>
                  <a:off x="7378719" y="3876681"/>
                  <a:ext cx="707760" cy="522000"/>
                </p14:xfrm>
              </p:contentPart>
            </mc:Choice>
            <mc:Fallback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55D8502F-C668-8A6C-B7C0-2C8621A8313F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7369719" y="3867681"/>
                    <a:ext cx="725400" cy="539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2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E9249AA8-50F0-858A-5E21-05B3D79FD91D}"/>
                      </a:ext>
                    </a:extLst>
                  </p14:cNvPr>
                  <p14:cNvContentPartPr/>
                  <p14:nvPr/>
                </p14:nvContentPartPr>
                <p14:xfrm>
                  <a:off x="5930079" y="3377361"/>
                  <a:ext cx="248400" cy="223560"/>
                </p14:xfrm>
              </p:contentPart>
            </mc:Choice>
            <mc:Fallback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E9249AA8-50F0-858A-5E21-05B3D79FD91D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5921066" y="3368361"/>
                    <a:ext cx="266066" cy="24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4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A12EFB40-2974-6390-A994-85C61F15EA55}"/>
                      </a:ext>
                    </a:extLst>
                  </p14:cNvPr>
                  <p14:cNvContentPartPr/>
                  <p14:nvPr/>
                </p14:nvContentPartPr>
                <p14:xfrm>
                  <a:off x="5851239" y="3315801"/>
                  <a:ext cx="410760" cy="422280"/>
                </p14:xfrm>
              </p:contentPart>
            </mc:Choice>
            <mc:Fallback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A12EFB40-2974-6390-A994-85C61F15EA55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5842239" y="3306801"/>
                    <a:ext cx="428400" cy="43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6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7F8956F1-59C1-E384-6102-F6E73663C358}"/>
                      </a:ext>
                    </a:extLst>
                  </p14:cNvPr>
                  <p14:cNvContentPartPr/>
                  <p14:nvPr/>
                </p14:nvContentPartPr>
                <p14:xfrm>
                  <a:off x="6232839" y="4393281"/>
                  <a:ext cx="196920" cy="217080"/>
                </p14:xfrm>
              </p:contentPart>
            </mc:Choice>
            <mc:Fallback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7F8956F1-59C1-E384-6102-F6E73663C358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6223839" y="4384281"/>
                    <a:ext cx="214560" cy="234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8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49AAA29D-E85B-683D-0D31-4EE3280A90C8}"/>
                      </a:ext>
                    </a:extLst>
                  </p14:cNvPr>
                  <p14:cNvContentPartPr/>
                  <p14:nvPr/>
                </p14:nvContentPartPr>
                <p14:xfrm>
                  <a:off x="6279999" y="4399761"/>
                  <a:ext cx="188640" cy="23004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49AAA29D-E85B-683D-0D31-4EE3280A90C8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6270999" y="4390747"/>
                    <a:ext cx="206280" cy="2477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0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2FF4A89F-DAAC-45DD-C391-3D1E481F4CD3}"/>
                      </a:ext>
                    </a:extLst>
                  </p14:cNvPr>
                  <p14:cNvContentPartPr/>
                  <p14:nvPr/>
                </p14:nvContentPartPr>
                <p14:xfrm>
                  <a:off x="6126999" y="4314441"/>
                  <a:ext cx="487080" cy="38736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2FF4A89F-DAAC-45DD-C391-3D1E481F4CD3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6117999" y="4305441"/>
                    <a:ext cx="504720" cy="405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2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0602E539-7780-7D94-D2B2-30BE426E342D}"/>
                      </a:ext>
                    </a:extLst>
                  </p14:cNvPr>
                  <p14:cNvContentPartPr/>
                  <p14:nvPr/>
                </p14:nvContentPartPr>
                <p14:xfrm>
                  <a:off x="6060039" y="2463681"/>
                  <a:ext cx="577440" cy="830520"/>
                </p14:xfrm>
              </p:contentPart>
            </mc:Choice>
            <mc:Fallback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0602E539-7780-7D94-D2B2-30BE426E342D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6051039" y="2454681"/>
                    <a:ext cx="595080" cy="84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4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E563534C-1AF4-5357-88FE-27E64DD5F34F}"/>
                      </a:ext>
                    </a:extLst>
                  </p14:cNvPr>
                  <p14:cNvContentPartPr/>
                  <p14:nvPr/>
                </p14:nvContentPartPr>
                <p14:xfrm>
                  <a:off x="6024759" y="3106281"/>
                  <a:ext cx="219600" cy="258840"/>
                </p14:xfrm>
              </p:contentPart>
            </mc:Choice>
            <mc:Fallback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E563534C-1AF4-5357-88FE-27E64DD5F34F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6015759" y="3097281"/>
                    <a:ext cx="237240" cy="276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6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04DE13F9-1C22-8934-5A08-BDC3B230A41F}"/>
                      </a:ext>
                    </a:extLst>
                  </p14:cNvPr>
                  <p14:cNvContentPartPr/>
                  <p14:nvPr/>
                </p14:nvContentPartPr>
                <p14:xfrm>
                  <a:off x="6021159" y="3767241"/>
                  <a:ext cx="275040" cy="522360"/>
                </p14:xfrm>
              </p:contentPart>
            </mc:Choice>
            <mc:Fallback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04DE13F9-1C22-8934-5A08-BDC3B230A41F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012159" y="3758241"/>
                    <a:ext cx="292680" cy="540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8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A2160E6F-8168-91FE-A894-7700BDD2231D}"/>
                      </a:ext>
                    </a:extLst>
                  </p14:cNvPr>
                  <p14:cNvContentPartPr/>
                  <p14:nvPr/>
                </p14:nvContentPartPr>
                <p14:xfrm>
                  <a:off x="6087399" y="4237761"/>
                  <a:ext cx="220320" cy="34560"/>
                </p14:xfrm>
              </p:contentPart>
            </mc:Choice>
            <mc:Fallback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A2160E6F-8168-91FE-A894-7700BDD2231D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078399" y="4228666"/>
                    <a:ext cx="237960" cy="523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0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18856702-28DD-26F1-0258-6288885600B6}"/>
                      </a:ext>
                    </a:extLst>
                  </p14:cNvPr>
                  <p14:cNvContentPartPr/>
                  <p14:nvPr/>
                </p14:nvContentPartPr>
                <p14:xfrm>
                  <a:off x="6310959" y="4059921"/>
                  <a:ext cx="28440" cy="207720"/>
                </p14:xfrm>
              </p:contentPart>
            </mc:Choice>
            <mc:Fallback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18856702-28DD-26F1-0258-6288885600B6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302071" y="4050937"/>
                    <a:ext cx="45860" cy="2253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2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0DBB3166-585F-592B-727B-9A4A325F5FAE}"/>
                      </a:ext>
                    </a:extLst>
                  </p14:cNvPr>
                  <p14:cNvContentPartPr/>
                  <p14:nvPr/>
                </p14:nvContentPartPr>
                <p14:xfrm>
                  <a:off x="7586799" y="2989281"/>
                  <a:ext cx="200880" cy="261000"/>
                </p14:xfrm>
              </p:contentPart>
            </mc:Choice>
            <mc:Fallback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0DBB3166-585F-592B-727B-9A4A325F5FAE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7577815" y="2980293"/>
                    <a:ext cx="218488" cy="2786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4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D5484BFF-263A-1D2F-CE60-C033F5955144}"/>
                      </a:ext>
                    </a:extLst>
                  </p14:cNvPr>
                  <p14:cNvContentPartPr/>
                  <p14:nvPr/>
                </p14:nvContentPartPr>
                <p14:xfrm>
                  <a:off x="7452879" y="2901081"/>
                  <a:ext cx="491400" cy="452880"/>
                </p14:xfrm>
              </p:contentPart>
            </mc:Choice>
            <mc:Fallback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D5484BFF-263A-1D2F-CE60-C033F5955144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7443879" y="2892081"/>
                    <a:ext cx="509040" cy="470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14314531-9FA6-44D7-AEEC-C9563D2B6304}"/>
                      </a:ext>
                    </a:extLst>
                  </p14:cNvPr>
                  <p14:cNvContentPartPr/>
                  <p14:nvPr/>
                </p14:nvContentPartPr>
                <p14:xfrm>
                  <a:off x="6954999" y="2388801"/>
                  <a:ext cx="595440" cy="55008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14314531-9FA6-44D7-AEEC-C9563D2B6304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6945999" y="2379801"/>
                    <a:ext cx="613080" cy="567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8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221C0A65-AEAB-E998-433B-678527ED21EA}"/>
                      </a:ext>
                    </a:extLst>
                  </p14:cNvPr>
                  <p14:cNvContentPartPr/>
                  <p14:nvPr/>
                </p14:nvContentPartPr>
                <p14:xfrm>
                  <a:off x="7296279" y="2911881"/>
                  <a:ext cx="188640" cy="39240"/>
                </p14:xfrm>
              </p:contentPart>
            </mc:Choice>
            <mc:Fallback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221C0A65-AEAB-E998-433B-678527ED21EA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7287279" y="2902798"/>
                    <a:ext cx="206280" cy="570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3E3F6379-5D98-092C-9DC2-CC1B0C4A1097}"/>
                      </a:ext>
                    </a:extLst>
                  </p14:cNvPr>
                  <p14:cNvContentPartPr/>
                  <p14:nvPr/>
                </p14:nvContentPartPr>
                <p14:xfrm>
                  <a:off x="7516239" y="2741961"/>
                  <a:ext cx="16200" cy="225360"/>
                </p14:xfrm>
              </p:contentPart>
            </mc:Choice>
            <mc:Fallback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3E3F6379-5D98-092C-9DC2-CC1B0C4A1097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7507435" y="2732961"/>
                    <a:ext cx="33457" cy="243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2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888FBF10-8265-9FD9-13A4-6D5C0D73E597}"/>
                      </a:ext>
                    </a:extLst>
                  </p14:cNvPr>
                  <p14:cNvContentPartPr/>
                  <p14:nvPr/>
                </p14:nvContentPartPr>
                <p14:xfrm>
                  <a:off x="6558639" y="4155681"/>
                  <a:ext cx="717480" cy="333000"/>
                </p14:xfrm>
              </p:contentPart>
            </mc:Choice>
            <mc:Fallback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888FBF10-8265-9FD9-13A4-6D5C0D73E597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6549639" y="4146681"/>
                    <a:ext cx="735120" cy="350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4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82878792-D985-515E-FCF1-FE3387C62E6F}"/>
                      </a:ext>
                    </a:extLst>
                  </p14:cNvPr>
                  <p14:cNvContentPartPr/>
                  <p14:nvPr/>
                </p14:nvContentPartPr>
                <p14:xfrm>
                  <a:off x="7088199" y="4046601"/>
                  <a:ext cx="197640" cy="225000"/>
                </p14:xfrm>
              </p:contentPart>
            </mc:Choice>
            <mc:Fallback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82878792-D985-515E-FCF1-FE3387C62E6F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7079199" y="4037615"/>
                    <a:ext cx="215280" cy="2426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15214723-3BF1-743C-B010-2C644DD3587B}"/>
                      </a:ext>
                    </a:extLst>
                  </p14:cNvPr>
                  <p14:cNvContentPartPr/>
                  <p14:nvPr/>
                </p14:nvContentPartPr>
                <p14:xfrm>
                  <a:off x="7739079" y="3340281"/>
                  <a:ext cx="84240" cy="524520"/>
                </p14:xfrm>
              </p:contentPart>
            </mc:Choice>
            <mc:Fallback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15214723-3BF1-743C-B010-2C644DD3587B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7730079" y="3331281"/>
                    <a:ext cx="101880" cy="54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F1549A48-BADE-08D5-54BE-60110E0B9CAA}"/>
                      </a:ext>
                    </a:extLst>
                  </p14:cNvPr>
                  <p14:cNvContentPartPr/>
                  <p14:nvPr/>
                </p14:nvContentPartPr>
                <p14:xfrm>
                  <a:off x="7626039" y="3747081"/>
                  <a:ext cx="276840" cy="118440"/>
                </p14:xfrm>
              </p:contentPart>
            </mc:Choice>
            <mc:Fallback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F1549A48-BADE-08D5-54BE-60110E0B9CAA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7617027" y="3738081"/>
                    <a:ext cx="294503" cy="136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17FA4249-5886-5096-3976-69AD428131EC}"/>
                      </a:ext>
                    </a:extLst>
                  </p14:cNvPr>
                  <p14:cNvContentPartPr/>
                  <p14:nvPr/>
                </p14:nvContentPartPr>
                <p14:xfrm>
                  <a:off x="6283959" y="3177921"/>
                  <a:ext cx="1186200" cy="423720"/>
                </p14:xfrm>
              </p:contentPart>
            </mc:Choice>
            <mc:Fallback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17FA4249-5886-5096-3976-69AD428131EC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6274959" y="3168921"/>
                    <a:ext cx="1203840" cy="441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2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7D3EFD71-1B61-93CB-3E15-FBAD21AD0801}"/>
                      </a:ext>
                    </a:extLst>
                  </p14:cNvPr>
                  <p14:cNvContentPartPr/>
                  <p14:nvPr/>
                </p14:nvContentPartPr>
                <p14:xfrm>
                  <a:off x="6303399" y="3408681"/>
                  <a:ext cx="70920" cy="269640"/>
                </p14:xfrm>
              </p:contentPart>
            </mc:Choice>
            <mc:Fallback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7D3EFD71-1B61-93CB-3E15-FBAD21AD0801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6294399" y="3399681"/>
                    <a:ext cx="88560" cy="28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4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B2E7186C-1ADD-7CE4-5351-17AEB531C05F}"/>
                      </a:ext>
                    </a:extLst>
                  </p14:cNvPr>
                  <p14:cNvContentPartPr/>
                  <p14:nvPr/>
                </p14:nvContentPartPr>
                <p14:xfrm>
                  <a:off x="6287919" y="3403641"/>
                  <a:ext cx="243000" cy="245880"/>
                </p14:xfrm>
              </p:contentPart>
            </mc:Choice>
            <mc:Fallback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B2E7186C-1ADD-7CE4-5351-17AEB531C05F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6278919" y="3394654"/>
                    <a:ext cx="260640" cy="263494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55">
            <a:extLst>
              <a:ext uri="{FF2B5EF4-FFF2-40B4-BE49-F238E27FC236}">
                <a16:creationId xmlns:a16="http://schemas.microsoft.com/office/drawing/2014/main" id="{86AFB0E6-74A4-8EB5-12B6-5BDCF53E0722}"/>
              </a:ext>
            </a:extLst>
          </p:cNvPr>
          <p:cNvGrpSpPr>
            <a:grpSpLocks/>
          </p:cNvGrpSpPr>
          <p:nvPr/>
        </p:nvGrpSpPr>
        <p:grpSpPr bwMode="auto">
          <a:xfrm>
            <a:off x="5851525" y="1684338"/>
            <a:ext cx="2235200" cy="3017837"/>
            <a:chOff x="5851239" y="1685001"/>
            <a:chExt cx="2235240" cy="30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1B29E6B-A5D9-01EA-5C9C-381C15EE80D3}"/>
                    </a:ext>
                  </a:extLst>
                </p14:cNvPr>
                <p14:cNvContentPartPr/>
                <p14:nvPr/>
              </p14:nvContentPartPr>
              <p14:xfrm>
                <a:off x="6863559" y="2603001"/>
                <a:ext cx="590040" cy="1267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1B29E6B-A5D9-01EA-5C9C-381C15EE80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54559" y="2594001"/>
                  <a:ext cx="607680" cy="1285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2413" name="Group 54">
              <a:extLst>
                <a:ext uri="{FF2B5EF4-FFF2-40B4-BE49-F238E27FC236}">
                  <a16:creationId xmlns:a16="http://schemas.microsoft.com/office/drawing/2014/main" id="{031CA296-D32B-53C6-BDAB-71FA02D01B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1239" y="1685001"/>
              <a:ext cx="2235240" cy="3016800"/>
              <a:chOff x="5851239" y="1685001"/>
              <a:chExt cx="2235240" cy="3016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0C1DB91F-4C09-5564-80A5-451A8B5CF98F}"/>
                      </a:ext>
                    </a:extLst>
                  </p14:cNvPr>
                  <p14:cNvContentPartPr/>
                  <p14:nvPr/>
                </p14:nvContentPartPr>
                <p14:xfrm>
                  <a:off x="6809919" y="2129241"/>
                  <a:ext cx="66960" cy="216000"/>
                </p14:xfrm>
              </p:contentPart>
            </mc:Choice>
            <mc:Fallback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0C1DB91F-4C09-5564-80A5-451A8B5CF98F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800967" y="2120256"/>
                    <a:ext cx="84506" cy="2336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1961B79F-C8D9-F0DF-D152-976C609B525A}"/>
                      </a:ext>
                    </a:extLst>
                  </p14:cNvPr>
                  <p14:cNvContentPartPr/>
                  <p14:nvPr/>
                </p14:nvContentPartPr>
                <p14:xfrm>
                  <a:off x="6628119" y="2050761"/>
                  <a:ext cx="417960" cy="506160"/>
                </p14:xfrm>
              </p:contentPart>
            </mc:Choice>
            <mc:Fallback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1961B79F-C8D9-F0DF-D152-976C609B525A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6619119" y="2041761"/>
                    <a:ext cx="435600" cy="523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940734AC-8E3C-B218-5132-ABFC09A35B3B}"/>
                      </a:ext>
                    </a:extLst>
                  </p14:cNvPr>
                  <p14:cNvContentPartPr/>
                  <p14:nvPr/>
                </p14:nvContentPartPr>
                <p14:xfrm>
                  <a:off x="6711639" y="1685001"/>
                  <a:ext cx="118440" cy="329040"/>
                </p14:xfrm>
              </p:contentPart>
            </mc:Choice>
            <mc:Fallback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940734AC-8E3C-B218-5132-ABFC09A35B3B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702639" y="1676001"/>
                    <a:ext cx="136080" cy="346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A5B1CF99-6FFF-37ED-1395-948986BE855E}"/>
                      </a:ext>
                    </a:extLst>
                  </p14:cNvPr>
                  <p14:cNvContentPartPr/>
                  <p14:nvPr/>
                </p14:nvContentPartPr>
                <p14:xfrm>
                  <a:off x="6667719" y="1987041"/>
                  <a:ext cx="185400" cy="4896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A5B1CF99-6FFF-37ED-1395-948986BE855E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6658719" y="1977974"/>
                    <a:ext cx="203040" cy="667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319A423B-CDD7-4459-ADF8-8380C7BAAE9C}"/>
                      </a:ext>
                    </a:extLst>
                  </p14:cNvPr>
                  <p14:cNvContentPartPr/>
                  <p14:nvPr/>
                </p14:nvContentPartPr>
                <p14:xfrm>
                  <a:off x="6813879" y="1825761"/>
                  <a:ext cx="113400" cy="21024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319A423B-CDD7-4459-ADF8-8380C7BAAE9C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6804879" y="1816761"/>
                    <a:ext cx="131040" cy="227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384EA419-7A61-A7A3-D08C-8DAEF87304F6}"/>
                      </a:ext>
                    </a:extLst>
                  </p14:cNvPr>
                  <p14:cNvContentPartPr/>
                  <p14:nvPr/>
                </p14:nvContentPartPr>
                <p14:xfrm>
                  <a:off x="7590759" y="4028601"/>
                  <a:ext cx="219960" cy="247680"/>
                </p14:xfrm>
              </p:contentPart>
            </mc:Choice>
            <mc:Fallback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384EA419-7A61-A7A3-D08C-8DAEF87304F6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581759" y="4019601"/>
                    <a:ext cx="237600" cy="26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295ABA6C-E1AA-CD5D-3055-163FD5AE0EC9}"/>
                      </a:ext>
                    </a:extLst>
                  </p14:cNvPr>
                  <p14:cNvContentPartPr/>
                  <p14:nvPr/>
                </p14:nvContentPartPr>
                <p14:xfrm>
                  <a:off x="7603359" y="3992601"/>
                  <a:ext cx="133200" cy="6984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295ABA6C-E1AA-CD5D-3055-163FD5AE0EC9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7594359" y="3983554"/>
                    <a:ext cx="150840" cy="875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1C2E2E46-0752-F989-D214-4C28859708A5}"/>
                      </a:ext>
                    </a:extLst>
                  </p14:cNvPr>
                  <p14:cNvContentPartPr/>
                  <p14:nvPr/>
                </p14:nvContentPartPr>
                <p14:xfrm>
                  <a:off x="7469079" y="3907641"/>
                  <a:ext cx="487800" cy="42192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1C2E2E46-0752-F989-D214-4C28859708A5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7460072" y="3898641"/>
                    <a:ext cx="505453" cy="439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760F36E5-93C3-0389-023F-622A3D0A6CC8}"/>
                      </a:ext>
                    </a:extLst>
                  </p14:cNvPr>
                  <p14:cNvContentPartPr/>
                  <p14:nvPr/>
                </p14:nvContentPartPr>
                <p14:xfrm>
                  <a:off x="7378719" y="3876681"/>
                  <a:ext cx="707760" cy="522000"/>
                </p14:xfrm>
              </p:contentPart>
            </mc:Choice>
            <mc:Fallback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760F36E5-93C3-0389-023F-622A3D0A6CC8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7369719" y="3867681"/>
                    <a:ext cx="725400" cy="539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2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7EBB4D2A-03F6-60CA-B6E4-AA0BDC890C79}"/>
                      </a:ext>
                    </a:extLst>
                  </p14:cNvPr>
                  <p14:cNvContentPartPr/>
                  <p14:nvPr/>
                </p14:nvContentPartPr>
                <p14:xfrm>
                  <a:off x="5930079" y="3377361"/>
                  <a:ext cx="248400" cy="223560"/>
                </p14:xfrm>
              </p:contentPart>
            </mc:Choice>
            <mc:Fallback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7EBB4D2A-03F6-60CA-B6E4-AA0BDC890C79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5921066" y="3368361"/>
                    <a:ext cx="266066" cy="24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4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3908C9D2-C214-3CBF-C464-6217DC7F2C81}"/>
                      </a:ext>
                    </a:extLst>
                  </p14:cNvPr>
                  <p14:cNvContentPartPr/>
                  <p14:nvPr/>
                </p14:nvContentPartPr>
                <p14:xfrm>
                  <a:off x="5851239" y="3315801"/>
                  <a:ext cx="410760" cy="42228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3908C9D2-C214-3CBF-C464-6217DC7F2C81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5842239" y="3306801"/>
                    <a:ext cx="428400" cy="43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6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43B84AC3-7CE9-5DE7-A5A8-73FA2D639DD8}"/>
                      </a:ext>
                    </a:extLst>
                  </p14:cNvPr>
                  <p14:cNvContentPartPr/>
                  <p14:nvPr/>
                </p14:nvContentPartPr>
                <p14:xfrm>
                  <a:off x="6232839" y="4393281"/>
                  <a:ext cx="196920" cy="217080"/>
                </p14:xfrm>
              </p:contentPart>
            </mc:Choice>
            <mc:Fallback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43B84AC3-7CE9-5DE7-A5A8-73FA2D639DD8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6223839" y="4384281"/>
                    <a:ext cx="214560" cy="234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8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D815F5EC-B5A0-2F76-629D-992FD4F780AF}"/>
                      </a:ext>
                    </a:extLst>
                  </p14:cNvPr>
                  <p14:cNvContentPartPr/>
                  <p14:nvPr/>
                </p14:nvContentPartPr>
                <p14:xfrm>
                  <a:off x="6279999" y="4399761"/>
                  <a:ext cx="188640" cy="230040"/>
                </p14:xfrm>
              </p:contentPart>
            </mc:Choice>
            <mc:Fallback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D815F5EC-B5A0-2F76-629D-992FD4F780AF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6270999" y="4390747"/>
                    <a:ext cx="206280" cy="2477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0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EE1CC0EF-5691-8442-2CC3-96FF0D68283F}"/>
                      </a:ext>
                    </a:extLst>
                  </p14:cNvPr>
                  <p14:cNvContentPartPr/>
                  <p14:nvPr/>
                </p14:nvContentPartPr>
                <p14:xfrm>
                  <a:off x="6126999" y="4314441"/>
                  <a:ext cx="487080" cy="387360"/>
                </p14:xfrm>
              </p:contentPart>
            </mc:Choice>
            <mc:Fallback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EE1CC0EF-5691-8442-2CC3-96FF0D68283F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6117999" y="4305441"/>
                    <a:ext cx="504720" cy="405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2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C8AD1F00-DE6C-6AEF-8575-2C9DC870095C}"/>
                      </a:ext>
                    </a:extLst>
                  </p14:cNvPr>
                  <p14:cNvContentPartPr/>
                  <p14:nvPr/>
                </p14:nvContentPartPr>
                <p14:xfrm>
                  <a:off x="6060039" y="2463681"/>
                  <a:ext cx="577440" cy="830520"/>
                </p14:xfrm>
              </p:contentPart>
            </mc:Choice>
            <mc:Fallback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C8AD1F00-DE6C-6AEF-8575-2C9DC870095C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6051039" y="2454681"/>
                    <a:ext cx="595080" cy="84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4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0C0D2C93-F0AF-308D-6561-8D0045C464AD}"/>
                      </a:ext>
                    </a:extLst>
                  </p14:cNvPr>
                  <p14:cNvContentPartPr/>
                  <p14:nvPr/>
                </p14:nvContentPartPr>
                <p14:xfrm>
                  <a:off x="6024759" y="3106281"/>
                  <a:ext cx="219600" cy="258840"/>
                </p14:xfrm>
              </p:contentPart>
            </mc:Choice>
            <mc:Fallback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0C0D2C93-F0AF-308D-6561-8D0045C464AD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6015759" y="3097281"/>
                    <a:ext cx="237240" cy="276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6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B884F31E-250E-67C7-9DC8-2035D6AE19D5}"/>
                      </a:ext>
                    </a:extLst>
                  </p14:cNvPr>
                  <p14:cNvContentPartPr/>
                  <p14:nvPr/>
                </p14:nvContentPartPr>
                <p14:xfrm>
                  <a:off x="6021159" y="3767241"/>
                  <a:ext cx="275040" cy="522360"/>
                </p14:xfrm>
              </p:contentPart>
            </mc:Choice>
            <mc:Fallback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B884F31E-250E-67C7-9DC8-2035D6AE19D5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012159" y="3758241"/>
                    <a:ext cx="292680" cy="540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8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E7208640-423F-3227-ADFC-3FC4326BFFEA}"/>
                      </a:ext>
                    </a:extLst>
                  </p14:cNvPr>
                  <p14:cNvContentPartPr/>
                  <p14:nvPr/>
                </p14:nvContentPartPr>
                <p14:xfrm>
                  <a:off x="6087399" y="4237761"/>
                  <a:ext cx="220320" cy="34560"/>
                </p14:xfrm>
              </p:contentPart>
            </mc:Choice>
            <mc:Fallback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E7208640-423F-3227-ADFC-3FC4326BFFEA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078399" y="4228666"/>
                    <a:ext cx="237960" cy="523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0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1C4E7A31-2F19-DAB1-58CC-7046AC8407C7}"/>
                      </a:ext>
                    </a:extLst>
                  </p14:cNvPr>
                  <p14:cNvContentPartPr/>
                  <p14:nvPr/>
                </p14:nvContentPartPr>
                <p14:xfrm>
                  <a:off x="6310959" y="4059921"/>
                  <a:ext cx="28440" cy="20772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1C4E7A31-2F19-DAB1-58CC-7046AC8407C7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302071" y="4050937"/>
                    <a:ext cx="45860" cy="2253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2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F21B6A95-1AFB-5B0D-28BA-75F12CE9FDD9}"/>
                      </a:ext>
                    </a:extLst>
                  </p14:cNvPr>
                  <p14:cNvContentPartPr/>
                  <p14:nvPr/>
                </p14:nvContentPartPr>
                <p14:xfrm>
                  <a:off x="7586799" y="2989281"/>
                  <a:ext cx="200880" cy="26100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F21B6A95-1AFB-5B0D-28BA-75F12CE9FDD9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7577815" y="2980293"/>
                    <a:ext cx="218488" cy="2786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4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ED272EDC-04DF-86F3-2A3F-6A7E98A73F21}"/>
                      </a:ext>
                    </a:extLst>
                  </p14:cNvPr>
                  <p14:cNvContentPartPr/>
                  <p14:nvPr/>
                </p14:nvContentPartPr>
                <p14:xfrm>
                  <a:off x="7452879" y="2901081"/>
                  <a:ext cx="491400" cy="452880"/>
                </p14:xfrm>
              </p:contentPart>
            </mc:Choice>
            <mc:Fallback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ED272EDC-04DF-86F3-2A3F-6A7E98A73F21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7443879" y="2892081"/>
                    <a:ext cx="509040" cy="470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6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F9870742-AE54-BB21-909E-02824BE39350}"/>
                      </a:ext>
                    </a:extLst>
                  </p14:cNvPr>
                  <p14:cNvContentPartPr/>
                  <p14:nvPr/>
                </p14:nvContentPartPr>
                <p14:xfrm>
                  <a:off x="6954999" y="2388801"/>
                  <a:ext cx="595440" cy="550080"/>
                </p14:xfrm>
              </p:contentPart>
            </mc:Choice>
            <mc:Fallback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F9870742-AE54-BB21-909E-02824BE39350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6945999" y="2379801"/>
                    <a:ext cx="613080" cy="567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8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9DDD2761-34EE-37CF-CC81-4184D458AD65}"/>
                      </a:ext>
                    </a:extLst>
                  </p14:cNvPr>
                  <p14:cNvContentPartPr/>
                  <p14:nvPr/>
                </p14:nvContentPartPr>
                <p14:xfrm>
                  <a:off x="7296279" y="2911881"/>
                  <a:ext cx="188640" cy="39240"/>
                </p14:xfrm>
              </p:contentPart>
            </mc:Choice>
            <mc:Fallback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9DDD2761-34EE-37CF-CC81-4184D458AD65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7287279" y="2902798"/>
                    <a:ext cx="206280" cy="570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0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19090637-88D6-C673-2CAF-67FFF05FAE0D}"/>
                      </a:ext>
                    </a:extLst>
                  </p14:cNvPr>
                  <p14:cNvContentPartPr/>
                  <p14:nvPr/>
                </p14:nvContentPartPr>
                <p14:xfrm>
                  <a:off x="7516239" y="2741961"/>
                  <a:ext cx="16200" cy="225360"/>
                </p14:xfrm>
              </p:contentPart>
            </mc:Choice>
            <mc:Fallback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19090637-88D6-C673-2CAF-67FFF05FAE0D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7507435" y="2732961"/>
                    <a:ext cx="33457" cy="243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2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A593B107-0209-41B4-ABA9-73BCC152A9A2}"/>
                      </a:ext>
                    </a:extLst>
                  </p14:cNvPr>
                  <p14:cNvContentPartPr/>
                  <p14:nvPr/>
                </p14:nvContentPartPr>
                <p14:xfrm>
                  <a:off x="6558639" y="4155681"/>
                  <a:ext cx="717480" cy="333000"/>
                </p14:xfrm>
              </p:contentPart>
            </mc:Choice>
            <mc:Fallback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A593B107-0209-41B4-ABA9-73BCC152A9A2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6549639" y="4146681"/>
                    <a:ext cx="735120" cy="350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4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C8ED8001-D396-FC4E-3C84-27DCE4B7BC01}"/>
                      </a:ext>
                    </a:extLst>
                  </p14:cNvPr>
                  <p14:cNvContentPartPr/>
                  <p14:nvPr/>
                </p14:nvContentPartPr>
                <p14:xfrm>
                  <a:off x="7088199" y="4046601"/>
                  <a:ext cx="197640" cy="225000"/>
                </p14:xfrm>
              </p:contentPart>
            </mc:Choice>
            <mc:Fallback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C8ED8001-D396-FC4E-3C84-27DCE4B7BC01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7079199" y="4037615"/>
                    <a:ext cx="215280" cy="2426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6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2318FAB1-AA21-3385-792D-6F3331DE1A78}"/>
                      </a:ext>
                    </a:extLst>
                  </p14:cNvPr>
                  <p14:cNvContentPartPr/>
                  <p14:nvPr/>
                </p14:nvContentPartPr>
                <p14:xfrm>
                  <a:off x="7739079" y="3340281"/>
                  <a:ext cx="84240" cy="524520"/>
                </p14:xfrm>
              </p:contentPart>
            </mc:Choice>
            <mc:Fallback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2318FAB1-AA21-3385-792D-6F3331DE1A78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7730079" y="3331281"/>
                    <a:ext cx="101880" cy="54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8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8FA6FA51-B9BC-7BC2-A4B5-8AE498C5BE0C}"/>
                      </a:ext>
                    </a:extLst>
                  </p14:cNvPr>
                  <p14:cNvContentPartPr/>
                  <p14:nvPr/>
                </p14:nvContentPartPr>
                <p14:xfrm>
                  <a:off x="7626039" y="3747081"/>
                  <a:ext cx="276840" cy="11844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8FA6FA51-B9BC-7BC2-A4B5-8AE498C5BE0C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7617027" y="3738081"/>
                    <a:ext cx="294503" cy="136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0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8CEE44C1-7B93-727C-5963-7CA3BC63C23F}"/>
                      </a:ext>
                    </a:extLst>
                  </p14:cNvPr>
                  <p14:cNvContentPartPr/>
                  <p14:nvPr/>
                </p14:nvContentPartPr>
                <p14:xfrm>
                  <a:off x="6283959" y="3177921"/>
                  <a:ext cx="1186200" cy="423720"/>
                </p14:xfrm>
              </p:contentPart>
            </mc:Choice>
            <mc:Fallback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8CEE44C1-7B93-727C-5963-7CA3BC63C23F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6274959" y="3168921"/>
                    <a:ext cx="1203840" cy="441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2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A23A908A-8301-9834-BF78-3204C7F8B803}"/>
                      </a:ext>
                    </a:extLst>
                  </p14:cNvPr>
                  <p14:cNvContentPartPr/>
                  <p14:nvPr/>
                </p14:nvContentPartPr>
                <p14:xfrm>
                  <a:off x="6303399" y="3408681"/>
                  <a:ext cx="70920" cy="269640"/>
                </p14:xfrm>
              </p:contentPart>
            </mc:Choice>
            <mc:Fallback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A23A908A-8301-9834-BF78-3204C7F8B803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6294399" y="3399681"/>
                    <a:ext cx="88560" cy="28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4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B575B17C-8F76-2742-62E5-8112EFE13A59}"/>
                      </a:ext>
                    </a:extLst>
                  </p14:cNvPr>
                  <p14:cNvContentPartPr/>
                  <p14:nvPr/>
                </p14:nvContentPartPr>
                <p14:xfrm>
                  <a:off x="6287919" y="3403641"/>
                  <a:ext cx="243000" cy="245880"/>
                </p14:xfrm>
              </p:contentPart>
            </mc:Choice>
            <mc:Fallback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B575B17C-8F76-2742-62E5-8112EFE13A59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6278919" y="3394654"/>
                    <a:ext cx="260640" cy="263494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52227" name="Group 104">
            <a:extLst>
              <a:ext uri="{FF2B5EF4-FFF2-40B4-BE49-F238E27FC236}">
                <a16:creationId xmlns:a16="http://schemas.microsoft.com/office/drawing/2014/main" id="{06FF17F5-F99A-8AAF-9CFA-39B980D7AE2A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476250"/>
            <a:ext cx="6310312" cy="660400"/>
            <a:chOff x="385359" y="476481"/>
            <a:chExt cx="6311160" cy="66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1D0D4A8-F3D4-CE64-337D-FA8F3CC643D8}"/>
                    </a:ext>
                  </a:extLst>
                </p14:cNvPr>
                <p14:cNvContentPartPr/>
                <p14:nvPr/>
              </p14:nvContentPartPr>
              <p14:xfrm>
                <a:off x="385359" y="476481"/>
                <a:ext cx="169200" cy="538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1D0D4A8-F3D4-CE64-337D-FA8F3CC643D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6359" y="467481"/>
                  <a:ext cx="18684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930F897-94F3-6753-FF9E-DAC47C492868}"/>
                    </a:ext>
                  </a:extLst>
                </p14:cNvPr>
                <p14:cNvContentPartPr/>
                <p14:nvPr/>
              </p14:nvContentPartPr>
              <p14:xfrm>
                <a:off x="640959" y="633801"/>
                <a:ext cx="63000" cy="236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930F897-94F3-6753-FF9E-DAC47C49286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1959" y="624787"/>
                  <a:ext cx="80640" cy="254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47668E5-C5CE-7664-7750-C13C34976EBA}"/>
                    </a:ext>
                  </a:extLst>
                </p14:cNvPr>
                <p14:cNvContentPartPr/>
                <p14:nvPr/>
              </p14:nvContentPartPr>
              <p14:xfrm>
                <a:off x="747879" y="768441"/>
                <a:ext cx="65880" cy="150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47668E5-C5CE-7664-7750-C13C34976EB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8879" y="759441"/>
                  <a:ext cx="83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A105FB1-537F-902C-3748-1092EF22E925}"/>
                    </a:ext>
                  </a:extLst>
                </p14:cNvPr>
                <p14:cNvContentPartPr/>
                <p14:nvPr/>
              </p14:nvContentPartPr>
              <p14:xfrm>
                <a:off x="926799" y="672681"/>
                <a:ext cx="149760" cy="198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A105FB1-537F-902C-3748-1092EF22E9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7799" y="663681"/>
                  <a:ext cx="167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027399-4AD2-333F-E902-815DDF4C1165}"/>
                    </a:ext>
                  </a:extLst>
                </p14:cNvPr>
                <p14:cNvContentPartPr/>
                <p14:nvPr/>
              </p14:nvContentPartPr>
              <p14:xfrm>
                <a:off x="1129119" y="828201"/>
                <a:ext cx="136080" cy="179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027399-4AD2-333F-E902-815DDF4C11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0119" y="819201"/>
                  <a:ext cx="153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4B2DD83-AE0C-9159-E236-C0A5152288D5}"/>
                    </a:ext>
                  </a:extLst>
                </p14:cNvPr>
                <p14:cNvContentPartPr/>
                <p14:nvPr/>
              </p14:nvContentPartPr>
              <p14:xfrm>
                <a:off x="1366719" y="642801"/>
                <a:ext cx="184680" cy="177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4B2DD83-AE0C-9159-E236-C0A5152288D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57719" y="633801"/>
                  <a:ext cx="202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E591266-1F41-BF6D-61D4-20A63B37CAEC}"/>
                    </a:ext>
                  </a:extLst>
                </p14:cNvPr>
                <p14:cNvContentPartPr/>
                <p14:nvPr/>
              </p14:nvContentPartPr>
              <p14:xfrm>
                <a:off x="1464279" y="666921"/>
                <a:ext cx="71640" cy="256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E591266-1F41-BF6D-61D4-20A63B37CAE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55279" y="657921"/>
                  <a:ext cx="892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D1F9790-04E0-695A-39C7-D920DEAB55A0}"/>
                    </a:ext>
                  </a:extLst>
                </p14:cNvPr>
                <p14:cNvContentPartPr/>
                <p14:nvPr/>
              </p14:nvContentPartPr>
              <p14:xfrm>
                <a:off x="1581639" y="834681"/>
                <a:ext cx="91800" cy="126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D1F9790-04E0-695A-39C7-D920DEAB55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72639" y="825681"/>
                  <a:ext cx="1094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5787B71-743F-2F26-7474-E9BA9CEC4468}"/>
                    </a:ext>
                  </a:extLst>
                </p14:cNvPr>
                <p14:cNvContentPartPr/>
                <p14:nvPr/>
              </p14:nvContentPartPr>
              <p14:xfrm>
                <a:off x="1841199" y="643161"/>
                <a:ext cx="75600" cy="229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5787B71-743F-2F26-7474-E9BA9CEC446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32199" y="634161"/>
                  <a:ext cx="93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0A2D9D-F2FE-F1B4-8B77-010435267389}"/>
                    </a:ext>
                  </a:extLst>
                </p14:cNvPr>
                <p14:cNvContentPartPr/>
                <p14:nvPr/>
              </p14:nvContentPartPr>
              <p14:xfrm>
                <a:off x="1912119" y="627321"/>
                <a:ext cx="216360" cy="16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0A2D9D-F2FE-F1B4-8B77-01043526738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03104" y="618508"/>
                  <a:ext cx="234029" cy="34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F08A00A-8954-B866-1835-433996D7B371}"/>
                    </a:ext>
                  </a:extLst>
                </p14:cNvPr>
                <p14:cNvContentPartPr/>
                <p14:nvPr/>
              </p14:nvContentPartPr>
              <p14:xfrm>
                <a:off x="1983399" y="859161"/>
                <a:ext cx="66600" cy="106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F08A00A-8954-B866-1835-433996D7B3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74399" y="850161"/>
                  <a:ext cx="84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45332DC-2A5F-AEDA-4941-F88F5A4C713E}"/>
                    </a:ext>
                  </a:extLst>
                </p14:cNvPr>
                <p14:cNvContentPartPr/>
                <p14:nvPr/>
              </p14:nvContentPartPr>
              <p14:xfrm>
                <a:off x="2250159" y="692481"/>
                <a:ext cx="74520" cy="208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45332DC-2A5F-AEDA-4941-F88F5A4C713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41159" y="683481"/>
                  <a:ext cx="92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C2FDCF3-2975-BD6E-F8AF-4E508AACC34D}"/>
                    </a:ext>
                  </a:extLst>
                </p14:cNvPr>
                <p14:cNvContentPartPr/>
                <p14:nvPr/>
              </p14:nvContentPartPr>
              <p14:xfrm>
                <a:off x="2359599" y="563241"/>
                <a:ext cx="189000" cy="439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C2FDCF3-2975-BD6E-F8AF-4E508AACC34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50616" y="554248"/>
                  <a:ext cx="206606" cy="4571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715DA36-B49E-91A8-D9A7-90784000298B}"/>
                    </a:ext>
                  </a:extLst>
                </p14:cNvPr>
                <p14:cNvContentPartPr/>
                <p14:nvPr/>
              </p14:nvContentPartPr>
              <p14:xfrm>
                <a:off x="2630319" y="543081"/>
                <a:ext cx="345960" cy="446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715DA36-B49E-91A8-D9A7-90784000298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21319" y="534081"/>
                  <a:ext cx="3636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A393725-CFBA-F105-F4C1-AEF4E1A3E23C}"/>
                    </a:ext>
                  </a:extLst>
                </p14:cNvPr>
                <p14:cNvContentPartPr/>
                <p14:nvPr/>
              </p14:nvContentPartPr>
              <p14:xfrm>
                <a:off x="2877639" y="684921"/>
                <a:ext cx="94680" cy="156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A393725-CFBA-F105-F4C1-AEF4E1A3E2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68639" y="675921"/>
                  <a:ext cx="112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FE4E14E-0861-CD24-5A74-62108C2252CC}"/>
                    </a:ext>
                  </a:extLst>
                </p14:cNvPr>
                <p14:cNvContentPartPr/>
                <p14:nvPr/>
              </p14:nvContentPartPr>
              <p14:xfrm>
                <a:off x="2975559" y="834681"/>
                <a:ext cx="58680" cy="119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FE4E14E-0861-CD24-5A74-62108C2252C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66614" y="825681"/>
                  <a:ext cx="76212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5615186-C769-8C76-EBEC-663008EEB3EB}"/>
                    </a:ext>
                  </a:extLst>
                </p14:cNvPr>
                <p14:cNvContentPartPr/>
                <p14:nvPr/>
              </p14:nvContentPartPr>
              <p14:xfrm>
                <a:off x="3129999" y="725601"/>
                <a:ext cx="132840" cy="207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5615186-C769-8C76-EBEC-663008EEB3E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20999" y="716601"/>
                  <a:ext cx="150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CEA67F5-1011-A9E3-A4AE-56E648FF0098}"/>
                    </a:ext>
                  </a:extLst>
                </p14:cNvPr>
                <p14:cNvContentPartPr/>
                <p14:nvPr/>
              </p14:nvContentPartPr>
              <p14:xfrm>
                <a:off x="3214959" y="914241"/>
                <a:ext cx="98640" cy="119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CEA67F5-1011-A9E3-A4AE-56E648FF009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05926" y="905268"/>
                  <a:ext cx="116345" cy="1371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462C87-D601-10DE-925C-42081B1B405E}"/>
                    </a:ext>
                  </a:extLst>
                </p14:cNvPr>
                <p14:cNvContentPartPr/>
                <p14:nvPr/>
              </p14:nvContentPartPr>
              <p14:xfrm>
                <a:off x="3461919" y="764121"/>
                <a:ext cx="118440" cy="179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462C87-D601-10DE-925C-42081B1B405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52919" y="755103"/>
                  <a:ext cx="136080" cy="1969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F6484D-9DE2-9393-168F-0FA7DB9D9905}"/>
                    </a:ext>
                  </a:extLst>
                </p14:cNvPr>
                <p14:cNvContentPartPr/>
                <p14:nvPr/>
              </p14:nvContentPartPr>
              <p14:xfrm>
                <a:off x="3568119" y="671241"/>
                <a:ext cx="177120" cy="27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F6484D-9DE2-9393-168F-0FA7DB9D99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59119" y="662241"/>
                  <a:ext cx="194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3A98514-40F5-C2C6-71B4-C545CF9CA9C2}"/>
                    </a:ext>
                  </a:extLst>
                </p14:cNvPr>
                <p14:cNvContentPartPr/>
                <p14:nvPr/>
              </p14:nvContentPartPr>
              <p14:xfrm>
                <a:off x="3621759" y="872121"/>
                <a:ext cx="57240" cy="148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3A98514-40F5-C2C6-71B4-C545CF9CA9C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12759" y="863121"/>
                  <a:ext cx="74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1284789-5491-C145-C0F7-C404FCC89052}"/>
                    </a:ext>
                  </a:extLst>
                </p14:cNvPr>
                <p14:cNvContentPartPr/>
                <p14:nvPr/>
              </p14:nvContentPartPr>
              <p14:xfrm>
                <a:off x="3878439" y="755121"/>
                <a:ext cx="78840" cy="235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1284789-5491-C145-C0F7-C404FCC8905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69439" y="746121"/>
                  <a:ext cx="96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E85119E-87CE-5943-8853-36080EFF620F}"/>
                    </a:ext>
                  </a:extLst>
                </p14:cNvPr>
                <p14:cNvContentPartPr/>
                <p14:nvPr/>
              </p14:nvContentPartPr>
              <p14:xfrm>
                <a:off x="3988239" y="653961"/>
                <a:ext cx="177840" cy="357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E85119E-87CE-5943-8853-36080EFF62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79239" y="644952"/>
                  <a:ext cx="195480" cy="375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6B955F9-594D-726E-3778-FC41DA00F222}"/>
                    </a:ext>
                  </a:extLst>
                </p14:cNvPr>
                <p14:cNvContentPartPr/>
                <p14:nvPr/>
              </p14:nvContentPartPr>
              <p14:xfrm>
                <a:off x="4070679" y="974001"/>
                <a:ext cx="157320" cy="144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6B955F9-594D-726E-3778-FC41DA00F2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61679" y="965001"/>
                  <a:ext cx="174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3F9565-B90A-2E50-AB5F-01D4499A685E}"/>
                    </a:ext>
                  </a:extLst>
                </p14:cNvPr>
                <p14:cNvContentPartPr/>
                <p14:nvPr/>
              </p14:nvContentPartPr>
              <p14:xfrm>
                <a:off x="4309359" y="697881"/>
                <a:ext cx="267840" cy="361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3F9565-B90A-2E50-AB5F-01D4499A685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00359" y="688872"/>
                  <a:ext cx="285480" cy="3787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80F8859-6E7F-4397-1462-2F4CF7833754}"/>
                    </a:ext>
                  </a:extLst>
                </p14:cNvPr>
                <p14:cNvContentPartPr/>
                <p14:nvPr/>
              </p14:nvContentPartPr>
              <p14:xfrm>
                <a:off x="4564239" y="806601"/>
                <a:ext cx="91440" cy="165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80F8859-6E7F-4397-1462-2F4CF78337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55239" y="797601"/>
                  <a:ext cx="109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5C553FE-67D6-3576-E533-164696912E48}"/>
                    </a:ext>
                  </a:extLst>
                </p14:cNvPr>
                <p14:cNvContentPartPr/>
                <p14:nvPr/>
              </p14:nvContentPartPr>
              <p14:xfrm>
                <a:off x="4682679" y="914241"/>
                <a:ext cx="74880" cy="98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5C553FE-67D6-3576-E533-164696912E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73679" y="905241"/>
                  <a:ext cx="92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3CD43C1-D27E-8A0D-AE33-D74E81C510F0}"/>
                    </a:ext>
                  </a:extLst>
                </p14:cNvPr>
                <p14:cNvContentPartPr/>
                <p14:nvPr/>
              </p14:nvContentPartPr>
              <p14:xfrm>
                <a:off x="4823799" y="796881"/>
                <a:ext cx="137880" cy="203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3CD43C1-D27E-8A0D-AE33-D74E81C510F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14799" y="787881"/>
                  <a:ext cx="155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64F8380-F272-FD65-4E1A-F9AC5EF08D3C}"/>
                    </a:ext>
                  </a:extLst>
                </p14:cNvPr>
                <p14:cNvContentPartPr/>
                <p14:nvPr/>
              </p14:nvContentPartPr>
              <p14:xfrm>
                <a:off x="4882839" y="953841"/>
                <a:ext cx="157320" cy="148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64F8380-F272-FD65-4E1A-F9AC5EF08D3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73839" y="944841"/>
                  <a:ext cx="174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128CA60-3F58-86C9-A37D-21AD764FE27B}"/>
                    </a:ext>
                  </a:extLst>
                </p14:cNvPr>
                <p14:cNvContentPartPr/>
                <p14:nvPr/>
              </p14:nvContentPartPr>
              <p14:xfrm>
                <a:off x="5169399" y="791481"/>
                <a:ext cx="173520" cy="215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128CA60-3F58-86C9-A37D-21AD764FE27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60380" y="782481"/>
                  <a:ext cx="191197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3C560BD-063E-3442-AB6E-979CAAA2D34F}"/>
                    </a:ext>
                  </a:extLst>
                </p14:cNvPr>
                <p14:cNvContentPartPr/>
                <p14:nvPr/>
              </p14:nvContentPartPr>
              <p14:xfrm>
                <a:off x="5377479" y="965001"/>
                <a:ext cx="141840" cy="151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3C560BD-063E-3442-AB6E-979CAAA2D34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68479" y="956001"/>
                  <a:ext cx="159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B58451-B095-CD00-AE3C-06CF9F05B034}"/>
                    </a:ext>
                  </a:extLst>
                </p14:cNvPr>
                <p14:cNvContentPartPr/>
                <p14:nvPr/>
              </p14:nvContentPartPr>
              <p14:xfrm>
                <a:off x="5640999" y="799401"/>
                <a:ext cx="160560" cy="127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B58451-B095-CD00-AE3C-06CF9F05B03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31999" y="790401"/>
                  <a:ext cx="1782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03ED53A-83B3-558F-A77C-55A05638E7DF}"/>
                    </a:ext>
                  </a:extLst>
                </p14:cNvPr>
                <p14:cNvContentPartPr/>
                <p14:nvPr/>
              </p14:nvContentPartPr>
              <p14:xfrm>
                <a:off x="5754039" y="840441"/>
                <a:ext cx="66960" cy="206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03ED53A-83B3-558F-A77C-55A05638E7D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45039" y="831441"/>
                  <a:ext cx="84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90BFAC0-CC9C-9C97-EE98-5EA76ECD46E1}"/>
                    </a:ext>
                  </a:extLst>
                </p14:cNvPr>
                <p14:cNvContentPartPr/>
                <p14:nvPr/>
              </p14:nvContentPartPr>
              <p14:xfrm>
                <a:off x="5879319" y="934041"/>
                <a:ext cx="91080" cy="117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90BFAC0-CC9C-9C97-EE98-5EA76ECD46E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70319" y="925041"/>
                  <a:ext cx="108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838ABE6-9011-817F-2C28-15F961A75CFD}"/>
                    </a:ext>
                  </a:extLst>
                </p14:cNvPr>
                <p14:cNvContentPartPr/>
                <p14:nvPr/>
              </p14:nvContentPartPr>
              <p14:xfrm>
                <a:off x="6008559" y="843321"/>
                <a:ext cx="106920" cy="239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838ABE6-9011-817F-2C28-15F961A75CF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99559" y="834321"/>
                  <a:ext cx="1245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804B9AA-5513-7EE5-30FA-6531A2BFD44B}"/>
                    </a:ext>
                  </a:extLst>
                </p14:cNvPr>
                <p14:cNvContentPartPr/>
                <p14:nvPr/>
              </p14:nvContentPartPr>
              <p14:xfrm>
                <a:off x="6119079" y="828201"/>
                <a:ext cx="149400" cy="24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804B9AA-5513-7EE5-30FA-6531A2BFD44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110079" y="819331"/>
                  <a:ext cx="167040" cy="418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5F874EE-C5DF-642B-93E8-DADF9980632A}"/>
                    </a:ext>
                  </a:extLst>
                </p14:cNvPr>
                <p14:cNvContentPartPr/>
                <p14:nvPr/>
              </p14:nvContentPartPr>
              <p14:xfrm>
                <a:off x="6134919" y="971481"/>
                <a:ext cx="106200" cy="165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5F874EE-C5DF-642B-93E8-DADF998063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25949" y="962481"/>
                  <a:ext cx="1237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94E53B0-F5D9-ECB4-A2D9-3EF6EAF3076A}"/>
                    </a:ext>
                  </a:extLst>
                </p14:cNvPr>
                <p14:cNvContentPartPr/>
                <p14:nvPr/>
              </p14:nvContentPartPr>
              <p14:xfrm>
                <a:off x="6401679" y="829641"/>
                <a:ext cx="69840" cy="159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94E53B0-F5D9-ECB4-A2D9-3EF6EAF307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392725" y="820661"/>
                  <a:ext cx="87390" cy="1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C069521-8A39-0940-5A50-E78E369B39E4}"/>
                    </a:ext>
                  </a:extLst>
                </p14:cNvPr>
                <p14:cNvContentPartPr/>
                <p14:nvPr/>
              </p14:nvContentPartPr>
              <p14:xfrm>
                <a:off x="6460719" y="713361"/>
                <a:ext cx="235800" cy="344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C069521-8A39-0940-5A50-E78E369B39E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51719" y="704361"/>
                  <a:ext cx="25344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28" name="Group 111">
            <a:extLst>
              <a:ext uri="{FF2B5EF4-FFF2-40B4-BE49-F238E27FC236}">
                <a16:creationId xmlns:a16="http://schemas.microsoft.com/office/drawing/2014/main" id="{D4A99A2F-F8C3-EE09-2546-DEAA39F3F35D}"/>
              </a:ext>
            </a:extLst>
          </p:cNvPr>
          <p:cNvGrpSpPr>
            <a:grpSpLocks/>
          </p:cNvGrpSpPr>
          <p:nvPr/>
        </p:nvGrpSpPr>
        <p:grpSpPr bwMode="auto">
          <a:xfrm>
            <a:off x="276225" y="1306513"/>
            <a:ext cx="831850" cy="415925"/>
            <a:chOff x="276999" y="1307001"/>
            <a:chExt cx="831240" cy="4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26ADF48-9775-EA39-184F-3AEA21106BB1}"/>
                    </a:ext>
                  </a:extLst>
                </p14:cNvPr>
                <p14:cNvContentPartPr/>
                <p14:nvPr/>
              </p14:nvContentPartPr>
              <p14:xfrm>
                <a:off x="276999" y="1307001"/>
                <a:ext cx="293400" cy="308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26ADF48-9775-EA39-184F-3AEA21106BB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8010" y="1298001"/>
                  <a:ext cx="311018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075CADA-E84F-5F7E-4887-7574ABD885C5}"/>
                    </a:ext>
                  </a:extLst>
                </p14:cNvPr>
                <p14:cNvContentPartPr/>
                <p14:nvPr/>
              </p14:nvContentPartPr>
              <p14:xfrm>
                <a:off x="550239" y="1415361"/>
                <a:ext cx="145800" cy="168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075CADA-E84F-5F7E-4887-7574ABD885C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1239" y="1406361"/>
                  <a:ext cx="163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9A03206-833F-EAE8-4B06-0F61C78FB253}"/>
                    </a:ext>
                  </a:extLst>
                </p14:cNvPr>
                <p14:cNvContentPartPr/>
                <p14:nvPr/>
              </p14:nvContentPartPr>
              <p14:xfrm>
                <a:off x="738879" y="1545681"/>
                <a:ext cx="106200" cy="106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9A03206-833F-EAE8-4B06-0F61C78FB25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9909" y="1536681"/>
                  <a:ext cx="1237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4F8EF09-D80B-7C1B-F7D7-79DD2BB6BA86}"/>
                    </a:ext>
                  </a:extLst>
                </p14:cNvPr>
                <p14:cNvContentPartPr/>
                <p14:nvPr/>
              </p14:nvContentPartPr>
              <p14:xfrm>
                <a:off x="869559" y="1452801"/>
                <a:ext cx="187560" cy="118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4F8EF09-D80B-7C1B-F7D7-79DD2BB6BA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0542" y="1443774"/>
                  <a:ext cx="205234" cy="136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89E510C-A446-D705-0C1F-C992CCAD7BE1}"/>
                    </a:ext>
                  </a:extLst>
                </p14:cNvPr>
                <p14:cNvContentPartPr/>
                <p14:nvPr/>
              </p14:nvContentPartPr>
              <p14:xfrm>
                <a:off x="915279" y="1494201"/>
                <a:ext cx="102600" cy="197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89E510C-A446-D705-0C1F-C992CCAD7BE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6279" y="1485201"/>
                  <a:ext cx="120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1474BE4-8EF7-69E4-B0E7-B9D373583C74}"/>
                    </a:ext>
                  </a:extLst>
                </p14:cNvPr>
                <p14:cNvContentPartPr/>
                <p14:nvPr/>
              </p14:nvContentPartPr>
              <p14:xfrm>
                <a:off x="1013559" y="1600761"/>
                <a:ext cx="94680" cy="121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1474BE4-8EF7-69E4-B0E7-B9D373583C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04559" y="1591788"/>
                  <a:ext cx="112320" cy="13926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29" name="Group 122">
            <a:extLst>
              <a:ext uri="{FF2B5EF4-FFF2-40B4-BE49-F238E27FC236}">
                <a16:creationId xmlns:a16="http://schemas.microsoft.com/office/drawing/2014/main" id="{9477C5CF-D799-E9C8-24C7-DBB02FD38896}"/>
              </a:ext>
            </a:extLst>
          </p:cNvPr>
          <p:cNvGrpSpPr>
            <a:grpSpLocks/>
          </p:cNvGrpSpPr>
          <p:nvPr/>
        </p:nvGrpSpPr>
        <p:grpSpPr bwMode="auto">
          <a:xfrm>
            <a:off x="1266825" y="1443038"/>
            <a:ext cx="1379538" cy="350837"/>
            <a:chOff x="1266279" y="1443801"/>
            <a:chExt cx="138024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C7D32A8-A195-C8D9-71D2-E37906342AD8}"/>
                    </a:ext>
                  </a:extLst>
                </p14:cNvPr>
                <p14:cNvContentPartPr/>
                <p14:nvPr/>
              </p14:nvContentPartPr>
              <p14:xfrm>
                <a:off x="1266279" y="1519401"/>
                <a:ext cx="73080" cy="150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C7D32A8-A195-C8D9-71D2-E37906342AD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57279" y="1510401"/>
                  <a:ext cx="907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22C3A1A-A708-0EF3-BF98-00777EE1C5C0}"/>
                    </a:ext>
                  </a:extLst>
                </p14:cNvPr>
                <p14:cNvContentPartPr/>
                <p14:nvPr/>
              </p14:nvContentPartPr>
              <p14:xfrm>
                <a:off x="1307679" y="1446681"/>
                <a:ext cx="191520" cy="37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22C3A1A-A708-0EF3-BF98-00777EE1C5C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98679" y="1437681"/>
                  <a:ext cx="209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8AB0EE0-D497-302E-58F8-9B7D38A9E6C9}"/>
                    </a:ext>
                  </a:extLst>
                </p14:cNvPr>
                <p14:cNvContentPartPr/>
                <p14:nvPr/>
              </p14:nvContentPartPr>
              <p14:xfrm>
                <a:off x="1378239" y="1614081"/>
                <a:ext cx="118440" cy="136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8AB0EE0-D497-302E-58F8-9B7D38A9E6C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369212" y="1605081"/>
                  <a:ext cx="136134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7AC0C68-C105-8234-18E4-212C28A8E6AF}"/>
                    </a:ext>
                  </a:extLst>
                </p14:cNvPr>
                <p14:cNvContentPartPr/>
                <p14:nvPr/>
              </p14:nvContentPartPr>
              <p14:xfrm>
                <a:off x="1606119" y="1497441"/>
                <a:ext cx="102240" cy="180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7AC0C68-C105-8234-18E4-212C28A8E6A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97151" y="1488459"/>
                  <a:ext cx="119818" cy="1979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075883-804E-BC6B-482E-5F52D0A9C922}"/>
                    </a:ext>
                  </a:extLst>
                </p14:cNvPr>
                <p14:cNvContentPartPr/>
                <p14:nvPr/>
              </p14:nvContentPartPr>
              <p14:xfrm>
                <a:off x="1727799" y="1655481"/>
                <a:ext cx="102240" cy="138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075883-804E-BC6B-482E-5F52D0A9C92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18831" y="1646481"/>
                  <a:ext cx="119818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BED4BE0-8196-ABA1-008C-A8F52AE67747}"/>
                    </a:ext>
                  </a:extLst>
                </p14:cNvPr>
                <p14:cNvContentPartPr/>
                <p14:nvPr/>
              </p14:nvContentPartPr>
              <p14:xfrm>
                <a:off x="1936239" y="1521201"/>
                <a:ext cx="160920" cy="141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BED4BE0-8196-ABA1-008C-A8F52AE6774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27219" y="1512201"/>
                  <a:ext cx="178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89407D6-FE04-D4A2-22D3-8900959EF08D}"/>
                    </a:ext>
                  </a:extLst>
                </p14:cNvPr>
                <p14:cNvContentPartPr/>
                <p14:nvPr/>
              </p14:nvContentPartPr>
              <p14:xfrm>
                <a:off x="2128119" y="1443801"/>
                <a:ext cx="137160" cy="289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89407D6-FE04-D4A2-22D3-8900959EF08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19119" y="1434801"/>
                  <a:ext cx="1548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E14E6C7-E8EB-16C5-5D1A-A15D587728E1}"/>
                    </a:ext>
                  </a:extLst>
                </p14:cNvPr>
                <p14:cNvContentPartPr/>
                <p14:nvPr/>
              </p14:nvContentPartPr>
              <p14:xfrm>
                <a:off x="2249799" y="1662681"/>
                <a:ext cx="86760" cy="101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E14E6C7-E8EB-16C5-5D1A-A15D587728E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40799" y="1653681"/>
                  <a:ext cx="104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F75F166-8D52-CB4B-F67E-8883D831891A}"/>
                    </a:ext>
                  </a:extLst>
                </p14:cNvPr>
                <p14:cNvContentPartPr/>
                <p14:nvPr/>
              </p14:nvContentPartPr>
              <p14:xfrm>
                <a:off x="2410719" y="1472601"/>
                <a:ext cx="235800" cy="304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F75F166-8D52-CB4B-F67E-8883D831891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01719" y="1463601"/>
                  <a:ext cx="25344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30" name="Group 139">
            <a:extLst>
              <a:ext uri="{FF2B5EF4-FFF2-40B4-BE49-F238E27FC236}">
                <a16:creationId xmlns:a16="http://schemas.microsoft.com/office/drawing/2014/main" id="{A2C24C6A-E0C4-62E2-5D58-A26BE5E32A7E}"/>
              </a:ext>
            </a:extLst>
          </p:cNvPr>
          <p:cNvGrpSpPr>
            <a:grpSpLocks/>
          </p:cNvGrpSpPr>
          <p:nvPr/>
        </p:nvGrpSpPr>
        <p:grpSpPr bwMode="auto">
          <a:xfrm>
            <a:off x="2619375" y="1520825"/>
            <a:ext cx="1804988" cy="338138"/>
            <a:chOff x="2619519" y="1521201"/>
            <a:chExt cx="180504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8E12BEC-73F6-858F-D041-CAC8D1AC4E24}"/>
                    </a:ext>
                  </a:extLst>
                </p14:cNvPr>
                <p14:cNvContentPartPr/>
                <p14:nvPr/>
              </p14:nvContentPartPr>
              <p14:xfrm>
                <a:off x="2619519" y="1574121"/>
                <a:ext cx="136800" cy="151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8E12BEC-73F6-858F-D041-CAC8D1AC4E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610495" y="1565121"/>
                  <a:ext cx="154487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DF9443-1118-9355-31BA-60AE3D264846}"/>
                    </a:ext>
                  </a:extLst>
                </p14:cNvPr>
                <p14:cNvContentPartPr/>
                <p14:nvPr/>
              </p14:nvContentPartPr>
              <p14:xfrm>
                <a:off x="2771439" y="1677081"/>
                <a:ext cx="107280" cy="122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DF9443-1118-9355-31BA-60AE3D26484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762469" y="1668107"/>
                  <a:ext cx="124861" cy="1403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1956EF3-3146-5AE7-D02D-01B546DFECBC}"/>
                    </a:ext>
                  </a:extLst>
                </p14:cNvPr>
                <p14:cNvContentPartPr/>
                <p14:nvPr/>
              </p14:nvContentPartPr>
              <p14:xfrm>
                <a:off x="2960799" y="1556481"/>
                <a:ext cx="145080" cy="108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1956EF3-3146-5AE7-D02D-01B546DFECB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51799" y="1547481"/>
                  <a:ext cx="162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BD85262-4239-3143-7720-05F54EF3C52F}"/>
                    </a:ext>
                  </a:extLst>
                </p14:cNvPr>
                <p14:cNvContentPartPr/>
                <p14:nvPr/>
              </p14:nvContentPartPr>
              <p14:xfrm>
                <a:off x="2999319" y="1558641"/>
                <a:ext cx="94680" cy="206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BD85262-4239-3143-7720-05F54EF3C52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90319" y="1549641"/>
                  <a:ext cx="112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97F9530-E15F-D04A-78DA-F57C7D61EF00}"/>
                    </a:ext>
                  </a:extLst>
                </p14:cNvPr>
                <p14:cNvContentPartPr/>
                <p14:nvPr/>
              </p14:nvContentPartPr>
              <p14:xfrm>
                <a:off x="3101199" y="1653681"/>
                <a:ext cx="90720" cy="145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97F9530-E15F-D04A-78DA-F57C7D61EF0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92163" y="1644659"/>
                  <a:ext cx="108430" cy="163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BC1844F-BFA6-7E9C-BE37-69C0DBE69DF0}"/>
                    </a:ext>
                  </a:extLst>
                </p14:cNvPr>
                <p14:cNvContentPartPr/>
                <p14:nvPr/>
              </p14:nvContentPartPr>
              <p14:xfrm>
                <a:off x="3317199" y="1578081"/>
                <a:ext cx="114120" cy="178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BC1844F-BFA6-7E9C-BE37-69C0DBE69DF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08199" y="1569081"/>
                  <a:ext cx="1317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0FA2BD1-414E-DB56-D72B-4D43F7646233}"/>
                    </a:ext>
                  </a:extLst>
                </p14:cNvPr>
                <p14:cNvContentPartPr/>
                <p14:nvPr/>
              </p14:nvContentPartPr>
              <p14:xfrm>
                <a:off x="3415119" y="1543521"/>
                <a:ext cx="145440" cy="27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0FA2BD1-414E-DB56-D72B-4D43F76462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06119" y="1534521"/>
                  <a:ext cx="163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015F5C4-795D-9AF2-35CA-613166E2AC49}"/>
                    </a:ext>
                  </a:extLst>
                </p14:cNvPr>
                <p14:cNvContentPartPr/>
                <p14:nvPr/>
              </p14:nvContentPartPr>
              <p14:xfrm>
                <a:off x="3448599" y="1682481"/>
                <a:ext cx="92880" cy="135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015F5C4-795D-9AF2-35CA-613166E2AC4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39599" y="1673481"/>
                  <a:ext cx="110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B40A07-C75A-C245-0911-206A83EBF9CA}"/>
                    </a:ext>
                  </a:extLst>
                </p14:cNvPr>
                <p14:cNvContentPartPr/>
                <p14:nvPr/>
              </p14:nvContentPartPr>
              <p14:xfrm>
                <a:off x="3650199" y="1560801"/>
                <a:ext cx="63720" cy="177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B40A07-C75A-C245-0911-206A83EBF9C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41199" y="1551819"/>
                  <a:ext cx="81360" cy="194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360E870-F722-D2E1-25A7-EEAD6FAC41EC}"/>
                    </a:ext>
                  </a:extLst>
                </p14:cNvPr>
                <p14:cNvContentPartPr/>
                <p14:nvPr/>
              </p14:nvContentPartPr>
              <p14:xfrm>
                <a:off x="3713559" y="1686801"/>
                <a:ext cx="59400" cy="99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360E870-F722-D2E1-25A7-EEAD6FAC41E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04559" y="1677801"/>
                  <a:ext cx="77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0924DBC-D117-E717-2CAB-5B8BA49FC7D5}"/>
                    </a:ext>
                  </a:extLst>
                </p14:cNvPr>
                <p14:cNvContentPartPr/>
                <p14:nvPr/>
              </p14:nvContentPartPr>
              <p14:xfrm>
                <a:off x="3839559" y="1570881"/>
                <a:ext cx="106200" cy="207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0924DBC-D117-E717-2CAB-5B8BA49FC7D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30559" y="1561881"/>
                  <a:ext cx="123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7BE5A70-0DF4-33B3-9BE3-3EA83CF9A152}"/>
                    </a:ext>
                  </a:extLst>
                </p14:cNvPr>
                <p14:cNvContentPartPr/>
                <p14:nvPr/>
              </p14:nvContentPartPr>
              <p14:xfrm>
                <a:off x="3949719" y="1694721"/>
                <a:ext cx="109080" cy="122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7BE5A70-0DF4-33B3-9BE3-3EA83CF9A15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40719" y="1685721"/>
                  <a:ext cx="126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D4BC322-0C84-751A-FFC1-78D4C988FFBF}"/>
                    </a:ext>
                  </a:extLst>
                </p14:cNvPr>
                <p14:cNvContentPartPr/>
                <p14:nvPr/>
              </p14:nvContentPartPr>
              <p14:xfrm>
                <a:off x="4102719" y="1591761"/>
                <a:ext cx="135720" cy="156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D4BC322-0C84-751A-FFC1-78D4C988FFB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93719" y="1582761"/>
                  <a:ext cx="153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42BB70F-A98A-FC47-2A12-CBC0B5137337}"/>
                    </a:ext>
                  </a:extLst>
                </p14:cNvPr>
                <p14:cNvContentPartPr/>
                <p14:nvPr/>
              </p14:nvContentPartPr>
              <p14:xfrm>
                <a:off x="4196319" y="1521201"/>
                <a:ext cx="228240" cy="338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42BB70F-A98A-FC47-2A12-CBC0B513733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87319" y="1512201"/>
                  <a:ext cx="24588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31" name="Group 143">
            <a:extLst>
              <a:ext uri="{FF2B5EF4-FFF2-40B4-BE49-F238E27FC236}">
                <a16:creationId xmlns:a16="http://schemas.microsoft.com/office/drawing/2014/main" id="{204FD847-C3DA-BF09-A192-8CBA86EF299A}"/>
              </a:ext>
            </a:extLst>
          </p:cNvPr>
          <p:cNvGrpSpPr>
            <a:grpSpLocks/>
          </p:cNvGrpSpPr>
          <p:nvPr/>
        </p:nvGrpSpPr>
        <p:grpSpPr bwMode="auto">
          <a:xfrm>
            <a:off x="280988" y="2036763"/>
            <a:ext cx="560387" cy="414337"/>
            <a:chOff x="281319" y="2037081"/>
            <a:chExt cx="55980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84CAF7-3E48-A607-09A4-A7A687FE4CAE}"/>
                    </a:ext>
                  </a:extLst>
                </p14:cNvPr>
                <p14:cNvContentPartPr/>
                <p14:nvPr/>
              </p14:nvContentPartPr>
              <p14:xfrm>
                <a:off x="281319" y="2037081"/>
                <a:ext cx="234360" cy="309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84CAF7-3E48-A607-09A4-A7A687FE4CA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2319" y="2028081"/>
                  <a:ext cx="252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7B4110C-6820-7A83-45CF-7EC3947BADCD}"/>
                    </a:ext>
                  </a:extLst>
                </p14:cNvPr>
                <p14:cNvContentPartPr/>
                <p14:nvPr/>
              </p14:nvContentPartPr>
              <p14:xfrm>
                <a:off x="596679" y="2108361"/>
                <a:ext cx="138960" cy="205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7B4110C-6820-7A83-45CF-7EC3947BADC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7679" y="2099361"/>
                  <a:ext cx="156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51C9BB1-59C6-F43C-F3DB-01E256E7F870}"/>
                    </a:ext>
                  </a:extLst>
                </p14:cNvPr>
                <p14:cNvContentPartPr/>
                <p14:nvPr/>
              </p14:nvContentPartPr>
              <p14:xfrm>
                <a:off x="695679" y="2291601"/>
                <a:ext cx="145440" cy="159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51C9BB1-59C6-F43C-F3DB-01E256E7F87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6701" y="2282601"/>
                  <a:ext cx="163036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32" name="Group 153">
            <a:extLst>
              <a:ext uri="{FF2B5EF4-FFF2-40B4-BE49-F238E27FC236}">
                <a16:creationId xmlns:a16="http://schemas.microsoft.com/office/drawing/2014/main" id="{C892C699-065B-1994-D546-B7BE1CD08EE0}"/>
              </a:ext>
            </a:extLst>
          </p:cNvPr>
          <p:cNvGrpSpPr>
            <a:grpSpLocks/>
          </p:cNvGrpSpPr>
          <p:nvPr/>
        </p:nvGrpSpPr>
        <p:grpSpPr bwMode="auto">
          <a:xfrm>
            <a:off x="954088" y="2097088"/>
            <a:ext cx="903287" cy="369887"/>
            <a:chOff x="954519" y="2097561"/>
            <a:chExt cx="90288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1293F8C-3771-CB4A-4D37-61D510ADEDE8}"/>
                    </a:ext>
                  </a:extLst>
                </p14:cNvPr>
                <p14:cNvContentPartPr/>
                <p14:nvPr/>
              </p14:nvContentPartPr>
              <p14:xfrm>
                <a:off x="954519" y="2150841"/>
                <a:ext cx="87120" cy="168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1293F8C-3771-CB4A-4D37-61D510ADEDE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5519" y="2141822"/>
                  <a:ext cx="104760" cy="185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C987BD0-34AF-4D8B-C465-CAAF8CCCCD30}"/>
                    </a:ext>
                  </a:extLst>
                </p14:cNvPr>
                <p14:cNvContentPartPr/>
                <p14:nvPr/>
              </p14:nvContentPartPr>
              <p14:xfrm>
                <a:off x="1025439" y="2097561"/>
                <a:ext cx="90720" cy="31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C987BD0-34AF-4D8B-C465-CAAF8CCCCD3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16439" y="2088561"/>
                  <a:ext cx="108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532802B-126D-A3DC-3DBC-01F03E1E7292}"/>
                    </a:ext>
                  </a:extLst>
                </p14:cNvPr>
                <p14:cNvContentPartPr/>
                <p14:nvPr/>
              </p14:nvContentPartPr>
              <p14:xfrm>
                <a:off x="1107879" y="2256321"/>
                <a:ext cx="74880" cy="152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532802B-126D-A3DC-3DBC-01F03E1E729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8879" y="2247300"/>
                  <a:ext cx="92520" cy="169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4651886-8FA4-0A1D-5A6B-8BA985AD6AA0}"/>
                    </a:ext>
                  </a:extLst>
                </p14:cNvPr>
                <p14:cNvContentPartPr/>
                <p14:nvPr/>
              </p14:nvContentPartPr>
              <p14:xfrm>
                <a:off x="1236399" y="2205561"/>
                <a:ext cx="86400" cy="1526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4651886-8FA4-0A1D-5A6B-8BA985AD6AA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227399" y="2196561"/>
                  <a:ext cx="104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1BDF333-C50B-1CA3-07B8-A950A7A1C682}"/>
                    </a:ext>
                  </a:extLst>
                </p14:cNvPr>
                <p14:cNvContentPartPr/>
                <p14:nvPr/>
              </p14:nvContentPartPr>
              <p14:xfrm>
                <a:off x="1319559" y="2311401"/>
                <a:ext cx="78840" cy="155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1BDF333-C50B-1CA3-07B8-A950A7A1C68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310559" y="2302401"/>
                  <a:ext cx="96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D65CB3E-D4F0-72F4-C5D6-E57F1CF37ABE}"/>
                    </a:ext>
                  </a:extLst>
                </p14:cNvPr>
                <p14:cNvContentPartPr/>
                <p14:nvPr/>
              </p14:nvContentPartPr>
              <p14:xfrm>
                <a:off x="1476519" y="2192241"/>
                <a:ext cx="122040" cy="199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D65CB3E-D4F0-72F4-C5D6-E57F1CF37AB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67545" y="2183257"/>
                  <a:ext cx="139628" cy="216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135219A-5ED3-BC48-589F-D63BE1D86D9D}"/>
                    </a:ext>
                  </a:extLst>
                </p14:cNvPr>
                <p14:cNvContentPartPr/>
                <p14:nvPr/>
              </p14:nvContentPartPr>
              <p14:xfrm>
                <a:off x="1629519" y="2101881"/>
                <a:ext cx="122040" cy="294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135219A-5ED3-BC48-589F-D63BE1D86D9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620519" y="2092881"/>
                  <a:ext cx="139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52BBF7F-7378-A819-8B0E-E1DF3042745F}"/>
                    </a:ext>
                  </a:extLst>
                </p14:cNvPr>
                <p14:cNvContentPartPr/>
                <p14:nvPr/>
              </p14:nvContentPartPr>
              <p14:xfrm>
                <a:off x="1755159" y="2344521"/>
                <a:ext cx="102240" cy="112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52BBF7F-7378-A819-8B0E-E1DF3042745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46159" y="2335521"/>
                  <a:ext cx="1198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33" name="Group 160">
            <a:extLst>
              <a:ext uri="{FF2B5EF4-FFF2-40B4-BE49-F238E27FC236}">
                <a16:creationId xmlns:a16="http://schemas.microsoft.com/office/drawing/2014/main" id="{0F5F3142-0DB2-A0BC-358A-584421DE379B}"/>
              </a:ext>
            </a:extLst>
          </p:cNvPr>
          <p:cNvGrpSpPr>
            <a:grpSpLocks/>
          </p:cNvGrpSpPr>
          <p:nvPr/>
        </p:nvGrpSpPr>
        <p:grpSpPr bwMode="auto">
          <a:xfrm>
            <a:off x="1962150" y="2166938"/>
            <a:ext cx="641350" cy="327025"/>
            <a:chOff x="1962519" y="2166321"/>
            <a:chExt cx="64080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861AAA1-5882-1A3E-9609-8584A596DE7F}"/>
                    </a:ext>
                  </a:extLst>
                </p14:cNvPr>
                <p14:cNvContentPartPr/>
                <p14:nvPr/>
              </p14:nvContentPartPr>
              <p14:xfrm>
                <a:off x="1962519" y="2166321"/>
                <a:ext cx="216000" cy="240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861AAA1-5882-1A3E-9609-8584A596DE7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953504" y="2157321"/>
                  <a:ext cx="233669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2CDB042-C5B0-B03E-1A4D-02F3F70065D0}"/>
                    </a:ext>
                  </a:extLst>
                </p14:cNvPr>
                <p14:cNvContentPartPr/>
                <p14:nvPr/>
              </p14:nvContentPartPr>
              <p14:xfrm>
                <a:off x="2141079" y="2183601"/>
                <a:ext cx="109440" cy="179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2CDB042-C5B0-B03E-1A4D-02F3F70065D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132049" y="2174601"/>
                  <a:ext cx="127138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C673F6E-5F3D-F171-F67D-D38A81C5BFCD}"/>
                    </a:ext>
                  </a:extLst>
                </p14:cNvPr>
                <p14:cNvContentPartPr/>
                <p14:nvPr/>
              </p14:nvContentPartPr>
              <p14:xfrm>
                <a:off x="2205879" y="2295921"/>
                <a:ext cx="102600" cy="154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C673F6E-5F3D-F171-F67D-D38A81C5BFC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96879" y="2286921"/>
                  <a:ext cx="120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F842768-A1F9-AA30-0897-8079FD4FAD4B}"/>
                    </a:ext>
                  </a:extLst>
                </p14:cNvPr>
                <p14:cNvContentPartPr/>
                <p14:nvPr/>
              </p14:nvContentPartPr>
              <p14:xfrm>
                <a:off x="2343759" y="2233641"/>
                <a:ext cx="133920" cy="192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F842768-A1F9-AA30-0897-8079FD4FAD4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34759" y="2224641"/>
                  <a:ext cx="1515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D4BD266-C09F-B39A-2703-028D6F8C1C49}"/>
                    </a:ext>
                  </a:extLst>
                </p14:cNvPr>
                <p14:cNvContentPartPr/>
                <p14:nvPr/>
              </p14:nvContentPartPr>
              <p14:xfrm>
                <a:off x="2474079" y="2329041"/>
                <a:ext cx="129240" cy="1641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D4BD266-C09F-B39A-2703-028D6F8C1C4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465079" y="2320041"/>
                  <a:ext cx="14688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34" name="Group 174">
            <a:extLst>
              <a:ext uri="{FF2B5EF4-FFF2-40B4-BE49-F238E27FC236}">
                <a16:creationId xmlns:a16="http://schemas.microsoft.com/office/drawing/2014/main" id="{C89FDA1E-89FD-5E59-E8F5-653187018127}"/>
              </a:ext>
            </a:extLst>
          </p:cNvPr>
          <p:cNvGrpSpPr>
            <a:grpSpLocks/>
          </p:cNvGrpSpPr>
          <p:nvPr/>
        </p:nvGrpSpPr>
        <p:grpSpPr bwMode="auto">
          <a:xfrm>
            <a:off x="2706688" y="2206625"/>
            <a:ext cx="1141412" cy="350838"/>
            <a:chOff x="2705919" y="2206281"/>
            <a:chExt cx="114156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CE7E5E8-2B37-A62A-BE0D-F1EF1027B324}"/>
                    </a:ext>
                  </a:extLst>
                </p14:cNvPr>
                <p14:cNvContentPartPr/>
                <p14:nvPr/>
              </p14:nvContentPartPr>
              <p14:xfrm>
                <a:off x="2705919" y="2206281"/>
                <a:ext cx="183240" cy="116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CE7E5E8-2B37-A62A-BE0D-F1EF1027B32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696901" y="2197281"/>
                  <a:ext cx="200915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00483D5-3EA6-08C0-3498-729D06378C10}"/>
                    </a:ext>
                  </a:extLst>
                </p14:cNvPr>
                <p14:cNvContentPartPr/>
                <p14:nvPr/>
              </p14:nvContentPartPr>
              <p14:xfrm>
                <a:off x="2798439" y="2227161"/>
                <a:ext cx="79560" cy="219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00483D5-3EA6-08C0-3498-729D06378C1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789439" y="2218161"/>
                  <a:ext cx="972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CBD8AEE-D968-5B91-C31B-7F54E24E9F1D}"/>
                    </a:ext>
                  </a:extLst>
                </p14:cNvPr>
                <p14:cNvContentPartPr/>
                <p14:nvPr/>
              </p14:nvContentPartPr>
              <p14:xfrm>
                <a:off x="2873679" y="2388081"/>
                <a:ext cx="110160" cy="149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CBD8AEE-D968-5B91-C31B-7F54E24E9F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864708" y="2379059"/>
                  <a:ext cx="127743" cy="166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E9743D6-CF79-19E9-542F-244BD324441B}"/>
                    </a:ext>
                  </a:extLst>
                </p14:cNvPr>
                <p14:cNvContentPartPr/>
                <p14:nvPr/>
              </p14:nvContentPartPr>
              <p14:xfrm>
                <a:off x="3050439" y="2276121"/>
                <a:ext cx="102960" cy="234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E9743D6-CF79-19E9-542F-244BD324441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41439" y="2267121"/>
                  <a:ext cx="120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AC1A829-3B06-914D-F8B5-265F5B957959}"/>
                    </a:ext>
                  </a:extLst>
                </p14:cNvPr>
                <p14:cNvContentPartPr/>
                <p14:nvPr/>
              </p14:nvContentPartPr>
              <p14:xfrm>
                <a:off x="3093279" y="2276121"/>
                <a:ext cx="149400" cy="4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AC1A829-3B06-914D-F8B5-265F5B95795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084279" y="2267121"/>
                  <a:ext cx="167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3E58AB2-CC7E-4F72-07E5-71E255F66B6D}"/>
                    </a:ext>
                  </a:extLst>
                </p14:cNvPr>
                <p14:cNvContentPartPr/>
                <p14:nvPr/>
              </p14:nvContentPartPr>
              <p14:xfrm>
                <a:off x="3140799" y="2412921"/>
                <a:ext cx="90360" cy="137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3E58AB2-CC7E-4F72-07E5-71E255F66B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131799" y="2403921"/>
                  <a:ext cx="108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E381923-3BBD-D4E5-00E8-D4AAB7D1D08C}"/>
                    </a:ext>
                  </a:extLst>
                </p14:cNvPr>
                <p14:cNvContentPartPr/>
                <p14:nvPr/>
              </p14:nvContentPartPr>
              <p14:xfrm>
                <a:off x="3305319" y="2225721"/>
                <a:ext cx="114120" cy="225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E381923-3BBD-D4E5-00E8-D4AAB7D1D08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96319" y="2216707"/>
                  <a:ext cx="131760" cy="243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46E31FD-9E21-30E6-9E93-B7E2A0283567}"/>
                    </a:ext>
                  </a:extLst>
                </p14:cNvPr>
                <p14:cNvContentPartPr/>
                <p14:nvPr/>
              </p14:nvContentPartPr>
              <p14:xfrm>
                <a:off x="3426639" y="2408601"/>
                <a:ext cx="83160" cy="129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46E31FD-9E21-30E6-9E93-B7E2A028356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17639" y="2399576"/>
                  <a:ext cx="100800" cy="147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D46578E-969B-A4D7-5A08-8BA170EEC267}"/>
                    </a:ext>
                  </a:extLst>
                </p14:cNvPr>
                <p14:cNvContentPartPr/>
                <p14:nvPr/>
              </p14:nvContentPartPr>
              <p14:xfrm>
                <a:off x="3569919" y="2280441"/>
                <a:ext cx="120960" cy="223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D46578E-969B-A4D7-5A08-8BA170EEC26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560919" y="2271441"/>
                  <a:ext cx="1386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775DE57-F01C-5E99-F6CE-D5CE2BD4324F}"/>
                    </a:ext>
                  </a:extLst>
                </p14:cNvPr>
                <p14:cNvContentPartPr/>
                <p14:nvPr/>
              </p14:nvContentPartPr>
              <p14:xfrm>
                <a:off x="3682239" y="2263161"/>
                <a:ext cx="165240" cy="294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775DE57-F01C-5E99-F6CE-D5CE2BD4324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673239" y="2254172"/>
                  <a:ext cx="182880" cy="311738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4BCD6F1E-5909-94C8-AF57-45FC6F8032E7}"/>
                  </a:ext>
                </a:extLst>
              </p14:cNvPr>
              <p14:cNvContentPartPr/>
              <p14:nvPr/>
            </p14:nvContentPartPr>
            <p14:xfrm>
              <a:off x="268359" y="2752401"/>
              <a:ext cx="211320" cy="27072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4BCD6F1E-5909-94C8-AF57-45FC6F8032E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59359" y="2743401"/>
                <a:ext cx="22896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236" name="Group 184">
            <a:extLst>
              <a:ext uri="{FF2B5EF4-FFF2-40B4-BE49-F238E27FC236}">
                <a16:creationId xmlns:a16="http://schemas.microsoft.com/office/drawing/2014/main" id="{9AEF4521-24EA-5C9E-4F23-69A82F559ED3}"/>
              </a:ext>
            </a:extLst>
          </p:cNvPr>
          <p:cNvGrpSpPr>
            <a:grpSpLocks/>
          </p:cNvGrpSpPr>
          <p:nvPr/>
        </p:nvGrpSpPr>
        <p:grpSpPr bwMode="auto">
          <a:xfrm>
            <a:off x="473075" y="2778125"/>
            <a:ext cx="827088" cy="334963"/>
            <a:chOff x="472479" y="2777601"/>
            <a:chExt cx="82800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D7E4F6A-5A46-8E96-138F-3BEB8B39709A}"/>
                    </a:ext>
                  </a:extLst>
                </p14:cNvPr>
                <p14:cNvContentPartPr/>
                <p14:nvPr/>
              </p14:nvContentPartPr>
              <p14:xfrm>
                <a:off x="472479" y="2785881"/>
                <a:ext cx="160560" cy="132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D7E4F6A-5A46-8E96-138F-3BEB8B39709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63479" y="2776881"/>
                  <a:ext cx="178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ECC8BA7-D6A5-FCC5-B687-146B2DD18418}"/>
                    </a:ext>
                  </a:extLst>
                </p14:cNvPr>
                <p14:cNvContentPartPr/>
                <p14:nvPr/>
              </p14:nvContentPartPr>
              <p14:xfrm>
                <a:off x="539439" y="2790561"/>
                <a:ext cx="93960" cy="203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ECC8BA7-D6A5-FCC5-B687-146B2DD1841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0439" y="2781577"/>
                  <a:ext cx="111600" cy="221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142138E-734C-546C-E09F-2228A30B4BB0}"/>
                    </a:ext>
                  </a:extLst>
                </p14:cNvPr>
                <p14:cNvContentPartPr/>
                <p14:nvPr/>
              </p14:nvContentPartPr>
              <p14:xfrm>
                <a:off x="675879" y="2918721"/>
                <a:ext cx="86760" cy="110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142138E-734C-546C-E09F-2228A30B4BB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66916" y="2909721"/>
                  <a:ext cx="104327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B0276DD-B429-25FD-4EE9-EA81E0AE34A2}"/>
                    </a:ext>
                  </a:extLst>
                </p14:cNvPr>
                <p14:cNvContentPartPr/>
                <p14:nvPr/>
              </p14:nvContentPartPr>
              <p14:xfrm>
                <a:off x="828519" y="2823321"/>
                <a:ext cx="83880" cy="210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B0276DD-B429-25FD-4EE9-EA81E0AE34A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9519" y="2814321"/>
                  <a:ext cx="1015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E841A22-BF94-85FB-B783-1ADC10462313}"/>
                    </a:ext>
                  </a:extLst>
                </p14:cNvPr>
                <p14:cNvContentPartPr/>
                <p14:nvPr/>
              </p14:nvContentPartPr>
              <p14:xfrm>
                <a:off x="895839" y="2777601"/>
                <a:ext cx="177120" cy="9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E841A22-BF94-85FB-B783-1ADC1046231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86839" y="2768601"/>
                  <a:ext cx="194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51CECD4-87FB-E724-AB36-ABBE3A408A25}"/>
                    </a:ext>
                  </a:extLst>
                </p14:cNvPr>
                <p14:cNvContentPartPr/>
                <p14:nvPr/>
              </p14:nvContentPartPr>
              <p14:xfrm>
                <a:off x="1017159" y="2934201"/>
                <a:ext cx="67320" cy="179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51CECD4-87FB-E724-AB36-ABBE3A408A2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08159" y="2925201"/>
                  <a:ext cx="84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A698B30-505D-ED5A-227E-B49DF047A3FF}"/>
                    </a:ext>
                  </a:extLst>
                </p14:cNvPr>
                <p14:cNvContentPartPr/>
                <p14:nvPr/>
              </p14:nvContentPartPr>
              <p14:xfrm>
                <a:off x="1221639" y="2817201"/>
                <a:ext cx="78840" cy="195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A698B30-505D-ED5A-227E-B49DF047A3F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212639" y="2808201"/>
                  <a:ext cx="964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37" name="Group 193">
            <a:extLst>
              <a:ext uri="{FF2B5EF4-FFF2-40B4-BE49-F238E27FC236}">
                <a16:creationId xmlns:a16="http://schemas.microsoft.com/office/drawing/2014/main" id="{280DD10E-6074-BDF6-CAC0-230B05C5E63C}"/>
              </a:ext>
            </a:extLst>
          </p:cNvPr>
          <p:cNvGrpSpPr>
            <a:grpSpLocks/>
          </p:cNvGrpSpPr>
          <p:nvPr/>
        </p:nvGrpSpPr>
        <p:grpSpPr bwMode="auto">
          <a:xfrm>
            <a:off x="1346200" y="2795588"/>
            <a:ext cx="828675" cy="415925"/>
            <a:chOff x="1346919" y="2795241"/>
            <a:chExt cx="82872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7C70BCD-084C-75C8-63F7-C449F570BA15}"/>
                    </a:ext>
                  </a:extLst>
                </p14:cNvPr>
                <p14:cNvContentPartPr/>
                <p14:nvPr/>
              </p14:nvContentPartPr>
              <p14:xfrm>
                <a:off x="1346919" y="3013401"/>
                <a:ext cx="82800" cy="132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7C70BCD-084C-75C8-63F7-C449F570BA1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337919" y="3004401"/>
                  <a:ext cx="1004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9715B45-E783-19C5-AE83-0C09335E627F}"/>
                    </a:ext>
                  </a:extLst>
                </p14:cNvPr>
                <p14:cNvContentPartPr/>
                <p14:nvPr/>
              </p14:nvContentPartPr>
              <p14:xfrm>
                <a:off x="1519719" y="2889201"/>
                <a:ext cx="99000" cy="183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9715B45-E783-19C5-AE83-0C09335E627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510719" y="2880201"/>
                  <a:ext cx="116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17184E7-6D75-6094-083F-5D95C87C54BA}"/>
                    </a:ext>
                  </a:extLst>
                </p14:cNvPr>
                <p14:cNvContentPartPr/>
                <p14:nvPr/>
              </p14:nvContentPartPr>
              <p14:xfrm>
                <a:off x="1657239" y="2969481"/>
                <a:ext cx="82800" cy="1393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17184E7-6D75-6094-083F-5D95C87C54B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648239" y="2960481"/>
                  <a:ext cx="100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25B3EC8-DAEE-2F74-AA86-C559DAB266F3}"/>
                    </a:ext>
                  </a:extLst>
                </p14:cNvPr>
                <p14:cNvContentPartPr/>
                <p14:nvPr/>
              </p14:nvContentPartPr>
              <p14:xfrm>
                <a:off x="1790439" y="2828001"/>
                <a:ext cx="165960" cy="148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25B3EC8-DAEE-2F74-AA86-C559DAB266F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781439" y="2819001"/>
                  <a:ext cx="1836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82E38FB-808C-3177-DF7B-3DDFF5DDE0FB}"/>
                    </a:ext>
                  </a:extLst>
                </p14:cNvPr>
                <p14:cNvContentPartPr/>
                <p14:nvPr/>
              </p14:nvContentPartPr>
              <p14:xfrm>
                <a:off x="1868919" y="2852841"/>
                <a:ext cx="47520" cy="218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82E38FB-808C-3177-DF7B-3DDFF5DDE0F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859919" y="2843841"/>
                  <a:ext cx="65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F1DBF70-36EF-98A2-62AF-2ECC7A482AC0}"/>
                    </a:ext>
                  </a:extLst>
                </p14:cNvPr>
                <p14:cNvContentPartPr/>
                <p14:nvPr/>
              </p14:nvContentPartPr>
              <p14:xfrm>
                <a:off x="1978359" y="2795241"/>
                <a:ext cx="130680" cy="381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F1DBF70-36EF-98A2-62AF-2ECC7A482AC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969359" y="2786241"/>
                  <a:ext cx="1483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668AD40-DAD6-38B1-394D-8912FEBA7FE7}"/>
                    </a:ext>
                  </a:extLst>
                </p14:cNvPr>
                <p14:cNvContentPartPr/>
                <p14:nvPr/>
              </p14:nvContentPartPr>
              <p14:xfrm>
                <a:off x="2088519" y="3095121"/>
                <a:ext cx="87120" cy="117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668AD40-DAD6-38B1-394D-8912FEBA7FE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079519" y="3086121"/>
                  <a:ext cx="104760" cy="1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49A68600-3199-0DD7-705A-17D3E607BC81}"/>
                  </a:ext>
                </a:extLst>
              </p14:cNvPr>
              <p14:cNvContentPartPr/>
              <p14:nvPr/>
            </p14:nvContentPartPr>
            <p14:xfrm>
              <a:off x="2330799" y="2800281"/>
              <a:ext cx="194040" cy="3726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49A68600-3199-0DD7-705A-17D3E607BC8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321799" y="2791281"/>
                <a:ext cx="211680" cy="39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239" name="Group 205">
            <a:extLst>
              <a:ext uri="{FF2B5EF4-FFF2-40B4-BE49-F238E27FC236}">
                <a16:creationId xmlns:a16="http://schemas.microsoft.com/office/drawing/2014/main" id="{A5F1055D-45DE-6834-90DA-3DEF06248075}"/>
              </a:ext>
            </a:extLst>
          </p:cNvPr>
          <p:cNvGrpSpPr>
            <a:grpSpLocks/>
          </p:cNvGrpSpPr>
          <p:nvPr/>
        </p:nvGrpSpPr>
        <p:grpSpPr bwMode="auto">
          <a:xfrm>
            <a:off x="2508250" y="2863850"/>
            <a:ext cx="1057275" cy="374650"/>
            <a:chOff x="2508639" y="2863281"/>
            <a:chExt cx="105696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9046C7B-21C9-6B54-5A0E-3332F5C9964B}"/>
                    </a:ext>
                  </a:extLst>
                </p14:cNvPr>
                <p14:cNvContentPartPr/>
                <p14:nvPr/>
              </p14:nvContentPartPr>
              <p14:xfrm>
                <a:off x="2508639" y="2889561"/>
                <a:ext cx="161280" cy="1288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9046C7B-21C9-6B54-5A0E-3332F5C9964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499639" y="2880561"/>
                  <a:ext cx="178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A130512-AF49-904A-9CA1-6EE6E5196D8C}"/>
                    </a:ext>
                  </a:extLst>
                </p14:cNvPr>
                <p14:cNvContentPartPr/>
                <p14:nvPr/>
              </p14:nvContentPartPr>
              <p14:xfrm>
                <a:off x="2591079" y="2898921"/>
                <a:ext cx="74880" cy="200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A130512-AF49-904A-9CA1-6EE6E5196D8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582079" y="2889921"/>
                  <a:ext cx="92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A96F269-FD92-4AC8-CA04-1FCB60446048}"/>
                    </a:ext>
                  </a:extLst>
                </p14:cNvPr>
                <p14:cNvContentPartPr/>
                <p14:nvPr/>
              </p14:nvContentPartPr>
              <p14:xfrm>
                <a:off x="2689719" y="3028881"/>
                <a:ext cx="74160" cy="119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A96F269-FD92-4AC8-CA04-1FCB6044604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680719" y="3019881"/>
                  <a:ext cx="91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5B06864-E5FC-C4E1-A943-5A1E750454F9}"/>
                    </a:ext>
                  </a:extLst>
                </p14:cNvPr>
                <p14:cNvContentPartPr/>
                <p14:nvPr/>
              </p14:nvContentPartPr>
              <p14:xfrm>
                <a:off x="2833719" y="2896041"/>
                <a:ext cx="126720" cy="2415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5B06864-E5FC-C4E1-A943-5A1E750454F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824693" y="2887041"/>
                  <a:ext cx="14441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CCDAA91-F1E7-960B-F94B-E77DB11A1E6A}"/>
                    </a:ext>
                  </a:extLst>
                </p14:cNvPr>
                <p14:cNvContentPartPr/>
                <p14:nvPr/>
              </p14:nvContentPartPr>
              <p14:xfrm>
                <a:off x="2873679" y="2901081"/>
                <a:ext cx="153360" cy="35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CCDAA91-F1E7-960B-F94B-E77DB11A1E6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864700" y="2892081"/>
                  <a:ext cx="170959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C0E3ED2-D586-A96D-D7CA-BFEA18219B3E}"/>
                    </a:ext>
                  </a:extLst>
                </p14:cNvPr>
                <p14:cNvContentPartPr/>
                <p14:nvPr/>
              </p14:nvContentPartPr>
              <p14:xfrm>
                <a:off x="2929839" y="3106281"/>
                <a:ext cx="105840" cy="131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C0E3ED2-D586-A96D-D7CA-BFEA18219B3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920808" y="3097281"/>
                  <a:ext cx="1235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DD0D579-BC85-CE9A-B5E2-4B1272CD0ACE}"/>
                    </a:ext>
                  </a:extLst>
                </p14:cNvPr>
                <p14:cNvContentPartPr/>
                <p14:nvPr/>
              </p14:nvContentPartPr>
              <p14:xfrm>
                <a:off x="3159879" y="2892081"/>
                <a:ext cx="106560" cy="2588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DD0D579-BC85-CE9A-B5E2-4B1272CD0AC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150879" y="2883081"/>
                  <a:ext cx="124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D758AAE-2E7D-1629-B9C6-F21D06BC0338}"/>
                    </a:ext>
                  </a:extLst>
                </p14:cNvPr>
                <p14:cNvContentPartPr/>
                <p14:nvPr/>
              </p14:nvContentPartPr>
              <p14:xfrm>
                <a:off x="3273999" y="3090441"/>
                <a:ext cx="86760" cy="113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D758AAE-2E7D-1629-B9C6-F21D06BC033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264999" y="3081441"/>
                  <a:ext cx="104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8759864-A206-6ED6-5EB9-A4AC502F510D}"/>
                    </a:ext>
                  </a:extLst>
                </p14:cNvPr>
                <p14:cNvContentPartPr/>
                <p14:nvPr/>
              </p14:nvContentPartPr>
              <p14:xfrm>
                <a:off x="3430959" y="2863281"/>
                <a:ext cx="134640" cy="245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8759864-A206-6ED6-5EB9-A4AC502F510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421959" y="2854268"/>
                  <a:ext cx="152280" cy="2631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40" name="Group 212">
            <a:extLst>
              <a:ext uri="{FF2B5EF4-FFF2-40B4-BE49-F238E27FC236}">
                <a16:creationId xmlns:a16="http://schemas.microsoft.com/office/drawing/2014/main" id="{12E37F12-E50F-3420-3D23-D96F9CC0B3E6}"/>
              </a:ext>
            </a:extLst>
          </p:cNvPr>
          <p:cNvGrpSpPr>
            <a:grpSpLocks/>
          </p:cNvGrpSpPr>
          <p:nvPr/>
        </p:nvGrpSpPr>
        <p:grpSpPr bwMode="auto">
          <a:xfrm>
            <a:off x="3667125" y="2938463"/>
            <a:ext cx="804863" cy="339725"/>
            <a:chOff x="3666399" y="2938161"/>
            <a:chExt cx="80496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E0E009A-B0CB-679E-29DA-AEFA68E2F8CD}"/>
                    </a:ext>
                  </a:extLst>
                </p14:cNvPr>
                <p14:cNvContentPartPr/>
                <p14:nvPr/>
              </p14:nvContentPartPr>
              <p14:xfrm>
                <a:off x="3666399" y="3099441"/>
                <a:ext cx="78840" cy="932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E0E009A-B0CB-679E-29DA-AEFA68E2F8C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657440" y="3090406"/>
                  <a:ext cx="96400" cy="1109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A12B5BB-28BC-4105-3D9D-970F29DF272E}"/>
                    </a:ext>
                  </a:extLst>
                </p14:cNvPr>
                <p14:cNvContentPartPr/>
                <p14:nvPr/>
              </p14:nvContentPartPr>
              <p14:xfrm>
                <a:off x="3834879" y="2982441"/>
                <a:ext cx="103680" cy="190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A12B5BB-28BC-4105-3D9D-970F29DF272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825879" y="2973441"/>
                  <a:ext cx="121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7CB1304-8884-42E2-AC7C-DD1ABB12754A}"/>
                    </a:ext>
                  </a:extLst>
                </p14:cNvPr>
                <p14:cNvContentPartPr/>
                <p14:nvPr/>
              </p14:nvContentPartPr>
              <p14:xfrm>
                <a:off x="3979959" y="3140841"/>
                <a:ext cx="63360" cy="104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7CB1304-8884-42E2-AC7C-DD1ABB12754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970959" y="3131841"/>
                  <a:ext cx="81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0181232-0FF1-4FB0-AB29-92501B4C2DA5}"/>
                    </a:ext>
                  </a:extLst>
                </p14:cNvPr>
                <p14:cNvContentPartPr/>
                <p14:nvPr/>
              </p14:nvContentPartPr>
              <p14:xfrm>
                <a:off x="4115319" y="2987481"/>
                <a:ext cx="151920" cy="1854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0181232-0FF1-4FB0-AB29-92501B4C2DA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106319" y="2978481"/>
                  <a:ext cx="169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015B44F-7691-2326-3728-530CDD19F395}"/>
                    </a:ext>
                  </a:extLst>
                </p14:cNvPr>
                <p14:cNvContentPartPr/>
                <p14:nvPr/>
              </p14:nvContentPartPr>
              <p14:xfrm>
                <a:off x="4192359" y="3065601"/>
                <a:ext cx="66960" cy="212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015B44F-7691-2326-3728-530CDD19F39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183407" y="3056586"/>
                  <a:ext cx="84506" cy="230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DBBFE68-5C51-49EC-08CC-A8A9B74FF525}"/>
                    </a:ext>
                  </a:extLst>
                </p14:cNvPr>
                <p14:cNvContentPartPr/>
                <p14:nvPr/>
              </p14:nvContentPartPr>
              <p14:xfrm>
                <a:off x="4310079" y="2938161"/>
                <a:ext cx="161280" cy="335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DBBFE68-5C51-49EC-08CC-A8A9B74FF52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301079" y="2929161"/>
                  <a:ext cx="178920" cy="35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F145730-598F-8977-4130-3800D58E45E3}"/>
                  </a:ext>
                </a:extLst>
              </p14:cNvPr>
              <p14:cNvContentPartPr/>
              <p14:nvPr/>
            </p14:nvContentPartPr>
            <p14:xfrm>
              <a:off x="299319" y="3425961"/>
              <a:ext cx="213120" cy="26784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F145730-598F-8977-4130-3800D58E45E3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90319" y="3416961"/>
                <a:ext cx="230760" cy="2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242" name="Group 227">
            <a:extLst>
              <a:ext uri="{FF2B5EF4-FFF2-40B4-BE49-F238E27FC236}">
                <a16:creationId xmlns:a16="http://schemas.microsoft.com/office/drawing/2014/main" id="{53A3D33B-4D6F-EC33-4298-2E346F27776A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3335338"/>
            <a:ext cx="862013" cy="388937"/>
            <a:chOff x="648159" y="3335961"/>
            <a:chExt cx="86076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FA843A1-7AFC-7821-6182-77C6C6AC1158}"/>
                    </a:ext>
                  </a:extLst>
                </p14:cNvPr>
                <p14:cNvContentPartPr/>
                <p14:nvPr/>
              </p14:nvContentPartPr>
              <p14:xfrm>
                <a:off x="648159" y="3406521"/>
                <a:ext cx="107280" cy="1843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FA843A1-7AFC-7821-6182-77C6C6AC11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39159" y="3397539"/>
                  <a:ext cx="124920" cy="2019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D16B360-9867-97F7-27EE-B3690CD9C5F2}"/>
                    </a:ext>
                  </a:extLst>
                </p14:cNvPr>
                <p14:cNvContentPartPr/>
                <p14:nvPr/>
              </p14:nvContentPartPr>
              <p14:xfrm>
                <a:off x="707559" y="3335961"/>
                <a:ext cx="188640" cy="22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D16B360-9867-97F7-27EE-B3690CD9C5F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98559" y="3326961"/>
                  <a:ext cx="206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E544239-5FCA-3440-A74D-7A1AC3E0A424}"/>
                    </a:ext>
                  </a:extLst>
                </p14:cNvPr>
                <p14:cNvContentPartPr/>
                <p14:nvPr/>
              </p14:nvContentPartPr>
              <p14:xfrm>
                <a:off x="832119" y="3540441"/>
                <a:ext cx="64080" cy="139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E544239-5FCA-3440-A74D-7A1AC3E0A42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23119" y="3531441"/>
                  <a:ext cx="81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D8D8A83-A1E9-2E09-95C9-25CCE23EE750}"/>
                    </a:ext>
                  </a:extLst>
                </p14:cNvPr>
                <p14:cNvContentPartPr/>
                <p14:nvPr/>
              </p14:nvContentPartPr>
              <p14:xfrm>
                <a:off x="1005639" y="3432081"/>
                <a:ext cx="71280" cy="2376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D8D8A83-A1E9-2E09-95C9-25CCE23EE75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96639" y="3423081"/>
                  <a:ext cx="88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4CC1CD3-E684-D54C-2A8E-360B1AE36663}"/>
                    </a:ext>
                  </a:extLst>
                </p14:cNvPr>
                <p14:cNvContentPartPr/>
                <p14:nvPr/>
              </p14:nvContentPartPr>
              <p14:xfrm>
                <a:off x="1158639" y="3602001"/>
                <a:ext cx="39600" cy="1159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4CC1CD3-E684-D54C-2A8E-360B1AE3666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49639" y="3593001"/>
                  <a:ext cx="57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4372CE1-695D-1F1B-C1AD-6FAF802871A0}"/>
                    </a:ext>
                  </a:extLst>
                </p14:cNvPr>
                <p14:cNvContentPartPr/>
                <p14:nvPr/>
              </p14:nvContentPartPr>
              <p14:xfrm>
                <a:off x="1315599" y="3457281"/>
                <a:ext cx="83160" cy="205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4372CE1-695D-1F1B-C1AD-6FAF802871A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306599" y="3448297"/>
                  <a:ext cx="100800" cy="2228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A446A86-C794-0DB8-680A-6136DE9EA5EC}"/>
                    </a:ext>
                  </a:extLst>
                </p14:cNvPr>
                <p14:cNvContentPartPr/>
                <p14:nvPr/>
              </p14:nvContentPartPr>
              <p14:xfrm>
                <a:off x="1449159" y="3607401"/>
                <a:ext cx="59760" cy="117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A446A86-C794-0DB8-680A-6136DE9EA5E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440159" y="3598401"/>
                  <a:ext cx="7740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43" name="Group 234">
            <a:extLst>
              <a:ext uri="{FF2B5EF4-FFF2-40B4-BE49-F238E27FC236}">
                <a16:creationId xmlns:a16="http://schemas.microsoft.com/office/drawing/2014/main" id="{9DA1595E-82B1-0AC4-C7AD-808EF3D6EDE3}"/>
              </a:ext>
            </a:extLst>
          </p:cNvPr>
          <p:cNvGrpSpPr>
            <a:grpSpLocks/>
          </p:cNvGrpSpPr>
          <p:nvPr/>
        </p:nvGrpSpPr>
        <p:grpSpPr bwMode="auto">
          <a:xfrm>
            <a:off x="1673225" y="3427413"/>
            <a:ext cx="1263650" cy="446087"/>
            <a:chOff x="1672719" y="3427761"/>
            <a:chExt cx="1263960" cy="4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94F1A1D-A89A-D193-32AB-A7A414AC5A1E}"/>
                    </a:ext>
                  </a:extLst>
                </p14:cNvPr>
                <p14:cNvContentPartPr/>
                <p14:nvPr/>
              </p14:nvContentPartPr>
              <p14:xfrm>
                <a:off x="1672719" y="3485721"/>
                <a:ext cx="55440" cy="2199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94F1A1D-A89A-D193-32AB-A7A414AC5A1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663719" y="3476721"/>
                  <a:ext cx="730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748B04D-8ED7-38F1-EB4E-F8294445E626}"/>
                    </a:ext>
                  </a:extLst>
                </p14:cNvPr>
                <p14:cNvContentPartPr/>
                <p14:nvPr/>
              </p14:nvContentPartPr>
              <p14:xfrm>
                <a:off x="1700439" y="3437481"/>
                <a:ext cx="133920" cy="39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748B04D-8ED7-38F1-EB4E-F8294445E62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691439" y="3428481"/>
                  <a:ext cx="151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63384E1-9B2F-DA77-5838-F0EAB6C2A496}"/>
                    </a:ext>
                  </a:extLst>
                </p14:cNvPr>
                <p14:cNvContentPartPr/>
                <p14:nvPr/>
              </p14:nvContentPartPr>
              <p14:xfrm>
                <a:off x="1841559" y="3427761"/>
                <a:ext cx="114480" cy="3722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63384E1-9B2F-DA77-5838-F0EAB6C2A49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32559" y="3418761"/>
                  <a:ext cx="1321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E692207-F98B-AE0E-825C-B373F4A94D84}"/>
                    </a:ext>
                  </a:extLst>
                </p14:cNvPr>
                <p14:cNvContentPartPr/>
                <p14:nvPr/>
              </p14:nvContentPartPr>
              <p14:xfrm>
                <a:off x="1944519" y="3744201"/>
                <a:ext cx="89640" cy="129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E692207-F98B-AE0E-825C-B373F4A94D8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935519" y="3735226"/>
                  <a:ext cx="107280" cy="146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61733DF-ED5B-C321-B4F2-22DD98F369A1}"/>
                    </a:ext>
                  </a:extLst>
                </p14:cNvPr>
                <p14:cNvContentPartPr/>
                <p14:nvPr/>
              </p14:nvContentPartPr>
              <p14:xfrm>
                <a:off x="2173479" y="3455121"/>
                <a:ext cx="163080" cy="331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61733DF-ED5B-C321-B4F2-22DD98F369A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164479" y="3446121"/>
                  <a:ext cx="1807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D53A26D-6042-6CD1-C7FD-9D4385C0F200}"/>
                    </a:ext>
                  </a:extLst>
                </p14:cNvPr>
                <p14:cNvContentPartPr/>
                <p14:nvPr/>
              </p14:nvContentPartPr>
              <p14:xfrm>
                <a:off x="2398839" y="3554481"/>
                <a:ext cx="75960" cy="174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D53A26D-6042-6CD1-C7FD-9D4385C0F20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389839" y="3545500"/>
                  <a:ext cx="93600" cy="1918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EF33E26-273F-E199-6C04-17B6BE34D38C}"/>
                    </a:ext>
                  </a:extLst>
                </p14:cNvPr>
                <p14:cNvContentPartPr/>
                <p14:nvPr/>
              </p14:nvContentPartPr>
              <p14:xfrm>
                <a:off x="2457519" y="3525681"/>
                <a:ext cx="141480" cy="144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EF33E26-273F-E199-6C04-17B6BE34D38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448519" y="3516901"/>
                  <a:ext cx="159120" cy="316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6D00E17-A0DC-FDDE-A27D-C68327468C0E}"/>
                    </a:ext>
                  </a:extLst>
                </p14:cNvPr>
                <p14:cNvContentPartPr/>
                <p14:nvPr/>
              </p14:nvContentPartPr>
              <p14:xfrm>
                <a:off x="2567679" y="3666801"/>
                <a:ext cx="66960" cy="131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6D00E17-A0DC-FDDE-A27D-C68327468C0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558727" y="3657776"/>
                  <a:ext cx="84506" cy="149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5F30A98-EDBE-2DDF-68BC-B2BAF5245C8C}"/>
                    </a:ext>
                  </a:extLst>
                </p14:cNvPr>
                <p14:cNvContentPartPr/>
                <p14:nvPr/>
              </p14:nvContentPartPr>
              <p14:xfrm>
                <a:off x="2731479" y="3545481"/>
                <a:ext cx="41400" cy="2055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5F30A98-EDBE-2DDF-68BC-B2BAF5245C8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722479" y="3536481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43D2F46-4935-100E-BD90-6F30FA4825A6}"/>
                    </a:ext>
                  </a:extLst>
                </p14:cNvPr>
                <p14:cNvContentPartPr/>
                <p14:nvPr/>
              </p14:nvContentPartPr>
              <p14:xfrm>
                <a:off x="2873679" y="3668961"/>
                <a:ext cx="63000" cy="1350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43D2F46-4935-100E-BD90-6F30FA4825A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864730" y="3659961"/>
                  <a:ext cx="8054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44" name="Group 246">
            <a:extLst>
              <a:ext uri="{FF2B5EF4-FFF2-40B4-BE49-F238E27FC236}">
                <a16:creationId xmlns:a16="http://schemas.microsoft.com/office/drawing/2014/main" id="{9D90E4A1-8D8F-71D6-F2B0-9AF819C3DEC4}"/>
              </a:ext>
            </a:extLst>
          </p:cNvPr>
          <p:cNvGrpSpPr>
            <a:grpSpLocks/>
          </p:cNvGrpSpPr>
          <p:nvPr/>
        </p:nvGrpSpPr>
        <p:grpSpPr bwMode="auto">
          <a:xfrm>
            <a:off x="3084513" y="3516313"/>
            <a:ext cx="1497012" cy="446087"/>
            <a:chOff x="3084999" y="3516681"/>
            <a:chExt cx="1496520" cy="4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97E08BC-DB4A-E89C-D109-5DC5541BEBC5}"/>
                    </a:ext>
                  </a:extLst>
                </p14:cNvPr>
                <p14:cNvContentPartPr/>
                <p14:nvPr/>
              </p14:nvContentPartPr>
              <p14:xfrm>
                <a:off x="3084999" y="3516681"/>
                <a:ext cx="119880" cy="221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97E08BC-DB4A-E89C-D109-5DC5541BEBC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075999" y="3507666"/>
                  <a:ext cx="137520" cy="238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E55CF8E-EDAD-FA86-9B9C-951A94C3C693}"/>
                    </a:ext>
                  </a:extLst>
                </p14:cNvPr>
                <p14:cNvContentPartPr/>
                <p14:nvPr/>
              </p14:nvContentPartPr>
              <p14:xfrm>
                <a:off x="3246279" y="3666801"/>
                <a:ext cx="118440" cy="139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E55CF8E-EDAD-FA86-9B9C-951A94C3C69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237279" y="3657824"/>
                  <a:ext cx="136080" cy="1569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5F6CBAA-3B7C-CD9C-7502-5E3A20021054}"/>
                    </a:ext>
                  </a:extLst>
                </p14:cNvPr>
                <p14:cNvContentPartPr/>
                <p14:nvPr/>
              </p14:nvContentPartPr>
              <p14:xfrm>
                <a:off x="3442479" y="3569961"/>
                <a:ext cx="169200" cy="214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5F6CBAA-3B7C-CD9C-7502-5E3A200210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33479" y="3560961"/>
                  <a:ext cx="186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41614A1-7BF3-DB3E-7A8E-5D4576E260C8}"/>
                    </a:ext>
                  </a:extLst>
                </p14:cNvPr>
                <p14:cNvContentPartPr/>
                <p14:nvPr/>
              </p14:nvContentPartPr>
              <p14:xfrm>
                <a:off x="3658479" y="3748521"/>
                <a:ext cx="90720" cy="167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41614A1-7BF3-DB3E-7A8E-5D4576E260C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649479" y="3739502"/>
                  <a:ext cx="108360" cy="185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46AB63B-F64C-9024-2520-374BB4A544F5}"/>
                    </a:ext>
                  </a:extLst>
                </p14:cNvPr>
                <p14:cNvContentPartPr/>
                <p14:nvPr/>
              </p14:nvContentPartPr>
              <p14:xfrm>
                <a:off x="3885999" y="3596241"/>
                <a:ext cx="212400" cy="1440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46AB63B-F64C-9024-2520-374BB4A544F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876999" y="3587218"/>
                  <a:ext cx="230040" cy="161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B5803EA-640A-B29B-D97E-4E16C40BE085}"/>
                    </a:ext>
                  </a:extLst>
                </p14:cNvPr>
                <p14:cNvContentPartPr/>
                <p14:nvPr/>
              </p14:nvContentPartPr>
              <p14:xfrm>
                <a:off x="3999399" y="3588681"/>
                <a:ext cx="60120" cy="2948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B5803EA-640A-B29B-D97E-4E16C40BE08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990399" y="3579681"/>
                  <a:ext cx="777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55CB97B-D92B-2FE6-A9B4-7A663DFA2364}"/>
                    </a:ext>
                  </a:extLst>
                </p14:cNvPr>
                <p14:cNvContentPartPr/>
                <p14:nvPr/>
              </p14:nvContentPartPr>
              <p14:xfrm>
                <a:off x="4151679" y="3806121"/>
                <a:ext cx="75600" cy="1242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55CB97B-D92B-2FE6-A9B4-7A663DFA236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142679" y="3797121"/>
                  <a:ext cx="932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AEE491C-1673-CC08-711F-4C4B5689A6D3}"/>
                    </a:ext>
                  </a:extLst>
                </p14:cNvPr>
                <p14:cNvContentPartPr/>
                <p14:nvPr/>
              </p14:nvContentPartPr>
              <p14:xfrm>
                <a:off x="4306119" y="3676161"/>
                <a:ext cx="82800" cy="2325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AEE491C-1673-CC08-711F-4C4B5689A6D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297119" y="3667161"/>
                  <a:ext cx="1004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54C7355-6B9D-4A76-EE1A-7AC3FE707423}"/>
                    </a:ext>
                  </a:extLst>
                </p14:cNvPr>
                <p14:cNvContentPartPr/>
                <p14:nvPr/>
              </p14:nvContentPartPr>
              <p14:xfrm>
                <a:off x="4329519" y="3653841"/>
                <a:ext cx="106200" cy="468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54C7355-6B9D-4A76-EE1A-7AC3FE70742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320519" y="3644841"/>
                  <a:ext cx="123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34D10AA-C8D3-B155-71C0-6EC04A8DF7D1}"/>
                    </a:ext>
                  </a:extLst>
                </p14:cNvPr>
                <p14:cNvContentPartPr/>
                <p14:nvPr/>
              </p14:nvContentPartPr>
              <p14:xfrm>
                <a:off x="4498359" y="3576441"/>
                <a:ext cx="83160" cy="3866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34D10AA-C8D3-B155-71C0-6EC04A8DF7D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489320" y="3567441"/>
                  <a:ext cx="100877" cy="40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C7A044A3-5982-6C0E-7803-961C6CDCD8DB}"/>
                  </a:ext>
                </a:extLst>
              </p14:cNvPr>
              <p14:cNvContentPartPr/>
              <p14:nvPr/>
            </p14:nvContentPartPr>
            <p14:xfrm>
              <a:off x="382119" y="3938961"/>
              <a:ext cx="176400" cy="3218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C7A044A3-5982-6C0E-7803-961C6CDCD8DB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373137" y="3929961"/>
                <a:ext cx="194004" cy="33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246" name="Group 263">
            <a:extLst>
              <a:ext uri="{FF2B5EF4-FFF2-40B4-BE49-F238E27FC236}">
                <a16:creationId xmlns:a16="http://schemas.microsoft.com/office/drawing/2014/main" id="{142482B8-95ED-1B6F-CF71-D7D290E6744C}"/>
              </a:ext>
            </a:extLst>
          </p:cNvPr>
          <p:cNvGrpSpPr>
            <a:grpSpLocks/>
          </p:cNvGrpSpPr>
          <p:nvPr/>
        </p:nvGrpSpPr>
        <p:grpSpPr bwMode="auto">
          <a:xfrm>
            <a:off x="714375" y="3914775"/>
            <a:ext cx="315913" cy="368300"/>
            <a:chOff x="715119" y="3914121"/>
            <a:chExt cx="31464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0E73FFC-D77E-3AB5-5295-C9F6CB0BEF4C}"/>
                    </a:ext>
                  </a:extLst>
                </p14:cNvPr>
                <p14:cNvContentPartPr/>
                <p14:nvPr/>
              </p14:nvContentPartPr>
              <p14:xfrm>
                <a:off x="715119" y="3990801"/>
                <a:ext cx="70920" cy="2307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0E73FFC-D77E-3AB5-5295-C9F6CB0BEF4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06119" y="3981801"/>
                  <a:ext cx="885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69A873A-B778-918D-92D3-0A1CF2F2FCFE}"/>
                    </a:ext>
                  </a:extLst>
                </p14:cNvPr>
                <p14:cNvContentPartPr/>
                <p14:nvPr/>
              </p14:nvContentPartPr>
              <p14:xfrm>
                <a:off x="762279" y="3914121"/>
                <a:ext cx="223920" cy="20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69A873A-B778-918D-92D3-0A1CF2F2FCF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53279" y="3905121"/>
                  <a:ext cx="241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8151EC4-1CA7-D4F4-68B5-4BC3CD5E21FD}"/>
                    </a:ext>
                  </a:extLst>
                </p14:cNvPr>
                <p14:cNvContentPartPr/>
                <p14:nvPr/>
              </p14:nvContentPartPr>
              <p14:xfrm>
                <a:off x="993759" y="4142721"/>
                <a:ext cx="36000" cy="1411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8151EC4-1CA7-D4F4-68B5-4BC3CD5E21F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84668" y="4133698"/>
                  <a:ext cx="53818" cy="1588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47" name="Group 262">
            <a:extLst>
              <a:ext uri="{FF2B5EF4-FFF2-40B4-BE49-F238E27FC236}">
                <a16:creationId xmlns:a16="http://schemas.microsoft.com/office/drawing/2014/main" id="{FBCB4403-42CB-4DBA-5F57-05559C5663B5}"/>
              </a:ext>
            </a:extLst>
          </p:cNvPr>
          <p:cNvGrpSpPr>
            <a:grpSpLocks/>
          </p:cNvGrpSpPr>
          <p:nvPr/>
        </p:nvGrpSpPr>
        <p:grpSpPr bwMode="auto">
          <a:xfrm>
            <a:off x="1177925" y="3959225"/>
            <a:ext cx="550863" cy="385763"/>
            <a:chOff x="1177359" y="3959121"/>
            <a:chExt cx="55116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751D97A-E1D2-8AD6-A0C0-4F2D048F0CA8}"/>
                    </a:ext>
                  </a:extLst>
                </p14:cNvPr>
                <p14:cNvContentPartPr/>
                <p14:nvPr/>
              </p14:nvContentPartPr>
              <p14:xfrm>
                <a:off x="1177359" y="3959121"/>
                <a:ext cx="44640" cy="2534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751D97A-E1D2-8AD6-A0C0-4F2D048F0CA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68359" y="3950121"/>
                  <a:ext cx="62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7AD8FA1-F026-C952-AC47-C03BE0165AA6}"/>
                    </a:ext>
                  </a:extLst>
                </p14:cNvPr>
                <p14:cNvContentPartPr/>
                <p14:nvPr/>
              </p14:nvContentPartPr>
              <p14:xfrm>
                <a:off x="1307679" y="4130121"/>
                <a:ext cx="63000" cy="1659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7AD8FA1-F026-C952-AC47-C03BE0165AA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298679" y="4121121"/>
                  <a:ext cx="80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50E7297-5428-1A9E-DADC-0FDF98B45261}"/>
                    </a:ext>
                  </a:extLst>
                </p14:cNvPr>
                <p14:cNvContentPartPr/>
                <p14:nvPr/>
              </p14:nvContentPartPr>
              <p14:xfrm>
                <a:off x="1480119" y="4033281"/>
                <a:ext cx="145800" cy="2080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50E7297-5428-1A9E-DADC-0FDF98B4526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71119" y="4024281"/>
                  <a:ext cx="163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7C84C18-6BF8-4F14-9468-676E7C72F07B}"/>
                    </a:ext>
                  </a:extLst>
                </p14:cNvPr>
                <p14:cNvContentPartPr/>
                <p14:nvPr/>
              </p14:nvContentPartPr>
              <p14:xfrm>
                <a:off x="1649679" y="4192401"/>
                <a:ext cx="78840" cy="1526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7C84C18-6BF8-4F14-9468-676E7C72F07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640679" y="4183401"/>
                  <a:ext cx="9648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248" name="Group 261">
            <a:extLst>
              <a:ext uri="{FF2B5EF4-FFF2-40B4-BE49-F238E27FC236}">
                <a16:creationId xmlns:a16="http://schemas.microsoft.com/office/drawing/2014/main" id="{0EA9E53D-D03D-73C2-B65B-3BDA02C41E13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4030663"/>
            <a:ext cx="762000" cy="441325"/>
            <a:chOff x="1908159" y="4031121"/>
            <a:chExt cx="76248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98B3FBB-1C86-418D-4863-19E9FEC773C1}"/>
                    </a:ext>
                  </a:extLst>
                </p14:cNvPr>
                <p14:cNvContentPartPr/>
                <p14:nvPr/>
              </p14:nvContentPartPr>
              <p14:xfrm>
                <a:off x="1908159" y="4055601"/>
                <a:ext cx="188640" cy="1832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98B3FBB-1C86-418D-4863-19E9FEC773C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899159" y="4046601"/>
                  <a:ext cx="206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B8E2E6F-BF85-4988-0160-62C68308B176}"/>
                    </a:ext>
                  </a:extLst>
                </p14:cNvPr>
                <p14:cNvContentPartPr/>
                <p14:nvPr/>
              </p14:nvContentPartPr>
              <p14:xfrm>
                <a:off x="2001399" y="4070721"/>
                <a:ext cx="61200" cy="3088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B8E2E6F-BF85-4988-0160-62C68308B17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92399" y="4061721"/>
                  <a:ext cx="788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567E175-EF69-540F-AA14-31C1C864A7AD}"/>
                    </a:ext>
                  </a:extLst>
                </p14:cNvPr>
                <p14:cNvContentPartPr/>
                <p14:nvPr/>
              </p14:nvContentPartPr>
              <p14:xfrm>
                <a:off x="2178159" y="4262961"/>
                <a:ext cx="48600" cy="1440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567E175-EF69-540F-AA14-31C1C864A7A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69159" y="4253961"/>
                  <a:ext cx="66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BCC647D-9557-EB88-8E5D-48122F7F55D8}"/>
                    </a:ext>
                  </a:extLst>
                </p14:cNvPr>
                <p14:cNvContentPartPr/>
                <p14:nvPr/>
              </p14:nvContentPartPr>
              <p14:xfrm>
                <a:off x="2339439" y="4148121"/>
                <a:ext cx="56880" cy="2404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BCC647D-9557-EB88-8E5D-48122F7F55D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330439" y="4139121"/>
                  <a:ext cx="745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C4369C1-AA4D-E9B6-FF14-2380FD4FC389}"/>
                    </a:ext>
                  </a:extLst>
                </p14:cNvPr>
                <p14:cNvContentPartPr/>
                <p14:nvPr/>
              </p14:nvContentPartPr>
              <p14:xfrm>
                <a:off x="2363559" y="4095201"/>
                <a:ext cx="153360" cy="31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C4369C1-AA4D-E9B6-FF14-2380FD4FC38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54580" y="4086201"/>
                  <a:ext cx="170959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207A34D-E103-B85C-B945-CDFF64CCFEC5}"/>
                    </a:ext>
                  </a:extLst>
                </p14:cNvPr>
                <p14:cNvContentPartPr/>
                <p14:nvPr/>
              </p14:nvContentPartPr>
              <p14:xfrm>
                <a:off x="2453919" y="4031121"/>
                <a:ext cx="216720" cy="4402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207A34D-E103-B85C-B945-CDFF64CCFEC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44919" y="4022121"/>
                  <a:ext cx="234360" cy="457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0033"/>
      </a:hlink>
      <a:folHlink>
        <a:srgbClr val="969696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3250</TotalTime>
  <Pages>49</Pages>
  <Words>4037</Words>
  <Application>Microsoft Office PowerPoint</Application>
  <PresentationFormat>On-screen Show (4:3)</PresentationFormat>
  <Paragraphs>599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Times New Roman</vt:lpstr>
      <vt:lpstr>Arial</vt:lpstr>
      <vt:lpstr>Wingdings</vt:lpstr>
      <vt:lpstr>Comic Sans MS</vt:lpstr>
      <vt:lpstr>SimSun</vt:lpstr>
      <vt:lpstr>intro</vt:lpstr>
      <vt:lpstr>Introduction to Software Testing Chapter 2.1, 2.2 Overview Graph Coverage Criteria</vt:lpstr>
      <vt:lpstr>Ch. 2 : Graph Coverage</vt:lpstr>
      <vt:lpstr>Covering Graphs (2.1)</vt:lpstr>
      <vt:lpstr>Definition of a Graph</vt:lpstr>
      <vt:lpstr>Three Example Graphs</vt:lpstr>
      <vt:lpstr>Paths in Graphs</vt:lpstr>
      <vt:lpstr>Test Paths and SESEs</vt:lpstr>
      <vt:lpstr>Visiting and Touring</vt:lpstr>
      <vt:lpstr>Tests and Test Paths</vt:lpstr>
      <vt:lpstr>Tests and Test Paths</vt:lpstr>
      <vt:lpstr>Testing and Covering Graphs (2.2)</vt:lpstr>
      <vt:lpstr>Node and Edge Coverage</vt:lpstr>
      <vt:lpstr>Node and Edge Coverage</vt:lpstr>
      <vt:lpstr>Paths of Length 1 and 0</vt:lpstr>
      <vt:lpstr>Covering Multiple Edges</vt:lpstr>
      <vt:lpstr>Structural Coverage Example</vt:lpstr>
      <vt:lpstr>Loops in Graphs</vt:lpstr>
      <vt:lpstr>Simple Paths and Prime Paths</vt:lpstr>
      <vt:lpstr>Prime Path Coverage</vt:lpstr>
      <vt:lpstr>Round Trips</vt:lpstr>
      <vt:lpstr>Prime Path Example</vt:lpstr>
      <vt:lpstr>Touring, Sidetrips and Detours</vt:lpstr>
      <vt:lpstr>Sidetrips and Detours Example</vt:lpstr>
      <vt:lpstr>Infeasible Test Requirements</vt:lpstr>
      <vt:lpstr>Simple &amp; Prime Path Example</vt:lpstr>
      <vt:lpstr>Data Flow Criteria</vt:lpstr>
      <vt:lpstr>DU Pairs and DU Paths</vt:lpstr>
      <vt:lpstr>Touring DU-Paths</vt:lpstr>
      <vt:lpstr>Data Flow Test Criteria</vt:lpstr>
      <vt:lpstr>Data Flow Testing Example</vt:lpstr>
      <vt:lpstr>Graph Coverage Criteria Subsumption </vt:lpstr>
      <vt:lpstr>Quiz 1 (March 11, 2025)</vt:lpstr>
      <vt:lpstr>PowerPoint Presentation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</dc:title>
  <dc:subject/>
  <dc:creator>Jeff Offutt</dc:creator>
  <cp:keywords/>
  <dc:description/>
  <cp:lastModifiedBy>Saqib Bedar</cp:lastModifiedBy>
  <cp:revision>206</cp:revision>
  <cp:lastPrinted>2017-02-23T08:52:49Z</cp:lastPrinted>
  <dcterms:created xsi:type="dcterms:W3CDTF">1996-06-15T03:21:08Z</dcterms:created>
  <dcterms:modified xsi:type="dcterms:W3CDTF">2026-05-13T16:25:35Z</dcterms:modified>
</cp:coreProperties>
</file>