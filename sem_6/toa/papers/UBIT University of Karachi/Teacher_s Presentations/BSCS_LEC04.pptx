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80" r:id="rId24"/>
    <p:sldId id="281" r:id="rId25"/>
    <p:sldId id="282" r:id="rId26"/>
    <p:sldId id="283" r:id="rId27"/>
    <p:sldId id="284" r:id="rId28"/>
    <p:sldId id="285" r:id="rId29"/>
    <p:sldId id="286" r:id="rId30"/>
    <p:sldId id="28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25B3"/>
    <a:srgbClr val="2A9824"/>
    <a:srgbClr val="0B0531"/>
    <a:srgbClr val="0B06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8.wmf"/><Relationship Id="rId2" Type="http://schemas.openxmlformats.org/officeDocument/2006/relationships/image" Target="../media/image13.wmf"/><Relationship Id="rId1" Type="http://schemas.openxmlformats.org/officeDocument/2006/relationships/image" Target="../media/image12.wmf"/><Relationship Id="rId6" Type="http://schemas.openxmlformats.org/officeDocument/2006/relationships/image" Target="../media/image17.wmf"/><Relationship Id="rId11" Type="http://schemas.openxmlformats.org/officeDocument/2006/relationships/image" Target="../media/image22.wmf"/><Relationship Id="rId5" Type="http://schemas.openxmlformats.org/officeDocument/2006/relationships/image" Target="../media/image16.wmf"/><Relationship Id="rId10" Type="http://schemas.openxmlformats.org/officeDocument/2006/relationships/image" Target="../media/image21.wmf"/><Relationship Id="rId4" Type="http://schemas.openxmlformats.org/officeDocument/2006/relationships/image" Target="../media/image15.wmf"/><Relationship Id="rId9" Type="http://schemas.openxmlformats.org/officeDocument/2006/relationships/image" Target="../media/image20.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9.wmf"/><Relationship Id="rId13" Type="http://schemas.openxmlformats.org/officeDocument/2006/relationships/image" Target="../media/image26.wmf"/><Relationship Id="rId3" Type="http://schemas.openxmlformats.org/officeDocument/2006/relationships/image" Target="../media/image14.wmf"/><Relationship Id="rId7" Type="http://schemas.openxmlformats.org/officeDocument/2006/relationships/image" Target="../media/image18.wmf"/><Relationship Id="rId12" Type="http://schemas.openxmlformats.org/officeDocument/2006/relationships/image" Target="../media/image25.wmf"/><Relationship Id="rId2" Type="http://schemas.openxmlformats.org/officeDocument/2006/relationships/image" Target="../media/image13.wmf"/><Relationship Id="rId1" Type="http://schemas.openxmlformats.org/officeDocument/2006/relationships/image" Target="../media/image23.wmf"/><Relationship Id="rId6" Type="http://schemas.openxmlformats.org/officeDocument/2006/relationships/image" Target="../media/image17.wmf"/><Relationship Id="rId11" Type="http://schemas.openxmlformats.org/officeDocument/2006/relationships/image" Target="../media/image24.wmf"/><Relationship Id="rId5" Type="http://schemas.openxmlformats.org/officeDocument/2006/relationships/image" Target="../media/image16.wmf"/><Relationship Id="rId10" Type="http://schemas.openxmlformats.org/officeDocument/2006/relationships/image" Target="../media/image21.wmf"/><Relationship Id="rId4" Type="http://schemas.openxmlformats.org/officeDocument/2006/relationships/image" Target="../media/image15.wmf"/><Relationship Id="rId9" Type="http://schemas.openxmlformats.org/officeDocument/2006/relationships/image" Target="../media/image2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27.wmf"/><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13.wmf"/><Relationship Id="rId4" Type="http://schemas.openxmlformats.org/officeDocument/2006/relationships/image" Target="../media/image16.wmf"/><Relationship Id="rId9"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4.wmf"/><Relationship Id="rId7" Type="http://schemas.openxmlformats.org/officeDocument/2006/relationships/image" Target="../media/image19.wmf"/><Relationship Id="rId2" Type="http://schemas.openxmlformats.org/officeDocument/2006/relationships/image" Target="../media/image13.wmf"/><Relationship Id="rId1" Type="http://schemas.openxmlformats.org/officeDocument/2006/relationships/image" Target="../media/image28.wmf"/><Relationship Id="rId6" Type="http://schemas.openxmlformats.org/officeDocument/2006/relationships/image" Target="../media/image18.wmf"/><Relationship Id="rId11" Type="http://schemas.openxmlformats.org/officeDocument/2006/relationships/image" Target="../media/image17.wmf"/><Relationship Id="rId5" Type="http://schemas.openxmlformats.org/officeDocument/2006/relationships/image" Target="../media/image16.wmf"/><Relationship Id="rId10" Type="http://schemas.openxmlformats.org/officeDocument/2006/relationships/image" Target="../media/image29.wmf"/><Relationship Id="rId4" Type="http://schemas.openxmlformats.org/officeDocument/2006/relationships/image" Target="../media/image15.wmf"/><Relationship Id="rId9"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10" Type="http://schemas.openxmlformats.org/officeDocument/2006/relationships/image" Target="../media/image35.wmf"/><Relationship Id="rId4" Type="http://schemas.openxmlformats.org/officeDocument/2006/relationships/image" Target="../media/image18.wmf"/><Relationship Id="rId9"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36.wmf"/><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13.wmf"/><Relationship Id="rId4" Type="http://schemas.openxmlformats.org/officeDocument/2006/relationships/image" Target="../media/image16.wmf"/><Relationship Id="rId9"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37.wmf"/><Relationship Id="rId4" Type="http://schemas.openxmlformats.org/officeDocument/2006/relationships/image" Target="../media/image16.wmf"/><Relationship Id="rId9" Type="http://schemas.openxmlformats.org/officeDocument/2006/relationships/image" Target="../media/image21.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9.wmf"/><Relationship Id="rId7" Type="http://schemas.openxmlformats.org/officeDocument/2006/relationships/image" Target="../media/image16.wmf"/><Relationship Id="rId2" Type="http://schemas.openxmlformats.org/officeDocument/2006/relationships/image" Target="../media/image18.wmf"/><Relationship Id="rId1" Type="http://schemas.openxmlformats.org/officeDocument/2006/relationships/image" Target="../media/image38.wmf"/><Relationship Id="rId6" Type="http://schemas.openxmlformats.org/officeDocument/2006/relationships/image" Target="../media/image15.wmf"/><Relationship Id="rId11" Type="http://schemas.openxmlformats.org/officeDocument/2006/relationships/image" Target="../media/image21.wmf"/><Relationship Id="rId5" Type="http://schemas.openxmlformats.org/officeDocument/2006/relationships/image" Target="../media/image14.wmf"/><Relationship Id="rId10" Type="http://schemas.openxmlformats.org/officeDocument/2006/relationships/image" Target="../media/image39.wmf"/><Relationship Id="rId4" Type="http://schemas.openxmlformats.org/officeDocument/2006/relationships/image" Target="../media/image13.wmf"/><Relationship Id="rId9" Type="http://schemas.openxmlformats.org/officeDocument/2006/relationships/image" Target="../media/image20.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9ACE0A4-BF2C-4EF0-96D6-E244D08FA4E1}" type="slidenum">
              <a:rPr lang="en-US" smtClean="0"/>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9ACE0A4-BF2C-4EF0-96D6-E244D08FA4E1}" type="slidenum">
              <a:rPr lang="en-US" smtClean="0"/>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9ACE0A4-BF2C-4EF0-96D6-E244D08FA4E1}" type="slidenum">
              <a:rPr lang="en-US" smtClean="0"/>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9ACE0A4-BF2C-4EF0-96D6-E244D08FA4E1}" type="slidenum">
              <a:rPr lang="en-US" smtClean="0"/>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B0D474A-A549-45A3-A521-0ABEE5B7D5BB}" type="datetimeFigureOut">
              <a:rPr lang="en-US" smtClean="0"/>
              <a:t>3/13/2013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9ACE0A4-BF2C-4EF0-96D6-E244D08FA4E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B0D474A-A549-45A3-A521-0ABEE5B7D5BB}" type="datetimeFigureOut">
              <a:rPr lang="en-US" smtClean="0"/>
              <a:t>3/13/2013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9ACE0A4-BF2C-4EF0-96D6-E244D08FA4E1}" type="slidenum">
              <a:rPr lang="en-US" smtClean="0"/>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6.bin"/><Relationship Id="rId18" Type="http://schemas.openxmlformats.org/officeDocument/2006/relationships/image" Target="../media/image19.wmf"/><Relationship Id="rId26" Type="http://schemas.openxmlformats.org/officeDocument/2006/relationships/oleObject" Target="../embeddings/oleObject15.bin"/><Relationship Id="rId3" Type="http://schemas.openxmlformats.org/officeDocument/2006/relationships/oleObject" Target="../embeddings/oleObject1.bin"/><Relationship Id="rId21" Type="http://schemas.openxmlformats.org/officeDocument/2006/relationships/oleObject" Target="../embeddings/oleObject11.bin"/><Relationship Id="rId7" Type="http://schemas.openxmlformats.org/officeDocument/2006/relationships/oleObject" Target="../embeddings/oleObject3.bin"/><Relationship Id="rId12" Type="http://schemas.openxmlformats.org/officeDocument/2006/relationships/image" Target="../media/image16.wmf"/><Relationship Id="rId17" Type="http://schemas.openxmlformats.org/officeDocument/2006/relationships/oleObject" Target="../embeddings/oleObject8.bin"/><Relationship Id="rId25" Type="http://schemas.openxmlformats.org/officeDocument/2006/relationships/oleObject" Target="../embeddings/oleObject14.bin"/><Relationship Id="rId2" Type="http://schemas.openxmlformats.org/officeDocument/2006/relationships/slideLayout" Target="../slideLayouts/slideLayout2.xml"/><Relationship Id="rId16" Type="http://schemas.openxmlformats.org/officeDocument/2006/relationships/image" Target="../media/image18.wmf"/><Relationship Id="rId20" Type="http://schemas.openxmlformats.org/officeDocument/2006/relationships/oleObject" Target="../embeddings/oleObject10.bin"/><Relationship Id="rId29" Type="http://schemas.openxmlformats.org/officeDocument/2006/relationships/oleObject" Target="../embeddings/oleObject17.bin"/><Relationship Id="rId1" Type="http://schemas.openxmlformats.org/officeDocument/2006/relationships/vmlDrawing" Target="../drawings/vmlDrawing1.vml"/><Relationship Id="rId6" Type="http://schemas.openxmlformats.org/officeDocument/2006/relationships/image" Target="../media/image13.wmf"/><Relationship Id="rId11" Type="http://schemas.openxmlformats.org/officeDocument/2006/relationships/oleObject" Target="../embeddings/oleObject5.bin"/><Relationship Id="rId24" Type="http://schemas.openxmlformats.org/officeDocument/2006/relationships/oleObject" Target="../embeddings/oleObject13.bin"/><Relationship Id="rId5" Type="http://schemas.openxmlformats.org/officeDocument/2006/relationships/oleObject" Target="../embeddings/oleObject2.bin"/><Relationship Id="rId15" Type="http://schemas.openxmlformats.org/officeDocument/2006/relationships/oleObject" Target="../embeddings/oleObject7.bin"/><Relationship Id="rId23" Type="http://schemas.openxmlformats.org/officeDocument/2006/relationships/oleObject" Target="../embeddings/oleObject12.bin"/><Relationship Id="rId28" Type="http://schemas.openxmlformats.org/officeDocument/2006/relationships/image" Target="../media/image21.wmf"/><Relationship Id="rId10" Type="http://schemas.openxmlformats.org/officeDocument/2006/relationships/image" Target="../media/image15.wmf"/><Relationship Id="rId19" Type="http://schemas.openxmlformats.org/officeDocument/2006/relationships/oleObject" Target="../embeddings/oleObject9.bin"/><Relationship Id="rId31" Type="http://schemas.openxmlformats.org/officeDocument/2006/relationships/oleObject" Target="../embeddings/oleObject18.bin"/><Relationship Id="rId4" Type="http://schemas.openxmlformats.org/officeDocument/2006/relationships/image" Target="../media/image12.wmf"/><Relationship Id="rId9" Type="http://schemas.openxmlformats.org/officeDocument/2006/relationships/oleObject" Target="../embeddings/oleObject4.bin"/><Relationship Id="rId14" Type="http://schemas.openxmlformats.org/officeDocument/2006/relationships/image" Target="../media/image17.wmf"/><Relationship Id="rId22" Type="http://schemas.openxmlformats.org/officeDocument/2006/relationships/image" Target="../media/image20.wmf"/><Relationship Id="rId27" Type="http://schemas.openxmlformats.org/officeDocument/2006/relationships/oleObject" Target="../embeddings/oleObject16.bin"/><Relationship Id="rId30" Type="http://schemas.openxmlformats.org/officeDocument/2006/relationships/image" Target="../media/image22.wmf"/></Relationships>
</file>

<file path=ppt/slides/_rels/slide23.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24.bin"/><Relationship Id="rId18" Type="http://schemas.openxmlformats.org/officeDocument/2006/relationships/image" Target="../media/image19.wmf"/><Relationship Id="rId26" Type="http://schemas.openxmlformats.org/officeDocument/2006/relationships/oleObject" Target="../embeddings/oleObject33.bin"/><Relationship Id="rId3" Type="http://schemas.openxmlformats.org/officeDocument/2006/relationships/oleObject" Target="../embeddings/oleObject19.bin"/><Relationship Id="rId21" Type="http://schemas.openxmlformats.org/officeDocument/2006/relationships/oleObject" Target="../embeddings/oleObject29.bin"/><Relationship Id="rId34" Type="http://schemas.openxmlformats.org/officeDocument/2006/relationships/oleObject" Target="../embeddings/oleObject38.bin"/><Relationship Id="rId7" Type="http://schemas.openxmlformats.org/officeDocument/2006/relationships/oleObject" Target="../embeddings/oleObject21.bin"/><Relationship Id="rId12" Type="http://schemas.openxmlformats.org/officeDocument/2006/relationships/image" Target="../media/image16.wmf"/><Relationship Id="rId17" Type="http://schemas.openxmlformats.org/officeDocument/2006/relationships/oleObject" Target="../embeddings/oleObject26.bin"/><Relationship Id="rId25" Type="http://schemas.openxmlformats.org/officeDocument/2006/relationships/oleObject" Target="../embeddings/oleObject32.bin"/><Relationship Id="rId33" Type="http://schemas.openxmlformats.org/officeDocument/2006/relationships/image" Target="../media/image25.wmf"/><Relationship Id="rId2" Type="http://schemas.openxmlformats.org/officeDocument/2006/relationships/slideLayout" Target="../slideLayouts/slideLayout2.xml"/><Relationship Id="rId16" Type="http://schemas.openxmlformats.org/officeDocument/2006/relationships/image" Target="../media/image18.wmf"/><Relationship Id="rId20" Type="http://schemas.openxmlformats.org/officeDocument/2006/relationships/oleObject" Target="../embeddings/oleObject28.bin"/><Relationship Id="rId29" Type="http://schemas.openxmlformats.org/officeDocument/2006/relationships/oleObject" Target="../embeddings/oleObject35.bin"/><Relationship Id="rId1" Type="http://schemas.openxmlformats.org/officeDocument/2006/relationships/vmlDrawing" Target="../drawings/vmlDrawing2.vml"/><Relationship Id="rId6" Type="http://schemas.openxmlformats.org/officeDocument/2006/relationships/image" Target="../media/image13.wmf"/><Relationship Id="rId11" Type="http://schemas.openxmlformats.org/officeDocument/2006/relationships/oleObject" Target="../embeddings/oleObject23.bin"/><Relationship Id="rId24" Type="http://schemas.openxmlformats.org/officeDocument/2006/relationships/oleObject" Target="../embeddings/oleObject31.bin"/><Relationship Id="rId32" Type="http://schemas.openxmlformats.org/officeDocument/2006/relationships/oleObject" Target="../embeddings/oleObject37.bin"/><Relationship Id="rId5" Type="http://schemas.openxmlformats.org/officeDocument/2006/relationships/oleObject" Target="../embeddings/oleObject20.bin"/><Relationship Id="rId15" Type="http://schemas.openxmlformats.org/officeDocument/2006/relationships/oleObject" Target="../embeddings/oleObject25.bin"/><Relationship Id="rId23" Type="http://schemas.openxmlformats.org/officeDocument/2006/relationships/oleObject" Target="../embeddings/oleObject30.bin"/><Relationship Id="rId28" Type="http://schemas.openxmlformats.org/officeDocument/2006/relationships/image" Target="../media/image21.wmf"/><Relationship Id="rId10" Type="http://schemas.openxmlformats.org/officeDocument/2006/relationships/image" Target="../media/image15.wmf"/><Relationship Id="rId19" Type="http://schemas.openxmlformats.org/officeDocument/2006/relationships/oleObject" Target="../embeddings/oleObject27.bin"/><Relationship Id="rId31" Type="http://schemas.openxmlformats.org/officeDocument/2006/relationships/oleObject" Target="../embeddings/oleObject36.bin"/><Relationship Id="rId4" Type="http://schemas.openxmlformats.org/officeDocument/2006/relationships/image" Target="../media/image23.wmf"/><Relationship Id="rId9" Type="http://schemas.openxmlformats.org/officeDocument/2006/relationships/oleObject" Target="../embeddings/oleObject22.bin"/><Relationship Id="rId14" Type="http://schemas.openxmlformats.org/officeDocument/2006/relationships/image" Target="../media/image17.wmf"/><Relationship Id="rId22" Type="http://schemas.openxmlformats.org/officeDocument/2006/relationships/image" Target="../media/image20.wmf"/><Relationship Id="rId27" Type="http://schemas.openxmlformats.org/officeDocument/2006/relationships/oleObject" Target="../embeddings/oleObject34.bin"/><Relationship Id="rId30" Type="http://schemas.openxmlformats.org/officeDocument/2006/relationships/image" Target="../media/image24.wmf"/><Relationship Id="rId35" Type="http://schemas.openxmlformats.org/officeDocument/2006/relationships/image" Target="../media/image26.wmf"/></Relationships>
</file>

<file path=ppt/slides/_rels/slide24.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44.bin"/><Relationship Id="rId18" Type="http://schemas.openxmlformats.org/officeDocument/2006/relationships/oleObject" Target="../embeddings/oleObject47.bin"/><Relationship Id="rId26" Type="http://schemas.openxmlformats.org/officeDocument/2006/relationships/image" Target="../media/image21.wmf"/><Relationship Id="rId3" Type="http://schemas.openxmlformats.org/officeDocument/2006/relationships/oleObject" Target="../embeddings/oleObject39.bin"/><Relationship Id="rId21" Type="http://schemas.openxmlformats.org/officeDocument/2006/relationships/oleObject" Target="../embeddings/oleObject49.bin"/><Relationship Id="rId7" Type="http://schemas.openxmlformats.org/officeDocument/2006/relationships/oleObject" Target="../embeddings/oleObject41.bin"/><Relationship Id="rId12" Type="http://schemas.openxmlformats.org/officeDocument/2006/relationships/image" Target="../media/image17.wmf"/><Relationship Id="rId17" Type="http://schemas.openxmlformats.org/officeDocument/2006/relationships/oleObject" Target="../embeddings/oleObject46.bin"/><Relationship Id="rId25" Type="http://schemas.openxmlformats.org/officeDocument/2006/relationships/oleObject" Target="../embeddings/oleObject53.bin"/><Relationship Id="rId2" Type="http://schemas.openxmlformats.org/officeDocument/2006/relationships/slideLayout" Target="../slideLayouts/slideLayout2.xml"/><Relationship Id="rId16" Type="http://schemas.openxmlformats.org/officeDocument/2006/relationships/image" Target="../media/image19.wmf"/><Relationship Id="rId20" Type="http://schemas.openxmlformats.org/officeDocument/2006/relationships/image" Target="../media/image20.wmf"/><Relationship Id="rId29" Type="http://schemas.openxmlformats.org/officeDocument/2006/relationships/image" Target="../media/image13.wmf"/><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43.bin"/><Relationship Id="rId24" Type="http://schemas.openxmlformats.org/officeDocument/2006/relationships/oleObject" Target="../embeddings/oleObject52.bin"/><Relationship Id="rId5" Type="http://schemas.openxmlformats.org/officeDocument/2006/relationships/oleObject" Target="../embeddings/oleObject40.bin"/><Relationship Id="rId15" Type="http://schemas.openxmlformats.org/officeDocument/2006/relationships/oleObject" Target="../embeddings/oleObject45.bin"/><Relationship Id="rId23" Type="http://schemas.openxmlformats.org/officeDocument/2006/relationships/oleObject" Target="../embeddings/oleObject51.bin"/><Relationship Id="rId28" Type="http://schemas.openxmlformats.org/officeDocument/2006/relationships/oleObject" Target="../embeddings/oleObject55.bin"/><Relationship Id="rId10" Type="http://schemas.openxmlformats.org/officeDocument/2006/relationships/image" Target="../media/image16.wmf"/><Relationship Id="rId19" Type="http://schemas.openxmlformats.org/officeDocument/2006/relationships/oleObject" Target="../embeddings/oleObject48.bin"/><Relationship Id="rId4" Type="http://schemas.openxmlformats.org/officeDocument/2006/relationships/image" Target="../media/image27.wmf"/><Relationship Id="rId9" Type="http://schemas.openxmlformats.org/officeDocument/2006/relationships/oleObject" Target="../embeddings/oleObject42.bin"/><Relationship Id="rId14" Type="http://schemas.openxmlformats.org/officeDocument/2006/relationships/image" Target="../media/image18.wmf"/><Relationship Id="rId22" Type="http://schemas.openxmlformats.org/officeDocument/2006/relationships/oleObject" Target="../embeddings/oleObject50.bin"/><Relationship Id="rId27" Type="http://schemas.openxmlformats.org/officeDocument/2006/relationships/oleObject" Target="../embeddings/oleObject54.bin"/></Relationships>
</file>

<file path=ppt/slides/_rels/slide25.xml.rels><?xml version="1.0" encoding="UTF-8" standalone="yes"?>
<Relationships xmlns="http://schemas.openxmlformats.org/package/2006/relationships"><Relationship Id="rId8" Type="http://schemas.openxmlformats.org/officeDocument/2006/relationships/image" Target="../media/image14.wmf"/><Relationship Id="rId13" Type="http://schemas.openxmlformats.org/officeDocument/2006/relationships/oleObject" Target="../embeddings/oleObject61.bin"/><Relationship Id="rId18" Type="http://schemas.openxmlformats.org/officeDocument/2006/relationships/oleObject" Target="../embeddings/oleObject64.bin"/><Relationship Id="rId26" Type="http://schemas.openxmlformats.org/officeDocument/2006/relationships/image" Target="../media/image21.wmf"/><Relationship Id="rId3" Type="http://schemas.openxmlformats.org/officeDocument/2006/relationships/oleObject" Target="../embeddings/oleObject56.bin"/><Relationship Id="rId21" Type="http://schemas.openxmlformats.org/officeDocument/2006/relationships/oleObject" Target="../embeddings/oleObject66.bin"/><Relationship Id="rId7" Type="http://schemas.openxmlformats.org/officeDocument/2006/relationships/oleObject" Target="../embeddings/oleObject58.bin"/><Relationship Id="rId12" Type="http://schemas.openxmlformats.org/officeDocument/2006/relationships/image" Target="../media/image16.wmf"/><Relationship Id="rId17" Type="http://schemas.openxmlformats.org/officeDocument/2006/relationships/oleObject" Target="../embeddings/oleObject63.bin"/><Relationship Id="rId25" Type="http://schemas.openxmlformats.org/officeDocument/2006/relationships/oleObject" Target="../embeddings/oleObject70.bin"/><Relationship Id="rId2" Type="http://schemas.openxmlformats.org/officeDocument/2006/relationships/slideLayout" Target="../slideLayouts/slideLayout2.xml"/><Relationship Id="rId16" Type="http://schemas.openxmlformats.org/officeDocument/2006/relationships/image" Target="../media/image19.wmf"/><Relationship Id="rId20" Type="http://schemas.openxmlformats.org/officeDocument/2006/relationships/image" Target="../media/image20.wmf"/><Relationship Id="rId29" Type="http://schemas.openxmlformats.org/officeDocument/2006/relationships/oleObject" Target="../embeddings/oleObject72.bin"/><Relationship Id="rId1" Type="http://schemas.openxmlformats.org/officeDocument/2006/relationships/vmlDrawing" Target="../drawings/vmlDrawing4.vml"/><Relationship Id="rId6" Type="http://schemas.openxmlformats.org/officeDocument/2006/relationships/image" Target="../media/image13.wmf"/><Relationship Id="rId11" Type="http://schemas.openxmlformats.org/officeDocument/2006/relationships/oleObject" Target="../embeddings/oleObject60.bin"/><Relationship Id="rId24" Type="http://schemas.openxmlformats.org/officeDocument/2006/relationships/oleObject" Target="../embeddings/oleObject69.bin"/><Relationship Id="rId5" Type="http://schemas.openxmlformats.org/officeDocument/2006/relationships/oleObject" Target="../embeddings/oleObject57.bin"/><Relationship Id="rId15" Type="http://schemas.openxmlformats.org/officeDocument/2006/relationships/oleObject" Target="../embeddings/oleObject62.bin"/><Relationship Id="rId23" Type="http://schemas.openxmlformats.org/officeDocument/2006/relationships/oleObject" Target="../embeddings/oleObject68.bin"/><Relationship Id="rId28" Type="http://schemas.openxmlformats.org/officeDocument/2006/relationships/image" Target="../media/image29.wmf"/><Relationship Id="rId10" Type="http://schemas.openxmlformats.org/officeDocument/2006/relationships/image" Target="../media/image15.wmf"/><Relationship Id="rId19" Type="http://schemas.openxmlformats.org/officeDocument/2006/relationships/oleObject" Target="../embeddings/oleObject65.bin"/><Relationship Id="rId31" Type="http://schemas.openxmlformats.org/officeDocument/2006/relationships/image" Target="../media/image17.wmf"/><Relationship Id="rId4" Type="http://schemas.openxmlformats.org/officeDocument/2006/relationships/image" Target="../media/image28.wmf"/><Relationship Id="rId9" Type="http://schemas.openxmlformats.org/officeDocument/2006/relationships/oleObject" Target="../embeddings/oleObject59.bin"/><Relationship Id="rId14" Type="http://schemas.openxmlformats.org/officeDocument/2006/relationships/image" Target="../media/image18.wmf"/><Relationship Id="rId22" Type="http://schemas.openxmlformats.org/officeDocument/2006/relationships/oleObject" Target="../embeddings/oleObject67.bin"/><Relationship Id="rId27" Type="http://schemas.openxmlformats.org/officeDocument/2006/relationships/oleObject" Target="../embeddings/oleObject71.bin"/><Relationship Id="rId30" Type="http://schemas.openxmlformats.org/officeDocument/2006/relationships/oleObject" Target="../embeddings/oleObject73.bin"/></Relationships>
</file>

<file path=ppt/slides/_rels/slide26.xml.rels><?xml version="1.0" encoding="UTF-8" standalone="yes"?>
<Relationships xmlns="http://schemas.openxmlformats.org/package/2006/relationships"><Relationship Id="rId8" Type="http://schemas.openxmlformats.org/officeDocument/2006/relationships/image" Target="../media/image32.wmf"/><Relationship Id="rId13" Type="http://schemas.openxmlformats.org/officeDocument/2006/relationships/oleObject" Target="../embeddings/oleObject79.bin"/><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34.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1.wmf"/><Relationship Id="rId11" Type="http://schemas.openxmlformats.org/officeDocument/2006/relationships/oleObject" Target="../embeddings/oleObject78.bin"/><Relationship Id="rId5" Type="http://schemas.openxmlformats.org/officeDocument/2006/relationships/oleObject" Target="../embeddings/oleObject75.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77.bin"/><Relationship Id="rId14" Type="http://schemas.openxmlformats.org/officeDocument/2006/relationships/oleObject" Target="../embeddings/oleObject80.bin"/></Relationships>
</file>

<file path=ppt/slides/_rels/slide27.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86.bin"/><Relationship Id="rId18" Type="http://schemas.openxmlformats.org/officeDocument/2006/relationships/oleObject" Target="../embeddings/oleObject90.bin"/><Relationship Id="rId26" Type="http://schemas.openxmlformats.org/officeDocument/2006/relationships/oleObject" Target="../embeddings/oleObject96.bin"/><Relationship Id="rId3" Type="http://schemas.openxmlformats.org/officeDocument/2006/relationships/oleObject" Target="../embeddings/oleObject81.bin"/><Relationship Id="rId21" Type="http://schemas.openxmlformats.org/officeDocument/2006/relationships/oleObject" Target="../embeddings/oleObject93.bin"/><Relationship Id="rId7" Type="http://schemas.openxmlformats.org/officeDocument/2006/relationships/oleObject" Target="../embeddings/oleObject83.bin"/><Relationship Id="rId12" Type="http://schemas.openxmlformats.org/officeDocument/2006/relationships/image" Target="../media/image19.wmf"/><Relationship Id="rId17" Type="http://schemas.openxmlformats.org/officeDocument/2006/relationships/oleObject" Target="../embeddings/oleObject89.bin"/><Relationship Id="rId25" Type="http://schemas.openxmlformats.org/officeDocument/2006/relationships/image" Target="../media/image13.wmf"/><Relationship Id="rId2" Type="http://schemas.openxmlformats.org/officeDocument/2006/relationships/slideLayout" Target="../slideLayouts/slideLayout2.xml"/><Relationship Id="rId16" Type="http://schemas.openxmlformats.org/officeDocument/2006/relationships/image" Target="../media/image20.wmf"/><Relationship Id="rId20" Type="http://schemas.openxmlformats.org/officeDocument/2006/relationships/oleObject" Target="../embeddings/oleObject92.bin"/><Relationship Id="rId29" Type="http://schemas.openxmlformats.org/officeDocument/2006/relationships/image" Target="../media/image35.wmf"/><Relationship Id="rId1" Type="http://schemas.openxmlformats.org/officeDocument/2006/relationships/vmlDrawing" Target="../drawings/vmlDrawing6.vml"/><Relationship Id="rId6" Type="http://schemas.openxmlformats.org/officeDocument/2006/relationships/image" Target="../media/image16.wmf"/><Relationship Id="rId11" Type="http://schemas.openxmlformats.org/officeDocument/2006/relationships/oleObject" Target="../embeddings/oleObject85.bin"/><Relationship Id="rId24" Type="http://schemas.openxmlformats.org/officeDocument/2006/relationships/oleObject" Target="../embeddings/oleObject95.bin"/><Relationship Id="rId5" Type="http://schemas.openxmlformats.org/officeDocument/2006/relationships/oleObject" Target="../embeddings/oleObject82.bin"/><Relationship Id="rId15" Type="http://schemas.openxmlformats.org/officeDocument/2006/relationships/oleObject" Target="../embeddings/oleObject88.bin"/><Relationship Id="rId23" Type="http://schemas.openxmlformats.org/officeDocument/2006/relationships/oleObject" Target="../embeddings/oleObject94.bin"/><Relationship Id="rId28" Type="http://schemas.openxmlformats.org/officeDocument/2006/relationships/oleObject" Target="../embeddings/oleObject97.bin"/><Relationship Id="rId10" Type="http://schemas.openxmlformats.org/officeDocument/2006/relationships/image" Target="../media/image18.wmf"/><Relationship Id="rId19" Type="http://schemas.openxmlformats.org/officeDocument/2006/relationships/oleObject" Target="../embeddings/oleObject91.bin"/><Relationship Id="rId4" Type="http://schemas.openxmlformats.org/officeDocument/2006/relationships/image" Target="../media/image15.wmf"/><Relationship Id="rId9" Type="http://schemas.openxmlformats.org/officeDocument/2006/relationships/oleObject" Target="../embeddings/oleObject84.bin"/><Relationship Id="rId14" Type="http://schemas.openxmlformats.org/officeDocument/2006/relationships/oleObject" Target="../embeddings/oleObject87.bin"/><Relationship Id="rId22" Type="http://schemas.openxmlformats.org/officeDocument/2006/relationships/image" Target="../media/image21.wmf"/><Relationship Id="rId27" Type="http://schemas.openxmlformats.org/officeDocument/2006/relationships/image" Target="../media/image14.wmf"/></Relationships>
</file>

<file path=ppt/slides/_rels/slide28.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03.bin"/><Relationship Id="rId18" Type="http://schemas.openxmlformats.org/officeDocument/2006/relationships/oleObject" Target="../embeddings/oleObject106.bin"/><Relationship Id="rId26" Type="http://schemas.openxmlformats.org/officeDocument/2006/relationships/image" Target="../media/image21.wmf"/><Relationship Id="rId3" Type="http://schemas.openxmlformats.org/officeDocument/2006/relationships/oleObject" Target="../embeddings/oleObject98.bin"/><Relationship Id="rId21" Type="http://schemas.openxmlformats.org/officeDocument/2006/relationships/oleObject" Target="../embeddings/oleObject108.bin"/><Relationship Id="rId7" Type="http://schemas.openxmlformats.org/officeDocument/2006/relationships/oleObject" Target="../embeddings/oleObject100.bin"/><Relationship Id="rId12" Type="http://schemas.openxmlformats.org/officeDocument/2006/relationships/image" Target="../media/image17.wmf"/><Relationship Id="rId17" Type="http://schemas.openxmlformats.org/officeDocument/2006/relationships/oleObject" Target="../embeddings/oleObject105.bin"/><Relationship Id="rId25" Type="http://schemas.openxmlformats.org/officeDocument/2006/relationships/oleObject" Target="../embeddings/oleObject112.bin"/><Relationship Id="rId2" Type="http://schemas.openxmlformats.org/officeDocument/2006/relationships/slideLayout" Target="../slideLayouts/slideLayout7.xml"/><Relationship Id="rId16" Type="http://schemas.openxmlformats.org/officeDocument/2006/relationships/image" Target="../media/image19.wmf"/><Relationship Id="rId20" Type="http://schemas.openxmlformats.org/officeDocument/2006/relationships/image" Target="../media/image20.wmf"/><Relationship Id="rId29" Type="http://schemas.openxmlformats.org/officeDocument/2006/relationships/image" Target="../media/image13.wmf"/><Relationship Id="rId1" Type="http://schemas.openxmlformats.org/officeDocument/2006/relationships/vmlDrawing" Target="../drawings/vmlDrawing7.vml"/><Relationship Id="rId6" Type="http://schemas.openxmlformats.org/officeDocument/2006/relationships/image" Target="../media/image14.wmf"/><Relationship Id="rId11" Type="http://schemas.openxmlformats.org/officeDocument/2006/relationships/oleObject" Target="../embeddings/oleObject102.bin"/><Relationship Id="rId24" Type="http://schemas.openxmlformats.org/officeDocument/2006/relationships/oleObject" Target="../embeddings/oleObject111.bin"/><Relationship Id="rId5" Type="http://schemas.openxmlformats.org/officeDocument/2006/relationships/oleObject" Target="../embeddings/oleObject99.bin"/><Relationship Id="rId15" Type="http://schemas.openxmlformats.org/officeDocument/2006/relationships/oleObject" Target="../embeddings/oleObject104.bin"/><Relationship Id="rId23" Type="http://schemas.openxmlformats.org/officeDocument/2006/relationships/oleObject" Target="../embeddings/oleObject110.bin"/><Relationship Id="rId28" Type="http://schemas.openxmlformats.org/officeDocument/2006/relationships/oleObject" Target="../embeddings/oleObject114.bin"/><Relationship Id="rId10" Type="http://schemas.openxmlformats.org/officeDocument/2006/relationships/image" Target="../media/image16.wmf"/><Relationship Id="rId19" Type="http://schemas.openxmlformats.org/officeDocument/2006/relationships/oleObject" Target="../embeddings/oleObject107.bin"/><Relationship Id="rId4" Type="http://schemas.openxmlformats.org/officeDocument/2006/relationships/image" Target="../media/image36.wmf"/><Relationship Id="rId9" Type="http://schemas.openxmlformats.org/officeDocument/2006/relationships/oleObject" Target="../embeddings/oleObject101.bin"/><Relationship Id="rId14" Type="http://schemas.openxmlformats.org/officeDocument/2006/relationships/image" Target="../media/image18.wmf"/><Relationship Id="rId22" Type="http://schemas.openxmlformats.org/officeDocument/2006/relationships/oleObject" Target="../embeddings/oleObject109.bin"/><Relationship Id="rId27" Type="http://schemas.openxmlformats.org/officeDocument/2006/relationships/oleObject" Target="../embeddings/oleObject113.bin"/></Relationships>
</file>

<file path=ppt/slides/_rels/slide29.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20.bin"/><Relationship Id="rId18" Type="http://schemas.openxmlformats.org/officeDocument/2006/relationships/oleObject" Target="../embeddings/oleObject123.bin"/><Relationship Id="rId26" Type="http://schemas.openxmlformats.org/officeDocument/2006/relationships/image" Target="../media/image21.wmf"/><Relationship Id="rId3" Type="http://schemas.openxmlformats.org/officeDocument/2006/relationships/oleObject" Target="../embeddings/oleObject115.bin"/><Relationship Id="rId21" Type="http://schemas.openxmlformats.org/officeDocument/2006/relationships/oleObject" Target="../embeddings/oleObject125.bin"/><Relationship Id="rId7" Type="http://schemas.openxmlformats.org/officeDocument/2006/relationships/oleObject" Target="../embeddings/oleObject117.bin"/><Relationship Id="rId12" Type="http://schemas.openxmlformats.org/officeDocument/2006/relationships/image" Target="../media/image17.wmf"/><Relationship Id="rId17" Type="http://schemas.openxmlformats.org/officeDocument/2006/relationships/oleObject" Target="../embeddings/oleObject122.bin"/><Relationship Id="rId25" Type="http://schemas.openxmlformats.org/officeDocument/2006/relationships/oleObject" Target="../embeddings/oleObject129.bin"/><Relationship Id="rId2" Type="http://schemas.openxmlformats.org/officeDocument/2006/relationships/slideLayout" Target="../slideLayouts/slideLayout7.xml"/><Relationship Id="rId16" Type="http://schemas.openxmlformats.org/officeDocument/2006/relationships/image" Target="../media/image19.wmf"/><Relationship Id="rId20" Type="http://schemas.openxmlformats.org/officeDocument/2006/relationships/image" Target="../media/image20.wmf"/><Relationship Id="rId29" Type="http://schemas.openxmlformats.org/officeDocument/2006/relationships/image" Target="../media/image37.wmf"/><Relationship Id="rId1" Type="http://schemas.openxmlformats.org/officeDocument/2006/relationships/vmlDrawing" Target="../drawings/vmlDrawing8.vml"/><Relationship Id="rId6" Type="http://schemas.openxmlformats.org/officeDocument/2006/relationships/image" Target="../media/image14.wmf"/><Relationship Id="rId11" Type="http://schemas.openxmlformats.org/officeDocument/2006/relationships/oleObject" Target="../embeddings/oleObject119.bin"/><Relationship Id="rId24" Type="http://schemas.openxmlformats.org/officeDocument/2006/relationships/oleObject" Target="../embeddings/oleObject128.bin"/><Relationship Id="rId5" Type="http://schemas.openxmlformats.org/officeDocument/2006/relationships/oleObject" Target="../embeddings/oleObject116.bin"/><Relationship Id="rId15" Type="http://schemas.openxmlformats.org/officeDocument/2006/relationships/oleObject" Target="../embeddings/oleObject121.bin"/><Relationship Id="rId23" Type="http://schemas.openxmlformats.org/officeDocument/2006/relationships/oleObject" Target="../embeddings/oleObject127.bin"/><Relationship Id="rId28" Type="http://schemas.openxmlformats.org/officeDocument/2006/relationships/oleObject" Target="../embeddings/oleObject131.bin"/><Relationship Id="rId10" Type="http://schemas.openxmlformats.org/officeDocument/2006/relationships/image" Target="../media/image16.wmf"/><Relationship Id="rId19" Type="http://schemas.openxmlformats.org/officeDocument/2006/relationships/oleObject" Target="../embeddings/oleObject124.bin"/><Relationship Id="rId4" Type="http://schemas.openxmlformats.org/officeDocument/2006/relationships/image" Target="../media/image13.wmf"/><Relationship Id="rId9" Type="http://schemas.openxmlformats.org/officeDocument/2006/relationships/oleObject" Target="../embeddings/oleObject118.bin"/><Relationship Id="rId14" Type="http://schemas.openxmlformats.org/officeDocument/2006/relationships/image" Target="../media/image18.wmf"/><Relationship Id="rId22" Type="http://schemas.openxmlformats.org/officeDocument/2006/relationships/oleObject" Target="../embeddings/oleObject126.bin"/><Relationship Id="rId27" Type="http://schemas.openxmlformats.org/officeDocument/2006/relationships/oleObject" Target="../embeddings/oleObject130.bin"/></Relationships>
</file>

<file path=ppt/slides/_rels/slide30.xml.rels><?xml version="1.0" encoding="UTF-8" standalone="yes"?>
<Relationships xmlns="http://schemas.openxmlformats.org/package/2006/relationships"><Relationship Id="rId13" Type="http://schemas.openxmlformats.org/officeDocument/2006/relationships/oleObject" Target="../embeddings/oleObject137.bin"/><Relationship Id="rId18" Type="http://schemas.openxmlformats.org/officeDocument/2006/relationships/image" Target="../media/image17.wmf"/><Relationship Id="rId26" Type="http://schemas.openxmlformats.org/officeDocument/2006/relationships/image" Target="../media/image39.wmf"/><Relationship Id="rId39" Type="http://schemas.openxmlformats.org/officeDocument/2006/relationships/oleObject" Target="../embeddings/oleObject158.bin"/><Relationship Id="rId3" Type="http://schemas.openxmlformats.org/officeDocument/2006/relationships/oleObject" Target="../embeddings/oleObject132.bin"/><Relationship Id="rId21" Type="http://schemas.openxmlformats.org/officeDocument/2006/relationships/oleObject" Target="../embeddings/oleObject141.bin"/><Relationship Id="rId34" Type="http://schemas.openxmlformats.org/officeDocument/2006/relationships/oleObject" Target="../embeddings/oleObject153.bin"/><Relationship Id="rId42" Type="http://schemas.openxmlformats.org/officeDocument/2006/relationships/oleObject" Target="../embeddings/oleObject161.bin"/><Relationship Id="rId47" Type="http://schemas.openxmlformats.org/officeDocument/2006/relationships/oleObject" Target="../embeddings/oleObject165.bin"/><Relationship Id="rId50" Type="http://schemas.openxmlformats.org/officeDocument/2006/relationships/oleObject" Target="../embeddings/oleObject168.bin"/><Relationship Id="rId7" Type="http://schemas.openxmlformats.org/officeDocument/2006/relationships/oleObject" Target="../embeddings/oleObject134.bin"/><Relationship Id="rId12" Type="http://schemas.openxmlformats.org/officeDocument/2006/relationships/image" Target="../media/image14.wmf"/><Relationship Id="rId17" Type="http://schemas.openxmlformats.org/officeDocument/2006/relationships/oleObject" Target="../embeddings/oleObject139.bin"/><Relationship Id="rId25" Type="http://schemas.openxmlformats.org/officeDocument/2006/relationships/oleObject" Target="../embeddings/oleObject145.bin"/><Relationship Id="rId33" Type="http://schemas.openxmlformats.org/officeDocument/2006/relationships/oleObject" Target="../embeddings/oleObject152.bin"/><Relationship Id="rId38" Type="http://schemas.openxmlformats.org/officeDocument/2006/relationships/oleObject" Target="../embeddings/oleObject157.bin"/><Relationship Id="rId46" Type="http://schemas.openxmlformats.org/officeDocument/2006/relationships/oleObject" Target="../embeddings/oleObject164.bin"/><Relationship Id="rId2" Type="http://schemas.openxmlformats.org/officeDocument/2006/relationships/slideLayout" Target="../slideLayouts/slideLayout2.xml"/><Relationship Id="rId16" Type="http://schemas.openxmlformats.org/officeDocument/2006/relationships/image" Target="../media/image16.wmf"/><Relationship Id="rId20" Type="http://schemas.openxmlformats.org/officeDocument/2006/relationships/image" Target="../media/image20.wmf"/><Relationship Id="rId29" Type="http://schemas.openxmlformats.org/officeDocument/2006/relationships/oleObject" Target="../embeddings/oleObject148.bin"/><Relationship Id="rId41" Type="http://schemas.openxmlformats.org/officeDocument/2006/relationships/oleObject" Target="../embeddings/oleObject160.bin"/><Relationship Id="rId1" Type="http://schemas.openxmlformats.org/officeDocument/2006/relationships/vmlDrawing" Target="../drawings/vmlDrawing9.vml"/><Relationship Id="rId6" Type="http://schemas.openxmlformats.org/officeDocument/2006/relationships/image" Target="../media/image18.wmf"/><Relationship Id="rId11" Type="http://schemas.openxmlformats.org/officeDocument/2006/relationships/oleObject" Target="../embeddings/oleObject136.bin"/><Relationship Id="rId24" Type="http://schemas.openxmlformats.org/officeDocument/2006/relationships/oleObject" Target="../embeddings/oleObject144.bin"/><Relationship Id="rId32" Type="http://schemas.openxmlformats.org/officeDocument/2006/relationships/oleObject" Target="../embeddings/oleObject151.bin"/><Relationship Id="rId37" Type="http://schemas.openxmlformats.org/officeDocument/2006/relationships/oleObject" Target="../embeddings/oleObject156.bin"/><Relationship Id="rId40" Type="http://schemas.openxmlformats.org/officeDocument/2006/relationships/oleObject" Target="../embeddings/oleObject159.bin"/><Relationship Id="rId45" Type="http://schemas.openxmlformats.org/officeDocument/2006/relationships/image" Target="../media/image21.wmf"/><Relationship Id="rId5" Type="http://schemas.openxmlformats.org/officeDocument/2006/relationships/oleObject" Target="../embeddings/oleObject133.bin"/><Relationship Id="rId15" Type="http://schemas.openxmlformats.org/officeDocument/2006/relationships/oleObject" Target="../embeddings/oleObject138.bin"/><Relationship Id="rId23" Type="http://schemas.openxmlformats.org/officeDocument/2006/relationships/oleObject" Target="../embeddings/oleObject143.bin"/><Relationship Id="rId28" Type="http://schemas.openxmlformats.org/officeDocument/2006/relationships/oleObject" Target="../embeddings/oleObject147.bin"/><Relationship Id="rId36" Type="http://schemas.openxmlformats.org/officeDocument/2006/relationships/oleObject" Target="../embeddings/oleObject155.bin"/><Relationship Id="rId49" Type="http://schemas.openxmlformats.org/officeDocument/2006/relationships/oleObject" Target="../embeddings/oleObject167.bin"/><Relationship Id="rId10" Type="http://schemas.openxmlformats.org/officeDocument/2006/relationships/image" Target="../media/image13.wmf"/><Relationship Id="rId19" Type="http://schemas.openxmlformats.org/officeDocument/2006/relationships/oleObject" Target="../embeddings/oleObject140.bin"/><Relationship Id="rId31" Type="http://schemas.openxmlformats.org/officeDocument/2006/relationships/oleObject" Target="../embeddings/oleObject150.bin"/><Relationship Id="rId44" Type="http://schemas.openxmlformats.org/officeDocument/2006/relationships/oleObject" Target="../embeddings/oleObject163.bin"/><Relationship Id="rId4" Type="http://schemas.openxmlformats.org/officeDocument/2006/relationships/image" Target="../media/image38.wmf"/><Relationship Id="rId9" Type="http://schemas.openxmlformats.org/officeDocument/2006/relationships/oleObject" Target="../embeddings/oleObject135.bin"/><Relationship Id="rId14" Type="http://schemas.openxmlformats.org/officeDocument/2006/relationships/image" Target="../media/image15.wmf"/><Relationship Id="rId22" Type="http://schemas.openxmlformats.org/officeDocument/2006/relationships/oleObject" Target="../embeddings/oleObject142.bin"/><Relationship Id="rId27" Type="http://schemas.openxmlformats.org/officeDocument/2006/relationships/oleObject" Target="../embeddings/oleObject146.bin"/><Relationship Id="rId30" Type="http://schemas.openxmlformats.org/officeDocument/2006/relationships/oleObject" Target="../embeddings/oleObject149.bin"/><Relationship Id="rId35" Type="http://schemas.openxmlformats.org/officeDocument/2006/relationships/oleObject" Target="../embeddings/oleObject154.bin"/><Relationship Id="rId43" Type="http://schemas.openxmlformats.org/officeDocument/2006/relationships/oleObject" Target="../embeddings/oleObject162.bin"/><Relationship Id="rId48" Type="http://schemas.openxmlformats.org/officeDocument/2006/relationships/oleObject" Target="../embeddings/oleObject166.bin"/><Relationship Id="rId8" Type="http://schemas.openxmlformats.org/officeDocument/2006/relationships/image" Target="../media/image19.wmf"/><Relationship Id="rId51" Type="http://schemas.openxmlformats.org/officeDocument/2006/relationships/oleObject" Target="../embeddings/oleObject169.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219200"/>
            <a:ext cx="7406640" cy="1472184"/>
          </a:xfrm>
        </p:spPr>
        <p:txBody>
          <a:bodyPr>
            <a:normAutofit fontScale="90000"/>
          </a:bodyPr>
          <a:lstStyle/>
          <a:p>
            <a:r>
              <a:rPr lang="fr-FR" b="1" dirty="0" smtClean="0"/>
              <a:t>Lecture #: 04</a:t>
            </a:r>
            <a:br>
              <a:rPr lang="fr-FR" b="1" dirty="0" smtClean="0"/>
            </a:br>
            <a:r>
              <a:rPr lang="fr-FR" b="1" dirty="0" smtClean="0"/>
              <a:t>Lecture Date: 06/03/2013</a:t>
            </a:r>
            <a:r>
              <a:rPr lang="fr-FR" dirty="0" smtClean="0"/>
              <a:t/>
            </a:r>
            <a:br>
              <a:rPr lang="fr-FR" dirty="0" smtClean="0"/>
            </a:br>
            <a:endParaRPr lang="en-US" dirty="0"/>
          </a:p>
        </p:txBody>
      </p:sp>
      <p:sp>
        <p:nvSpPr>
          <p:cNvPr id="3" name="Subtitle 2"/>
          <p:cNvSpPr>
            <a:spLocks noGrp="1"/>
          </p:cNvSpPr>
          <p:nvPr>
            <p:ph type="subTitle" idx="1"/>
          </p:nvPr>
        </p:nvSpPr>
        <p:spPr>
          <a:xfrm>
            <a:off x="1524000" y="3276600"/>
            <a:ext cx="7406640" cy="1752600"/>
          </a:xfrm>
        </p:spPr>
        <p:txBody>
          <a:bodyPr/>
          <a:lstStyle/>
          <a:p>
            <a:r>
              <a:rPr lang="en-US" b="1" u="sng" dirty="0" smtClean="0"/>
              <a:t>Course:  </a:t>
            </a:r>
            <a:r>
              <a:rPr lang="en-US" b="1" dirty="0" smtClean="0">
                <a:solidFill>
                  <a:srgbClr val="0B0630"/>
                </a:solidFill>
              </a:rPr>
              <a:t>Theory of Computer Science</a:t>
            </a:r>
          </a:p>
          <a:p>
            <a:r>
              <a:rPr lang="en-US" b="1" u="sng" dirty="0" smtClean="0"/>
              <a:t>Topic:       </a:t>
            </a:r>
            <a:r>
              <a:rPr lang="en-US" b="1" dirty="0" smtClean="0">
                <a:solidFill>
                  <a:srgbClr val="0B0531"/>
                </a:solidFill>
              </a:rPr>
              <a:t>Finite Automata</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Background</a:t>
            </a:r>
            <a:endParaRPr lang="en-US" b="1" u="sng" dirty="0"/>
          </a:p>
        </p:txBody>
      </p:sp>
      <p:sp>
        <p:nvSpPr>
          <p:cNvPr id="3" name="Content Placeholder 2"/>
          <p:cNvSpPr>
            <a:spLocks noGrp="1"/>
          </p:cNvSpPr>
          <p:nvPr>
            <p:ph idx="1"/>
          </p:nvPr>
        </p:nvSpPr>
        <p:spPr/>
        <p:txBody>
          <a:bodyPr>
            <a:normAutofit fontScale="92500" lnSpcReduction="10000"/>
          </a:bodyPr>
          <a:lstStyle/>
          <a:p>
            <a:pPr algn="just">
              <a:spcBef>
                <a:spcPts val="1200"/>
              </a:spcBef>
              <a:spcAft>
                <a:spcPts val="1200"/>
              </a:spcAft>
              <a:buFont typeface="Wingdings" pitchFamily="2" charset="2"/>
              <a:buChar char="Ø"/>
            </a:pPr>
            <a:r>
              <a:rPr lang="en-US" dirty="0" smtClean="0"/>
              <a:t>Why need formal definitions of language</a:t>
            </a:r>
          </a:p>
          <a:p>
            <a:pPr lvl="3" algn="just">
              <a:spcBef>
                <a:spcPts val="1200"/>
              </a:spcBef>
              <a:spcAft>
                <a:spcPts val="1200"/>
              </a:spcAft>
              <a:buFont typeface="Courier New" pitchFamily="49" charset="0"/>
              <a:buChar char="o"/>
            </a:pPr>
            <a:r>
              <a:rPr lang="en-US" dirty="0" smtClean="0"/>
              <a:t>Define a precise, unambiguous and uniform interpretation</a:t>
            </a:r>
          </a:p>
          <a:p>
            <a:pPr lvl="3" algn="just">
              <a:spcBef>
                <a:spcPts val="1200"/>
              </a:spcBef>
              <a:spcAft>
                <a:spcPts val="1200"/>
              </a:spcAft>
              <a:buFont typeface="Courier New" pitchFamily="49" charset="0"/>
              <a:buChar char="o"/>
            </a:pPr>
            <a:r>
              <a:rPr lang="en-US" dirty="0" smtClean="0"/>
              <a:t> Communication with machines</a:t>
            </a:r>
          </a:p>
          <a:p>
            <a:pPr algn="just">
              <a:spcBef>
                <a:spcPts val="1200"/>
              </a:spcBef>
              <a:spcAft>
                <a:spcPts val="1200"/>
              </a:spcAft>
              <a:buFont typeface="Wingdings" pitchFamily="2" charset="2"/>
              <a:buChar char="Ø"/>
            </a:pPr>
            <a:r>
              <a:rPr lang="en-US" dirty="0" smtClean="0"/>
              <a:t>Formal Language notation/definition</a:t>
            </a:r>
          </a:p>
          <a:p>
            <a:pPr lvl="3" algn="just">
              <a:spcBef>
                <a:spcPts val="1200"/>
              </a:spcBef>
              <a:spcAft>
                <a:spcPts val="1200"/>
              </a:spcAft>
              <a:buFont typeface="Courier New" pitchFamily="49" charset="0"/>
              <a:buChar char="o"/>
            </a:pPr>
            <a:r>
              <a:rPr lang="en-US" dirty="0" smtClean="0"/>
              <a:t> Regular Expression</a:t>
            </a:r>
          </a:p>
          <a:p>
            <a:pPr lvl="6" algn="just">
              <a:spcBef>
                <a:spcPts val="1200"/>
              </a:spcBef>
              <a:spcAft>
                <a:spcPts val="1200"/>
              </a:spcAft>
              <a:buFont typeface="Wingdings" pitchFamily="2" charset="2"/>
              <a:buChar char="v"/>
            </a:pPr>
            <a:r>
              <a:rPr lang="en-US" dirty="0" smtClean="0"/>
              <a:t> Tell how to generate words of that language</a:t>
            </a:r>
          </a:p>
          <a:p>
            <a:pPr lvl="6" algn="just">
              <a:spcBef>
                <a:spcPts val="1200"/>
              </a:spcBef>
              <a:spcAft>
                <a:spcPts val="1200"/>
              </a:spcAft>
              <a:buFont typeface="Wingdings" pitchFamily="2" charset="2"/>
              <a:buChar char="v"/>
            </a:pPr>
            <a:r>
              <a:rPr lang="en-US" dirty="0" smtClean="0"/>
              <a:t> Tell which words belong to this language</a:t>
            </a:r>
          </a:p>
          <a:p>
            <a:pPr lvl="6" algn="just">
              <a:spcBef>
                <a:spcPts val="1200"/>
              </a:spcBef>
              <a:spcAft>
                <a:spcPts val="1200"/>
              </a:spcAft>
              <a:buFont typeface="Wingdings" pitchFamily="2" charset="2"/>
              <a:buChar char="v"/>
            </a:pPr>
            <a:r>
              <a:rPr lang="en-US" dirty="0" smtClean="0"/>
              <a:t> Can this be automated</a:t>
            </a:r>
          </a:p>
          <a:p>
            <a:pPr algn="just">
              <a:spcBef>
                <a:spcPts val="1200"/>
              </a:spcBef>
              <a:spcAft>
                <a:spcPts val="1200"/>
              </a:spcAft>
              <a:buNone/>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Introduction to Finite Automata</a:t>
            </a:r>
            <a:endParaRPr lang="en-US" b="1" u="sng" dirty="0"/>
          </a:p>
        </p:txBody>
      </p:sp>
      <p:sp>
        <p:nvSpPr>
          <p:cNvPr id="3" name="Content Placeholder 2"/>
          <p:cNvSpPr>
            <a:spLocks noGrp="1"/>
          </p:cNvSpPr>
          <p:nvPr>
            <p:ph idx="1"/>
          </p:nvPr>
        </p:nvSpPr>
        <p:spPr/>
        <p:txBody>
          <a:bodyPr/>
          <a:lstStyle/>
          <a:p>
            <a:r>
              <a:rPr lang="en-US" dirty="0" smtClean="0"/>
              <a:t>Consider the following game board that consists of 64 boxes</a:t>
            </a:r>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200400" y="2667000"/>
            <a:ext cx="3486150" cy="2619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Continue…</a:t>
            </a:r>
            <a:endParaRPr lang="en-US" b="1" u="sng" dirty="0"/>
          </a:p>
        </p:txBody>
      </p:sp>
      <p:sp>
        <p:nvSpPr>
          <p:cNvPr id="3" name="Content Placeholder 2"/>
          <p:cNvSpPr>
            <a:spLocks noGrp="1"/>
          </p:cNvSpPr>
          <p:nvPr>
            <p:ph idx="1"/>
          </p:nvPr>
        </p:nvSpPr>
        <p:spPr/>
        <p:txBody>
          <a:bodyPr>
            <a:normAutofit fontScale="92500"/>
          </a:bodyPr>
          <a:lstStyle/>
          <a:p>
            <a:pPr lvl="1" algn="just">
              <a:buFont typeface="Wingdings" pitchFamily="2" charset="2"/>
              <a:buChar char="Ø"/>
            </a:pPr>
            <a:r>
              <a:rPr lang="en-US" dirty="0" smtClean="0"/>
              <a:t>We are supposing that there are some pieces of </a:t>
            </a:r>
          </a:p>
          <a:p>
            <a:pPr lvl="1" algn="just">
              <a:buNone/>
            </a:pPr>
            <a:r>
              <a:rPr lang="en-US" dirty="0" smtClean="0"/>
              <a:t>    paper. Some are of white </a:t>
            </a:r>
            <a:r>
              <a:rPr lang="en-US" dirty="0" err="1" smtClean="0"/>
              <a:t>colour</a:t>
            </a:r>
            <a:r>
              <a:rPr lang="en-US" dirty="0" smtClean="0"/>
              <a:t> while others </a:t>
            </a:r>
          </a:p>
          <a:p>
            <a:pPr lvl="1" algn="just">
              <a:spcAft>
                <a:spcPts val="1800"/>
              </a:spcAft>
              <a:buNone/>
            </a:pPr>
            <a:r>
              <a:rPr lang="en-US" dirty="0" smtClean="0"/>
              <a:t>    are of black </a:t>
            </a:r>
            <a:r>
              <a:rPr lang="en-US" dirty="0" err="1" smtClean="0"/>
              <a:t>colour</a:t>
            </a:r>
            <a:r>
              <a:rPr lang="en-US" dirty="0" smtClean="0"/>
              <a:t>.</a:t>
            </a:r>
          </a:p>
          <a:p>
            <a:pPr lvl="1" algn="just">
              <a:spcAft>
                <a:spcPts val="1800"/>
              </a:spcAft>
              <a:buFont typeface="Wingdings" pitchFamily="2" charset="2"/>
              <a:buChar char="Ø"/>
            </a:pPr>
            <a:r>
              <a:rPr lang="en-US" dirty="0" smtClean="0"/>
              <a:t> The number of pieces of papers are 64 or less.</a:t>
            </a:r>
          </a:p>
          <a:p>
            <a:pPr lvl="1" algn="just">
              <a:spcBef>
                <a:spcPts val="0"/>
              </a:spcBef>
              <a:buFont typeface="Wingdings" pitchFamily="2" charset="2"/>
              <a:buChar char="Ø"/>
            </a:pPr>
            <a:r>
              <a:rPr lang="en-US" dirty="0" smtClean="0"/>
              <a:t> The possible arrangements under which these </a:t>
            </a:r>
          </a:p>
          <a:p>
            <a:pPr lvl="1" algn="just">
              <a:spcBef>
                <a:spcPts val="0"/>
              </a:spcBef>
              <a:buNone/>
            </a:pPr>
            <a:r>
              <a:rPr lang="en-US" dirty="0" smtClean="0"/>
              <a:t>    pieces of paper can be placed are finite.</a:t>
            </a:r>
          </a:p>
          <a:p>
            <a:pPr lvl="3" algn="just">
              <a:buNone/>
            </a:pPr>
            <a:r>
              <a:rPr lang="en-US" dirty="0" smtClean="0"/>
              <a:t>– Because number of boxes are finite, number of pieces are finite. If we will keep placing the arrangements then there will be one stage where the previous stage will be repeated.</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Continue…</a:t>
            </a:r>
            <a:endParaRPr lang="en-US" b="1" u="sng" dirty="0"/>
          </a:p>
        </p:txBody>
      </p:sp>
      <p:sp>
        <p:nvSpPr>
          <p:cNvPr id="3" name="Content Placeholder 2"/>
          <p:cNvSpPr>
            <a:spLocks noGrp="1"/>
          </p:cNvSpPr>
          <p:nvPr>
            <p:ph idx="1"/>
          </p:nvPr>
        </p:nvSpPr>
        <p:spPr/>
        <p:txBody>
          <a:bodyPr>
            <a:normAutofit/>
          </a:bodyPr>
          <a:lstStyle/>
          <a:p>
            <a:pPr lvl="1" algn="just">
              <a:spcAft>
                <a:spcPts val="1200"/>
              </a:spcAft>
              <a:buFont typeface="Wingdings" pitchFamily="2" charset="2"/>
              <a:buChar char="Ø"/>
            </a:pPr>
            <a:r>
              <a:rPr lang="en-US" dirty="0" smtClean="0"/>
              <a:t>There are pair of dice that can generate the numbers 2,3,4…..12</a:t>
            </a:r>
          </a:p>
          <a:p>
            <a:pPr lvl="1" algn="just">
              <a:spcAft>
                <a:spcPts val="1200"/>
              </a:spcAft>
              <a:buFont typeface="Wingdings" pitchFamily="2" charset="2"/>
              <a:buChar char="Ø"/>
            </a:pPr>
            <a:r>
              <a:rPr lang="en-US" dirty="0" smtClean="0"/>
              <a:t>To start the game, one of the arrangements is supposed to be initial arrangement. </a:t>
            </a:r>
          </a:p>
          <a:p>
            <a:pPr lvl="1" algn="just">
              <a:spcAft>
                <a:spcPts val="1200"/>
              </a:spcAft>
              <a:buFont typeface="Wingdings" pitchFamily="2" charset="2"/>
              <a:buChar char="Ø"/>
            </a:pPr>
            <a:r>
              <a:rPr lang="en-US" dirty="0" smtClean="0"/>
              <a:t> For each number generated, a unique arrangement is associated among the possible arrangements.</a:t>
            </a:r>
          </a:p>
          <a:p>
            <a:pPr lvl="3" algn="just">
              <a:buNone/>
            </a:pPr>
            <a:r>
              <a:rPr lang="en-US" dirty="0" smtClean="0"/>
              <a:t>– Means if we are at certain arrangement and there comes a number then what arrangement should be followed. </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Continue…</a:t>
            </a:r>
            <a:endParaRPr lang="en-US" b="1" u="sng" dirty="0"/>
          </a:p>
        </p:txBody>
      </p:sp>
      <p:sp>
        <p:nvSpPr>
          <p:cNvPr id="3" name="Content Placeholder 2"/>
          <p:cNvSpPr>
            <a:spLocks noGrp="1"/>
          </p:cNvSpPr>
          <p:nvPr>
            <p:ph idx="1"/>
          </p:nvPr>
        </p:nvSpPr>
        <p:spPr/>
        <p:txBody>
          <a:bodyPr>
            <a:normAutofit fontScale="85000" lnSpcReduction="20000"/>
          </a:bodyPr>
          <a:lstStyle/>
          <a:p>
            <a:pPr lvl="1" algn="just">
              <a:spcAft>
                <a:spcPts val="1200"/>
              </a:spcAft>
              <a:buFont typeface="Wingdings" pitchFamily="2" charset="2"/>
              <a:buChar char="Ø"/>
            </a:pPr>
            <a:r>
              <a:rPr lang="en-US" dirty="0" smtClean="0"/>
              <a:t>It shows that the total number of transition rules </a:t>
            </a:r>
          </a:p>
          <a:p>
            <a:pPr lvl="1" algn="just">
              <a:spcAft>
                <a:spcPts val="1200"/>
              </a:spcAft>
              <a:buNone/>
            </a:pPr>
            <a:r>
              <a:rPr lang="en-US" dirty="0" smtClean="0"/>
              <a:t>    are finite.</a:t>
            </a:r>
          </a:p>
          <a:p>
            <a:pPr lvl="1" algn="just">
              <a:spcAft>
                <a:spcPts val="1200"/>
              </a:spcAft>
              <a:buFont typeface="Wingdings" pitchFamily="2" charset="2"/>
              <a:buChar char="Ø"/>
            </a:pPr>
            <a:r>
              <a:rPr lang="en-US" dirty="0" smtClean="0"/>
              <a:t> One and more arrangements can be supposed </a:t>
            </a:r>
          </a:p>
          <a:p>
            <a:pPr lvl="1" algn="just">
              <a:spcAft>
                <a:spcPts val="1200"/>
              </a:spcAft>
              <a:buNone/>
            </a:pPr>
            <a:r>
              <a:rPr lang="en-US" dirty="0" smtClean="0"/>
              <a:t>    to be the winning arrangement.</a:t>
            </a:r>
          </a:p>
          <a:p>
            <a:pPr lvl="1" algn="just">
              <a:spcAft>
                <a:spcPts val="1200"/>
              </a:spcAft>
              <a:buFont typeface="Wingdings" pitchFamily="2" charset="2"/>
              <a:buChar char="Ø"/>
            </a:pPr>
            <a:r>
              <a:rPr lang="en-US" dirty="0" smtClean="0"/>
              <a:t> It can be observed that the winning of the game </a:t>
            </a:r>
          </a:p>
          <a:p>
            <a:pPr lvl="1" algn="just">
              <a:spcAft>
                <a:spcPts val="1200"/>
              </a:spcAft>
              <a:buNone/>
            </a:pPr>
            <a:r>
              <a:rPr lang="en-US" dirty="0" smtClean="0"/>
              <a:t>    depends on the sequence in which the numbers </a:t>
            </a:r>
          </a:p>
          <a:p>
            <a:pPr lvl="1" algn="just">
              <a:spcAft>
                <a:spcPts val="1200"/>
              </a:spcAft>
              <a:buNone/>
            </a:pPr>
            <a:r>
              <a:rPr lang="en-US" dirty="0" smtClean="0"/>
              <a:t>     are generated.</a:t>
            </a:r>
          </a:p>
          <a:p>
            <a:pPr lvl="1" algn="just">
              <a:spcAft>
                <a:spcPts val="1200"/>
              </a:spcAft>
              <a:buFont typeface="Wingdings" pitchFamily="2" charset="2"/>
              <a:buChar char="Ø"/>
            </a:pPr>
            <a:r>
              <a:rPr lang="en-US" dirty="0" smtClean="0"/>
              <a:t> This structure of game can be considered to be </a:t>
            </a:r>
          </a:p>
          <a:p>
            <a:pPr lvl="1" algn="just">
              <a:spcAft>
                <a:spcPts val="1200"/>
              </a:spcAft>
              <a:buNone/>
            </a:pPr>
            <a:r>
              <a:rPr lang="en-US" dirty="0" smtClean="0"/>
              <a:t>    a finite automaton.</a:t>
            </a:r>
          </a:p>
          <a:p>
            <a:pPr lvl="1" algn="just">
              <a:spcAft>
                <a:spcPts val="1200"/>
              </a:spcAft>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Automaton</a:t>
            </a:r>
            <a:endParaRPr lang="en-US" b="1" u="sng" dirty="0"/>
          </a:p>
        </p:txBody>
      </p:sp>
      <p:sp>
        <p:nvSpPr>
          <p:cNvPr id="3" name="Content Placeholder 2"/>
          <p:cNvSpPr>
            <a:spLocks noGrp="1"/>
          </p:cNvSpPr>
          <p:nvPr>
            <p:ph idx="1"/>
          </p:nvPr>
        </p:nvSpPr>
        <p:spPr/>
        <p:txBody>
          <a:bodyPr>
            <a:normAutofit lnSpcReduction="10000"/>
          </a:bodyPr>
          <a:lstStyle/>
          <a:p>
            <a:pPr>
              <a:buNone/>
            </a:pPr>
            <a:r>
              <a:rPr lang="en-US" dirty="0" smtClean="0"/>
              <a:t>A finite automaton (FA) is a collection of:</a:t>
            </a:r>
          </a:p>
          <a:p>
            <a:pPr marL="916686" lvl="1" indent="-514350" algn="just">
              <a:spcAft>
                <a:spcPts val="1200"/>
              </a:spcAft>
              <a:buFont typeface="+mj-lt"/>
              <a:buAutoNum type="arabicPeriod"/>
            </a:pPr>
            <a:r>
              <a:rPr lang="en-US" sz="2400" dirty="0" smtClean="0"/>
              <a:t>A finite set of states. </a:t>
            </a:r>
          </a:p>
          <a:p>
            <a:pPr marL="916686" lvl="1" indent="-514350" algn="just">
              <a:spcAft>
                <a:spcPts val="1200"/>
              </a:spcAft>
              <a:buFont typeface="+mj-lt"/>
              <a:buAutoNum type="arabicPeriod"/>
            </a:pPr>
            <a:r>
              <a:rPr lang="en-US" sz="2400" dirty="0" smtClean="0"/>
              <a:t>Exactly one initial state (start state)</a:t>
            </a:r>
          </a:p>
          <a:p>
            <a:pPr marL="916686" lvl="1" indent="-514350" algn="just">
              <a:spcAft>
                <a:spcPts val="1200"/>
              </a:spcAft>
              <a:buFont typeface="+mj-lt"/>
              <a:buAutoNum type="arabicPeriod"/>
            </a:pPr>
            <a:r>
              <a:rPr lang="en-US" sz="2400" dirty="0" smtClean="0"/>
              <a:t>One or more (may be none) final states that mark the  acceptance of a word</a:t>
            </a:r>
          </a:p>
          <a:p>
            <a:pPr marL="916686" lvl="1" indent="-514350" algn="just">
              <a:spcAft>
                <a:spcPts val="1200"/>
              </a:spcAft>
              <a:buFont typeface="+mj-lt"/>
              <a:buAutoNum type="arabicPeriod"/>
            </a:pPr>
            <a:r>
              <a:rPr lang="en-US" sz="2400" dirty="0" smtClean="0"/>
              <a:t>Finite set of input letters (∑) from which input strings are formed.</a:t>
            </a:r>
          </a:p>
          <a:p>
            <a:pPr marL="870966" lvl="1" indent="-514350" algn="just">
              <a:spcAft>
                <a:spcPts val="1200"/>
              </a:spcAft>
              <a:buNone/>
            </a:pPr>
            <a:r>
              <a:rPr lang="en-US" sz="2400" dirty="0" smtClean="0"/>
              <a:t>5.     Finite set of transitions i.e. for each state and for each input letter there is a transition showing how to move from one state to another</a:t>
            </a:r>
          </a:p>
          <a:p>
            <a:pPr marL="596646" indent="-514350">
              <a:buFont typeface="+mj-lt"/>
              <a:buAutoNum type="arabicPeriod"/>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Automaton</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828800" y="1447800"/>
            <a:ext cx="6270625" cy="4076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Characteristics of FA </a:t>
            </a:r>
            <a:endParaRPr lang="en-US" u="sng" dirty="0"/>
          </a:p>
        </p:txBody>
      </p:sp>
      <p:sp>
        <p:nvSpPr>
          <p:cNvPr id="3" name="Content Placeholder 2"/>
          <p:cNvSpPr>
            <a:spLocks noGrp="1"/>
          </p:cNvSpPr>
          <p:nvPr>
            <p:ph idx="1"/>
          </p:nvPr>
        </p:nvSpPr>
        <p:spPr/>
        <p:txBody>
          <a:bodyPr>
            <a:normAutofit/>
          </a:bodyPr>
          <a:lstStyle/>
          <a:p>
            <a:pPr lvl="1" algn="just">
              <a:buFont typeface="Wingdings" pitchFamily="2" charset="2"/>
              <a:buChar char="Ø"/>
            </a:pPr>
            <a:r>
              <a:rPr lang="en-US" sz="2400" dirty="0" smtClean="0"/>
              <a:t>Every FA must have exactly one start state</a:t>
            </a:r>
          </a:p>
          <a:p>
            <a:pPr lvl="4" algn="just">
              <a:buFont typeface="Wingdings" pitchFamily="2" charset="2"/>
              <a:buChar char="v"/>
            </a:pPr>
            <a:r>
              <a:rPr lang="en-US" dirty="0" smtClean="0"/>
              <a:t> There may be multiple or may be no final states</a:t>
            </a:r>
          </a:p>
          <a:p>
            <a:pPr lvl="4" algn="just">
              <a:spcAft>
                <a:spcPts val="1800"/>
              </a:spcAft>
              <a:buFont typeface="Wingdings" pitchFamily="2" charset="2"/>
              <a:buChar char="v"/>
            </a:pPr>
            <a:r>
              <a:rPr lang="en-US" dirty="0" smtClean="0"/>
              <a:t> In the latter case the FA doesn’t accept any language</a:t>
            </a:r>
          </a:p>
          <a:p>
            <a:pPr lvl="1" algn="just">
              <a:spcAft>
                <a:spcPts val="1800"/>
              </a:spcAft>
              <a:buFont typeface="Wingdings" pitchFamily="2" charset="2"/>
              <a:buChar char="Ø"/>
            </a:pPr>
            <a:r>
              <a:rPr lang="en-US" sz="2400" dirty="0" smtClean="0"/>
              <a:t>Only a single character is read on a state at a time</a:t>
            </a:r>
          </a:p>
          <a:p>
            <a:pPr lvl="1" algn="just">
              <a:spcAft>
                <a:spcPts val="1800"/>
              </a:spcAft>
              <a:buFont typeface="Wingdings" pitchFamily="2" charset="2"/>
              <a:buChar char="Ø"/>
            </a:pPr>
            <a:r>
              <a:rPr lang="en-US" dirty="0" smtClean="0"/>
              <a:t> </a:t>
            </a:r>
            <a:r>
              <a:rPr lang="en-US" sz="2400" dirty="0" smtClean="0"/>
              <a:t>Every state defines a transition for every character in the alphabet set or alternatively</a:t>
            </a:r>
          </a:p>
          <a:p>
            <a:pPr lvl="1" algn="just">
              <a:buFont typeface="Wingdings" pitchFamily="2" charset="2"/>
              <a:buChar char="Ø"/>
            </a:pPr>
            <a:r>
              <a:rPr lang="en-US" sz="2400" dirty="0" smtClean="0"/>
              <a:t>Every state has exactly as many outgoing transitions as the number of characters in ∑</a:t>
            </a:r>
            <a:endParaRPr lang="en-US" sz="24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Characteristics of FA </a:t>
            </a:r>
            <a:endParaRPr lang="en-US" dirty="0"/>
          </a:p>
        </p:txBody>
      </p:sp>
      <p:sp>
        <p:nvSpPr>
          <p:cNvPr id="3" name="Content Placeholder 2"/>
          <p:cNvSpPr>
            <a:spLocks noGrp="1"/>
          </p:cNvSpPr>
          <p:nvPr>
            <p:ph idx="1"/>
          </p:nvPr>
        </p:nvSpPr>
        <p:spPr/>
        <p:txBody>
          <a:bodyPr>
            <a:normAutofit/>
          </a:bodyPr>
          <a:lstStyle/>
          <a:p>
            <a:pPr lvl="2">
              <a:buFont typeface="Wingdings" pitchFamily="2" charset="2"/>
              <a:buChar char="Ø"/>
            </a:pPr>
            <a:r>
              <a:rPr lang="en-US" dirty="0" smtClean="0"/>
              <a:t>Each transition labeled with a distinct letter from ∑</a:t>
            </a:r>
          </a:p>
          <a:p>
            <a:pPr lvl="3">
              <a:buFont typeface="Wingdings" pitchFamily="2" charset="2"/>
              <a:buChar char="v"/>
            </a:pPr>
            <a:r>
              <a:rPr lang="en-US" dirty="0" smtClean="0"/>
              <a:t>No duplicate edges</a:t>
            </a:r>
          </a:p>
          <a:p>
            <a:pPr lvl="3">
              <a:spcAft>
                <a:spcPts val="1800"/>
              </a:spcAft>
              <a:buFont typeface="Wingdings" pitchFamily="2" charset="2"/>
              <a:buChar char="v"/>
            </a:pPr>
            <a:r>
              <a:rPr lang="en-US" dirty="0" smtClean="0"/>
              <a:t> No missing edges</a:t>
            </a:r>
          </a:p>
          <a:p>
            <a:pPr lvl="2">
              <a:spcAft>
                <a:spcPts val="1800"/>
              </a:spcAft>
              <a:buFont typeface="Wingdings" pitchFamily="2" charset="2"/>
              <a:buChar char="Ø"/>
            </a:pPr>
            <a:r>
              <a:rPr lang="en-US" dirty="0" smtClean="0"/>
              <a:t>An FA is built for a particular language and recognizes only that language</a:t>
            </a:r>
          </a:p>
          <a:p>
            <a:pPr lvl="2">
              <a:buFont typeface="Wingdings" pitchFamily="2" charset="2"/>
              <a:buChar char="Ø"/>
            </a:pPr>
            <a:r>
              <a:rPr lang="en-US" dirty="0" smtClean="0"/>
              <a:t>It should accept all valid words of the language</a:t>
            </a:r>
          </a:p>
          <a:p>
            <a:pPr lvl="3">
              <a:spcAft>
                <a:spcPts val="1800"/>
              </a:spcAft>
              <a:buNone/>
            </a:pPr>
            <a:r>
              <a:rPr lang="en-US" dirty="0" smtClean="0"/>
              <a:t>Not even a single valid word should be rejected.</a:t>
            </a:r>
          </a:p>
          <a:p>
            <a:pPr lvl="2">
              <a:buFont typeface="Wingdings" pitchFamily="2" charset="2"/>
              <a:buChar char="Ø"/>
            </a:pPr>
            <a:r>
              <a:rPr lang="en-US" dirty="0" smtClean="0"/>
              <a:t>It should reject all invalid words of the language</a:t>
            </a:r>
          </a:p>
          <a:p>
            <a:pPr lvl="3">
              <a:buFont typeface="Wingdings" pitchFamily="2" charset="2"/>
              <a:buChar char="v"/>
            </a:pPr>
            <a:r>
              <a:rPr lang="en-US" dirty="0" smtClean="0"/>
              <a:t>Not even a single invalid word should be accepted.</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Example:</a:t>
            </a:r>
            <a:endParaRPr lang="en-US" b="1" u="sng" dirty="0"/>
          </a:p>
        </p:txBody>
      </p:sp>
      <p:pic>
        <p:nvPicPr>
          <p:cNvPr id="3076" name="Picture 4"/>
          <p:cNvPicPr>
            <a:picLocks noGrp="1" noChangeAspect="1" noChangeArrowheads="1"/>
          </p:cNvPicPr>
          <p:nvPr>
            <p:ph idx="1"/>
          </p:nvPr>
        </p:nvPicPr>
        <p:blipFill>
          <a:blip r:embed="rId2" cstate="print"/>
          <a:srcRect/>
          <a:stretch>
            <a:fillRect/>
          </a:stretch>
        </p:blipFill>
        <p:spPr bwMode="auto">
          <a:xfrm>
            <a:off x="1524001" y="1447800"/>
            <a:ext cx="6176878" cy="39957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Finite </a:t>
            </a:r>
            <a:r>
              <a:rPr lang="en-US" b="1" u="sng" dirty="0" err="1" smtClean="0"/>
              <a:t>Automaton:</a:t>
            </a:r>
            <a:r>
              <a:rPr lang="en-US" i="1" dirty="0" err="1" smtClean="0">
                <a:solidFill>
                  <a:srgbClr val="0925B3"/>
                </a:solidFill>
              </a:rPr>
              <a:t>Transition</a:t>
            </a:r>
            <a:r>
              <a:rPr lang="en-US" i="1" dirty="0" smtClean="0">
                <a:solidFill>
                  <a:srgbClr val="0925B3"/>
                </a:solidFill>
              </a:rPr>
              <a:t> Table</a:t>
            </a:r>
            <a:endParaRPr lang="en-US" dirty="0">
              <a:solidFill>
                <a:srgbClr val="0925B3"/>
              </a:solidFill>
            </a:endParaRPr>
          </a:p>
        </p:txBody>
      </p:sp>
      <p:sp>
        <p:nvSpPr>
          <p:cNvPr id="3" name="Content Placeholder 2"/>
          <p:cNvSpPr>
            <a:spLocks noGrp="1"/>
          </p:cNvSpPr>
          <p:nvPr>
            <p:ph idx="1"/>
          </p:nvPr>
        </p:nvSpPr>
        <p:spPr/>
        <p:txBody>
          <a:bodyPr/>
          <a:lstStyle/>
          <a:p>
            <a:pPr algn="just">
              <a:buNone/>
            </a:pPr>
            <a:r>
              <a:rPr lang="en-US" dirty="0" smtClean="0"/>
              <a:t>These transitions can be expressed by the </a:t>
            </a:r>
          </a:p>
          <a:p>
            <a:pPr algn="just">
              <a:buNone/>
            </a:pPr>
            <a:r>
              <a:rPr lang="en-US" dirty="0" smtClean="0"/>
              <a:t>following table called </a:t>
            </a:r>
            <a:r>
              <a:rPr lang="en-US" i="1" dirty="0" smtClean="0"/>
              <a:t>Transition Table</a:t>
            </a:r>
            <a:r>
              <a:rPr lang="en-US" dirty="0" smtClean="0"/>
              <a:t>:</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2362200" y="3048000"/>
            <a:ext cx="5114925" cy="18002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Finite Automaton: </a:t>
            </a:r>
            <a:r>
              <a:rPr lang="en-US" i="1" dirty="0" smtClean="0">
                <a:solidFill>
                  <a:srgbClr val="0925B3"/>
                </a:solidFill>
              </a:rPr>
              <a:t>Transition </a:t>
            </a:r>
            <a:r>
              <a:rPr lang="en-US" dirty="0" smtClean="0">
                <a:solidFill>
                  <a:srgbClr val="0925B3"/>
                </a:solidFill>
              </a:rPr>
              <a:t>Diagram</a:t>
            </a:r>
            <a:endParaRPr lang="en-US" dirty="0">
              <a:solidFill>
                <a:srgbClr val="0925B3"/>
              </a:solidFill>
            </a:endParaRPr>
          </a:p>
        </p:txBody>
      </p:sp>
      <p:sp>
        <p:nvSpPr>
          <p:cNvPr id="3" name="Content Placeholder 2"/>
          <p:cNvSpPr>
            <a:spLocks noGrp="1"/>
          </p:cNvSpPr>
          <p:nvPr>
            <p:ph idx="1"/>
          </p:nvPr>
        </p:nvSpPr>
        <p:spPr/>
        <p:txBody>
          <a:bodyPr/>
          <a:lstStyle/>
          <a:p>
            <a:pPr algn="just"/>
            <a:r>
              <a:rPr lang="en-US" dirty="0" smtClean="0"/>
              <a:t>It may be noted that the information on an FA, given in the previous table, can also be depicted by the following diagram called the </a:t>
            </a:r>
            <a:r>
              <a:rPr lang="en-US" i="1" dirty="0" smtClean="0"/>
              <a:t>Transition </a:t>
            </a:r>
            <a:r>
              <a:rPr lang="en-US" dirty="0" smtClean="0"/>
              <a:t>Diagram.</a:t>
            </a:r>
          </a:p>
          <a:p>
            <a:endParaRPr lang="en-US" dirty="0"/>
          </a:p>
        </p:txBody>
      </p:sp>
      <p:pic>
        <p:nvPicPr>
          <p:cNvPr id="5123" name="Picture 3"/>
          <p:cNvPicPr>
            <a:picLocks noChangeAspect="1" noChangeArrowheads="1"/>
          </p:cNvPicPr>
          <p:nvPr/>
        </p:nvPicPr>
        <p:blipFill>
          <a:blip r:embed="rId2" cstate="print"/>
          <a:srcRect/>
          <a:stretch>
            <a:fillRect/>
          </a:stretch>
        </p:blipFill>
        <p:spPr bwMode="auto">
          <a:xfrm>
            <a:off x="2971800" y="3733800"/>
            <a:ext cx="4143375" cy="2162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Automaton</a:t>
            </a:r>
            <a:endParaRPr lang="en-US" dirty="0"/>
          </a:p>
        </p:txBody>
      </p:sp>
      <p:sp>
        <p:nvSpPr>
          <p:cNvPr id="3" name="Content Placeholder 2"/>
          <p:cNvSpPr>
            <a:spLocks noGrp="1"/>
          </p:cNvSpPr>
          <p:nvPr>
            <p:ph idx="1"/>
          </p:nvPr>
        </p:nvSpPr>
        <p:spPr/>
        <p:txBody>
          <a:bodyPr/>
          <a:lstStyle/>
          <a:p>
            <a:pPr algn="just">
              <a:buNone/>
            </a:pPr>
            <a:r>
              <a:rPr lang="en-US" dirty="0" smtClean="0"/>
              <a:t>The previous transition diagram is an </a:t>
            </a:r>
            <a:r>
              <a:rPr lang="en-US" dirty="0" smtClean="0">
                <a:solidFill>
                  <a:srgbClr val="0925B3"/>
                </a:solidFill>
              </a:rPr>
              <a:t>FA</a:t>
            </a:r>
            <a:r>
              <a:rPr lang="en-US" dirty="0" smtClean="0"/>
              <a:t> </a:t>
            </a:r>
          </a:p>
          <a:p>
            <a:pPr algn="just">
              <a:buNone/>
            </a:pPr>
            <a:r>
              <a:rPr lang="en-US" dirty="0" smtClean="0"/>
              <a:t>accepting the language of strings, defined over ∑={a, b}, starting with a.</a:t>
            </a:r>
          </a:p>
          <a:p>
            <a:endParaRPr lang="en-US" dirty="0"/>
          </a:p>
        </p:txBody>
      </p:sp>
      <p:sp>
        <p:nvSpPr>
          <p:cNvPr id="4" name="Rectangle 3"/>
          <p:cNvSpPr/>
          <p:nvPr/>
        </p:nvSpPr>
        <p:spPr>
          <a:xfrm>
            <a:off x="1371600" y="3429000"/>
            <a:ext cx="7772400" cy="1200329"/>
          </a:xfrm>
          <a:prstGeom prst="rect">
            <a:avLst/>
          </a:prstGeom>
          <a:ln w="38100">
            <a:solidFill>
              <a:srgbClr val="2A9824"/>
            </a:solidFill>
          </a:ln>
        </p:spPr>
        <p:txBody>
          <a:bodyPr wrap="square">
            <a:spAutoFit/>
          </a:bodyPr>
          <a:lstStyle/>
          <a:p>
            <a:pPr algn="just"/>
            <a:r>
              <a:rPr lang="en-US" b="1" i="1" dirty="0">
                <a:solidFill>
                  <a:srgbClr val="0925B3"/>
                </a:solidFill>
              </a:rPr>
              <a:t>Accepting the language</a:t>
            </a:r>
            <a:r>
              <a:rPr lang="en-US" dirty="0" smtClean="0">
                <a:solidFill>
                  <a:srgbClr val="0925B3"/>
                </a:solidFill>
              </a:rPr>
              <a:t> </a:t>
            </a:r>
            <a:r>
              <a:rPr lang="en-US" dirty="0" smtClean="0"/>
              <a:t>– any string which starts from the initial state and ends at the final state while following the path is referred to as accepted string. The collection of all accepted strings will be named with specific language which can be associated with the FA.</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Automaton</a:t>
            </a:r>
            <a:endParaRPr lang="en-US" dirty="0"/>
          </a:p>
        </p:txBody>
      </p:sp>
      <p:sp>
        <p:nvSpPr>
          <p:cNvPr id="3" name="Content Placeholder 2"/>
          <p:cNvSpPr>
            <a:spLocks noGrp="1"/>
          </p:cNvSpPr>
          <p:nvPr>
            <p:ph idx="1"/>
          </p:nvPr>
        </p:nvSpPr>
        <p:spPr/>
        <p:txBody>
          <a:bodyPr>
            <a:normAutofit/>
          </a:bodyPr>
          <a:lstStyle/>
          <a:p>
            <a:pPr algn="just">
              <a:buFont typeface="Arial" pitchFamily="34" charset="0"/>
              <a:buChar char="•"/>
            </a:pPr>
            <a:r>
              <a:rPr lang="en-US" dirty="0" smtClean="0"/>
              <a:t>It may be noted that this language may be </a:t>
            </a:r>
          </a:p>
          <a:p>
            <a:pPr algn="just">
              <a:buNone/>
            </a:pPr>
            <a:r>
              <a:rPr lang="en-US" dirty="0" smtClean="0"/>
              <a:t>expressed by the regular expression:</a:t>
            </a:r>
          </a:p>
          <a:p>
            <a:pPr lvl="3" algn="just">
              <a:buFont typeface="Wingdings" pitchFamily="2" charset="2"/>
              <a:buChar char="Ø"/>
            </a:pPr>
            <a:r>
              <a:rPr lang="en-US" sz="2400" b="1" dirty="0" smtClean="0">
                <a:solidFill>
                  <a:srgbClr val="0925B3"/>
                </a:solidFill>
              </a:rPr>
              <a:t>– a (a + b)*</a:t>
            </a:r>
          </a:p>
          <a:p>
            <a:pPr lvl="3">
              <a:buNone/>
            </a:pPr>
            <a:endParaRPr lang="en-US" sz="2400" b="1" dirty="0" smtClean="0">
              <a:solidFill>
                <a:srgbClr val="0925B3"/>
              </a:solidFill>
            </a:endParaRPr>
          </a:p>
          <a:p>
            <a:pPr algn="just">
              <a:buNone/>
            </a:pPr>
            <a:r>
              <a:rPr lang="en-US" dirty="0" smtClean="0"/>
              <a:t>• It may be noted that to indicate the initial state, an arrow head can also be placed before that state and that the final state with double circles. </a:t>
            </a:r>
          </a:p>
          <a:p>
            <a:pPr>
              <a:buNone/>
            </a:pP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Automaton</a:t>
            </a:r>
            <a:endParaRPr lang="en-US" dirty="0"/>
          </a:p>
        </p:txBody>
      </p:sp>
      <p:sp>
        <p:nvSpPr>
          <p:cNvPr id="3" name="Content Placeholder 2"/>
          <p:cNvSpPr>
            <a:spLocks noGrp="1"/>
          </p:cNvSpPr>
          <p:nvPr>
            <p:ph idx="1"/>
          </p:nvPr>
        </p:nvSpPr>
        <p:spPr/>
        <p:txBody>
          <a:bodyPr/>
          <a:lstStyle/>
          <a:p>
            <a:pPr lvl="1" algn="just">
              <a:buFont typeface="Wingdings" pitchFamily="2" charset="2"/>
              <a:buChar char="Ø"/>
            </a:pPr>
            <a:r>
              <a:rPr lang="en-US" dirty="0" smtClean="0"/>
              <a:t>It is also to be noted that while expressing an FA </a:t>
            </a:r>
          </a:p>
          <a:p>
            <a:pPr lvl="1" algn="just">
              <a:buFont typeface="Wingdings" pitchFamily="2" charset="2"/>
              <a:buChar char="Ø"/>
            </a:pPr>
            <a:r>
              <a:rPr lang="en-US" dirty="0" smtClean="0"/>
              <a:t>by its transition diagram, the labels of the states are not necessary.</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Finite Automaton: EXAMPLE</a:t>
            </a:r>
            <a:endParaRPr lang="en-US" dirty="0"/>
          </a:p>
        </p:txBody>
      </p:sp>
      <p:pic>
        <p:nvPicPr>
          <p:cNvPr id="6147" name="Picture 3"/>
          <p:cNvPicPr>
            <a:picLocks noChangeAspect="1" noChangeArrowheads="1"/>
          </p:cNvPicPr>
          <p:nvPr/>
        </p:nvPicPr>
        <p:blipFill>
          <a:blip r:embed="rId2" cstate="print"/>
          <a:srcRect/>
          <a:stretch>
            <a:fillRect/>
          </a:stretch>
        </p:blipFill>
        <p:spPr bwMode="auto">
          <a:xfrm>
            <a:off x="2362200" y="1981200"/>
            <a:ext cx="5924550" cy="2085975"/>
          </a:xfrm>
          <a:prstGeom prst="rect">
            <a:avLst/>
          </a:prstGeom>
          <a:noFill/>
          <a:ln w="9525">
            <a:noFill/>
            <a:miter lim="800000"/>
            <a:headEnd/>
            <a:tailEnd/>
          </a:ln>
        </p:spPr>
      </p:pic>
      <p:sp>
        <p:nvSpPr>
          <p:cNvPr id="8" name="Rectangle 7"/>
          <p:cNvSpPr/>
          <p:nvPr/>
        </p:nvSpPr>
        <p:spPr>
          <a:xfrm>
            <a:off x="1524000" y="1524000"/>
            <a:ext cx="1340432" cy="369332"/>
          </a:xfrm>
          <a:prstGeom prst="rect">
            <a:avLst/>
          </a:prstGeom>
        </p:spPr>
        <p:txBody>
          <a:bodyPr wrap="none">
            <a:spAutoFit/>
          </a:bodyPr>
          <a:lstStyle/>
          <a:p>
            <a:r>
              <a:rPr lang="en-US" b="1" u="sng" dirty="0" smtClean="0"/>
              <a:t>EXAMPLE</a:t>
            </a:r>
            <a:endParaRPr lang="en-US" dirty="0"/>
          </a:p>
        </p:txBody>
      </p:sp>
      <p:sp>
        <p:nvSpPr>
          <p:cNvPr id="9" name="Rectangle 8"/>
          <p:cNvSpPr/>
          <p:nvPr/>
        </p:nvSpPr>
        <p:spPr>
          <a:xfrm>
            <a:off x="1600200" y="4114800"/>
            <a:ext cx="1941301" cy="369332"/>
          </a:xfrm>
          <a:prstGeom prst="rect">
            <a:avLst/>
          </a:prstGeom>
        </p:spPr>
        <p:txBody>
          <a:bodyPr wrap="none">
            <a:spAutoFit/>
          </a:bodyPr>
          <a:lstStyle/>
          <a:p>
            <a:r>
              <a:rPr lang="en-US" b="1" dirty="0" smtClean="0">
                <a:solidFill>
                  <a:srgbClr val="FF0000"/>
                </a:solidFill>
              </a:rPr>
              <a:t>Transition Table:</a:t>
            </a:r>
            <a:endParaRPr lang="en-US" b="1" dirty="0">
              <a:solidFill>
                <a:srgbClr val="FF0000"/>
              </a:solidFill>
            </a:endParaRPr>
          </a:p>
        </p:txBody>
      </p:sp>
      <p:pic>
        <p:nvPicPr>
          <p:cNvPr id="6148" name="Picture 4"/>
          <p:cNvPicPr>
            <a:picLocks noChangeAspect="1" noChangeArrowheads="1"/>
          </p:cNvPicPr>
          <p:nvPr/>
        </p:nvPicPr>
        <p:blipFill>
          <a:blip r:embed="rId3" cstate="print"/>
          <a:srcRect/>
          <a:stretch>
            <a:fillRect/>
          </a:stretch>
        </p:blipFill>
        <p:spPr bwMode="auto">
          <a:xfrm>
            <a:off x="2514600" y="4572000"/>
            <a:ext cx="5000625" cy="1504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Finite </a:t>
            </a:r>
            <a:r>
              <a:rPr lang="en-US" b="1" u="sng" dirty="0" err="1" smtClean="0"/>
              <a:t>Automaton:Example</a:t>
            </a:r>
            <a:endParaRPr lang="en-US" dirty="0"/>
          </a:p>
        </p:txBody>
      </p:sp>
      <p:sp>
        <p:nvSpPr>
          <p:cNvPr id="3" name="Content Placeholder 2"/>
          <p:cNvSpPr>
            <a:spLocks noGrp="1"/>
          </p:cNvSpPr>
          <p:nvPr>
            <p:ph idx="1"/>
          </p:nvPr>
        </p:nvSpPr>
        <p:spPr/>
        <p:txBody>
          <a:bodyPr/>
          <a:lstStyle/>
          <a:p>
            <a:r>
              <a:rPr lang="en-US" dirty="0" smtClean="0"/>
              <a:t>Transition Diagram:</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2362200" y="2057400"/>
            <a:ext cx="5724525" cy="3676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Finite Automaton</a:t>
            </a:r>
            <a:endParaRPr lang="en-US" b="1" dirty="0"/>
          </a:p>
        </p:txBody>
      </p:sp>
      <p:sp>
        <p:nvSpPr>
          <p:cNvPr id="3" name="Content Placeholder 2"/>
          <p:cNvSpPr>
            <a:spLocks noGrp="1"/>
          </p:cNvSpPr>
          <p:nvPr>
            <p:ph idx="1"/>
          </p:nvPr>
        </p:nvSpPr>
        <p:spPr/>
        <p:txBody>
          <a:bodyPr>
            <a:normAutofit/>
          </a:bodyPr>
          <a:lstStyle/>
          <a:p>
            <a:pPr marL="870966" lvl="1" indent="-514350">
              <a:buFont typeface="Wingdings" pitchFamily="2" charset="2"/>
              <a:buChar char="Ø"/>
            </a:pPr>
            <a:r>
              <a:rPr lang="en-US" dirty="0" smtClean="0"/>
              <a:t>What we have discussed is, given an FA can we identify the language accepted that FA.</a:t>
            </a:r>
          </a:p>
          <a:p>
            <a:pPr lvl="5">
              <a:buNone/>
            </a:pPr>
            <a:r>
              <a:rPr lang="en-US" dirty="0" smtClean="0"/>
              <a:t>• Given a language, can we build FA?</a:t>
            </a:r>
          </a:p>
          <a:p>
            <a:pPr lvl="5">
              <a:buNone/>
            </a:pPr>
            <a:r>
              <a:rPr lang="en-US" dirty="0" smtClean="0"/>
              <a:t>• Yes/No?</a:t>
            </a:r>
          </a:p>
          <a:p>
            <a:pPr>
              <a:buNone/>
            </a:pPr>
            <a:r>
              <a:rPr lang="en-US" b="1" u="sng" dirty="0" smtClean="0">
                <a:solidFill>
                  <a:srgbClr val="0925B3"/>
                </a:solidFill>
              </a:rPr>
              <a:t>Example:</a:t>
            </a:r>
          </a:p>
          <a:p>
            <a:pPr lvl="1" algn="just">
              <a:buFont typeface="Wingdings" pitchFamily="2" charset="2"/>
              <a:buChar char="Ø"/>
            </a:pPr>
            <a:r>
              <a:rPr lang="en-US" dirty="0" smtClean="0"/>
              <a:t>Consider the language L of strings, defined over ∑ = {a, b}, starting with b. The language L may be expressed by RE b(</a:t>
            </a:r>
            <a:r>
              <a:rPr lang="en-US" dirty="0" err="1" smtClean="0"/>
              <a:t>a+b</a:t>
            </a:r>
            <a:r>
              <a:rPr lang="en-US" dirty="0" smtClean="0"/>
              <a:t>)*, may be accepted by the following FA. </a:t>
            </a:r>
          </a:p>
          <a:p>
            <a:pPr>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Finite Automaton</a:t>
            </a:r>
            <a:endParaRPr lang="en-US"/>
          </a:p>
        </p:txBody>
      </p:sp>
      <p:pic>
        <p:nvPicPr>
          <p:cNvPr id="8195" name="Picture 3"/>
          <p:cNvPicPr>
            <a:picLocks noGrp="1" noChangeAspect="1" noChangeArrowheads="1"/>
          </p:cNvPicPr>
          <p:nvPr>
            <p:ph idx="1"/>
          </p:nvPr>
        </p:nvPicPr>
        <p:blipFill>
          <a:blip r:embed="rId2" cstate="print"/>
          <a:srcRect/>
          <a:stretch>
            <a:fillRect/>
          </a:stretch>
        </p:blipFill>
        <p:spPr bwMode="auto">
          <a:xfrm>
            <a:off x="1447800" y="1633537"/>
            <a:ext cx="7315200" cy="44291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Formal Definition</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752600"/>
            <a:ext cx="7619999"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691065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92" name="Footer Placeholder 4"/>
          <p:cNvSpPr>
            <a:spLocks noGrp="1"/>
          </p:cNvSpPr>
          <p:nvPr>
            <p:ph type="ftr" sz="quarter" idx="11"/>
          </p:nvPr>
        </p:nvSpPr>
        <p:spPr>
          <a:noFill/>
        </p:spPr>
        <p:txBody>
          <a:bodyPr/>
          <a:lstStyle/>
          <a:p>
            <a:r>
              <a:rPr lang="en-US" smtClean="0"/>
              <a:t>Prof. Busch - LSU</a:t>
            </a:r>
          </a:p>
        </p:txBody>
      </p:sp>
      <p:sp>
        <p:nvSpPr>
          <p:cNvPr id="28693" name="Slide Number Placeholder 5"/>
          <p:cNvSpPr>
            <a:spLocks noGrp="1"/>
          </p:cNvSpPr>
          <p:nvPr>
            <p:ph type="sldNum" sz="quarter" idx="12"/>
          </p:nvPr>
        </p:nvSpPr>
        <p:spPr>
          <a:noFill/>
        </p:spPr>
        <p:txBody>
          <a:bodyPr/>
          <a:lstStyle/>
          <a:p>
            <a:fld id="{FA97A2CB-1397-419B-BA92-BC7A7DA8A580}" type="slidenum">
              <a:rPr lang="en-US" smtClean="0"/>
              <a:pPr/>
              <a:t>22</a:t>
            </a:fld>
            <a:endParaRPr lang="en-US" smtClean="0"/>
          </a:p>
        </p:txBody>
      </p:sp>
      <p:sp>
        <p:nvSpPr>
          <p:cNvPr id="28694" name="Rectangle 2"/>
          <p:cNvSpPr>
            <a:spLocks noGrp="1" noChangeArrowheads="1"/>
          </p:cNvSpPr>
          <p:nvPr>
            <p:ph type="title"/>
          </p:nvPr>
        </p:nvSpPr>
        <p:spPr/>
        <p:txBody>
          <a:bodyPr/>
          <a:lstStyle/>
          <a:p>
            <a:r>
              <a:rPr lang="en-US" smtClean="0"/>
              <a:t>Set of States </a:t>
            </a:r>
          </a:p>
        </p:txBody>
      </p:sp>
      <p:sp>
        <p:nvSpPr>
          <p:cNvPr id="28695" name="Rectangle 3"/>
          <p:cNvSpPr>
            <a:spLocks noGrp="1" noChangeArrowheads="1"/>
          </p:cNvSpPr>
          <p:nvPr>
            <p:ph type="body" idx="1"/>
          </p:nvPr>
        </p:nvSpPr>
        <p:spPr/>
        <p:txBody>
          <a:bodyPr/>
          <a:lstStyle/>
          <a:p>
            <a:pPr>
              <a:buFontTx/>
              <a:buNone/>
            </a:pPr>
            <a:r>
              <a:rPr lang="en-US" smtClean="0"/>
              <a:t> </a:t>
            </a:r>
          </a:p>
        </p:txBody>
      </p:sp>
      <p:graphicFrame>
        <p:nvGraphicFramePr>
          <p:cNvPr id="28674" name="Object 4"/>
          <p:cNvGraphicFramePr>
            <a:graphicFrameLocks noChangeAspect="1"/>
          </p:cNvGraphicFramePr>
          <p:nvPr/>
        </p:nvGraphicFramePr>
        <p:xfrm>
          <a:off x="6324600" y="190500"/>
          <a:ext cx="392113" cy="519113"/>
        </p:xfrm>
        <a:graphic>
          <a:graphicData uri="http://schemas.openxmlformats.org/presentationml/2006/ole">
            <mc:AlternateContent xmlns:mc="http://schemas.openxmlformats.org/markup-compatibility/2006">
              <mc:Choice xmlns:v="urn:schemas-microsoft-com:vml" Requires="v">
                <p:oleObj spid="_x0000_s2086" name="Equation" r:id="rId3" imgW="393480" imgH="520560" progId="Equation.3">
                  <p:embed/>
                </p:oleObj>
              </mc:Choice>
              <mc:Fallback>
                <p:oleObj name="Equation" r:id="rId3" imgW="393480" imgH="520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4600" y="190500"/>
                        <a:ext cx="392113"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696" name="Oval 5"/>
          <p:cNvSpPr>
            <a:spLocks noChangeArrowheads="1"/>
          </p:cNvSpPr>
          <p:nvPr/>
        </p:nvSpPr>
        <p:spPr bwMode="auto">
          <a:xfrm>
            <a:off x="1447800" y="5257800"/>
            <a:ext cx="533400" cy="533400"/>
          </a:xfrm>
          <a:prstGeom prst="ellipse">
            <a:avLst/>
          </a:prstGeom>
          <a:noFill/>
          <a:ln w="9525">
            <a:solidFill>
              <a:schemeClr val="tx1"/>
            </a:solidFill>
            <a:round/>
            <a:headEnd/>
            <a:tailEnd/>
          </a:ln>
        </p:spPr>
        <p:txBody>
          <a:bodyPr wrap="none" anchor="ctr"/>
          <a:lstStyle/>
          <a:p>
            <a:endParaRPr lang="en-US"/>
          </a:p>
        </p:txBody>
      </p:sp>
      <p:sp>
        <p:nvSpPr>
          <p:cNvPr id="28697" name="Oval 6"/>
          <p:cNvSpPr>
            <a:spLocks noChangeArrowheads="1"/>
          </p:cNvSpPr>
          <p:nvPr/>
        </p:nvSpPr>
        <p:spPr bwMode="auto">
          <a:xfrm>
            <a:off x="4038600" y="5257800"/>
            <a:ext cx="533400" cy="533400"/>
          </a:xfrm>
          <a:prstGeom prst="ellipse">
            <a:avLst/>
          </a:prstGeom>
          <a:noFill/>
          <a:ln w="9525">
            <a:solidFill>
              <a:schemeClr val="tx1"/>
            </a:solidFill>
            <a:round/>
            <a:headEnd/>
            <a:tailEnd/>
          </a:ln>
        </p:spPr>
        <p:txBody>
          <a:bodyPr wrap="none" anchor="ctr"/>
          <a:lstStyle/>
          <a:p>
            <a:endParaRPr lang="en-US"/>
          </a:p>
        </p:txBody>
      </p:sp>
      <p:sp>
        <p:nvSpPr>
          <p:cNvPr id="28698" name="Oval 7"/>
          <p:cNvSpPr>
            <a:spLocks noChangeArrowheads="1"/>
          </p:cNvSpPr>
          <p:nvPr/>
        </p:nvSpPr>
        <p:spPr bwMode="auto">
          <a:xfrm>
            <a:off x="5334000" y="5257800"/>
            <a:ext cx="533400" cy="533400"/>
          </a:xfrm>
          <a:prstGeom prst="ellipse">
            <a:avLst/>
          </a:prstGeom>
          <a:noFill/>
          <a:ln w="9525">
            <a:solidFill>
              <a:schemeClr val="tx1"/>
            </a:solidFill>
            <a:round/>
            <a:headEnd/>
            <a:tailEnd/>
          </a:ln>
        </p:spPr>
        <p:txBody>
          <a:bodyPr wrap="none" anchor="ctr"/>
          <a:lstStyle/>
          <a:p>
            <a:endParaRPr lang="en-US"/>
          </a:p>
        </p:txBody>
      </p:sp>
      <p:sp>
        <p:nvSpPr>
          <p:cNvPr id="28699" name="Oval 8"/>
          <p:cNvSpPr>
            <a:spLocks noChangeArrowheads="1"/>
          </p:cNvSpPr>
          <p:nvPr/>
        </p:nvSpPr>
        <p:spPr bwMode="auto">
          <a:xfrm>
            <a:off x="6705600" y="5257800"/>
            <a:ext cx="533400" cy="533400"/>
          </a:xfrm>
          <a:prstGeom prst="ellipse">
            <a:avLst/>
          </a:prstGeom>
          <a:noFill/>
          <a:ln w="9525">
            <a:solidFill>
              <a:schemeClr val="tx1"/>
            </a:solidFill>
            <a:round/>
            <a:headEnd/>
            <a:tailEnd/>
          </a:ln>
        </p:spPr>
        <p:txBody>
          <a:bodyPr wrap="none" anchor="ctr"/>
          <a:lstStyle/>
          <a:p>
            <a:endParaRPr lang="en-US"/>
          </a:p>
        </p:txBody>
      </p:sp>
      <p:sp>
        <p:nvSpPr>
          <p:cNvPr id="28700" name="Oval 9"/>
          <p:cNvSpPr>
            <a:spLocks noChangeArrowheads="1"/>
          </p:cNvSpPr>
          <p:nvPr/>
        </p:nvSpPr>
        <p:spPr bwMode="auto">
          <a:xfrm>
            <a:off x="6553200" y="5105400"/>
            <a:ext cx="838200" cy="838200"/>
          </a:xfrm>
          <a:prstGeom prst="ellipse">
            <a:avLst/>
          </a:prstGeom>
          <a:noFill/>
          <a:ln w="9525">
            <a:solidFill>
              <a:schemeClr val="tx1"/>
            </a:solidFill>
            <a:round/>
            <a:headEnd/>
            <a:tailEnd/>
          </a:ln>
        </p:spPr>
        <p:txBody>
          <a:bodyPr wrap="none" anchor="ctr"/>
          <a:lstStyle/>
          <a:p>
            <a:endParaRPr lang="en-US"/>
          </a:p>
        </p:txBody>
      </p:sp>
      <p:sp>
        <p:nvSpPr>
          <p:cNvPr id="28701" name="Line 10"/>
          <p:cNvSpPr>
            <a:spLocks noChangeShapeType="1"/>
          </p:cNvSpPr>
          <p:nvPr/>
        </p:nvSpPr>
        <p:spPr bwMode="auto">
          <a:xfrm>
            <a:off x="838200" y="55626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28702" name="Line 11"/>
          <p:cNvSpPr>
            <a:spLocks noChangeShapeType="1"/>
          </p:cNvSpPr>
          <p:nvPr/>
        </p:nvSpPr>
        <p:spPr bwMode="auto">
          <a:xfrm>
            <a:off x="3276600" y="5562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28703" name="Line 12"/>
          <p:cNvSpPr>
            <a:spLocks noChangeShapeType="1"/>
          </p:cNvSpPr>
          <p:nvPr/>
        </p:nvSpPr>
        <p:spPr bwMode="auto">
          <a:xfrm>
            <a:off x="4572000" y="5562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28704" name="Line 13"/>
          <p:cNvSpPr>
            <a:spLocks noChangeShapeType="1"/>
          </p:cNvSpPr>
          <p:nvPr/>
        </p:nvSpPr>
        <p:spPr bwMode="auto">
          <a:xfrm>
            <a:off x="5867400" y="5562600"/>
            <a:ext cx="6858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28675" name="Object 14"/>
          <p:cNvGraphicFramePr>
            <a:graphicFrameLocks noChangeAspect="1"/>
          </p:cNvGraphicFramePr>
          <p:nvPr/>
        </p:nvGraphicFramePr>
        <p:xfrm>
          <a:off x="1524000" y="5257800"/>
          <a:ext cx="419100" cy="469900"/>
        </p:xfrm>
        <a:graphic>
          <a:graphicData uri="http://schemas.openxmlformats.org/presentationml/2006/ole">
            <mc:AlternateContent xmlns:mc="http://schemas.openxmlformats.org/markup-compatibility/2006">
              <mc:Choice xmlns:v="urn:schemas-microsoft-com:vml" Requires="v">
                <p:oleObj spid="_x0000_s2087" name="Equation" r:id="rId5" imgW="419040" imgH="469800" progId="Equation.3">
                  <p:embed/>
                </p:oleObj>
              </mc:Choice>
              <mc:Fallback>
                <p:oleObj name="Equation" r:id="rId5" imgW="41904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5257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5" name="Oval 15"/>
          <p:cNvSpPr>
            <a:spLocks noChangeArrowheads="1"/>
          </p:cNvSpPr>
          <p:nvPr/>
        </p:nvSpPr>
        <p:spPr bwMode="auto">
          <a:xfrm>
            <a:off x="2743200" y="52578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28676" name="Object 16"/>
          <p:cNvGraphicFramePr>
            <a:graphicFrameLocks noChangeAspect="1"/>
          </p:cNvGraphicFramePr>
          <p:nvPr/>
        </p:nvGraphicFramePr>
        <p:xfrm>
          <a:off x="2857500" y="5257800"/>
          <a:ext cx="341313" cy="469900"/>
        </p:xfrm>
        <a:graphic>
          <a:graphicData uri="http://schemas.openxmlformats.org/presentationml/2006/ole">
            <mc:AlternateContent xmlns:mc="http://schemas.openxmlformats.org/markup-compatibility/2006">
              <mc:Choice xmlns:v="urn:schemas-microsoft-com:vml" Requires="v">
                <p:oleObj spid="_x0000_s2088" name="Equation" r:id="rId7" imgW="342720" imgH="469800" progId="Equation.3">
                  <p:embed/>
                </p:oleObj>
              </mc:Choice>
              <mc:Fallback>
                <p:oleObj name="Equation" r:id="rId7" imgW="34272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7500" y="52578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7" name="Object 17"/>
          <p:cNvGraphicFramePr>
            <a:graphicFrameLocks noChangeAspect="1"/>
          </p:cNvGraphicFramePr>
          <p:nvPr/>
        </p:nvGraphicFramePr>
        <p:xfrm>
          <a:off x="4127500" y="5257800"/>
          <a:ext cx="392113" cy="469900"/>
        </p:xfrm>
        <a:graphic>
          <a:graphicData uri="http://schemas.openxmlformats.org/presentationml/2006/ole">
            <mc:AlternateContent xmlns:mc="http://schemas.openxmlformats.org/markup-compatibility/2006">
              <mc:Choice xmlns:v="urn:schemas-microsoft-com:vml" Requires="v">
                <p:oleObj spid="_x0000_s2089"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7500" y="5257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8" name="Object 18"/>
          <p:cNvGraphicFramePr>
            <a:graphicFrameLocks noChangeAspect="1"/>
          </p:cNvGraphicFramePr>
          <p:nvPr/>
        </p:nvGraphicFramePr>
        <p:xfrm>
          <a:off x="5422900" y="5257800"/>
          <a:ext cx="392113" cy="469900"/>
        </p:xfrm>
        <a:graphic>
          <a:graphicData uri="http://schemas.openxmlformats.org/presentationml/2006/ole">
            <mc:AlternateContent xmlns:mc="http://schemas.openxmlformats.org/markup-compatibility/2006">
              <mc:Choice xmlns:v="urn:schemas-microsoft-com:vml" Requires="v">
                <p:oleObj spid="_x0000_s2090" name="Equation" r:id="rId11" imgW="393480" imgH="469800" progId="Equation.3">
                  <p:embed/>
                </p:oleObj>
              </mc:Choice>
              <mc:Fallback>
                <p:oleObj name="Equation" r:id="rId11" imgW="39348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2900" y="5257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9" name="Object 19"/>
          <p:cNvGraphicFramePr>
            <a:graphicFrameLocks noChangeAspect="1"/>
          </p:cNvGraphicFramePr>
          <p:nvPr/>
        </p:nvGraphicFramePr>
        <p:xfrm>
          <a:off x="6781800" y="5257800"/>
          <a:ext cx="419100" cy="469900"/>
        </p:xfrm>
        <a:graphic>
          <a:graphicData uri="http://schemas.openxmlformats.org/presentationml/2006/ole">
            <mc:AlternateContent xmlns:mc="http://schemas.openxmlformats.org/markup-compatibility/2006">
              <mc:Choice xmlns:v="urn:schemas-microsoft-com:vml" Requires="v">
                <p:oleObj spid="_x0000_s2091" name="Equation" r:id="rId13" imgW="419040" imgH="469800" progId="Equation.3">
                  <p:embed/>
                </p:oleObj>
              </mc:Choice>
              <mc:Fallback>
                <p:oleObj name="Equation" r:id="rId13" imgW="419040" imgH="46980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81800" y="5257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6" name="Line 20"/>
          <p:cNvSpPr>
            <a:spLocks noChangeShapeType="1"/>
          </p:cNvSpPr>
          <p:nvPr/>
        </p:nvSpPr>
        <p:spPr bwMode="auto">
          <a:xfrm>
            <a:off x="1981200" y="55626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28680" name="Object 21"/>
          <p:cNvGraphicFramePr>
            <a:graphicFrameLocks noChangeAspect="1"/>
          </p:cNvGraphicFramePr>
          <p:nvPr/>
        </p:nvGraphicFramePr>
        <p:xfrm>
          <a:off x="2209800" y="5257800"/>
          <a:ext cx="265113" cy="279400"/>
        </p:xfrm>
        <a:graphic>
          <a:graphicData uri="http://schemas.openxmlformats.org/presentationml/2006/ole">
            <mc:AlternateContent xmlns:mc="http://schemas.openxmlformats.org/markup-compatibility/2006">
              <mc:Choice xmlns:v="urn:schemas-microsoft-com:vml" Requires="v">
                <p:oleObj spid="_x0000_s2092" name="Equation" r:id="rId15" imgW="266400" imgH="279360" progId="Equation.3">
                  <p:embed/>
                </p:oleObj>
              </mc:Choice>
              <mc:Fallback>
                <p:oleObj name="Equation" r:id="rId15"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9800" y="5257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1" name="Object 22"/>
          <p:cNvGraphicFramePr>
            <a:graphicFrameLocks noChangeAspect="1"/>
          </p:cNvGraphicFramePr>
          <p:nvPr/>
        </p:nvGraphicFramePr>
        <p:xfrm>
          <a:off x="3505200" y="5181600"/>
          <a:ext cx="279400" cy="381000"/>
        </p:xfrm>
        <a:graphic>
          <a:graphicData uri="http://schemas.openxmlformats.org/presentationml/2006/ole">
            <mc:AlternateContent xmlns:mc="http://schemas.openxmlformats.org/markup-compatibility/2006">
              <mc:Choice xmlns:v="urn:schemas-microsoft-com:vml" Requires="v">
                <p:oleObj spid="_x0000_s2093"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05200" y="5181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2" name="Object 23"/>
          <p:cNvGraphicFramePr>
            <a:graphicFrameLocks noChangeAspect="1"/>
          </p:cNvGraphicFramePr>
          <p:nvPr/>
        </p:nvGraphicFramePr>
        <p:xfrm>
          <a:off x="4800600" y="5181600"/>
          <a:ext cx="279400" cy="381000"/>
        </p:xfrm>
        <a:graphic>
          <a:graphicData uri="http://schemas.openxmlformats.org/presentationml/2006/ole">
            <mc:AlternateContent xmlns:mc="http://schemas.openxmlformats.org/markup-compatibility/2006">
              <mc:Choice xmlns:v="urn:schemas-microsoft-com:vml" Requires="v">
                <p:oleObj spid="_x0000_s2094" name="Equation" r:id="rId19" imgW="279360" imgH="380880" progId="Equation.3">
                  <p:embed/>
                </p:oleObj>
              </mc:Choice>
              <mc:Fallback>
                <p:oleObj name="Equation" r:id="rId19"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0600" y="5181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3" name="Object 24"/>
          <p:cNvGraphicFramePr>
            <a:graphicFrameLocks noChangeAspect="1"/>
          </p:cNvGraphicFramePr>
          <p:nvPr/>
        </p:nvGraphicFramePr>
        <p:xfrm>
          <a:off x="6096000" y="5257800"/>
          <a:ext cx="265113" cy="279400"/>
        </p:xfrm>
        <a:graphic>
          <a:graphicData uri="http://schemas.openxmlformats.org/presentationml/2006/ole">
            <mc:AlternateContent xmlns:mc="http://schemas.openxmlformats.org/markup-compatibility/2006">
              <mc:Choice xmlns:v="urn:schemas-microsoft-com:vml" Requires="v">
                <p:oleObj spid="_x0000_s2095" name="Equation" r:id="rId20" imgW="266400" imgH="279360" progId="Equation.3">
                  <p:embed/>
                </p:oleObj>
              </mc:Choice>
              <mc:Fallback>
                <p:oleObj name="Equation" r:id="rId20"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5257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7" name="Oval 26"/>
          <p:cNvSpPr>
            <a:spLocks noChangeArrowheads="1"/>
          </p:cNvSpPr>
          <p:nvPr/>
        </p:nvSpPr>
        <p:spPr bwMode="auto">
          <a:xfrm>
            <a:off x="6108700" y="39751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28684" name="Object 27"/>
          <p:cNvGraphicFramePr>
            <a:graphicFrameLocks noChangeAspect="1"/>
          </p:cNvGraphicFramePr>
          <p:nvPr/>
        </p:nvGraphicFramePr>
        <p:xfrm>
          <a:off x="6184900" y="3975100"/>
          <a:ext cx="404813" cy="469900"/>
        </p:xfrm>
        <a:graphic>
          <a:graphicData uri="http://schemas.openxmlformats.org/presentationml/2006/ole">
            <mc:AlternateContent xmlns:mc="http://schemas.openxmlformats.org/markup-compatibility/2006">
              <mc:Choice xmlns:v="urn:schemas-microsoft-com:vml" Requires="v">
                <p:oleObj spid="_x0000_s2096" name="Equation" r:id="rId21" imgW="406080" imgH="469800" progId="Equation.3">
                  <p:embed/>
                </p:oleObj>
              </mc:Choice>
              <mc:Fallback>
                <p:oleObj name="Equation" r:id="rId21" imgW="406080" imgH="469800" progId="Equation.3">
                  <p:embed/>
                  <p:pic>
                    <p:nvPicPr>
                      <p:cNvPr id="0" name=""/>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84900" y="39751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5" name="Object 28"/>
          <p:cNvGraphicFramePr>
            <a:graphicFrameLocks noChangeAspect="1"/>
          </p:cNvGraphicFramePr>
          <p:nvPr/>
        </p:nvGraphicFramePr>
        <p:xfrm>
          <a:off x="3048000" y="4800600"/>
          <a:ext cx="265113" cy="279400"/>
        </p:xfrm>
        <a:graphic>
          <a:graphicData uri="http://schemas.openxmlformats.org/presentationml/2006/ole">
            <mc:AlternateContent xmlns:mc="http://schemas.openxmlformats.org/markup-compatibility/2006">
              <mc:Choice xmlns:v="urn:schemas-microsoft-com:vml" Requires="v">
                <p:oleObj spid="_x0000_s2097" name="Equation" r:id="rId23" imgW="266400" imgH="279360" progId="Equation.3">
                  <p:embed/>
                </p:oleObj>
              </mc:Choice>
              <mc:Fallback>
                <p:oleObj name="Equation" r:id="rId23"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0" y="48006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6" name="Object 29"/>
          <p:cNvGraphicFramePr>
            <a:graphicFrameLocks noChangeAspect="1"/>
          </p:cNvGraphicFramePr>
          <p:nvPr/>
        </p:nvGraphicFramePr>
        <p:xfrm>
          <a:off x="4267200" y="4876800"/>
          <a:ext cx="265113" cy="279400"/>
        </p:xfrm>
        <a:graphic>
          <a:graphicData uri="http://schemas.openxmlformats.org/presentationml/2006/ole">
            <mc:AlternateContent xmlns:mc="http://schemas.openxmlformats.org/markup-compatibility/2006">
              <mc:Choice xmlns:v="urn:schemas-microsoft-com:vml" Requires="v">
                <p:oleObj spid="_x0000_s2098" name="Equation" r:id="rId24" imgW="266400" imgH="279360" progId="Equation.3">
                  <p:embed/>
                </p:oleObj>
              </mc:Choice>
              <mc:Fallback>
                <p:oleObj name="Equation" r:id="rId24"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672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7" name="Object 30"/>
          <p:cNvGraphicFramePr>
            <a:graphicFrameLocks noChangeAspect="1"/>
          </p:cNvGraphicFramePr>
          <p:nvPr/>
        </p:nvGraphicFramePr>
        <p:xfrm>
          <a:off x="5562600" y="4800600"/>
          <a:ext cx="279400" cy="381000"/>
        </p:xfrm>
        <a:graphic>
          <a:graphicData uri="http://schemas.openxmlformats.org/presentationml/2006/ole">
            <mc:AlternateContent xmlns:mc="http://schemas.openxmlformats.org/markup-compatibility/2006">
              <mc:Choice xmlns:v="urn:schemas-microsoft-com:vml" Requires="v">
                <p:oleObj spid="_x0000_s2099" name="Equation" r:id="rId25" imgW="279360" imgH="380880" progId="Equation.3">
                  <p:embed/>
                </p:oleObj>
              </mc:Choice>
              <mc:Fallback>
                <p:oleObj name="Equation" r:id="rId25"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62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88" name="Object 31"/>
          <p:cNvGraphicFramePr>
            <a:graphicFrameLocks noChangeAspect="1"/>
          </p:cNvGraphicFramePr>
          <p:nvPr/>
        </p:nvGraphicFramePr>
        <p:xfrm>
          <a:off x="1676400" y="4724400"/>
          <a:ext cx="279400" cy="381000"/>
        </p:xfrm>
        <a:graphic>
          <a:graphicData uri="http://schemas.openxmlformats.org/presentationml/2006/ole">
            <mc:AlternateContent xmlns:mc="http://schemas.openxmlformats.org/markup-compatibility/2006">
              <mc:Choice xmlns:v="urn:schemas-microsoft-com:vml" Requires="v">
                <p:oleObj spid="_x0000_s2100" name="Equation" r:id="rId26" imgW="279360" imgH="380880" progId="Equation.3">
                  <p:embed/>
                </p:oleObj>
              </mc:Choice>
              <mc:Fallback>
                <p:oleObj name="Equation" r:id="rId26"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6400" y="47244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8" name="Freeform 32"/>
          <p:cNvSpPr>
            <a:spLocks/>
          </p:cNvSpPr>
          <p:nvPr/>
        </p:nvSpPr>
        <p:spPr bwMode="auto">
          <a:xfrm>
            <a:off x="5943600" y="32004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28689" name="Object 33"/>
          <p:cNvGraphicFramePr>
            <a:graphicFrameLocks noChangeAspect="1"/>
          </p:cNvGraphicFramePr>
          <p:nvPr/>
        </p:nvGraphicFramePr>
        <p:xfrm>
          <a:off x="5956300" y="2755900"/>
          <a:ext cx="671513" cy="442913"/>
        </p:xfrm>
        <a:graphic>
          <a:graphicData uri="http://schemas.openxmlformats.org/presentationml/2006/ole">
            <mc:AlternateContent xmlns:mc="http://schemas.openxmlformats.org/markup-compatibility/2006">
              <mc:Choice xmlns:v="urn:schemas-microsoft-com:vml" Requires="v">
                <p:oleObj spid="_x0000_s2101" name="Equation" r:id="rId27" imgW="672840" imgH="444240" progId="Equation.3">
                  <p:embed/>
                </p:oleObj>
              </mc:Choice>
              <mc:Fallback>
                <p:oleObj name="Equation" r:id="rId27" imgW="672840" imgH="444240" progId="Equation.3">
                  <p:embed/>
                  <p:pic>
                    <p:nvPicPr>
                      <p:cNvPr id="0" name=""/>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956300" y="27559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09" name="Line 34"/>
          <p:cNvSpPr>
            <a:spLocks noChangeShapeType="1"/>
          </p:cNvSpPr>
          <p:nvPr/>
        </p:nvSpPr>
        <p:spPr bwMode="auto">
          <a:xfrm flipV="1">
            <a:off x="5715000" y="44958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28710" name="Freeform 35"/>
          <p:cNvSpPr>
            <a:spLocks/>
          </p:cNvSpPr>
          <p:nvPr/>
        </p:nvSpPr>
        <p:spPr bwMode="auto">
          <a:xfrm>
            <a:off x="4419600" y="43434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28711" name="Freeform 36"/>
          <p:cNvSpPr>
            <a:spLocks/>
          </p:cNvSpPr>
          <p:nvPr/>
        </p:nvSpPr>
        <p:spPr bwMode="auto">
          <a:xfrm>
            <a:off x="3124200" y="41529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28712" name="Freeform 37"/>
          <p:cNvSpPr>
            <a:spLocks/>
          </p:cNvSpPr>
          <p:nvPr/>
        </p:nvSpPr>
        <p:spPr bwMode="auto">
          <a:xfrm>
            <a:off x="1828800" y="35306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28690" name="Object 39"/>
          <p:cNvGraphicFramePr>
            <a:graphicFrameLocks noChangeAspect="1"/>
          </p:cNvGraphicFramePr>
          <p:nvPr/>
        </p:nvGraphicFramePr>
        <p:xfrm>
          <a:off x="381000" y="2209800"/>
          <a:ext cx="4965700" cy="581025"/>
        </p:xfrm>
        <a:graphic>
          <a:graphicData uri="http://schemas.openxmlformats.org/presentationml/2006/ole">
            <mc:AlternateContent xmlns:mc="http://schemas.openxmlformats.org/markup-compatibility/2006">
              <mc:Choice xmlns:v="urn:schemas-microsoft-com:vml" Requires="v">
                <p:oleObj spid="_x0000_s2102" name="Equation" r:id="rId29" imgW="4965480" imgH="583920" progId="Equation.3">
                  <p:embed/>
                </p:oleObj>
              </mc:Choice>
              <mc:Fallback>
                <p:oleObj name="Equation" r:id="rId29" imgW="4965480" imgH="58392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1000" y="2209800"/>
                        <a:ext cx="4965700"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8713" name="Group 40"/>
          <p:cNvGrpSpPr>
            <a:grpSpLocks/>
          </p:cNvGrpSpPr>
          <p:nvPr/>
        </p:nvGrpSpPr>
        <p:grpSpPr bwMode="auto">
          <a:xfrm>
            <a:off x="6553200" y="4495800"/>
            <a:ext cx="900113" cy="609600"/>
            <a:chOff x="4224" y="1824"/>
            <a:chExt cx="567" cy="384"/>
          </a:xfrm>
        </p:grpSpPr>
        <p:graphicFrame>
          <p:nvGraphicFramePr>
            <p:cNvPr id="28691" name="Object 41"/>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2103" name="Equation" r:id="rId31" imgW="672840" imgH="444240" progId="Equation.3">
                    <p:embed/>
                  </p:oleObj>
                </mc:Choice>
                <mc:Fallback>
                  <p:oleObj name="Equation" r:id="rId31" imgW="672840" imgH="444240" progId="Equation.3">
                    <p:embed/>
                    <p:pic>
                      <p:nvPicPr>
                        <p:cNvPr id="0" name=""/>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8715" name="Line 42"/>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sp>
        <p:nvSpPr>
          <p:cNvPr id="28714" name="Text Box 43"/>
          <p:cNvSpPr txBox="1">
            <a:spLocks noChangeArrowheads="1"/>
          </p:cNvSpPr>
          <p:nvPr/>
        </p:nvSpPr>
        <p:spPr bwMode="auto">
          <a:xfrm>
            <a:off x="898525" y="1092200"/>
            <a:ext cx="1752600" cy="579438"/>
          </a:xfrm>
          <a:prstGeom prst="rect">
            <a:avLst/>
          </a:prstGeom>
          <a:noFill/>
          <a:ln w="9525">
            <a:noFill/>
            <a:miter lim="800000"/>
            <a:headEnd/>
            <a:tailEnd type="none" w="lg" len="lg"/>
          </a:ln>
        </p:spPr>
        <p:txBody>
          <a:bodyPr wrap="none">
            <a:spAutoFit/>
          </a:bodyPr>
          <a:lstStyle/>
          <a:p>
            <a:r>
              <a:rPr lang="en-US"/>
              <a:t>Example</a:t>
            </a:r>
          </a:p>
        </p:txBody>
      </p:sp>
    </p:spTree>
    <p:extLst>
      <p:ext uri="{BB962C8B-B14F-4D97-AF65-F5344CB8AC3E}">
        <p14:creationId xmlns:p14="http://schemas.microsoft.com/office/powerpoint/2010/main" val="8636224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18" name="Footer Placeholder 4"/>
          <p:cNvSpPr>
            <a:spLocks noGrp="1"/>
          </p:cNvSpPr>
          <p:nvPr>
            <p:ph type="ftr" sz="quarter" idx="11"/>
          </p:nvPr>
        </p:nvSpPr>
        <p:spPr>
          <a:noFill/>
        </p:spPr>
        <p:txBody>
          <a:bodyPr/>
          <a:lstStyle/>
          <a:p>
            <a:r>
              <a:rPr lang="en-US" smtClean="0"/>
              <a:t>Prof. Busch - LSU</a:t>
            </a:r>
          </a:p>
        </p:txBody>
      </p:sp>
      <p:sp>
        <p:nvSpPr>
          <p:cNvPr id="29719" name="Slide Number Placeholder 5"/>
          <p:cNvSpPr>
            <a:spLocks noGrp="1"/>
          </p:cNvSpPr>
          <p:nvPr>
            <p:ph type="sldNum" sz="quarter" idx="12"/>
          </p:nvPr>
        </p:nvSpPr>
        <p:spPr>
          <a:noFill/>
        </p:spPr>
        <p:txBody>
          <a:bodyPr/>
          <a:lstStyle/>
          <a:p>
            <a:fld id="{2A45F6CF-B968-435C-98D0-0687A9E2DD4B}" type="slidenum">
              <a:rPr lang="en-US" smtClean="0"/>
              <a:pPr/>
              <a:t>23</a:t>
            </a:fld>
            <a:endParaRPr lang="en-US" smtClean="0"/>
          </a:p>
        </p:txBody>
      </p:sp>
      <p:sp>
        <p:nvSpPr>
          <p:cNvPr id="29720" name="Rectangle 2"/>
          <p:cNvSpPr>
            <a:spLocks noGrp="1" noChangeArrowheads="1"/>
          </p:cNvSpPr>
          <p:nvPr>
            <p:ph type="title"/>
          </p:nvPr>
        </p:nvSpPr>
        <p:spPr/>
        <p:txBody>
          <a:bodyPr/>
          <a:lstStyle/>
          <a:p>
            <a:r>
              <a:rPr lang="en-US" smtClean="0"/>
              <a:t>Input Alphabet </a:t>
            </a:r>
          </a:p>
        </p:txBody>
      </p:sp>
      <p:sp>
        <p:nvSpPr>
          <p:cNvPr id="29721" name="Rectangle 3"/>
          <p:cNvSpPr>
            <a:spLocks noGrp="1" noChangeArrowheads="1"/>
          </p:cNvSpPr>
          <p:nvPr>
            <p:ph type="body" idx="1"/>
          </p:nvPr>
        </p:nvSpPr>
        <p:spPr/>
        <p:txBody>
          <a:bodyPr/>
          <a:lstStyle/>
          <a:p>
            <a:pPr>
              <a:buFontTx/>
              <a:buNone/>
            </a:pPr>
            <a:r>
              <a:rPr lang="en-US" smtClean="0"/>
              <a:t> </a:t>
            </a:r>
          </a:p>
        </p:txBody>
      </p:sp>
      <p:graphicFrame>
        <p:nvGraphicFramePr>
          <p:cNvPr id="29698" name="Object 4"/>
          <p:cNvGraphicFramePr>
            <a:graphicFrameLocks noChangeAspect="1"/>
          </p:cNvGraphicFramePr>
          <p:nvPr/>
        </p:nvGraphicFramePr>
        <p:xfrm>
          <a:off x="6445250" y="266700"/>
          <a:ext cx="328613" cy="392113"/>
        </p:xfrm>
        <a:graphic>
          <a:graphicData uri="http://schemas.openxmlformats.org/presentationml/2006/ole">
            <mc:AlternateContent xmlns:mc="http://schemas.openxmlformats.org/markup-compatibility/2006">
              <mc:Choice xmlns:v="urn:schemas-microsoft-com:vml" Requires="v">
                <p:oleObj spid="_x0000_s3114" name="Equation" r:id="rId3" imgW="330120" imgH="393480" progId="Equation.3">
                  <p:embed/>
                </p:oleObj>
              </mc:Choice>
              <mc:Fallback>
                <p:oleObj name="Equation" r:id="rId3" imgW="33012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5250" y="266700"/>
                        <a:ext cx="328613" cy="392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22" name="Oval 5"/>
          <p:cNvSpPr>
            <a:spLocks noChangeArrowheads="1"/>
          </p:cNvSpPr>
          <p:nvPr/>
        </p:nvSpPr>
        <p:spPr bwMode="auto">
          <a:xfrm>
            <a:off x="1447800" y="5384800"/>
            <a:ext cx="533400" cy="533400"/>
          </a:xfrm>
          <a:prstGeom prst="ellipse">
            <a:avLst/>
          </a:prstGeom>
          <a:noFill/>
          <a:ln w="9525">
            <a:solidFill>
              <a:schemeClr val="tx1"/>
            </a:solidFill>
            <a:round/>
            <a:headEnd/>
            <a:tailEnd/>
          </a:ln>
        </p:spPr>
        <p:txBody>
          <a:bodyPr wrap="none" anchor="ctr"/>
          <a:lstStyle/>
          <a:p>
            <a:endParaRPr lang="en-US"/>
          </a:p>
        </p:txBody>
      </p:sp>
      <p:sp>
        <p:nvSpPr>
          <p:cNvPr id="29723" name="Oval 6"/>
          <p:cNvSpPr>
            <a:spLocks noChangeArrowheads="1"/>
          </p:cNvSpPr>
          <p:nvPr/>
        </p:nvSpPr>
        <p:spPr bwMode="auto">
          <a:xfrm>
            <a:off x="4038600" y="5384800"/>
            <a:ext cx="533400" cy="533400"/>
          </a:xfrm>
          <a:prstGeom prst="ellipse">
            <a:avLst/>
          </a:prstGeom>
          <a:noFill/>
          <a:ln w="9525">
            <a:solidFill>
              <a:schemeClr val="tx1"/>
            </a:solidFill>
            <a:round/>
            <a:headEnd/>
            <a:tailEnd/>
          </a:ln>
        </p:spPr>
        <p:txBody>
          <a:bodyPr wrap="none" anchor="ctr"/>
          <a:lstStyle/>
          <a:p>
            <a:endParaRPr lang="en-US"/>
          </a:p>
        </p:txBody>
      </p:sp>
      <p:sp>
        <p:nvSpPr>
          <p:cNvPr id="29724" name="Oval 7"/>
          <p:cNvSpPr>
            <a:spLocks noChangeArrowheads="1"/>
          </p:cNvSpPr>
          <p:nvPr/>
        </p:nvSpPr>
        <p:spPr bwMode="auto">
          <a:xfrm>
            <a:off x="5334000" y="5384800"/>
            <a:ext cx="533400" cy="533400"/>
          </a:xfrm>
          <a:prstGeom prst="ellipse">
            <a:avLst/>
          </a:prstGeom>
          <a:noFill/>
          <a:ln w="9525">
            <a:solidFill>
              <a:schemeClr val="tx1"/>
            </a:solidFill>
            <a:round/>
            <a:headEnd/>
            <a:tailEnd/>
          </a:ln>
        </p:spPr>
        <p:txBody>
          <a:bodyPr wrap="none" anchor="ctr"/>
          <a:lstStyle/>
          <a:p>
            <a:endParaRPr lang="en-US"/>
          </a:p>
        </p:txBody>
      </p:sp>
      <p:sp>
        <p:nvSpPr>
          <p:cNvPr id="29725" name="Oval 8"/>
          <p:cNvSpPr>
            <a:spLocks noChangeArrowheads="1"/>
          </p:cNvSpPr>
          <p:nvPr/>
        </p:nvSpPr>
        <p:spPr bwMode="auto">
          <a:xfrm>
            <a:off x="6705600" y="5384800"/>
            <a:ext cx="533400" cy="533400"/>
          </a:xfrm>
          <a:prstGeom prst="ellipse">
            <a:avLst/>
          </a:prstGeom>
          <a:noFill/>
          <a:ln w="9525">
            <a:solidFill>
              <a:schemeClr val="tx1"/>
            </a:solidFill>
            <a:round/>
            <a:headEnd/>
            <a:tailEnd/>
          </a:ln>
        </p:spPr>
        <p:txBody>
          <a:bodyPr wrap="none" anchor="ctr"/>
          <a:lstStyle/>
          <a:p>
            <a:endParaRPr lang="en-US"/>
          </a:p>
        </p:txBody>
      </p:sp>
      <p:sp>
        <p:nvSpPr>
          <p:cNvPr id="29726" name="Oval 9"/>
          <p:cNvSpPr>
            <a:spLocks noChangeArrowheads="1"/>
          </p:cNvSpPr>
          <p:nvPr/>
        </p:nvSpPr>
        <p:spPr bwMode="auto">
          <a:xfrm>
            <a:off x="6553200" y="5232400"/>
            <a:ext cx="838200" cy="838200"/>
          </a:xfrm>
          <a:prstGeom prst="ellipse">
            <a:avLst/>
          </a:prstGeom>
          <a:noFill/>
          <a:ln w="9525">
            <a:solidFill>
              <a:schemeClr val="tx1"/>
            </a:solidFill>
            <a:round/>
            <a:headEnd/>
            <a:tailEnd/>
          </a:ln>
        </p:spPr>
        <p:txBody>
          <a:bodyPr wrap="none" anchor="ctr"/>
          <a:lstStyle/>
          <a:p>
            <a:endParaRPr lang="en-US"/>
          </a:p>
        </p:txBody>
      </p:sp>
      <p:sp>
        <p:nvSpPr>
          <p:cNvPr id="29727" name="Line 10"/>
          <p:cNvSpPr>
            <a:spLocks noChangeShapeType="1"/>
          </p:cNvSpPr>
          <p:nvPr/>
        </p:nvSpPr>
        <p:spPr bwMode="auto">
          <a:xfrm>
            <a:off x="838200" y="56896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29728" name="Line 11"/>
          <p:cNvSpPr>
            <a:spLocks noChangeShapeType="1"/>
          </p:cNvSpPr>
          <p:nvPr/>
        </p:nvSpPr>
        <p:spPr bwMode="auto">
          <a:xfrm>
            <a:off x="3276600" y="5689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29729" name="Line 12"/>
          <p:cNvSpPr>
            <a:spLocks noChangeShapeType="1"/>
          </p:cNvSpPr>
          <p:nvPr/>
        </p:nvSpPr>
        <p:spPr bwMode="auto">
          <a:xfrm>
            <a:off x="4572000" y="5689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29730" name="Line 13"/>
          <p:cNvSpPr>
            <a:spLocks noChangeShapeType="1"/>
          </p:cNvSpPr>
          <p:nvPr/>
        </p:nvSpPr>
        <p:spPr bwMode="auto">
          <a:xfrm>
            <a:off x="5867400" y="5689600"/>
            <a:ext cx="6858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29699" name="Object 14"/>
          <p:cNvGraphicFramePr>
            <a:graphicFrameLocks noChangeAspect="1"/>
          </p:cNvGraphicFramePr>
          <p:nvPr/>
        </p:nvGraphicFramePr>
        <p:xfrm>
          <a:off x="1524000" y="5384800"/>
          <a:ext cx="419100" cy="469900"/>
        </p:xfrm>
        <a:graphic>
          <a:graphicData uri="http://schemas.openxmlformats.org/presentationml/2006/ole">
            <mc:AlternateContent xmlns:mc="http://schemas.openxmlformats.org/markup-compatibility/2006">
              <mc:Choice xmlns:v="urn:schemas-microsoft-com:vml" Requires="v">
                <p:oleObj spid="_x0000_s3115" name="Equation" r:id="rId5" imgW="419040" imgH="469800" progId="Equation.3">
                  <p:embed/>
                </p:oleObj>
              </mc:Choice>
              <mc:Fallback>
                <p:oleObj name="Equation" r:id="rId5" imgW="41904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5384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1" name="Oval 15"/>
          <p:cNvSpPr>
            <a:spLocks noChangeArrowheads="1"/>
          </p:cNvSpPr>
          <p:nvPr/>
        </p:nvSpPr>
        <p:spPr bwMode="auto">
          <a:xfrm>
            <a:off x="2743200" y="53848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29700" name="Object 16"/>
          <p:cNvGraphicFramePr>
            <a:graphicFrameLocks noChangeAspect="1"/>
          </p:cNvGraphicFramePr>
          <p:nvPr/>
        </p:nvGraphicFramePr>
        <p:xfrm>
          <a:off x="2857500" y="5384800"/>
          <a:ext cx="341313" cy="469900"/>
        </p:xfrm>
        <a:graphic>
          <a:graphicData uri="http://schemas.openxmlformats.org/presentationml/2006/ole">
            <mc:AlternateContent xmlns:mc="http://schemas.openxmlformats.org/markup-compatibility/2006">
              <mc:Choice xmlns:v="urn:schemas-microsoft-com:vml" Requires="v">
                <p:oleObj spid="_x0000_s3116" name="Equation" r:id="rId7" imgW="342720" imgH="469800" progId="Equation.3">
                  <p:embed/>
                </p:oleObj>
              </mc:Choice>
              <mc:Fallback>
                <p:oleObj name="Equation" r:id="rId7" imgW="34272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7500" y="53848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1" name="Object 17"/>
          <p:cNvGraphicFramePr>
            <a:graphicFrameLocks noChangeAspect="1"/>
          </p:cNvGraphicFramePr>
          <p:nvPr/>
        </p:nvGraphicFramePr>
        <p:xfrm>
          <a:off x="4127500" y="5384800"/>
          <a:ext cx="392113" cy="469900"/>
        </p:xfrm>
        <a:graphic>
          <a:graphicData uri="http://schemas.openxmlformats.org/presentationml/2006/ole">
            <mc:AlternateContent xmlns:mc="http://schemas.openxmlformats.org/markup-compatibility/2006">
              <mc:Choice xmlns:v="urn:schemas-microsoft-com:vml" Requires="v">
                <p:oleObj spid="_x0000_s3117"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7500" y="5384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2" name="Object 18"/>
          <p:cNvGraphicFramePr>
            <a:graphicFrameLocks noChangeAspect="1"/>
          </p:cNvGraphicFramePr>
          <p:nvPr/>
        </p:nvGraphicFramePr>
        <p:xfrm>
          <a:off x="5422900" y="5384800"/>
          <a:ext cx="392113" cy="469900"/>
        </p:xfrm>
        <a:graphic>
          <a:graphicData uri="http://schemas.openxmlformats.org/presentationml/2006/ole">
            <mc:AlternateContent xmlns:mc="http://schemas.openxmlformats.org/markup-compatibility/2006">
              <mc:Choice xmlns:v="urn:schemas-microsoft-com:vml" Requires="v">
                <p:oleObj spid="_x0000_s3118" name="Equation" r:id="rId11" imgW="393480" imgH="469800" progId="Equation.3">
                  <p:embed/>
                </p:oleObj>
              </mc:Choice>
              <mc:Fallback>
                <p:oleObj name="Equation" r:id="rId11" imgW="39348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2900" y="5384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3" name="Object 19"/>
          <p:cNvGraphicFramePr>
            <a:graphicFrameLocks noChangeAspect="1"/>
          </p:cNvGraphicFramePr>
          <p:nvPr/>
        </p:nvGraphicFramePr>
        <p:xfrm>
          <a:off x="6781800" y="5384800"/>
          <a:ext cx="419100" cy="469900"/>
        </p:xfrm>
        <a:graphic>
          <a:graphicData uri="http://schemas.openxmlformats.org/presentationml/2006/ole">
            <mc:AlternateContent xmlns:mc="http://schemas.openxmlformats.org/markup-compatibility/2006">
              <mc:Choice xmlns:v="urn:schemas-microsoft-com:vml" Requires="v">
                <p:oleObj spid="_x0000_s3119" name="Equation" r:id="rId13" imgW="419040" imgH="469800" progId="Equation.3">
                  <p:embed/>
                </p:oleObj>
              </mc:Choice>
              <mc:Fallback>
                <p:oleObj name="Equation" r:id="rId13" imgW="419040" imgH="46980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81800" y="5384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2" name="Line 20"/>
          <p:cNvSpPr>
            <a:spLocks noChangeShapeType="1"/>
          </p:cNvSpPr>
          <p:nvPr/>
        </p:nvSpPr>
        <p:spPr bwMode="auto">
          <a:xfrm>
            <a:off x="1981200" y="56896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29704" name="Object 21"/>
          <p:cNvGraphicFramePr>
            <a:graphicFrameLocks noChangeAspect="1"/>
          </p:cNvGraphicFramePr>
          <p:nvPr/>
        </p:nvGraphicFramePr>
        <p:xfrm>
          <a:off x="2209800" y="5384800"/>
          <a:ext cx="265113" cy="279400"/>
        </p:xfrm>
        <a:graphic>
          <a:graphicData uri="http://schemas.openxmlformats.org/presentationml/2006/ole">
            <mc:AlternateContent xmlns:mc="http://schemas.openxmlformats.org/markup-compatibility/2006">
              <mc:Choice xmlns:v="urn:schemas-microsoft-com:vml" Requires="v">
                <p:oleObj spid="_x0000_s3120" name="Equation" r:id="rId15" imgW="266400" imgH="279360" progId="Equation.3">
                  <p:embed/>
                </p:oleObj>
              </mc:Choice>
              <mc:Fallback>
                <p:oleObj name="Equation" r:id="rId15"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09800" y="5384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5" name="Object 22"/>
          <p:cNvGraphicFramePr>
            <a:graphicFrameLocks noChangeAspect="1"/>
          </p:cNvGraphicFramePr>
          <p:nvPr/>
        </p:nvGraphicFramePr>
        <p:xfrm>
          <a:off x="3505200" y="5308600"/>
          <a:ext cx="279400" cy="381000"/>
        </p:xfrm>
        <a:graphic>
          <a:graphicData uri="http://schemas.openxmlformats.org/presentationml/2006/ole">
            <mc:AlternateContent xmlns:mc="http://schemas.openxmlformats.org/markup-compatibility/2006">
              <mc:Choice xmlns:v="urn:schemas-microsoft-com:vml" Requires="v">
                <p:oleObj spid="_x0000_s3121"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05200" y="5308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6" name="Object 23"/>
          <p:cNvGraphicFramePr>
            <a:graphicFrameLocks noChangeAspect="1"/>
          </p:cNvGraphicFramePr>
          <p:nvPr/>
        </p:nvGraphicFramePr>
        <p:xfrm>
          <a:off x="4800600" y="5308600"/>
          <a:ext cx="279400" cy="381000"/>
        </p:xfrm>
        <a:graphic>
          <a:graphicData uri="http://schemas.openxmlformats.org/presentationml/2006/ole">
            <mc:AlternateContent xmlns:mc="http://schemas.openxmlformats.org/markup-compatibility/2006">
              <mc:Choice xmlns:v="urn:schemas-microsoft-com:vml" Requires="v">
                <p:oleObj spid="_x0000_s3122" name="Equation" r:id="rId19" imgW="279360" imgH="380880" progId="Equation.3">
                  <p:embed/>
                </p:oleObj>
              </mc:Choice>
              <mc:Fallback>
                <p:oleObj name="Equation" r:id="rId19"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0600" y="5308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7" name="Object 24"/>
          <p:cNvGraphicFramePr>
            <a:graphicFrameLocks noChangeAspect="1"/>
          </p:cNvGraphicFramePr>
          <p:nvPr/>
        </p:nvGraphicFramePr>
        <p:xfrm>
          <a:off x="6096000" y="5384800"/>
          <a:ext cx="265113" cy="279400"/>
        </p:xfrm>
        <a:graphic>
          <a:graphicData uri="http://schemas.openxmlformats.org/presentationml/2006/ole">
            <mc:AlternateContent xmlns:mc="http://schemas.openxmlformats.org/markup-compatibility/2006">
              <mc:Choice xmlns:v="urn:schemas-microsoft-com:vml" Requires="v">
                <p:oleObj spid="_x0000_s3123" name="Equation" r:id="rId20" imgW="266400" imgH="279360" progId="Equation.3">
                  <p:embed/>
                </p:oleObj>
              </mc:Choice>
              <mc:Fallback>
                <p:oleObj name="Equation" r:id="rId20"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0" y="5384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3" name="Oval 26"/>
          <p:cNvSpPr>
            <a:spLocks noChangeArrowheads="1"/>
          </p:cNvSpPr>
          <p:nvPr/>
        </p:nvSpPr>
        <p:spPr bwMode="auto">
          <a:xfrm>
            <a:off x="6108700" y="41021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29708" name="Object 27"/>
          <p:cNvGraphicFramePr>
            <a:graphicFrameLocks noChangeAspect="1"/>
          </p:cNvGraphicFramePr>
          <p:nvPr/>
        </p:nvGraphicFramePr>
        <p:xfrm>
          <a:off x="6184900" y="4102100"/>
          <a:ext cx="404813" cy="469900"/>
        </p:xfrm>
        <a:graphic>
          <a:graphicData uri="http://schemas.openxmlformats.org/presentationml/2006/ole">
            <mc:AlternateContent xmlns:mc="http://schemas.openxmlformats.org/markup-compatibility/2006">
              <mc:Choice xmlns:v="urn:schemas-microsoft-com:vml" Requires="v">
                <p:oleObj spid="_x0000_s3124" name="Equation" r:id="rId21" imgW="406080" imgH="469800" progId="Equation.3">
                  <p:embed/>
                </p:oleObj>
              </mc:Choice>
              <mc:Fallback>
                <p:oleObj name="Equation" r:id="rId21" imgW="406080" imgH="469800" progId="Equation.3">
                  <p:embed/>
                  <p:pic>
                    <p:nvPicPr>
                      <p:cNvPr id="0" name=""/>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184900" y="41021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09" name="Object 28"/>
          <p:cNvGraphicFramePr>
            <a:graphicFrameLocks noChangeAspect="1"/>
          </p:cNvGraphicFramePr>
          <p:nvPr/>
        </p:nvGraphicFramePr>
        <p:xfrm>
          <a:off x="3048000" y="4927600"/>
          <a:ext cx="265113" cy="279400"/>
        </p:xfrm>
        <a:graphic>
          <a:graphicData uri="http://schemas.openxmlformats.org/presentationml/2006/ole">
            <mc:AlternateContent xmlns:mc="http://schemas.openxmlformats.org/markup-compatibility/2006">
              <mc:Choice xmlns:v="urn:schemas-microsoft-com:vml" Requires="v">
                <p:oleObj spid="_x0000_s3125" name="Equation" r:id="rId23" imgW="266400" imgH="279360" progId="Equation.3">
                  <p:embed/>
                </p:oleObj>
              </mc:Choice>
              <mc:Fallback>
                <p:oleObj name="Equation" r:id="rId23"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0" y="49276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0" name="Object 29"/>
          <p:cNvGraphicFramePr>
            <a:graphicFrameLocks noChangeAspect="1"/>
          </p:cNvGraphicFramePr>
          <p:nvPr/>
        </p:nvGraphicFramePr>
        <p:xfrm>
          <a:off x="4267200" y="5003800"/>
          <a:ext cx="265113" cy="279400"/>
        </p:xfrm>
        <a:graphic>
          <a:graphicData uri="http://schemas.openxmlformats.org/presentationml/2006/ole">
            <mc:AlternateContent xmlns:mc="http://schemas.openxmlformats.org/markup-compatibility/2006">
              <mc:Choice xmlns:v="urn:schemas-microsoft-com:vml" Requires="v">
                <p:oleObj spid="_x0000_s3126" name="Equation" r:id="rId24" imgW="266400" imgH="279360" progId="Equation.3">
                  <p:embed/>
                </p:oleObj>
              </mc:Choice>
              <mc:Fallback>
                <p:oleObj name="Equation" r:id="rId24" imgW="266400" imgH="27936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67200" y="5003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1" name="Object 30"/>
          <p:cNvGraphicFramePr>
            <a:graphicFrameLocks noChangeAspect="1"/>
          </p:cNvGraphicFramePr>
          <p:nvPr/>
        </p:nvGraphicFramePr>
        <p:xfrm>
          <a:off x="5562600" y="4927600"/>
          <a:ext cx="279400" cy="381000"/>
        </p:xfrm>
        <a:graphic>
          <a:graphicData uri="http://schemas.openxmlformats.org/presentationml/2006/ole">
            <mc:AlternateContent xmlns:mc="http://schemas.openxmlformats.org/markup-compatibility/2006">
              <mc:Choice xmlns:v="urn:schemas-microsoft-com:vml" Requires="v">
                <p:oleObj spid="_x0000_s3127" name="Equation" r:id="rId25" imgW="279360" imgH="380880" progId="Equation.3">
                  <p:embed/>
                </p:oleObj>
              </mc:Choice>
              <mc:Fallback>
                <p:oleObj name="Equation" r:id="rId25"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62600" y="4927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2" name="Object 31"/>
          <p:cNvGraphicFramePr>
            <a:graphicFrameLocks noChangeAspect="1"/>
          </p:cNvGraphicFramePr>
          <p:nvPr/>
        </p:nvGraphicFramePr>
        <p:xfrm>
          <a:off x="1676400" y="4851400"/>
          <a:ext cx="279400" cy="381000"/>
        </p:xfrm>
        <a:graphic>
          <a:graphicData uri="http://schemas.openxmlformats.org/presentationml/2006/ole">
            <mc:AlternateContent xmlns:mc="http://schemas.openxmlformats.org/markup-compatibility/2006">
              <mc:Choice xmlns:v="urn:schemas-microsoft-com:vml" Requires="v">
                <p:oleObj spid="_x0000_s3128" name="Equation" r:id="rId26" imgW="279360" imgH="380880" progId="Equation.3">
                  <p:embed/>
                </p:oleObj>
              </mc:Choice>
              <mc:Fallback>
                <p:oleObj name="Equation" r:id="rId26" imgW="279360" imgH="38088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6400" y="48514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4" name="Freeform 32"/>
          <p:cNvSpPr>
            <a:spLocks/>
          </p:cNvSpPr>
          <p:nvPr/>
        </p:nvSpPr>
        <p:spPr bwMode="auto">
          <a:xfrm>
            <a:off x="5943600" y="33274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29713" name="Object 33"/>
          <p:cNvGraphicFramePr>
            <a:graphicFrameLocks noChangeAspect="1"/>
          </p:cNvGraphicFramePr>
          <p:nvPr/>
        </p:nvGraphicFramePr>
        <p:xfrm>
          <a:off x="5956300" y="2882900"/>
          <a:ext cx="671513" cy="442913"/>
        </p:xfrm>
        <a:graphic>
          <a:graphicData uri="http://schemas.openxmlformats.org/presentationml/2006/ole">
            <mc:AlternateContent xmlns:mc="http://schemas.openxmlformats.org/markup-compatibility/2006">
              <mc:Choice xmlns:v="urn:schemas-microsoft-com:vml" Requires="v">
                <p:oleObj spid="_x0000_s3129" name="Equation" r:id="rId27" imgW="672840" imgH="444240" progId="Equation.3">
                  <p:embed/>
                </p:oleObj>
              </mc:Choice>
              <mc:Fallback>
                <p:oleObj name="Equation" r:id="rId27" imgW="672840" imgH="444240" progId="Equation.3">
                  <p:embed/>
                  <p:pic>
                    <p:nvPicPr>
                      <p:cNvPr id="0" name=""/>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956300" y="28829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35" name="Line 34"/>
          <p:cNvSpPr>
            <a:spLocks noChangeShapeType="1"/>
          </p:cNvSpPr>
          <p:nvPr/>
        </p:nvSpPr>
        <p:spPr bwMode="auto">
          <a:xfrm flipV="1">
            <a:off x="5715000" y="46228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29736" name="Freeform 35"/>
          <p:cNvSpPr>
            <a:spLocks/>
          </p:cNvSpPr>
          <p:nvPr/>
        </p:nvSpPr>
        <p:spPr bwMode="auto">
          <a:xfrm>
            <a:off x="4419600" y="44704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29737" name="Freeform 36"/>
          <p:cNvSpPr>
            <a:spLocks/>
          </p:cNvSpPr>
          <p:nvPr/>
        </p:nvSpPr>
        <p:spPr bwMode="auto">
          <a:xfrm>
            <a:off x="3124200" y="42799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29738" name="Freeform 37"/>
          <p:cNvSpPr>
            <a:spLocks/>
          </p:cNvSpPr>
          <p:nvPr/>
        </p:nvSpPr>
        <p:spPr bwMode="auto">
          <a:xfrm>
            <a:off x="1828800" y="36576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29714" name="Object 39"/>
          <p:cNvGraphicFramePr>
            <a:graphicFrameLocks noChangeAspect="1"/>
          </p:cNvGraphicFramePr>
          <p:nvPr/>
        </p:nvGraphicFramePr>
        <p:xfrm>
          <a:off x="2971800" y="2667000"/>
          <a:ext cx="1841500" cy="558800"/>
        </p:xfrm>
        <a:graphic>
          <a:graphicData uri="http://schemas.openxmlformats.org/presentationml/2006/ole">
            <mc:AlternateContent xmlns:mc="http://schemas.openxmlformats.org/markup-compatibility/2006">
              <mc:Choice xmlns:v="urn:schemas-microsoft-com:vml" Requires="v">
                <p:oleObj spid="_x0000_s3130" name="Equation" r:id="rId29" imgW="1841400" imgH="558720" progId="Equation.3">
                  <p:embed/>
                </p:oleObj>
              </mc:Choice>
              <mc:Fallback>
                <p:oleObj name="Equation" r:id="rId29" imgW="1841400" imgH="558720"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971800" y="2667000"/>
                        <a:ext cx="1841500" cy="55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9739" name="Group 40"/>
          <p:cNvGrpSpPr>
            <a:grpSpLocks/>
          </p:cNvGrpSpPr>
          <p:nvPr/>
        </p:nvGrpSpPr>
        <p:grpSpPr bwMode="auto">
          <a:xfrm>
            <a:off x="6553200" y="4648200"/>
            <a:ext cx="900113" cy="609600"/>
            <a:chOff x="4224" y="1824"/>
            <a:chExt cx="567" cy="384"/>
          </a:xfrm>
        </p:grpSpPr>
        <p:graphicFrame>
          <p:nvGraphicFramePr>
            <p:cNvPr id="29717" name="Object 41"/>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3131" name="Equation" r:id="rId31" imgW="672840" imgH="444240" progId="Equation.3">
                    <p:embed/>
                  </p:oleObj>
                </mc:Choice>
                <mc:Fallback>
                  <p:oleObj name="Equation" r:id="rId31" imgW="672840" imgH="444240" progId="Equation.3">
                    <p:embed/>
                    <p:pic>
                      <p:nvPicPr>
                        <p:cNvPr id="0" name=""/>
                        <p:cNvPicPr preferRelativeResize="0">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42" name="Line 42"/>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sp>
        <p:nvSpPr>
          <p:cNvPr id="29740" name="Text Box 43"/>
          <p:cNvSpPr txBox="1">
            <a:spLocks noChangeArrowheads="1"/>
          </p:cNvSpPr>
          <p:nvPr/>
        </p:nvSpPr>
        <p:spPr bwMode="auto">
          <a:xfrm>
            <a:off x="1676400" y="1143000"/>
            <a:ext cx="6762750" cy="579438"/>
          </a:xfrm>
          <a:prstGeom prst="rect">
            <a:avLst/>
          </a:prstGeom>
          <a:noFill/>
          <a:ln w="9525">
            <a:noFill/>
            <a:miter lim="800000"/>
            <a:headEnd/>
            <a:tailEnd type="none" w="lg" len="lg"/>
          </a:ln>
        </p:spPr>
        <p:txBody>
          <a:bodyPr wrap="none">
            <a:spAutoFit/>
          </a:bodyPr>
          <a:lstStyle/>
          <a:p>
            <a:r>
              <a:rPr lang="en-US"/>
              <a:t>:the input alphabet never contains </a:t>
            </a:r>
          </a:p>
        </p:txBody>
      </p:sp>
      <p:graphicFrame>
        <p:nvGraphicFramePr>
          <p:cNvPr id="29715" name="Object 44"/>
          <p:cNvGraphicFramePr>
            <a:graphicFrameLocks noChangeAspect="1"/>
          </p:cNvGraphicFramePr>
          <p:nvPr/>
        </p:nvGraphicFramePr>
        <p:xfrm>
          <a:off x="8305800" y="1143000"/>
          <a:ext cx="488950" cy="622300"/>
        </p:xfrm>
        <a:graphic>
          <a:graphicData uri="http://schemas.openxmlformats.org/presentationml/2006/ole">
            <mc:AlternateContent xmlns:mc="http://schemas.openxmlformats.org/markup-compatibility/2006">
              <mc:Choice xmlns:v="urn:schemas-microsoft-com:vml" Requires="v">
                <p:oleObj spid="_x0000_s3132" name="Equation" r:id="rId32" imgW="139680" imgH="177480" progId="Equation.3">
                  <p:embed/>
                </p:oleObj>
              </mc:Choice>
              <mc:Fallback>
                <p:oleObj name="Equation" r:id="rId32" imgW="139680" imgH="177480"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8305800" y="1143000"/>
                        <a:ext cx="48895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716" name="Object 45"/>
          <p:cNvGraphicFramePr>
            <a:graphicFrameLocks noChangeAspect="1"/>
          </p:cNvGraphicFramePr>
          <p:nvPr/>
        </p:nvGraphicFramePr>
        <p:xfrm>
          <a:off x="152400" y="1143000"/>
          <a:ext cx="1371600" cy="619125"/>
        </p:xfrm>
        <a:graphic>
          <a:graphicData uri="http://schemas.openxmlformats.org/presentationml/2006/ole">
            <mc:AlternateContent xmlns:mc="http://schemas.openxmlformats.org/markup-compatibility/2006">
              <mc:Choice xmlns:v="urn:schemas-microsoft-com:vml" Requires="v">
                <p:oleObj spid="_x0000_s3133" name="Equation" r:id="rId34" imgW="393480" imgH="177480" progId="Equation.3">
                  <p:embed/>
                </p:oleObj>
              </mc:Choice>
              <mc:Fallback>
                <p:oleObj name="Equation" r:id="rId34" imgW="393480" imgH="177480"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152400" y="1143000"/>
                        <a:ext cx="1371600"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41" name="Text Box 46"/>
          <p:cNvSpPr txBox="1">
            <a:spLocks noChangeArrowheads="1"/>
          </p:cNvSpPr>
          <p:nvPr/>
        </p:nvSpPr>
        <p:spPr bwMode="auto">
          <a:xfrm>
            <a:off x="365125" y="2387600"/>
            <a:ext cx="1752600" cy="579438"/>
          </a:xfrm>
          <a:prstGeom prst="rect">
            <a:avLst/>
          </a:prstGeom>
          <a:noFill/>
          <a:ln w="9525">
            <a:noFill/>
            <a:miter lim="800000"/>
            <a:headEnd/>
            <a:tailEnd type="none" w="lg" len="lg"/>
          </a:ln>
        </p:spPr>
        <p:txBody>
          <a:bodyPr wrap="none">
            <a:spAutoFit/>
          </a:bodyPr>
          <a:lstStyle/>
          <a:p>
            <a:r>
              <a:rPr lang="en-US"/>
              <a:t>Example</a:t>
            </a:r>
          </a:p>
        </p:txBody>
      </p:sp>
    </p:spTree>
    <p:extLst>
      <p:ext uri="{BB962C8B-B14F-4D97-AF65-F5344CB8AC3E}">
        <p14:creationId xmlns:p14="http://schemas.microsoft.com/office/powerpoint/2010/main" val="10315916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9" name="Footer Placeholder 4"/>
          <p:cNvSpPr>
            <a:spLocks noGrp="1"/>
          </p:cNvSpPr>
          <p:nvPr>
            <p:ph type="ftr" sz="quarter" idx="11"/>
          </p:nvPr>
        </p:nvSpPr>
        <p:spPr>
          <a:noFill/>
        </p:spPr>
        <p:txBody>
          <a:bodyPr/>
          <a:lstStyle/>
          <a:p>
            <a:r>
              <a:rPr lang="en-US" smtClean="0"/>
              <a:t>Prof. Busch - LSU</a:t>
            </a:r>
          </a:p>
        </p:txBody>
      </p:sp>
      <p:sp>
        <p:nvSpPr>
          <p:cNvPr id="30740" name="Slide Number Placeholder 5"/>
          <p:cNvSpPr>
            <a:spLocks noGrp="1"/>
          </p:cNvSpPr>
          <p:nvPr>
            <p:ph type="sldNum" sz="quarter" idx="12"/>
          </p:nvPr>
        </p:nvSpPr>
        <p:spPr>
          <a:noFill/>
        </p:spPr>
        <p:txBody>
          <a:bodyPr/>
          <a:lstStyle/>
          <a:p>
            <a:fld id="{6908E2E6-6F07-4B80-B7A3-0CF7E5EF196E}" type="slidenum">
              <a:rPr lang="en-US" smtClean="0"/>
              <a:pPr/>
              <a:t>24</a:t>
            </a:fld>
            <a:endParaRPr lang="en-US" smtClean="0"/>
          </a:p>
        </p:txBody>
      </p:sp>
      <p:sp>
        <p:nvSpPr>
          <p:cNvPr id="30741" name="Rectangle 2"/>
          <p:cNvSpPr>
            <a:spLocks noGrp="1" noChangeArrowheads="1"/>
          </p:cNvSpPr>
          <p:nvPr>
            <p:ph type="title"/>
          </p:nvPr>
        </p:nvSpPr>
        <p:spPr/>
        <p:txBody>
          <a:bodyPr/>
          <a:lstStyle/>
          <a:p>
            <a:r>
              <a:rPr lang="en-US" smtClean="0"/>
              <a:t>Initial State </a:t>
            </a:r>
          </a:p>
        </p:txBody>
      </p:sp>
      <p:sp>
        <p:nvSpPr>
          <p:cNvPr id="30742" name="Rectangle 3"/>
          <p:cNvSpPr>
            <a:spLocks noGrp="1" noChangeArrowheads="1"/>
          </p:cNvSpPr>
          <p:nvPr>
            <p:ph type="body" idx="1"/>
          </p:nvPr>
        </p:nvSpPr>
        <p:spPr/>
        <p:txBody>
          <a:bodyPr/>
          <a:lstStyle/>
          <a:p>
            <a:pPr>
              <a:buFontTx/>
              <a:buNone/>
            </a:pPr>
            <a:r>
              <a:rPr lang="en-US" smtClean="0"/>
              <a:t> </a:t>
            </a:r>
          </a:p>
        </p:txBody>
      </p:sp>
      <p:graphicFrame>
        <p:nvGraphicFramePr>
          <p:cNvPr id="30722" name="Object 4"/>
          <p:cNvGraphicFramePr>
            <a:graphicFrameLocks noChangeAspect="1"/>
          </p:cNvGraphicFramePr>
          <p:nvPr/>
        </p:nvGraphicFramePr>
        <p:xfrm>
          <a:off x="6064250" y="171450"/>
          <a:ext cx="482600" cy="584200"/>
        </p:xfrm>
        <a:graphic>
          <a:graphicData uri="http://schemas.openxmlformats.org/presentationml/2006/ole">
            <mc:AlternateContent xmlns:mc="http://schemas.openxmlformats.org/markup-compatibility/2006">
              <mc:Choice xmlns:v="urn:schemas-microsoft-com:vml" Requires="v">
                <p:oleObj spid="_x0000_s4132" name="Equation" r:id="rId3" imgW="482400" imgH="583920" progId="Equation.3">
                  <p:embed/>
                </p:oleObj>
              </mc:Choice>
              <mc:Fallback>
                <p:oleObj name="Equation" r:id="rId3" imgW="482400" imgH="5839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0" y="171450"/>
                        <a:ext cx="4826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43" name="Oval 5"/>
          <p:cNvSpPr>
            <a:spLocks noChangeArrowheads="1"/>
          </p:cNvSpPr>
          <p:nvPr/>
        </p:nvSpPr>
        <p:spPr bwMode="auto">
          <a:xfrm>
            <a:off x="1447800" y="48768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0744" name="Oval 6"/>
          <p:cNvSpPr>
            <a:spLocks noChangeArrowheads="1"/>
          </p:cNvSpPr>
          <p:nvPr/>
        </p:nvSpPr>
        <p:spPr bwMode="auto">
          <a:xfrm>
            <a:off x="4038600" y="4876800"/>
            <a:ext cx="533400" cy="533400"/>
          </a:xfrm>
          <a:prstGeom prst="ellipse">
            <a:avLst/>
          </a:prstGeom>
          <a:noFill/>
          <a:ln w="9525">
            <a:solidFill>
              <a:schemeClr val="tx1"/>
            </a:solidFill>
            <a:round/>
            <a:headEnd/>
            <a:tailEnd/>
          </a:ln>
        </p:spPr>
        <p:txBody>
          <a:bodyPr wrap="none" anchor="ctr"/>
          <a:lstStyle/>
          <a:p>
            <a:endParaRPr lang="en-US"/>
          </a:p>
        </p:txBody>
      </p:sp>
      <p:sp>
        <p:nvSpPr>
          <p:cNvPr id="30745" name="Oval 7"/>
          <p:cNvSpPr>
            <a:spLocks noChangeArrowheads="1"/>
          </p:cNvSpPr>
          <p:nvPr/>
        </p:nvSpPr>
        <p:spPr bwMode="auto">
          <a:xfrm>
            <a:off x="5334000" y="4876800"/>
            <a:ext cx="533400" cy="533400"/>
          </a:xfrm>
          <a:prstGeom prst="ellipse">
            <a:avLst/>
          </a:prstGeom>
          <a:noFill/>
          <a:ln w="9525">
            <a:solidFill>
              <a:schemeClr val="tx1"/>
            </a:solidFill>
            <a:round/>
            <a:headEnd/>
            <a:tailEnd/>
          </a:ln>
        </p:spPr>
        <p:txBody>
          <a:bodyPr wrap="none" anchor="ctr"/>
          <a:lstStyle/>
          <a:p>
            <a:endParaRPr lang="en-US"/>
          </a:p>
        </p:txBody>
      </p:sp>
      <p:sp>
        <p:nvSpPr>
          <p:cNvPr id="30746" name="Oval 8"/>
          <p:cNvSpPr>
            <a:spLocks noChangeArrowheads="1"/>
          </p:cNvSpPr>
          <p:nvPr/>
        </p:nvSpPr>
        <p:spPr bwMode="auto">
          <a:xfrm>
            <a:off x="6705600" y="4876800"/>
            <a:ext cx="533400" cy="533400"/>
          </a:xfrm>
          <a:prstGeom prst="ellipse">
            <a:avLst/>
          </a:prstGeom>
          <a:noFill/>
          <a:ln w="9525">
            <a:solidFill>
              <a:schemeClr val="tx1"/>
            </a:solidFill>
            <a:round/>
            <a:headEnd/>
            <a:tailEnd/>
          </a:ln>
        </p:spPr>
        <p:txBody>
          <a:bodyPr wrap="none" anchor="ctr"/>
          <a:lstStyle/>
          <a:p>
            <a:endParaRPr lang="en-US"/>
          </a:p>
        </p:txBody>
      </p:sp>
      <p:sp>
        <p:nvSpPr>
          <p:cNvPr id="30747" name="Oval 9"/>
          <p:cNvSpPr>
            <a:spLocks noChangeArrowheads="1"/>
          </p:cNvSpPr>
          <p:nvPr/>
        </p:nvSpPr>
        <p:spPr bwMode="auto">
          <a:xfrm>
            <a:off x="6553200" y="4724400"/>
            <a:ext cx="838200" cy="838200"/>
          </a:xfrm>
          <a:prstGeom prst="ellipse">
            <a:avLst/>
          </a:prstGeom>
          <a:noFill/>
          <a:ln w="9525">
            <a:solidFill>
              <a:schemeClr val="tx1"/>
            </a:solidFill>
            <a:round/>
            <a:headEnd/>
            <a:tailEnd/>
          </a:ln>
        </p:spPr>
        <p:txBody>
          <a:bodyPr wrap="none" anchor="ctr"/>
          <a:lstStyle/>
          <a:p>
            <a:endParaRPr lang="en-US"/>
          </a:p>
        </p:txBody>
      </p:sp>
      <p:sp>
        <p:nvSpPr>
          <p:cNvPr id="30748" name="Line 10"/>
          <p:cNvSpPr>
            <a:spLocks noChangeShapeType="1"/>
          </p:cNvSpPr>
          <p:nvPr/>
        </p:nvSpPr>
        <p:spPr bwMode="auto">
          <a:xfrm>
            <a:off x="838200" y="5181600"/>
            <a:ext cx="609600" cy="0"/>
          </a:xfrm>
          <a:prstGeom prst="line">
            <a:avLst/>
          </a:prstGeom>
          <a:noFill/>
          <a:ln w="38100">
            <a:solidFill>
              <a:srgbClr val="FF0000"/>
            </a:solidFill>
            <a:round/>
            <a:headEnd/>
            <a:tailEnd type="triangle" w="lg" len="lg"/>
          </a:ln>
        </p:spPr>
        <p:txBody>
          <a:bodyPr wrap="none" anchor="ctr"/>
          <a:lstStyle/>
          <a:p>
            <a:endParaRPr lang="en-US"/>
          </a:p>
        </p:txBody>
      </p:sp>
      <p:sp>
        <p:nvSpPr>
          <p:cNvPr id="30749" name="Line 11"/>
          <p:cNvSpPr>
            <a:spLocks noChangeShapeType="1"/>
          </p:cNvSpPr>
          <p:nvPr/>
        </p:nvSpPr>
        <p:spPr bwMode="auto">
          <a:xfrm>
            <a:off x="3276600" y="5181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0750" name="Line 12"/>
          <p:cNvSpPr>
            <a:spLocks noChangeShapeType="1"/>
          </p:cNvSpPr>
          <p:nvPr/>
        </p:nvSpPr>
        <p:spPr bwMode="auto">
          <a:xfrm>
            <a:off x="4572000" y="5181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0751" name="Line 13"/>
          <p:cNvSpPr>
            <a:spLocks noChangeShapeType="1"/>
          </p:cNvSpPr>
          <p:nvPr/>
        </p:nvSpPr>
        <p:spPr bwMode="auto">
          <a:xfrm>
            <a:off x="5867400" y="5181600"/>
            <a:ext cx="685800" cy="0"/>
          </a:xfrm>
          <a:prstGeom prst="line">
            <a:avLst/>
          </a:prstGeom>
          <a:noFill/>
          <a:ln w="9525">
            <a:solidFill>
              <a:schemeClr val="tx1"/>
            </a:solidFill>
            <a:round/>
            <a:headEnd/>
            <a:tailEnd type="triangle" w="lg" len="lg"/>
          </a:ln>
        </p:spPr>
        <p:txBody>
          <a:bodyPr wrap="none" anchor="ctr"/>
          <a:lstStyle/>
          <a:p>
            <a:endParaRPr lang="en-US"/>
          </a:p>
        </p:txBody>
      </p:sp>
      <p:sp>
        <p:nvSpPr>
          <p:cNvPr id="30752" name="Oval 15"/>
          <p:cNvSpPr>
            <a:spLocks noChangeArrowheads="1"/>
          </p:cNvSpPr>
          <p:nvPr/>
        </p:nvSpPr>
        <p:spPr bwMode="auto">
          <a:xfrm>
            <a:off x="2743200" y="48768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0723" name="Object 16"/>
          <p:cNvGraphicFramePr>
            <a:graphicFrameLocks noChangeAspect="1"/>
          </p:cNvGraphicFramePr>
          <p:nvPr/>
        </p:nvGraphicFramePr>
        <p:xfrm>
          <a:off x="2857500" y="4876800"/>
          <a:ext cx="341313" cy="469900"/>
        </p:xfrm>
        <a:graphic>
          <a:graphicData uri="http://schemas.openxmlformats.org/presentationml/2006/ole">
            <mc:AlternateContent xmlns:mc="http://schemas.openxmlformats.org/markup-compatibility/2006">
              <mc:Choice xmlns:v="urn:schemas-microsoft-com:vml" Requires="v">
                <p:oleObj spid="_x0000_s4133" name="Equation" r:id="rId5" imgW="342720" imgH="469800" progId="Equation.3">
                  <p:embed/>
                </p:oleObj>
              </mc:Choice>
              <mc:Fallback>
                <p:oleObj name="Equation" r:id="rId5" imgW="34272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7500" y="48768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17"/>
          <p:cNvGraphicFramePr>
            <a:graphicFrameLocks noChangeAspect="1"/>
          </p:cNvGraphicFramePr>
          <p:nvPr/>
        </p:nvGraphicFramePr>
        <p:xfrm>
          <a:off x="4127500" y="4876800"/>
          <a:ext cx="392113" cy="469900"/>
        </p:xfrm>
        <a:graphic>
          <a:graphicData uri="http://schemas.openxmlformats.org/presentationml/2006/ole">
            <mc:AlternateContent xmlns:mc="http://schemas.openxmlformats.org/markup-compatibility/2006">
              <mc:Choice xmlns:v="urn:schemas-microsoft-com:vml" Requires="v">
                <p:oleObj spid="_x0000_s4134" name="Equation" r:id="rId7" imgW="393480" imgH="469800" progId="Equation.3">
                  <p:embed/>
                </p:oleObj>
              </mc:Choice>
              <mc:Fallback>
                <p:oleObj name="Equation" r:id="rId7" imgW="39348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27500" y="4876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5" name="Object 18"/>
          <p:cNvGraphicFramePr>
            <a:graphicFrameLocks noChangeAspect="1"/>
          </p:cNvGraphicFramePr>
          <p:nvPr/>
        </p:nvGraphicFramePr>
        <p:xfrm>
          <a:off x="5422900" y="4876800"/>
          <a:ext cx="392113" cy="469900"/>
        </p:xfrm>
        <a:graphic>
          <a:graphicData uri="http://schemas.openxmlformats.org/presentationml/2006/ole">
            <mc:AlternateContent xmlns:mc="http://schemas.openxmlformats.org/markup-compatibility/2006">
              <mc:Choice xmlns:v="urn:schemas-microsoft-com:vml" Requires="v">
                <p:oleObj spid="_x0000_s4135"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22900" y="4876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6" name="Object 19"/>
          <p:cNvGraphicFramePr>
            <a:graphicFrameLocks noChangeAspect="1"/>
          </p:cNvGraphicFramePr>
          <p:nvPr/>
        </p:nvGraphicFramePr>
        <p:xfrm>
          <a:off x="6781800" y="4876800"/>
          <a:ext cx="419100" cy="469900"/>
        </p:xfrm>
        <a:graphic>
          <a:graphicData uri="http://schemas.openxmlformats.org/presentationml/2006/ole">
            <mc:AlternateContent xmlns:mc="http://schemas.openxmlformats.org/markup-compatibility/2006">
              <mc:Choice xmlns:v="urn:schemas-microsoft-com:vml" Requires="v">
                <p:oleObj spid="_x0000_s4136" name="Equation" r:id="rId11" imgW="419040" imgH="469800" progId="Equation.3">
                  <p:embed/>
                </p:oleObj>
              </mc:Choice>
              <mc:Fallback>
                <p:oleObj name="Equation" r:id="rId11" imgW="41904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81800" y="4876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3" name="Line 20"/>
          <p:cNvSpPr>
            <a:spLocks noChangeShapeType="1"/>
          </p:cNvSpPr>
          <p:nvPr/>
        </p:nvSpPr>
        <p:spPr bwMode="auto">
          <a:xfrm>
            <a:off x="1981200" y="51816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0727" name="Object 21"/>
          <p:cNvGraphicFramePr>
            <a:graphicFrameLocks noChangeAspect="1"/>
          </p:cNvGraphicFramePr>
          <p:nvPr/>
        </p:nvGraphicFramePr>
        <p:xfrm>
          <a:off x="2209800" y="4876800"/>
          <a:ext cx="265113" cy="279400"/>
        </p:xfrm>
        <a:graphic>
          <a:graphicData uri="http://schemas.openxmlformats.org/presentationml/2006/ole">
            <mc:AlternateContent xmlns:mc="http://schemas.openxmlformats.org/markup-compatibility/2006">
              <mc:Choice xmlns:v="urn:schemas-microsoft-com:vml" Requires="v">
                <p:oleObj spid="_x0000_s4137" name="Equation" r:id="rId13" imgW="266400" imgH="279360" progId="Equation.3">
                  <p:embed/>
                </p:oleObj>
              </mc:Choice>
              <mc:Fallback>
                <p:oleObj name="Equation" r:id="rId13"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98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8" name="Object 22"/>
          <p:cNvGraphicFramePr>
            <a:graphicFrameLocks noChangeAspect="1"/>
          </p:cNvGraphicFramePr>
          <p:nvPr/>
        </p:nvGraphicFramePr>
        <p:xfrm>
          <a:off x="3505200" y="4800600"/>
          <a:ext cx="279400" cy="381000"/>
        </p:xfrm>
        <a:graphic>
          <a:graphicData uri="http://schemas.openxmlformats.org/presentationml/2006/ole">
            <mc:AlternateContent xmlns:mc="http://schemas.openxmlformats.org/markup-compatibility/2006">
              <mc:Choice xmlns:v="urn:schemas-microsoft-com:vml" Requires="v">
                <p:oleObj spid="_x0000_s4138" name="Equation" r:id="rId15" imgW="279360" imgH="380880" progId="Equation.3">
                  <p:embed/>
                </p:oleObj>
              </mc:Choice>
              <mc:Fallback>
                <p:oleObj name="Equation" r:id="rId15"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52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9" name="Object 23"/>
          <p:cNvGraphicFramePr>
            <a:graphicFrameLocks noChangeAspect="1"/>
          </p:cNvGraphicFramePr>
          <p:nvPr/>
        </p:nvGraphicFramePr>
        <p:xfrm>
          <a:off x="4800600" y="4800600"/>
          <a:ext cx="279400" cy="381000"/>
        </p:xfrm>
        <a:graphic>
          <a:graphicData uri="http://schemas.openxmlformats.org/presentationml/2006/ole">
            <mc:AlternateContent xmlns:mc="http://schemas.openxmlformats.org/markup-compatibility/2006">
              <mc:Choice xmlns:v="urn:schemas-microsoft-com:vml" Requires="v">
                <p:oleObj spid="_x0000_s4139"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0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0" name="Object 24"/>
          <p:cNvGraphicFramePr>
            <a:graphicFrameLocks noChangeAspect="1"/>
          </p:cNvGraphicFramePr>
          <p:nvPr/>
        </p:nvGraphicFramePr>
        <p:xfrm>
          <a:off x="6096000" y="4876800"/>
          <a:ext cx="265113" cy="279400"/>
        </p:xfrm>
        <a:graphic>
          <a:graphicData uri="http://schemas.openxmlformats.org/presentationml/2006/ole">
            <mc:AlternateContent xmlns:mc="http://schemas.openxmlformats.org/markup-compatibility/2006">
              <mc:Choice xmlns:v="urn:schemas-microsoft-com:vml" Requires="v">
                <p:oleObj spid="_x0000_s4140" name="Equation" r:id="rId18" imgW="266400" imgH="279360" progId="Equation.3">
                  <p:embed/>
                </p:oleObj>
              </mc:Choice>
              <mc:Fallback>
                <p:oleObj name="Equation" r:id="rId18"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0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4" name="Oval 26"/>
          <p:cNvSpPr>
            <a:spLocks noChangeArrowheads="1"/>
          </p:cNvSpPr>
          <p:nvPr/>
        </p:nvSpPr>
        <p:spPr bwMode="auto">
          <a:xfrm>
            <a:off x="6108700" y="35941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0731" name="Object 27"/>
          <p:cNvGraphicFramePr>
            <a:graphicFrameLocks noChangeAspect="1"/>
          </p:cNvGraphicFramePr>
          <p:nvPr/>
        </p:nvGraphicFramePr>
        <p:xfrm>
          <a:off x="6184900" y="3594100"/>
          <a:ext cx="404813" cy="469900"/>
        </p:xfrm>
        <a:graphic>
          <a:graphicData uri="http://schemas.openxmlformats.org/presentationml/2006/ole">
            <mc:AlternateContent xmlns:mc="http://schemas.openxmlformats.org/markup-compatibility/2006">
              <mc:Choice xmlns:v="urn:schemas-microsoft-com:vml" Requires="v">
                <p:oleObj spid="_x0000_s4141" name="Equation" r:id="rId19" imgW="406080" imgH="469800" progId="Equation.3">
                  <p:embed/>
                </p:oleObj>
              </mc:Choice>
              <mc:Fallback>
                <p:oleObj name="Equation" r:id="rId1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84900" y="35941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2" name="Object 28"/>
          <p:cNvGraphicFramePr>
            <a:graphicFrameLocks noChangeAspect="1"/>
          </p:cNvGraphicFramePr>
          <p:nvPr/>
        </p:nvGraphicFramePr>
        <p:xfrm>
          <a:off x="3048000" y="4419600"/>
          <a:ext cx="265113" cy="279400"/>
        </p:xfrm>
        <a:graphic>
          <a:graphicData uri="http://schemas.openxmlformats.org/presentationml/2006/ole">
            <mc:AlternateContent xmlns:mc="http://schemas.openxmlformats.org/markup-compatibility/2006">
              <mc:Choice xmlns:v="urn:schemas-microsoft-com:vml" Requires="v">
                <p:oleObj spid="_x0000_s4142" name="Equation" r:id="rId21" imgW="266400" imgH="279360" progId="Equation.3">
                  <p:embed/>
                </p:oleObj>
              </mc:Choice>
              <mc:Fallback>
                <p:oleObj name="Equation" r:id="rId21"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44196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3" name="Object 29"/>
          <p:cNvGraphicFramePr>
            <a:graphicFrameLocks noChangeAspect="1"/>
          </p:cNvGraphicFramePr>
          <p:nvPr/>
        </p:nvGraphicFramePr>
        <p:xfrm>
          <a:off x="4267200" y="4495800"/>
          <a:ext cx="265113" cy="279400"/>
        </p:xfrm>
        <a:graphic>
          <a:graphicData uri="http://schemas.openxmlformats.org/presentationml/2006/ole">
            <mc:AlternateContent xmlns:mc="http://schemas.openxmlformats.org/markup-compatibility/2006">
              <mc:Choice xmlns:v="urn:schemas-microsoft-com:vml" Requires="v">
                <p:oleObj spid="_x0000_s4143" name="Equation" r:id="rId22" imgW="266400" imgH="279360" progId="Equation.3">
                  <p:embed/>
                </p:oleObj>
              </mc:Choice>
              <mc:Fallback>
                <p:oleObj name="Equation" r:id="rId22"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7200" y="4495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4" name="Object 30"/>
          <p:cNvGraphicFramePr>
            <a:graphicFrameLocks noChangeAspect="1"/>
          </p:cNvGraphicFramePr>
          <p:nvPr/>
        </p:nvGraphicFramePr>
        <p:xfrm>
          <a:off x="5562600" y="4419600"/>
          <a:ext cx="279400" cy="381000"/>
        </p:xfrm>
        <a:graphic>
          <a:graphicData uri="http://schemas.openxmlformats.org/presentationml/2006/ole">
            <mc:AlternateContent xmlns:mc="http://schemas.openxmlformats.org/markup-compatibility/2006">
              <mc:Choice xmlns:v="urn:schemas-microsoft-com:vml" Requires="v">
                <p:oleObj spid="_x0000_s4144" name="Equation" r:id="rId23" imgW="279360" imgH="380880" progId="Equation.3">
                  <p:embed/>
                </p:oleObj>
              </mc:Choice>
              <mc:Fallback>
                <p:oleObj name="Equation" r:id="rId23"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62600" y="4419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35" name="Object 31"/>
          <p:cNvGraphicFramePr>
            <a:graphicFrameLocks noChangeAspect="1"/>
          </p:cNvGraphicFramePr>
          <p:nvPr/>
        </p:nvGraphicFramePr>
        <p:xfrm>
          <a:off x="1676400" y="4343400"/>
          <a:ext cx="279400" cy="381000"/>
        </p:xfrm>
        <a:graphic>
          <a:graphicData uri="http://schemas.openxmlformats.org/presentationml/2006/ole">
            <mc:AlternateContent xmlns:mc="http://schemas.openxmlformats.org/markup-compatibility/2006">
              <mc:Choice xmlns:v="urn:schemas-microsoft-com:vml" Requires="v">
                <p:oleObj spid="_x0000_s4145" name="Equation" r:id="rId24" imgW="279360" imgH="380880" progId="Equation.3">
                  <p:embed/>
                </p:oleObj>
              </mc:Choice>
              <mc:Fallback>
                <p:oleObj name="Equation" r:id="rId24"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43434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5" name="Freeform 32"/>
          <p:cNvSpPr>
            <a:spLocks/>
          </p:cNvSpPr>
          <p:nvPr/>
        </p:nvSpPr>
        <p:spPr bwMode="auto">
          <a:xfrm>
            <a:off x="5943600" y="28194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0736" name="Object 33"/>
          <p:cNvGraphicFramePr>
            <a:graphicFrameLocks noChangeAspect="1"/>
          </p:cNvGraphicFramePr>
          <p:nvPr/>
        </p:nvGraphicFramePr>
        <p:xfrm>
          <a:off x="5956300" y="2374900"/>
          <a:ext cx="671513" cy="442913"/>
        </p:xfrm>
        <a:graphic>
          <a:graphicData uri="http://schemas.openxmlformats.org/presentationml/2006/ole">
            <mc:AlternateContent xmlns:mc="http://schemas.openxmlformats.org/markup-compatibility/2006">
              <mc:Choice xmlns:v="urn:schemas-microsoft-com:vml" Requires="v">
                <p:oleObj spid="_x0000_s4146" name="Equation" r:id="rId25" imgW="672840" imgH="444240" progId="Equation.3">
                  <p:embed/>
                </p:oleObj>
              </mc:Choice>
              <mc:Fallback>
                <p:oleObj name="Equation" r:id="rId25"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56300" y="23749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6" name="Line 34"/>
          <p:cNvSpPr>
            <a:spLocks noChangeShapeType="1"/>
          </p:cNvSpPr>
          <p:nvPr/>
        </p:nvSpPr>
        <p:spPr bwMode="auto">
          <a:xfrm flipV="1">
            <a:off x="5715000" y="41148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30757" name="Freeform 35"/>
          <p:cNvSpPr>
            <a:spLocks/>
          </p:cNvSpPr>
          <p:nvPr/>
        </p:nvSpPr>
        <p:spPr bwMode="auto">
          <a:xfrm>
            <a:off x="4419600" y="39624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0758" name="Freeform 36"/>
          <p:cNvSpPr>
            <a:spLocks/>
          </p:cNvSpPr>
          <p:nvPr/>
        </p:nvSpPr>
        <p:spPr bwMode="auto">
          <a:xfrm>
            <a:off x="3124200" y="37719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0759" name="Freeform 37"/>
          <p:cNvSpPr>
            <a:spLocks/>
          </p:cNvSpPr>
          <p:nvPr/>
        </p:nvSpPr>
        <p:spPr bwMode="auto">
          <a:xfrm>
            <a:off x="1828800" y="31496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pSp>
        <p:nvGrpSpPr>
          <p:cNvPr id="30760" name="Group 39"/>
          <p:cNvGrpSpPr>
            <a:grpSpLocks/>
          </p:cNvGrpSpPr>
          <p:nvPr/>
        </p:nvGrpSpPr>
        <p:grpSpPr bwMode="auto">
          <a:xfrm>
            <a:off x="6553200" y="4114800"/>
            <a:ext cx="900113" cy="609600"/>
            <a:chOff x="4224" y="1824"/>
            <a:chExt cx="567" cy="384"/>
          </a:xfrm>
        </p:grpSpPr>
        <p:graphicFrame>
          <p:nvGraphicFramePr>
            <p:cNvPr id="30738" name="Object 40"/>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4147" name="Equation" r:id="rId27" imgW="672840" imgH="444240" progId="Equation.3">
                    <p:embed/>
                  </p:oleObj>
                </mc:Choice>
                <mc:Fallback>
                  <p:oleObj name="Equation" r:id="rId27"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2" name="Line 41"/>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aphicFrame>
        <p:nvGraphicFramePr>
          <p:cNvPr id="30737" name="Object 42"/>
          <p:cNvGraphicFramePr>
            <a:graphicFrameLocks noChangeAspect="1"/>
          </p:cNvGraphicFramePr>
          <p:nvPr/>
        </p:nvGraphicFramePr>
        <p:xfrm>
          <a:off x="1524000" y="4876800"/>
          <a:ext cx="419100" cy="469900"/>
        </p:xfrm>
        <a:graphic>
          <a:graphicData uri="http://schemas.openxmlformats.org/presentationml/2006/ole">
            <mc:AlternateContent xmlns:mc="http://schemas.openxmlformats.org/markup-compatibility/2006">
              <mc:Choice xmlns:v="urn:schemas-microsoft-com:vml" Requires="v">
                <p:oleObj spid="_x0000_s4148" name="Equation" r:id="rId28" imgW="419040" imgH="469800" progId="Equation.3">
                  <p:embed/>
                </p:oleObj>
              </mc:Choice>
              <mc:Fallback>
                <p:oleObj name="Equation" r:id="rId28" imgW="419040" imgH="469800" progId="Equation.3">
                  <p:embed/>
                  <p:pic>
                    <p:nvPicPr>
                      <p:cNvPr id="0" name=""/>
                      <p:cNvPicPr preferRelativeResize="0">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24000" y="4876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61" name="Text Box 43"/>
          <p:cNvSpPr txBox="1">
            <a:spLocks noChangeArrowheads="1"/>
          </p:cNvSpPr>
          <p:nvPr/>
        </p:nvSpPr>
        <p:spPr bwMode="auto">
          <a:xfrm>
            <a:off x="746125" y="1549400"/>
            <a:ext cx="1752600" cy="579438"/>
          </a:xfrm>
          <a:prstGeom prst="rect">
            <a:avLst/>
          </a:prstGeom>
          <a:noFill/>
          <a:ln w="9525">
            <a:noFill/>
            <a:miter lim="800000"/>
            <a:headEnd/>
            <a:tailEnd type="none" w="lg" len="lg"/>
          </a:ln>
        </p:spPr>
        <p:txBody>
          <a:bodyPr wrap="none">
            <a:spAutoFit/>
          </a:bodyPr>
          <a:lstStyle/>
          <a:p>
            <a:r>
              <a:rPr lang="en-US"/>
              <a:t>Example</a:t>
            </a:r>
          </a:p>
        </p:txBody>
      </p:sp>
    </p:spTree>
    <p:extLst>
      <p:ext uri="{BB962C8B-B14F-4D97-AF65-F5344CB8AC3E}">
        <p14:creationId xmlns:p14="http://schemas.microsoft.com/office/powerpoint/2010/main" val="35991304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64" name="Footer Placeholder 4"/>
          <p:cNvSpPr>
            <a:spLocks noGrp="1"/>
          </p:cNvSpPr>
          <p:nvPr>
            <p:ph type="ftr" sz="quarter" idx="11"/>
          </p:nvPr>
        </p:nvSpPr>
        <p:spPr>
          <a:noFill/>
        </p:spPr>
        <p:txBody>
          <a:bodyPr/>
          <a:lstStyle/>
          <a:p>
            <a:r>
              <a:rPr lang="en-US" smtClean="0"/>
              <a:t>Prof. Busch - LSU</a:t>
            </a:r>
          </a:p>
        </p:txBody>
      </p:sp>
      <p:sp>
        <p:nvSpPr>
          <p:cNvPr id="31765" name="Slide Number Placeholder 5"/>
          <p:cNvSpPr>
            <a:spLocks noGrp="1"/>
          </p:cNvSpPr>
          <p:nvPr>
            <p:ph type="sldNum" sz="quarter" idx="12"/>
          </p:nvPr>
        </p:nvSpPr>
        <p:spPr>
          <a:noFill/>
        </p:spPr>
        <p:txBody>
          <a:bodyPr/>
          <a:lstStyle/>
          <a:p>
            <a:fld id="{9E3E8BAE-8740-4E00-887E-B9462B6F63AB}" type="slidenum">
              <a:rPr lang="en-US" smtClean="0"/>
              <a:pPr/>
              <a:t>25</a:t>
            </a:fld>
            <a:endParaRPr lang="en-US" smtClean="0"/>
          </a:p>
        </p:txBody>
      </p:sp>
      <p:sp>
        <p:nvSpPr>
          <p:cNvPr id="31766" name="Rectangle 2"/>
          <p:cNvSpPr>
            <a:spLocks noGrp="1" noChangeArrowheads="1"/>
          </p:cNvSpPr>
          <p:nvPr>
            <p:ph type="title"/>
          </p:nvPr>
        </p:nvSpPr>
        <p:spPr/>
        <p:txBody>
          <a:bodyPr/>
          <a:lstStyle/>
          <a:p>
            <a:pPr algn="l"/>
            <a:r>
              <a:rPr lang="en-US" smtClean="0"/>
              <a:t>Set of Accepting States</a:t>
            </a:r>
          </a:p>
        </p:txBody>
      </p:sp>
      <p:sp>
        <p:nvSpPr>
          <p:cNvPr id="31767" name="Rectangle 3"/>
          <p:cNvSpPr>
            <a:spLocks noGrp="1" noChangeArrowheads="1"/>
          </p:cNvSpPr>
          <p:nvPr>
            <p:ph type="body" idx="1"/>
          </p:nvPr>
        </p:nvSpPr>
        <p:spPr/>
        <p:txBody>
          <a:bodyPr/>
          <a:lstStyle/>
          <a:p>
            <a:pPr>
              <a:buFontTx/>
              <a:buNone/>
            </a:pPr>
            <a:r>
              <a:rPr lang="en-US" smtClean="0"/>
              <a:t> </a:t>
            </a:r>
          </a:p>
        </p:txBody>
      </p:sp>
      <p:graphicFrame>
        <p:nvGraphicFramePr>
          <p:cNvPr id="31746" name="Object 0"/>
          <p:cNvGraphicFramePr>
            <a:graphicFrameLocks noChangeAspect="1"/>
          </p:cNvGraphicFramePr>
          <p:nvPr/>
        </p:nvGraphicFramePr>
        <p:xfrm>
          <a:off x="5791200" y="152400"/>
          <a:ext cx="1600200" cy="660400"/>
        </p:xfrm>
        <a:graphic>
          <a:graphicData uri="http://schemas.openxmlformats.org/presentationml/2006/ole">
            <mc:AlternateContent xmlns:mc="http://schemas.openxmlformats.org/markup-compatibility/2006">
              <mc:Choice xmlns:v="urn:schemas-microsoft-com:vml" Requires="v">
                <p:oleObj spid="_x0000_s5158" name="Equation" r:id="rId3" imgW="495000" imgH="203040" progId="Equation.3">
                  <p:embed/>
                </p:oleObj>
              </mc:Choice>
              <mc:Fallback>
                <p:oleObj name="Equation" r:id="rId3" imgW="49500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152400"/>
                        <a:ext cx="16002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8" name="Oval 5"/>
          <p:cNvSpPr>
            <a:spLocks noChangeArrowheads="1"/>
          </p:cNvSpPr>
          <p:nvPr/>
        </p:nvSpPr>
        <p:spPr bwMode="auto">
          <a:xfrm>
            <a:off x="1447800" y="4876800"/>
            <a:ext cx="533400" cy="533400"/>
          </a:xfrm>
          <a:prstGeom prst="ellipse">
            <a:avLst/>
          </a:prstGeom>
          <a:noFill/>
          <a:ln w="9525">
            <a:solidFill>
              <a:schemeClr val="tx1"/>
            </a:solidFill>
            <a:round/>
            <a:headEnd/>
            <a:tailEnd/>
          </a:ln>
        </p:spPr>
        <p:txBody>
          <a:bodyPr wrap="none" anchor="ctr"/>
          <a:lstStyle/>
          <a:p>
            <a:endParaRPr lang="en-US"/>
          </a:p>
        </p:txBody>
      </p:sp>
      <p:sp>
        <p:nvSpPr>
          <p:cNvPr id="31769" name="Oval 6"/>
          <p:cNvSpPr>
            <a:spLocks noChangeArrowheads="1"/>
          </p:cNvSpPr>
          <p:nvPr/>
        </p:nvSpPr>
        <p:spPr bwMode="auto">
          <a:xfrm>
            <a:off x="4038600" y="4876800"/>
            <a:ext cx="533400" cy="533400"/>
          </a:xfrm>
          <a:prstGeom prst="ellipse">
            <a:avLst/>
          </a:prstGeom>
          <a:noFill/>
          <a:ln w="9525">
            <a:solidFill>
              <a:schemeClr val="tx1"/>
            </a:solidFill>
            <a:round/>
            <a:headEnd/>
            <a:tailEnd/>
          </a:ln>
        </p:spPr>
        <p:txBody>
          <a:bodyPr wrap="none" anchor="ctr"/>
          <a:lstStyle/>
          <a:p>
            <a:endParaRPr lang="en-US"/>
          </a:p>
        </p:txBody>
      </p:sp>
      <p:sp>
        <p:nvSpPr>
          <p:cNvPr id="31770" name="Oval 7"/>
          <p:cNvSpPr>
            <a:spLocks noChangeArrowheads="1"/>
          </p:cNvSpPr>
          <p:nvPr/>
        </p:nvSpPr>
        <p:spPr bwMode="auto">
          <a:xfrm>
            <a:off x="5334000" y="4876800"/>
            <a:ext cx="533400" cy="533400"/>
          </a:xfrm>
          <a:prstGeom prst="ellipse">
            <a:avLst/>
          </a:prstGeom>
          <a:noFill/>
          <a:ln w="9525">
            <a:solidFill>
              <a:schemeClr val="tx1"/>
            </a:solidFill>
            <a:round/>
            <a:headEnd/>
            <a:tailEnd/>
          </a:ln>
        </p:spPr>
        <p:txBody>
          <a:bodyPr wrap="none" anchor="ctr"/>
          <a:lstStyle/>
          <a:p>
            <a:endParaRPr lang="en-US"/>
          </a:p>
        </p:txBody>
      </p:sp>
      <p:sp>
        <p:nvSpPr>
          <p:cNvPr id="31771" name="Oval 8"/>
          <p:cNvSpPr>
            <a:spLocks noChangeArrowheads="1"/>
          </p:cNvSpPr>
          <p:nvPr/>
        </p:nvSpPr>
        <p:spPr bwMode="auto">
          <a:xfrm>
            <a:off x="6705600" y="48768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1772" name="Oval 9"/>
          <p:cNvSpPr>
            <a:spLocks noChangeArrowheads="1"/>
          </p:cNvSpPr>
          <p:nvPr/>
        </p:nvSpPr>
        <p:spPr bwMode="auto">
          <a:xfrm>
            <a:off x="6553200" y="4724400"/>
            <a:ext cx="838200" cy="838200"/>
          </a:xfrm>
          <a:prstGeom prst="ellipse">
            <a:avLst/>
          </a:prstGeom>
          <a:noFill/>
          <a:ln w="38100">
            <a:solidFill>
              <a:srgbClr val="FF0000"/>
            </a:solidFill>
            <a:round/>
            <a:headEnd/>
            <a:tailEnd/>
          </a:ln>
        </p:spPr>
        <p:txBody>
          <a:bodyPr wrap="none" anchor="ctr"/>
          <a:lstStyle/>
          <a:p>
            <a:endParaRPr lang="en-US"/>
          </a:p>
        </p:txBody>
      </p:sp>
      <p:sp>
        <p:nvSpPr>
          <p:cNvPr id="31773" name="Line 10"/>
          <p:cNvSpPr>
            <a:spLocks noChangeShapeType="1"/>
          </p:cNvSpPr>
          <p:nvPr/>
        </p:nvSpPr>
        <p:spPr bwMode="auto">
          <a:xfrm>
            <a:off x="838200" y="51816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31774" name="Line 11"/>
          <p:cNvSpPr>
            <a:spLocks noChangeShapeType="1"/>
          </p:cNvSpPr>
          <p:nvPr/>
        </p:nvSpPr>
        <p:spPr bwMode="auto">
          <a:xfrm>
            <a:off x="3276600" y="5181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1775" name="Line 12"/>
          <p:cNvSpPr>
            <a:spLocks noChangeShapeType="1"/>
          </p:cNvSpPr>
          <p:nvPr/>
        </p:nvSpPr>
        <p:spPr bwMode="auto">
          <a:xfrm>
            <a:off x="4572000" y="51816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1776" name="Line 13"/>
          <p:cNvSpPr>
            <a:spLocks noChangeShapeType="1"/>
          </p:cNvSpPr>
          <p:nvPr/>
        </p:nvSpPr>
        <p:spPr bwMode="auto">
          <a:xfrm>
            <a:off x="5867400" y="5181600"/>
            <a:ext cx="6858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1747" name="Object 1"/>
          <p:cNvGraphicFramePr>
            <a:graphicFrameLocks noChangeAspect="1"/>
          </p:cNvGraphicFramePr>
          <p:nvPr/>
        </p:nvGraphicFramePr>
        <p:xfrm>
          <a:off x="1524000" y="4876800"/>
          <a:ext cx="419100" cy="469900"/>
        </p:xfrm>
        <a:graphic>
          <a:graphicData uri="http://schemas.openxmlformats.org/presentationml/2006/ole">
            <mc:AlternateContent xmlns:mc="http://schemas.openxmlformats.org/markup-compatibility/2006">
              <mc:Choice xmlns:v="urn:schemas-microsoft-com:vml" Requires="v">
                <p:oleObj spid="_x0000_s5159" name="Equation" r:id="rId5" imgW="419040" imgH="469800" progId="Equation.3">
                  <p:embed/>
                </p:oleObj>
              </mc:Choice>
              <mc:Fallback>
                <p:oleObj name="Equation" r:id="rId5" imgW="41904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4876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77" name="Oval 15"/>
          <p:cNvSpPr>
            <a:spLocks noChangeArrowheads="1"/>
          </p:cNvSpPr>
          <p:nvPr/>
        </p:nvSpPr>
        <p:spPr bwMode="auto">
          <a:xfrm>
            <a:off x="2743200" y="48768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1748" name="Object 2"/>
          <p:cNvGraphicFramePr>
            <a:graphicFrameLocks noChangeAspect="1"/>
          </p:cNvGraphicFramePr>
          <p:nvPr/>
        </p:nvGraphicFramePr>
        <p:xfrm>
          <a:off x="2857500" y="4876800"/>
          <a:ext cx="341313" cy="469900"/>
        </p:xfrm>
        <a:graphic>
          <a:graphicData uri="http://schemas.openxmlformats.org/presentationml/2006/ole">
            <mc:AlternateContent xmlns:mc="http://schemas.openxmlformats.org/markup-compatibility/2006">
              <mc:Choice xmlns:v="urn:schemas-microsoft-com:vml" Requires="v">
                <p:oleObj spid="_x0000_s5160" name="Equation" r:id="rId7" imgW="342720" imgH="469800" progId="Equation.3">
                  <p:embed/>
                </p:oleObj>
              </mc:Choice>
              <mc:Fallback>
                <p:oleObj name="Equation" r:id="rId7" imgW="34272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57500" y="48768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49" name="Object 3"/>
          <p:cNvGraphicFramePr>
            <a:graphicFrameLocks noChangeAspect="1"/>
          </p:cNvGraphicFramePr>
          <p:nvPr/>
        </p:nvGraphicFramePr>
        <p:xfrm>
          <a:off x="4127500" y="4876800"/>
          <a:ext cx="392113" cy="469900"/>
        </p:xfrm>
        <a:graphic>
          <a:graphicData uri="http://schemas.openxmlformats.org/presentationml/2006/ole">
            <mc:AlternateContent xmlns:mc="http://schemas.openxmlformats.org/markup-compatibility/2006">
              <mc:Choice xmlns:v="urn:schemas-microsoft-com:vml" Requires="v">
                <p:oleObj spid="_x0000_s5161"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27500" y="4876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0" name="Object 4"/>
          <p:cNvGraphicFramePr>
            <a:graphicFrameLocks noChangeAspect="1"/>
          </p:cNvGraphicFramePr>
          <p:nvPr/>
        </p:nvGraphicFramePr>
        <p:xfrm>
          <a:off x="5422900" y="4876800"/>
          <a:ext cx="392113" cy="469900"/>
        </p:xfrm>
        <a:graphic>
          <a:graphicData uri="http://schemas.openxmlformats.org/presentationml/2006/ole">
            <mc:AlternateContent xmlns:mc="http://schemas.openxmlformats.org/markup-compatibility/2006">
              <mc:Choice xmlns:v="urn:schemas-microsoft-com:vml" Requires="v">
                <p:oleObj spid="_x0000_s5162" name="Equation" r:id="rId11" imgW="393480" imgH="469800" progId="Equation.3">
                  <p:embed/>
                </p:oleObj>
              </mc:Choice>
              <mc:Fallback>
                <p:oleObj name="Equation" r:id="rId11" imgW="39348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22900" y="4876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78" name="Line 20"/>
          <p:cNvSpPr>
            <a:spLocks noChangeShapeType="1"/>
          </p:cNvSpPr>
          <p:nvPr/>
        </p:nvSpPr>
        <p:spPr bwMode="auto">
          <a:xfrm>
            <a:off x="1981200" y="51816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1751" name="Object 5"/>
          <p:cNvGraphicFramePr>
            <a:graphicFrameLocks noChangeAspect="1"/>
          </p:cNvGraphicFramePr>
          <p:nvPr/>
        </p:nvGraphicFramePr>
        <p:xfrm>
          <a:off x="2209800" y="4876800"/>
          <a:ext cx="265113" cy="279400"/>
        </p:xfrm>
        <a:graphic>
          <a:graphicData uri="http://schemas.openxmlformats.org/presentationml/2006/ole">
            <mc:AlternateContent xmlns:mc="http://schemas.openxmlformats.org/markup-compatibility/2006">
              <mc:Choice xmlns:v="urn:schemas-microsoft-com:vml" Requires="v">
                <p:oleObj spid="_x0000_s5163" name="Equation" r:id="rId13" imgW="266400" imgH="279360" progId="Equation.3">
                  <p:embed/>
                </p:oleObj>
              </mc:Choice>
              <mc:Fallback>
                <p:oleObj name="Equation" r:id="rId13"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098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2" name="Object 6"/>
          <p:cNvGraphicFramePr>
            <a:graphicFrameLocks noChangeAspect="1"/>
          </p:cNvGraphicFramePr>
          <p:nvPr/>
        </p:nvGraphicFramePr>
        <p:xfrm>
          <a:off x="3505200" y="4800600"/>
          <a:ext cx="279400" cy="381000"/>
        </p:xfrm>
        <a:graphic>
          <a:graphicData uri="http://schemas.openxmlformats.org/presentationml/2006/ole">
            <mc:AlternateContent xmlns:mc="http://schemas.openxmlformats.org/markup-compatibility/2006">
              <mc:Choice xmlns:v="urn:schemas-microsoft-com:vml" Requires="v">
                <p:oleObj spid="_x0000_s5164" name="Equation" r:id="rId15" imgW="279360" imgH="380880" progId="Equation.3">
                  <p:embed/>
                </p:oleObj>
              </mc:Choice>
              <mc:Fallback>
                <p:oleObj name="Equation" r:id="rId15"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5052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3" name="Object 7"/>
          <p:cNvGraphicFramePr>
            <a:graphicFrameLocks noChangeAspect="1"/>
          </p:cNvGraphicFramePr>
          <p:nvPr/>
        </p:nvGraphicFramePr>
        <p:xfrm>
          <a:off x="4800600" y="4800600"/>
          <a:ext cx="279400" cy="381000"/>
        </p:xfrm>
        <a:graphic>
          <a:graphicData uri="http://schemas.openxmlformats.org/presentationml/2006/ole">
            <mc:AlternateContent xmlns:mc="http://schemas.openxmlformats.org/markup-compatibility/2006">
              <mc:Choice xmlns:v="urn:schemas-microsoft-com:vml" Requires="v">
                <p:oleObj spid="_x0000_s5165"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0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4" name="Object 8"/>
          <p:cNvGraphicFramePr>
            <a:graphicFrameLocks noChangeAspect="1"/>
          </p:cNvGraphicFramePr>
          <p:nvPr/>
        </p:nvGraphicFramePr>
        <p:xfrm>
          <a:off x="6096000" y="4876800"/>
          <a:ext cx="265113" cy="279400"/>
        </p:xfrm>
        <a:graphic>
          <a:graphicData uri="http://schemas.openxmlformats.org/presentationml/2006/ole">
            <mc:AlternateContent xmlns:mc="http://schemas.openxmlformats.org/markup-compatibility/2006">
              <mc:Choice xmlns:v="urn:schemas-microsoft-com:vml" Requires="v">
                <p:oleObj spid="_x0000_s5166" name="Equation" r:id="rId18" imgW="266400" imgH="279360" progId="Equation.3">
                  <p:embed/>
                </p:oleObj>
              </mc:Choice>
              <mc:Fallback>
                <p:oleObj name="Equation" r:id="rId18"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960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79" name="Oval 26"/>
          <p:cNvSpPr>
            <a:spLocks noChangeArrowheads="1"/>
          </p:cNvSpPr>
          <p:nvPr/>
        </p:nvSpPr>
        <p:spPr bwMode="auto">
          <a:xfrm>
            <a:off x="6108700" y="35941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1755" name="Object 9"/>
          <p:cNvGraphicFramePr>
            <a:graphicFrameLocks noChangeAspect="1"/>
          </p:cNvGraphicFramePr>
          <p:nvPr/>
        </p:nvGraphicFramePr>
        <p:xfrm>
          <a:off x="6184900" y="3594100"/>
          <a:ext cx="404813" cy="469900"/>
        </p:xfrm>
        <a:graphic>
          <a:graphicData uri="http://schemas.openxmlformats.org/presentationml/2006/ole">
            <mc:AlternateContent xmlns:mc="http://schemas.openxmlformats.org/markup-compatibility/2006">
              <mc:Choice xmlns:v="urn:schemas-microsoft-com:vml" Requires="v">
                <p:oleObj spid="_x0000_s5167" name="Equation" r:id="rId19" imgW="406080" imgH="469800" progId="Equation.3">
                  <p:embed/>
                </p:oleObj>
              </mc:Choice>
              <mc:Fallback>
                <p:oleObj name="Equation" r:id="rId1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184900" y="35941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6" name="Object 10"/>
          <p:cNvGraphicFramePr>
            <a:graphicFrameLocks noChangeAspect="1"/>
          </p:cNvGraphicFramePr>
          <p:nvPr/>
        </p:nvGraphicFramePr>
        <p:xfrm>
          <a:off x="3048000" y="4419600"/>
          <a:ext cx="265113" cy="279400"/>
        </p:xfrm>
        <a:graphic>
          <a:graphicData uri="http://schemas.openxmlformats.org/presentationml/2006/ole">
            <mc:AlternateContent xmlns:mc="http://schemas.openxmlformats.org/markup-compatibility/2006">
              <mc:Choice xmlns:v="urn:schemas-microsoft-com:vml" Requires="v">
                <p:oleObj spid="_x0000_s5168" name="Equation" r:id="rId21" imgW="266400" imgH="279360" progId="Equation.3">
                  <p:embed/>
                </p:oleObj>
              </mc:Choice>
              <mc:Fallback>
                <p:oleObj name="Equation" r:id="rId21"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44196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7" name="Object 11"/>
          <p:cNvGraphicFramePr>
            <a:graphicFrameLocks noChangeAspect="1"/>
          </p:cNvGraphicFramePr>
          <p:nvPr/>
        </p:nvGraphicFramePr>
        <p:xfrm>
          <a:off x="4267200" y="4495800"/>
          <a:ext cx="265113" cy="279400"/>
        </p:xfrm>
        <a:graphic>
          <a:graphicData uri="http://schemas.openxmlformats.org/presentationml/2006/ole">
            <mc:AlternateContent xmlns:mc="http://schemas.openxmlformats.org/markup-compatibility/2006">
              <mc:Choice xmlns:v="urn:schemas-microsoft-com:vml" Requires="v">
                <p:oleObj spid="_x0000_s5169" name="Equation" r:id="rId22" imgW="266400" imgH="279360" progId="Equation.3">
                  <p:embed/>
                </p:oleObj>
              </mc:Choice>
              <mc:Fallback>
                <p:oleObj name="Equation" r:id="rId22"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67200" y="4495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8" name="Object 12"/>
          <p:cNvGraphicFramePr>
            <a:graphicFrameLocks noChangeAspect="1"/>
          </p:cNvGraphicFramePr>
          <p:nvPr/>
        </p:nvGraphicFramePr>
        <p:xfrm>
          <a:off x="5562600" y="4419600"/>
          <a:ext cx="279400" cy="381000"/>
        </p:xfrm>
        <a:graphic>
          <a:graphicData uri="http://schemas.openxmlformats.org/presentationml/2006/ole">
            <mc:AlternateContent xmlns:mc="http://schemas.openxmlformats.org/markup-compatibility/2006">
              <mc:Choice xmlns:v="urn:schemas-microsoft-com:vml" Requires="v">
                <p:oleObj spid="_x0000_s5170" name="Equation" r:id="rId23" imgW="279360" imgH="380880" progId="Equation.3">
                  <p:embed/>
                </p:oleObj>
              </mc:Choice>
              <mc:Fallback>
                <p:oleObj name="Equation" r:id="rId23"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62600" y="4419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759" name="Object 13"/>
          <p:cNvGraphicFramePr>
            <a:graphicFrameLocks noChangeAspect="1"/>
          </p:cNvGraphicFramePr>
          <p:nvPr/>
        </p:nvGraphicFramePr>
        <p:xfrm>
          <a:off x="1676400" y="4343400"/>
          <a:ext cx="279400" cy="381000"/>
        </p:xfrm>
        <a:graphic>
          <a:graphicData uri="http://schemas.openxmlformats.org/presentationml/2006/ole">
            <mc:AlternateContent xmlns:mc="http://schemas.openxmlformats.org/markup-compatibility/2006">
              <mc:Choice xmlns:v="urn:schemas-microsoft-com:vml" Requires="v">
                <p:oleObj spid="_x0000_s5171" name="Equation" r:id="rId24" imgW="279360" imgH="380880" progId="Equation.3">
                  <p:embed/>
                </p:oleObj>
              </mc:Choice>
              <mc:Fallback>
                <p:oleObj name="Equation" r:id="rId24"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76400" y="43434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80" name="Freeform 32"/>
          <p:cNvSpPr>
            <a:spLocks/>
          </p:cNvSpPr>
          <p:nvPr/>
        </p:nvSpPr>
        <p:spPr bwMode="auto">
          <a:xfrm>
            <a:off x="5943600" y="28194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1760" name="Object 14"/>
          <p:cNvGraphicFramePr>
            <a:graphicFrameLocks noChangeAspect="1"/>
          </p:cNvGraphicFramePr>
          <p:nvPr/>
        </p:nvGraphicFramePr>
        <p:xfrm>
          <a:off x="5956300" y="2374900"/>
          <a:ext cx="671513" cy="442913"/>
        </p:xfrm>
        <a:graphic>
          <a:graphicData uri="http://schemas.openxmlformats.org/presentationml/2006/ole">
            <mc:AlternateContent xmlns:mc="http://schemas.openxmlformats.org/markup-compatibility/2006">
              <mc:Choice xmlns:v="urn:schemas-microsoft-com:vml" Requires="v">
                <p:oleObj spid="_x0000_s5172" name="Equation" r:id="rId25" imgW="672840" imgH="444240" progId="Equation.3">
                  <p:embed/>
                </p:oleObj>
              </mc:Choice>
              <mc:Fallback>
                <p:oleObj name="Equation" r:id="rId25"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956300" y="23749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81" name="Line 34"/>
          <p:cNvSpPr>
            <a:spLocks noChangeShapeType="1"/>
          </p:cNvSpPr>
          <p:nvPr/>
        </p:nvSpPr>
        <p:spPr bwMode="auto">
          <a:xfrm flipV="1">
            <a:off x="5715000" y="41148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31782" name="Freeform 35"/>
          <p:cNvSpPr>
            <a:spLocks/>
          </p:cNvSpPr>
          <p:nvPr/>
        </p:nvSpPr>
        <p:spPr bwMode="auto">
          <a:xfrm>
            <a:off x="4419600" y="39624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1783" name="Freeform 36"/>
          <p:cNvSpPr>
            <a:spLocks/>
          </p:cNvSpPr>
          <p:nvPr/>
        </p:nvSpPr>
        <p:spPr bwMode="auto">
          <a:xfrm>
            <a:off x="3124200" y="37719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1784" name="Freeform 37"/>
          <p:cNvSpPr>
            <a:spLocks/>
          </p:cNvSpPr>
          <p:nvPr/>
        </p:nvSpPr>
        <p:spPr bwMode="auto">
          <a:xfrm>
            <a:off x="1828800" y="31496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1761" name="Object 15"/>
          <p:cNvGraphicFramePr>
            <a:graphicFrameLocks noChangeAspect="1"/>
          </p:cNvGraphicFramePr>
          <p:nvPr/>
        </p:nvGraphicFramePr>
        <p:xfrm>
          <a:off x="3048000" y="2209800"/>
          <a:ext cx="1739900" cy="569913"/>
        </p:xfrm>
        <a:graphic>
          <a:graphicData uri="http://schemas.openxmlformats.org/presentationml/2006/ole">
            <mc:AlternateContent xmlns:mc="http://schemas.openxmlformats.org/markup-compatibility/2006">
              <mc:Choice xmlns:v="urn:schemas-microsoft-com:vml" Requires="v">
                <p:oleObj spid="_x0000_s5173" name="Equation" r:id="rId27" imgW="1739880" imgH="571320" progId="Equation.3">
                  <p:embed/>
                </p:oleObj>
              </mc:Choice>
              <mc:Fallback>
                <p:oleObj name="Equation" r:id="rId27" imgW="1739880" imgH="571320"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048000" y="2209800"/>
                        <a:ext cx="1739900"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1785" name="Group 40"/>
          <p:cNvGrpSpPr>
            <a:grpSpLocks/>
          </p:cNvGrpSpPr>
          <p:nvPr/>
        </p:nvGrpSpPr>
        <p:grpSpPr bwMode="auto">
          <a:xfrm>
            <a:off x="6553200" y="4114800"/>
            <a:ext cx="900113" cy="609600"/>
            <a:chOff x="4224" y="1824"/>
            <a:chExt cx="567" cy="384"/>
          </a:xfrm>
        </p:grpSpPr>
        <p:graphicFrame>
          <p:nvGraphicFramePr>
            <p:cNvPr id="31763" name="Object 17"/>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5174" name="Equation" r:id="rId29" imgW="672840" imgH="444240" progId="Equation.3">
                    <p:embed/>
                  </p:oleObj>
                </mc:Choice>
                <mc:Fallback>
                  <p:oleObj name="Equation" r:id="rId29"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87" name="Line 42"/>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aphicFrame>
        <p:nvGraphicFramePr>
          <p:cNvPr id="31762" name="Object 16"/>
          <p:cNvGraphicFramePr>
            <a:graphicFrameLocks noChangeAspect="1"/>
          </p:cNvGraphicFramePr>
          <p:nvPr/>
        </p:nvGraphicFramePr>
        <p:xfrm>
          <a:off x="6781800" y="4876800"/>
          <a:ext cx="419100" cy="469900"/>
        </p:xfrm>
        <a:graphic>
          <a:graphicData uri="http://schemas.openxmlformats.org/presentationml/2006/ole">
            <mc:AlternateContent xmlns:mc="http://schemas.openxmlformats.org/markup-compatibility/2006">
              <mc:Choice xmlns:v="urn:schemas-microsoft-com:vml" Requires="v">
                <p:oleObj spid="_x0000_s5175" name="Equation" r:id="rId30" imgW="419040" imgH="469800" progId="Equation.3">
                  <p:embed/>
                </p:oleObj>
              </mc:Choice>
              <mc:Fallback>
                <p:oleObj name="Equation" r:id="rId30" imgW="419040" imgH="469800" progId="Equation.3">
                  <p:embed/>
                  <p:pic>
                    <p:nvPicPr>
                      <p:cNvPr id="0" name=""/>
                      <p:cNvPicPr preferRelativeResize="0">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81800" y="48768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86" name="Text Box 44"/>
          <p:cNvSpPr txBox="1">
            <a:spLocks noChangeArrowheads="1"/>
          </p:cNvSpPr>
          <p:nvPr/>
        </p:nvSpPr>
        <p:spPr bwMode="auto">
          <a:xfrm>
            <a:off x="517525" y="1473200"/>
            <a:ext cx="1752600" cy="579438"/>
          </a:xfrm>
          <a:prstGeom prst="rect">
            <a:avLst/>
          </a:prstGeom>
          <a:noFill/>
          <a:ln w="9525">
            <a:noFill/>
            <a:miter lim="800000"/>
            <a:headEnd/>
            <a:tailEnd type="none" w="lg" len="lg"/>
          </a:ln>
        </p:spPr>
        <p:txBody>
          <a:bodyPr wrap="none">
            <a:spAutoFit/>
          </a:bodyPr>
          <a:lstStyle/>
          <a:p>
            <a:r>
              <a:rPr lang="en-US"/>
              <a:t>Example</a:t>
            </a:r>
          </a:p>
        </p:txBody>
      </p:sp>
    </p:spTree>
    <p:extLst>
      <p:ext uri="{BB962C8B-B14F-4D97-AF65-F5344CB8AC3E}">
        <p14:creationId xmlns:p14="http://schemas.microsoft.com/office/powerpoint/2010/main" val="37174796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7" name="Footer Placeholder 4"/>
          <p:cNvSpPr>
            <a:spLocks noGrp="1"/>
          </p:cNvSpPr>
          <p:nvPr>
            <p:ph type="ftr" sz="quarter" idx="11"/>
          </p:nvPr>
        </p:nvSpPr>
        <p:spPr>
          <a:noFill/>
        </p:spPr>
        <p:txBody>
          <a:bodyPr/>
          <a:lstStyle/>
          <a:p>
            <a:r>
              <a:rPr lang="en-US" smtClean="0"/>
              <a:t>Prof. Busch - LSU</a:t>
            </a:r>
          </a:p>
        </p:txBody>
      </p:sp>
      <p:sp>
        <p:nvSpPr>
          <p:cNvPr id="32778" name="Slide Number Placeholder 5"/>
          <p:cNvSpPr>
            <a:spLocks noGrp="1"/>
          </p:cNvSpPr>
          <p:nvPr>
            <p:ph type="sldNum" sz="quarter" idx="12"/>
          </p:nvPr>
        </p:nvSpPr>
        <p:spPr>
          <a:noFill/>
        </p:spPr>
        <p:txBody>
          <a:bodyPr/>
          <a:lstStyle/>
          <a:p>
            <a:fld id="{B6A43794-1742-4CA2-9B9D-BFE560AC459E}" type="slidenum">
              <a:rPr lang="en-US" smtClean="0"/>
              <a:pPr/>
              <a:t>26</a:t>
            </a:fld>
            <a:endParaRPr lang="en-US" smtClean="0"/>
          </a:p>
        </p:txBody>
      </p:sp>
      <p:sp>
        <p:nvSpPr>
          <p:cNvPr id="32779" name="Rectangle 2"/>
          <p:cNvSpPr>
            <a:spLocks noGrp="1" noChangeArrowheads="1"/>
          </p:cNvSpPr>
          <p:nvPr>
            <p:ph type="title"/>
          </p:nvPr>
        </p:nvSpPr>
        <p:spPr/>
        <p:txBody>
          <a:bodyPr/>
          <a:lstStyle/>
          <a:p>
            <a:pPr algn="l"/>
            <a:r>
              <a:rPr lang="en-US" smtClean="0"/>
              <a:t>Transition Function </a:t>
            </a:r>
          </a:p>
        </p:txBody>
      </p:sp>
      <p:sp>
        <p:nvSpPr>
          <p:cNvPr id="32780" name="Rectangle 3"/>
          <p:cNvSpPr>
            <a:spLocks noGrp="1" noChangeArrowheads="1"/>
          </p:cNvSpPr>
          <p:nvPr>
            <p:ph type="body" idx="1"/>
          </p:nvPr>
        </p:nvSpPr>
        <p:spPr/>
        <p:txBody>
          <a:bodyPr/>
          <a:lstStyle/>
          <a:p>
            <a:pPr>
              <a:buFontTx/>
              <a:buNone/>
            </a:pPr>
            <a:r>
              <a:rPr lang="en-US" smtClean="0"/>
              <a:t> </a:t>
            </a:r>
          </a:p>
        </p:txBody>
      </p:sp>
      <p:graphicFrame>
        <p:nvGraphicFramePr>
          <p:cNvPr id="32770" name="Object 39"/>
          <p:cNvGraphicFramePr>
            <a:graphicFrameLocks noChangeAspect="1"/>
          </p:cNvGraphicFramePr>
          <p:nvPr/>
        </p:nvGraphicFramePr>
        <p:xfrm>
          <a:off x="4800600" y="152400"/>
          <a:ext cx="3429000" cy="646113"/>
        </p:xfrm>
        <a:graphic>
          <a:graphicData uri="http://schemas.openxmlformats.org/presentationml/2006/ole">
            <mc:AlternateContent xmlns:mc="http://schemas.openxmlformats.org/markup-compatibility/2006">
              <mc:Choice xmlns:v="urn:schemas-microsoft-com:vml" Requires="v">
                <p:oleObj spid="_x0000_s6160" name="Equation" r:id="rId3" imgW="2755800" imgH="520560" progId="Equation.3">
                  <p:embed/>
                </p:oleObj>
              </mc:Choice>
              <mc:Fallback>
                <p:oleObj name="Equation" r:id="rId3" imgW="2755800" imgH="52056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52400"/>
                        <a:ext cx="3429000" cy="646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1" name="Oval 82"/>
          <p:cNvSpPr>
            <a:spLocks noChangeArrowheads="1"/>
          </p:cNvSpPr>
          <p:nvPr/>
        </p:nvSpPr>
        <p:spPr bwMode="auto">
          <a:xfrm>
            <a:off x="3140075" y="3098800"/>
            <a:ext cx="685800" cy="685800"/>
          </a:xfrm>
          <a:prstGeom prst="ellipse">
            <a:avLst/>
          </a:prstGeom>
          <a:noFill/>
          <a:ln w="9525">
            <a:solidFill>
              <a:schemeClr val="tx1"/>
            </a:solidFill>
            <a:round/>
            <a:headEnd/>
            <a:tailEnd/>
          </a:ln>
        </p:spPr>
        <p:txBody>
          <a:bodyPr wrap="none" anchor="ctr"/>
          <a:lstStyle/>
          <a:p>
            <a:endParaRPr lang="en-US"/>
          </a:p>
        </p:txBody>
      </p:sp>
      <p:graphicFrame>
        <p:nvGraphicFramePr>
          <p:cNvPr id="32771" name="Object 83"/>
          <p:cNvGraphicFramePr>
            <a:graphicFrameLocks noChangeAspect="1"/>
          </p:cNvGraphicFramePr>
          <p:nvPr/>
        </p:nvGraphicFramePr>
        <p:xfrm>
          <a:off x="3216275" y="3098800"/>
          <a:ext cx="501650" cy="685800"/>
        </p:xfrm>
        <a:graphic>
          <a:graphicData uri="http://schemas.openxmlformats.org/presentationml/2006/ole">
            <mc:AlternateContent xmlns:mc="http://schemas.openxmlformats.org/markup-compatibility/2006">
              <mc:Choice xmlns:v="urn:schemas-microsoft-com:vml" Requires="v">
                <p:oleObj spid="_x0000_s6161" name="Equation" r:id="rId5" imgW="139680" imgH="190440" progId="Equation.3">
                  <p:embed/>
                </p:oleObj>
              </mc:Choice>
              <mc:Fallback>
                <p:oleObj name="Equation" r:id="rId5" imgW="139680" imgH="190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16275" y="3098800"/>
                        <a:ext cx="50165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2" name="Line 84"/>
          <p:cNvSpPr>
            <a:spLocks noChangeShapeType="1"/>
          </p:cNvSpPr>
          <p:nvPr/>
        </p:nvSpPr>
        <p:spPr bwMode="auto">
          <a:xfrm flipV="1">
            <a:off x="3810000" y="3429000"/>
            <a:ext cx="1295400" cy="0"/>
          </a:xfrm>
          <a:prstGeom prst="line">
            <a:avLst/>
          </a:prstGeom>
          <a:noFill/>
          <a:ln w="9525">
            <a:solidFill>
              <a:schemeClr val="tx1"/>
            </a:solidFill>
            <a:round/>
            <a:headEnd/>
            <a:tailEnd type="triangle" w="lg" len="lg"/>
          </a:ln>
        </p:spPr>
        <p:txBody>
          <a:bodyPr>
            <a:spAutoFit/>
          </a:bodyPr>
          <a:lstStyle/>
          <a:p>
            <a:endParaRPr lang="en-US"/>
          </a:p>
        </p:txBody>
      </p:sp>
      <p:sp>
        <p:nvSpPr>
          <p:cNvPr id="32783" name="Oval 85"/>
          <p:cNvSpPr>
            <a:spLocks noChangeArrowheads="1"/>
          </p:cNvSpPr>
          <p:nvPr/>
        </p:nvSpPr>
        <p:spPr bwMode="auto">
          <a:xfrm>
            <a:off x="5105400" y="3048000"/>
            <a:ext cx="685800" cy="685800"/>
          </a:xfrm>
          <a:prstGeom prst="ellipse">
            <a:avLst/>
          </a:prstGeom>
          <a:noFill/>
          <a:ln w="9525">
            <a:solidFill>
              <a:schemeClr val="tx1"/>
            </a:solidFill>
            <a:round/>
            <a:headEnd/>
            <a:tailEnd/>
          </a:ln>
        </p:spPr>
        <p:txBody>
          <a:bodyPr wrap="none" anchor="ctr"/>
          <a:lstStyle/>
          <a:p>
            <a:endParaRPr lang="en-US"/>
          </a:p>
        </p:txBody>
      </p:sp>
      <p:graphicFrame>
        <p:nvGraphicFramePr>
          <p:cNvPr id="32772" name="Object 86"/>
          <p:cNvGraphicFramePr>
            <a:graphicFrameLocks noChangeAspect="1"/>
          </p:cNvGraphicFramePr>
          <p:nvPr/>
        </p:nvGraphicFramePr>
        <p:xfrm>
          <a:off x="5162550" y="3048000"/>
          <a:ext cx="500063" cy="655638"/>
        </p:xfrm>
        <a:graphic>
          <a:graphicData uri="http://schemas.openxmlformats.org/presentationml/2006/ole">
            <mc:AlternateContent xmlns:mc="http://schemas.openxmlformats.org/markup-compatibility/2006">
              <mc:Choice xmlns:v="urn:schemas-microsoft-com:vml" Requires="v">
                <p:oleObj spid="_x0000_s6162" name="Equation" r:id="rId7" imgW="164880" imgH="215640" progId="Equation.3">
                  <p:embed/>
                </p:oleObj>
              </mc:Choice>
              <mc:Fallback>
                <p:oleObj name="Equation" r:id="rId7" imgW="164880" imgH="215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62550" y="3048000"/>
                        <a:ext cx="500063" cy="655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3" name="Object 94"/>
          <p:cNvGraphicFramePr>
            <a:graphicFrameLocks noChangeAspect="1"/>
          </p:cNvGraphicFramePr>
          <p:nvPr/>
        </p:nvGraphicFramePr>
        <p:xfrm>
          <a:off x="4267200" y="2971800"/>
          <a:ext cx="457200" cy="422275"/>
        </p:xfrm>
        <a:graphic>
          <a:graphicData uri="http://schemas.openxmlformats.org/presentationml/2006/ole">
            <mc:AlternateContent xmlns:mc="http://schemas.openxmlformats.org/markup-compatibility/2006">
              <mc:Choice xmlns:v="urn:schemas-microsoft-com:vml" Requires="v">
                <p:oleObj spid="_x0000_s6163" name="Equation" r:id="rId9" imgW="164880" imgH="152280" progId="Equation.3">
                  <p:embed/>
                </p:oleObj>
              </mc:Choice>
              <mc:Fallback>
                <p:oleObj name="Equation" r:id="rId9" imgW="164880" imgH="1522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7200" y="2971800"/>
                        <a:ext cx="457200"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4" name="Object 97"/>
          <p:cNvGraphicFramePr>
            <a:graphicFrameLocks noChangeAspect="1"/>
          </p:cNvGraphicFramePr>
          <p:nvPr/>
        </p:nvGraphicFramePr>
        <p:xfrm>
          <a:off x="3124200" y="1600200"/>
          <a:ext cx="2971800" cy="847725"/>
        </p:xfrm>
        <a:graphic>
          <a:graphicData uri="http://schemas.openxmlformats.org/presentationml/2006/ole">
            <mc:AlternateContent xmlns:mc="http://schemas.openxmlformats.org/markup-compatibility/2006">
              <mc:Choice xmlns:v="urn:schemas-microsoft-com:vml" Requires="v">
                <p:oleObj spid="_x0000_s6164" name="Equation" r:id="rId11" imgW="799920" imgH="228600" progId="Equation.3">
                  <p:embed/>
                </p:oleObj>
              </mc:Choice>
              <mc:Fallback>
                <p:oleObj name="Equation" r:id="rId11" imgW="79992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24200" y="1600200"/>
                        <a:ext cx="2971800"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4" name="Text Box 98"/>
          <p:cNvSpPr txBox="1">
            <a:spLocks noChangeArrowheads="1"/>
          </p:cNvSpPr>
          <p:nvPr/>
        </p:nvSpPr>
        <p:spPr bwMode="auto">
          <a:xfrm>
            <a:off x="822325" y="4597400"/>
            <a:ext cx="6953250" cy="1163638"/>
          </a:xfrm>
          <a:prstGeom prst="rect">
            <a:avLst/>
          </a:prstGeom>
          <a:noFill/>
          <a:ln w="9525">
            <a:noFill/>
            <a:miter lim="800000"/>
            <a:headEnd/>
            <a:tailEnd type="none" w="lg" len="lg"/>
          </a:ln>
        </p:spPr>
        <p:txBody>
          <a:bodyPr wrap="none">
            <a:spAutoFit/>
          </a:bodyPr>
          <a:lstStyle/>
          <a:p>
            <a:r>
              <a:rPr lang="en-US"/>
              <a:t>Describes the result of a transition</a:t>
            </a:r>
          </a:p>
          <a:p>
            <a:r>
              <a:rPr lang="en-US"/>
              <a:t>from state       with symbol</a:t>
            </a:r>
          </a:p>
        </p:txBody>
      </p:sp>
      <p:graphicFrame>
        <p:nvGraphicFramePr>
          <p:cNvPr id="32775" name="Object 99"/>
          <p:cNvGraphicFramePr>
            <a:graphicFrameLocks noChangeAspect="1"/>
          </p:cNvGraphicFramePr>
          <p:nvPr/>
        </p:nvGraphicFramePr>
        <p:xfrm>
          <a:off x="3124200" y="5181600"/>
          <a:ext cx="501650" cy="685800"/>
        </p:xfrm>
        <a:graphic>
          <a:graphicData uri="http://schemas.openxmlformats.org/presentationml/2006/ole">
            <mc:AlternateContent xmlns:mc="http://schemas.openxmlformats.org/markup-compatibility/2006">
              <mc:Choice xmlns:v="urn:schemas-microsoft-com:vml" Requires="v">
                <p:oleObj spid="_x0000_s6165" name="Equation" r:id="rId13" imgW="139680" imgH="190440" progId="Equation.3">
                  <p:embed/>
                </p:oleObj>
              </mc:Choice>
              <mc:Fallback>
                <p:oleObj name="Equation" r:id="rId13" imgW="139680" imgH="190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5181600"/>
                        <a:ext cx="50165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6" name="Object 100"/>
          <p:cNvGraphicFramePr>
            <a:graphicFrameLocks noChangeAspect="1"/>
          </p:cNvGraphicFramePr>
          <p:nvPr/>
        </p:nvGraphicFramePr>
        <p:xfrm>
          <a:off x="6248400" y="5257800"/>
          <a:ext cx="457200" cy="422275"/>
        </p:xfrm>
        <a:graphic>
          <a:graphicData uri="http://schemas.openxmlformats.org/presentationml/2006/ole">
            <mc:AlternateContent xmlns:mc="http://schemas.openxmlformats.org/markup-compatibility/2006">
              <mc:Choice xmlns:v="urn:schemas-microsoft-com:vml" Requires="v">
                <p:oleObj spid="_x0000_s6166" name="Equation" r:id="rId14" imgW="164880" imgH="152280" progId="Equation.3">
                  <p:embed/>
                </p:oleObj>
              </mc:Choice>
              <mc:Fallback>
                <p:oleObj name="Equation" r:id="rId14" imgW="164880" imgH="1522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8400" y="5257800"/>
                        <a:ext cx="457200"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088991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11" name="Footer Placeholder 4"/>
          <p:cNvSpPr>
            <a:spLocks noGrp="1"/>
          </p:cNvSpPr>
          <p:nvPr>
            <p:ph type="ftr" sz="quarter" idx="11"/>
          </p:nvPr>
        </p:nvSpPr>
        <p:spPr>
          <a:noFill/>
        </p:spPr>
        <p:txBody>
          <a:bodyPr/>
          <a:lstStyle/>
          <a:p>
            <a:r>
              <a:rPr lang="en-US" smtClean="0"/>
              <a:t>Prof. Busch - LSU</a:t>
            </a:r>
          </a:p>
        </p:txBody>
      </p:sp>
      <p:sp>
        <p:nvSpPr>
          <p:cNvPr id="33812" name="Slide Number Placeholder 5"/>
          <p:cNvSpPr>
            <a:spLocks noGrp="1"/>
          </p:cNvSpPr>
          <p:nvPr>
            <p:ph type="sldNum" sz="quarter" idx="12"/>
          </p:nvPr>
        </p:nvSpPr>
        <p:spPr>
          <a:noFill/>
        </p:spPr>
        <p:txBody>
          <a:bodyPr/>
          <a:lstStyle/>
          <a:p>
            <a:fld id="{552F683F-A3C0-46EA-A655-AF2FE9F604AA}" type="slidenum">
              <a:rPr lang="en-US" smtClean="0"/>
              <a:pPr/>
              <a:t>27</a:t>
            </a:fld>
            <a:endParaRPr lang="en-US" smtClean="0"/>
          </a:p>
        </p:txBody>
      </p:sp>
      <p:sp>
        <p:nvSpPr>
          <p:cNvPr id="33813" name="Rectangle 3"/>
          <p:cNvSpPr>
            <a:spLocks noGrp="1" noChangeArrowheads="1"/>
          </p:cNvSpPr>
          <p:nvPr>
            <p:ph type="body" idx="1"/>
          </p:nvPr>
        </p:nvSpPr>
        <p:spPr/>
        <p:txBody>
          <a:bodyPr/>
          <a:lstStyle/>
          <a:p>
            <a:pPr>
              <a:buFontTx/>
              <a:buNone/>
            </a:pPr>
            <a:r>
              <a:rPr lang="en-US" smtClean="0"/>
              <a:t> </a:t>
            </a:r>
          </a:p>
        </p:txBody>
      </p:sp>
      <p:sp>
        <p:nvSpPr>
          <p:cNvPr id="33814" name="Oval 5"/>
          <p:cNvSpPr>
            <a:spLocks noChangeArrowheads="1"/>
          </p:cNvSpPr>
          <p:nvPr/>
        </p:nvSpPr>
        <p:spPr bwMode="auto">
          <a:xfrm>
            <a:off x="1905000" y="53340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3815" name="Oval 6"/>
          <p:cNvSpPr>
            <a:spLocks noChangeArrowheads="1"/>
          </p:cNvSpPr>
          <p:nvPr/>
        </p:nvSpPr>
        <p:spPr bwMode="auto">
          <a:xfrm>
            <a:off x="4495800" y="5334000"/>
            <a:ext cx="533400" cy="533400"/>
          </a:xfrm>
          <a:prstGeom prst="ellipse">
            <a:avLst/>
          </a:prstGeom>
          <a:noFill/>
          <a:ln w="9525">
            <a:solidFill>
              <a:schemeClr val="tx1"/>
            </a:solidFill>
            <a:round/>
            <a:headEnd/>
            <a:tailEnd/>
          </a:ln>
        </p:spPr>
        <p:txBody>
          <a:bodyPr wrap="none" anchor="ctr"/>
          <a:lstStyle/>
          <a:p>
            <a:endParaRPr lang="en-US"/>
          </a:p>
        </p:txBody>
      </p:sp>
      <p:sp>
        <p:nvSpPr>
          <p:cNvPr id="33816" name="Oval 7"/>
          <p:cNvSpPr>
            <a:spLocks noChangeArrowheads="1"/>
          </p:cNvSpPr>
          <p:nvPr/>
        </p:nvSpPr>
        <p:spPr bwMode="auto">
          <a:xfrm>
            <a:off x="5791200" y="5334000"/>
            <a:ext cx="533400" cy="533400"/>
          </a:xfrm>
          <a:prstGeom prst="ellipse">
            <a:avLst/>
          </a:prstGeom>
          <a:noFill/>
          <a:ln w="9525">
            <a:solidFill>
              <a:schemeClr val="tx1"/>
            </a:solidFill>
            <a:round/>
            <a:headEnd/>
            <a:tailEnd/>
          </a:ln>
        </p:spPr>
        <p:txBody>
          <a:bodyPr wrap="none" anchor="ctr"/>
          <a:lstStyle/>
          <a:p>
            <a:endParaRPr lang="en-US"/>
          </a:p>
        </p:txBody>
      </p:sp>
      <p:sp>
        <p:nvSpPr>
          <p:cNvPr id="33817" name="Oval 8"/>
          <p:cNvSpPr>
            <a:spLocks noChangeArrowheads="1"/>
          </p:cNvSpPr>
          <p:nvPr/>
        </p:nvSpPr>
        <p:spPr bwMode="auto">
          <a:xfrm>
            <a:off x="7162800" y="5334000"/>
            <a:ext cx="533400" cy="533400"/>
          </a:xfrm>
          <a:prstGeom prst="ellipse">
            <a:avLst/>
          </a:prstGeom>
          <a:noFill/>
          <a:ln w="9525">
            <a:solidFill>
              <a:schemeClr val="tx1"/>
            </a:solidFill>
            <a:round/>
            <a:headEnd/>
            <a:tailEnd/>
          </a:ln>
        </p:spPr>
        <p:txBody>
          <a:bodyPr wrap="none" anchor="ctr"/>
          <a:lstStyle/>
          <a:p>
            <a:endParaRPr lang="en-US"/>
          </a:p>
        </p:txBody>
      </p:sp>
      <p:sp>
        <p:nvSpPr>
          <p:cNvPr id="33818" name="Oval 9"/>
          <p:cNvSpPr>
            <a:spLocks noChangeArrowheads="1"/>
          </p:cNvSpPr>
          <p:nvPr/>
        </p:nvSpPr>
        <p:spPr bwMode="auto">
          <a:xfrm>
            <a:off x="7010400" y="5181600"/>
            <a:ext cx="838200" cy="838200"/>
          </a:xfrm>
          <a:prstGeom prst="ellipse">
            <a:avLst/>
          </a:prstGeom>
          <a:noFill/>
          <a:ln w="9525">
            <a:solidFill>
              <a:schemeClr val="tx1"/>
            </a:solidFill>
            <a:round/>
            <a:headEnd/>
            <a:tailEnd/>
          </a:ln>
        </p:spPr>
        <p:txBody>
          <a:bodyPr wrap="none" anchor="ctr"/>
          <a:lstStyle/>
          <a:p>
            <a:endParaRPr lang="en-US"/>
          </a:p>
        </p:txBody>
      </p:sp>
      <p:sp>
        <p:nvSpPr>
          <p:cNvPr id="33819" name="Line 10"/>
          <p:cNvSpPr>
            <a:spLocks noChangeShapeType="1"/>
          </p:cNvSpPr>
          <p:nvPr/>
        </p:nvSpPr>
        <p:spPr bwMode="auto">
          <a:xfrm>
            <a:off x="1295400" y="56642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33820" name="Line 11"/>
          <p:cNvSpPr>
            <a:spLocks noChangeShapeType="1"/>
          </p:cNvSpPr>
          <p:nvPr/>
        </p:nvSpPr>
        <p:spPr bwMode="auto">
          <a:xfrm>
            <a:off x="3733800" y="56388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3821" name="Line 12"/>
          <p:cNvSpPr>
            <a:spLocks noChangeShapeType="1"/>
          </p:cNvSpPr>
          <p:nvPr/>
        </p:nvSpPr>
        <p:spPr bwMode="auto">
          <a:xfrm>
            <a:off x="5029200" y="56388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3822" name="Line 13"/>
          <p:cNvSpPr>
            <a:spLocks noChangeShapeType="1"/>
          </p:cNvSpPr>
          <p:nvPr/>
        </p:nvSpPr>
        <p:spPr bwMode="auto">
          <a:xfrm>
            <a:off x="6324600" y="5638800"/>
            <a:ext cx="685800" cy="0"/>
          </a:xfrm>
          <a:prstGeom prst="line">
            <a:avLst/>
          </a:prstGeom>
          <a:noFill/>
          <a:ln w="9525">
            <a:solidFill>
              <a:schemeClr val="tx1"/>
            </a:solidFill>
            <a:round/>
            <a:headEnd/>
            <a:tailEnd type="triangle" w="lg" len="lg"/>
          </a:ln>
        </p:spPr>
        <p:txBody>
          <a:bodyPr wrap="none" anchor="ctr"/>
          <a:lstStyle/>
          <a:p>
            <a:endParaRPr lang="en-US"/>
          </a:p>
        </p:txBody>
      </p:sp>
      <p:sp>
        <p:nvSpPr>
          <p:cNvPr id="33823" name="Oval 14"/>
          <p:cNvSpPr>
            <a:spLocks noChangeArrowheads="1"/>
          </p:cNvSpPr>
          <p:nvPr/>
        </p:nvSpPr>
        <p:spPr bwMode="auto">
          <a:xfrm>
            <a:off x="3200400" y="53340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graphicFrame>
        <p:nvGraphicFramePr>
          <p:cNvPr id="33794" name="Object 0"/>
          <p:cNvGraphicFramePr>
            <a:graphicFrameLocks noChangeAspect="1"/>
          </p:cNvGraphicFramePr>
          <p:nvPr/>
        </p:nvGraphicFramePr>
        <p:xfrm>
          <a:off x="4584700" y="5334000"/>
          <a:ext cx="392113" cy="469900"/>
        </p:xfrm>
        <a:graphic>
          <a:graphicData uri="http://schemas.openxmlformats.org/presentationml/2006/ole">
            <mc:AlternateContent xmlns:mc="http://schemas.openxmlformats.org/markup-compatibility/2006">
              <mc:Choice xmlns:v="urn:schemas-microsoft-com:vml" Requires="v">
                <p:oleObj spid="_x0000_s7204" name="Equation" r:id="rId3" imgW="393480" imgH="469800" progId="Equation.3">
                  <p:embed/>
                </p:oleObj>
              </mc:Choice>
              <mc:Fallback>
                <p:oleObj name="Equation" r:id="rId3" imgW="393480" imgH="469800" progId="Equation.3">
                  <p:embed/>
                  <p:pic>
                    <p:nvPicPr>
                      <p:cNvPr id="0" name=""/>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47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5" name="Object 1"/>
          <p:cNvGraphicFramePr>
            <a:graphicFrameLocks noChangeAspect="1"/>
          </p:cNvGraphicFramePr>
          <p:nvPr/>
        </p:nvGraphicFramePr>
        <p:xfrm>
          <a:off x="5880100" y="5334000"/>
          <a:ext cx="392113" cy="469900"/>
        </p:xfrm>
        <a:graphic>
          <a:graphicData uri="http://schemas.openxmlformats.org/presentationml/2006/ole">
            <mc:AlternateContent xmlns:mc="http://schemas.openxmlformats.org/markup-compatibility/2006">
              <mc:Choice xmlns:v="urn:schemas-microsoft-com:vml" Requires="v">
                <p:oleObj spid="_x0000_s7205" name="Equation" r:id="rId5" imgW="393480" imgH="469800" progId="Equation.3">
                  <p:embed/>
                </p:oleObj>
              </mc:Choice>
              <mc:Fallback>
                <p:oleObj name="Equation" r:id="rId5" imgW="39348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801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6" name="Object 2"/>
          <p:cNvGraphicFramePr>
            <a:graphicFrameLocks noChangeAspect="1"/>
          </p:cNvGraphicFramePr>
          <p:nvPr/>
        </p:nvGraphicFramePr>
        <p:xfrm>
          <a:off x="7239000" y="5334000"/>
          <a:ext cx="419100" cy="469900"/>
        </p:xfrm>
        <a:graphic>
          <a:graphicData uri="http://schemas.openxmlformats.org/presentationml/2006/ole">
            <mc:AlternateContent xmlns:mc="http://schemas.openxmlformats.org/markup-compatibility/2006">
              <mc:Choice xmlns:v="urn:schemas-microsoft-com:vml" Requires="v">
                <p:oleObj spid="_x0000_s7206" name="Equation" r:id="rId7" imgW="419040" imgH="469800" progId="Equation.3">
                  <p:embed/>
                </p:oleObj>
              </mc:Choice>
              <mc:Fallback>
                <p:oleObj name="Equation" r:id="rId7" imgW="41904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390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4" name="Line 18"/>
          <p:cNvSpPr>
            <a:spLocks noChangeShapeType="1"/>
          </p:cNvSpPr>
          <p:nvPr/>
        </p:nvSpPr>
        <p:spPr bwMode="auto">
          <a:xfrm>
            <a:off x="2438400" y="5638800"/>
            <a:ext cx="762000" cy="0"/>
          </a:xfrm>
          <a:prstGeom prst="line">
            <a:avLst/>
          </a:prstGeom>
          <a:noFill/>
          <a:ln w="38100">
            <a:solidFill>
              <a:srgbClr val="FF0000"/>
            </a:solidFill>
            <a:round/>
            <a:headEnd/>
            <a:tailEnd type="triangle" w="lg" len="lg"/>
          </a:ln>
        </p:spPr>
        <p:txBody>
          <a:bodyPr wrap="none" anchor="ctr"/>
          <a:lstStyle/>
          <a:p>
            <a:endParaRPr lang="en-US"/>
          </a:p>
        </p:txBody>
      </p:sp>
      <p:graphicFrame>
        <p:nvGraphicFramePr>
          <p:cNvPr id="33797" name="Object 3"/>
          <p:cNvGraphicFramePr>
            <a:graphicFrameLocks noChangeAspect="1"/>
          </p:cNvGraphicFramePr>
          <p:nvPr/>
        </p:nvGraphicFramePr>
        <p:xfrm>
          <a:off x="2667000" y="5334000"/>
          <a:ext cx="265113" cy="279400"/>
        </p:xfrm>
        <a:graphic>
          <a:graphicData uri="http://schemas.openxmlformats.org/presentationml/2006/ole">
            <mc:AlternateContent xmlns:mc="http://schemas.openxmlformats.org/markup-compatibility/2006">
              <mc:Choice xmlns:v="urn:schemas-microsoft-com:vml" Requires="v">
                <p:oleObj spid="_x0000_s7207" name="Equation" r:id="rId9" imgW="266400" imgH="279360" progId="Equation.3">
                  <p:embed/>
                </p:oleObj>
              </mc:Choice>
              <mc:Fallback>
                <p:oleObj name="Equation" r:id="rId9" imgW="266400" imgH="27936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670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8" name="Object 4"/>
          <p:cNvGraphicFramePr>
            <a:graphicFrameLocks noChangeAspect="1"/>
          </p:cNvGraphicFramePr>
          <p:nvPr/>
        </p:nvGraphicFramePr>
        <p:xfrm>
          <a:off x="3962400" y="5257800"/>
          <a:ext cx="279400" cy="381000"/>
        </p:xfrm>
        <a:graphic>
          <a:graphicData uri="http://schemas.openxmlformats.org/presentationml/2006/ole">
            <mc:AlternateContent xmlns:mc="http://schemas.openxmlformats.org/markup-compatibility/2006">
              <mc:Choice xmlns:v="urn:schemas-microsoft-com:vml" Requires="v">
                <p:oleObj spid="_x0000_s7208" name="Equation" r:id="rId11" imgW="279360" imgH="380880" progId="Equation.3">
                  <p:embed/>
                </p:oleObj>
              </mc:Choice>
              <mc:Fallback>
                <p:oleObj name="Equation" r:id="rId11" imgW="279360" imgH="38088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624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799" name="Object 5"/>
          <p:cNvGraphicFramePr>
            <a:graphicFrameLocks noChangeAspect="1"/>
          </p:cNvGraphicFramePr>
          <p:nvPr/>
        </p:nvGraphicFramePr>
        <p:xfrm>
          <a:off x="5257800" y="5257800"/>
          <a:ext cx="279400" cy="381000"/>
        </p:xfrm>
        <a:graphic>
          <a:graphicData uri="http://schemas.openxmlformats.org/presentationml/2006/ole">
            <mc:AlternateContent xmlns:mc="http://schemas.openxmlformats.org/markup-compatibility/2006">
              <mc:Choice xmlns:v="urn:schemas-microsoft-com:vml" Requires="v">
                <p:oleObj spid="_x0000_s7209" name="Equation" r:id="rId13" imgW="279360" imgH="380880" progId="Equation.3">
                  <p:embed/>
                </p:oleObj>
              </mc:Choice>
              <mc:Fallback>
                <p:oleObj name="Equation" r:id="rId13" imgW="279360" imgH="38088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78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0" name="Object 6"/>
          <p:cNvGraphicFramePr>
            <a:graphicFrameLocks noChangeAspect="1"/>
          </p:cNvGraphicFramePr>
          <p:nvPr/>
        </p:nvGraphicFramePr>
        <p:xfrm>
          <a:off x="6553200" y="5334000"/>
          <a:ext cx="265113" cy="279400"/>
        </p:xfrm>
        <a:graphic>
          <a:graphicData uri="http://schemas.openxmlformats.org/presentationml/2006/ole">
            <mc:AlternateContent xmlns:mc="http://schemas.openxmlformats.org/markup-compatibility/2006">
              <mc:Choice xmlns:v="urn:schemas-microsoft-com:vml" Requires="v">
                <p:oleObj spid="_x0000_s7210" name="Equation" r:id="rId14" imgW="266400" imgH="279360" progId="Equation.3">
                  <p:embed/>
                </p:oleObj>
              </mc:Choice>
              <mc:Fallback>
                <p:oleObj name="Equation" r:id="rId14" imgW="266400" imgH="27936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532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5" name="Oval 23"/>
          <p:cNvSpPr>
            <a:spLocks noChangeArrowheads="1"/>
          </p:cNvSpPr>
          <p:nvPr/>
        </p:nvSpPr>
        <p:spPr bwMode="auto">
          <a:xfrm>
            <a:off x="6565900" y="40513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3801" name="Object 7"/>
          <p:cNvGraphicFramePr>
            <a:graphicFrameLocks noChangeAspect="1"/>
          </p:cNvGraphicFramePr>
          <p:nvPr/>
        </p:nvGraphicFramePr>
        <p:xfrm>
          <a:off x="6642100" y="4051300"/>
          <a:ext cx="404813" cy="469900"/>
        </p:xfrm>
        <a:graphic>
          <a:graphicData uri="http://schemas.openxmlformats.org/presentationml/2006/ole">
            <mc:AlternateContent xmlns:mc="http://schemas.openxmlformats.org/markup-compatibility/2006">
              <mc:Choice xmlns:v="urn:schemas-microsoft-com:vml" Requires="v">
                <p:oleObj spid="_x0000_s7211" name="Equation" r:id="rId15" imgW="406080" imgH="469800" progId="Equation.3">
                  <p:embed/>
                </p:oleObj>
              </mc:Choice>
              <mc:Fallback>
                <p:oleObj name="Equation" r:id="rId15" imgW="406080" imgH="46980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42100" y="40513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2" name="Object 8"/>
          <p:cNvGraphicFramePr>
            <a:graphicFrameLocks noChangeAspect="1"/>
          </p:cNvGraphicFramePr>
          <p:nvPr/>
        </p:nvGraphicFramePr>
        <p:xfrm>
          <a:off x="3505200" y="4876800"/>
          <a:ext cx="265113" cy="279400"/>
        </p:xfrm>
        <a:graphic>
          <a:graphicData uri="http://schemas.openxmlformats.org/presentationml/2006/ole">
            <mc:AlternateContent xmlns:mc="http://schemas.openxmlformats.org/markup-compatibility/2006">
              <mc:Choice xmlns:v="urn:schemas-microsoft-com:vml" Requires="v">
                <p:oleObj spid="_x0000_s7212" name="Equation" r:id="rId17" imgW="266400" imgH="279360" progId="Equation.3">
                  <p:embed/>
                </p:oleObj>
              </mc:Choice>
              <mc:Fallback>
                <p:oleObj name="Equation" r:id="rId17" imgW="266400" imgH="27936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052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3" name="Object 9"/>
          <p:cNvGraphicFramePr>
            <a:graphicFrameLocks noChangeAspect="1"/>
          </p:cNvGraphicFramePr>
          <p:nvPr/>
        </p:nvGraphicFramePr>
        <p:xfrm>
          <a:off x="4724400" y="4953000"/>
          <a:ext cx="265113" cy="279400"/>
        </p:xfrm>
        <a:graphic>
          <a:graphicData uri="http://schemas.openxmlformats.org/presentationml/2006/ole">
            <mc:AlternateContent xmlns:mc="http://schemas.openxmlformats.org/markup-compatibility/2006">
              <mc:Choice xmlns:v="urn:schemas-microsoft-com:vml" Requires="v">
                <p:oleObj spid="_x0000_s7213" name="Equation" r:id="rId18" imgW="266400" imgH="279360" progId="Equation.3">
                  <p:embed/>
                </p:oleObj>
              </mc:Choice>
              <mc:Fallback>
                <p:oleObj name="Equation" r:id="rId18" imgW="266400" imgH="27936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4400" y="4953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4" name="Object 10"/>
          <p:cNvGraphicFramePr>
            <a:graphicFrameLocks noChangeAspect="1"/>
          </p:cNvGraphicFramePr>
          <p:nvPr/>
        </p:nvGraphicFramePr>
        <p:xfrm>
          <a:off x="6019800" y="4876800"/>
          <a:ext cx="279400" cy="381000"/>
        </p:xfrm>
        <a:graphic>
          <a:graphicData uri="http://schemas.openxmlformats.org/presentationml/2006/ole">
            <mc:AlternateContent xmlns:mc="http://schemas.openxmlformats.org/markup-compatibility/2006">
              <mc:Choice xmlns:v="urn:schemas-microsoft-com:vml" Requires="v">
                <p:oleObj spid="_x0000_s7214" name="Equation" r:id="rId19" imgW="279360" imgH="380880" progId="Equation.3">
                  <p:embed/>
                </p:oleObj>
              </mc:Choice>
              <mc:Fallback>
                <p:oleObj name="Equation" r:id="rId19" imgW="279360" imgH="38088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9800" y="4876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5" name="Object 11"/>
          <p:cNvGraphicFramePr>
            <a:graphicFrameLocks noChangeAspect="1"/>
          </p:cNvGraphicFramePr>
          <p:nvPr/>
        </p:nvGraphicFramePr>
        <p:xfrm>
          <a:off x="2133600" y="4800600"/>
          <a:ext cx="279400" cy="381000"/>
        </p:xfrm>
        <a:graphic>
          <a:graphicData uri="http://schemas.openxmlformats.org/presentationml/2006/ole">
            <mc:AlternateContent xmlns:mc="http://schemas.openxmlformats.org/markup-compatibility/2006">
              <mc:Choice xmlns:v="urn:schemas-microsoft-com:vml" Requires="v">
                <p:oleObj spid="_x0000_s7215" name="Equation" r:id="rId20" imgW="279360" imgH="380880" progId="Equation.3">
                  <p:embed/>
                </p:oleObj>
              </mc:Choice>
              <mc:Fallback>
                <p:oleObj name="Equation" r:id="rId20" imgW="279360" imgH="38088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33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6" name="Freeform 29"/>
          <p:cNvSpPr>
            <a:spLocks/>
          </p:cNvSpPr>
          <p:nvPr/>
        </p:nvSpPr>
        <p:spPr bwMode="auto">
          <a:xfrm>
            <a:off x="6400800" y="32766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3806" name="Object 12"/>
          <p:cNvGraphicFramePr>
            <a:graphicFrameLocks noChangeAspect="1"/>
          </p:cNvGraphicFramePr>
          <p:nvPr/>
        </p:nvGraphicFramePr>
        <p:xfrm>
          <a:off x="6413500" y="2832100"/>
          <a:ext cx="671513" cy="442913"/>
        </p:xfrm>
        <a:graphic>
          <a:graphicData uri="http://schemas.openxmlformats.org/presentationml/2006/ole">
            <mc:AlternateContent xmlns:mc="http://schemas.openxmlformats.org/markup-compatibility/2006">
              <mc:Choice xmlns:v="urn:schemas-microsoft-com:vml" Requires="v">
                <p:oleObj spid="_x0000_s7216" name="Equation" r:id="rId21" imgW="672840" imgH="444240" progId="Equation.3">
                  <p:embed/>
                </p:oleObj>
              </mc:Choice>
              <mc:Fallback>
                <p:oleObj name="Equation" r:id="rId21" imgW="672840" imgH="444240" progId="Equation.3">
                  <p:embed/>
                  <p:pic>
                    <p:nvPicPr>
                      <p:cNvPr id="0" name=""/>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413500" y="28321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27" name="Line 31"/>
          <p:cNvSpPr>
            <a:spLocks noChangeShapeType="1"/>
          </p:cNvSpPr>
          <p:nvPr/>
        </p:nvSpPr>
        <p:spPr bwMode="auto">
          <a:xfrm flipV="1">
            <a:off x="6172200" y="45720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33828" name="Freeform 32"/>
          <p:cNvSpPr>
            <a:spLocks/>
          </p:cNvSpPr>
          <p:nvPr/>
        </p:nvSpPr>
        <p:spPr bwMode="auto">
          <a:xfrm>
            <a:off x="4876800" y="44196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3829" name="Freeform 33"/>
          <p:cNvSpPr>
            <a:spLocks/>
          </p:cNvSpPr>
          <p:nvPr/>
        </p:nvSpPr>
        <p:spPr bwMode="auto">
          <a:xfrm>
            <a:off x="3581400" y="42291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3830" name="Freeform 34"/>
          <p:cNvSpPr>
            <a:spLocks/>
          </p:cNvSpPr>
          <p:nvPr/>
        </p:nvSpPr>
        <p:spPr bwMode="auto">
          <a:xfrm>
            <a:off x="2286000" y="36068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pSp>
        <p:nvGrpSpPr>
          <p:cNvPr id="33831" name="Group 35"/>
          <p:cNvGrpSpPr>
            <a:grpSpLocks/>
          </p:cNvGrpSpPr>
          <p:nvPr/>
        </p:nvGrpSpPr>
        <p:grpSpPr bwMode="auto">
          <a:xfrm>
            <a:off x="7010400" y="4597400"/>
            <a:ext cx="900113" cy="609600"/>
            <a:chOff x="4224" y="1824"/>
            <a:chExt cx="567" cy="384"/>
          </a:xfrm>
        </p:grpSpPr>
        <p:graphicFrame>
          <p:nvGraphicFramePr>
            <p:cNvPr id="33810" name="Object 16"/>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7217" name="Equation" r:id="rId23" imgW="672840" imgH="444240" progId="Equation.3">
                    <p:embed/>
                  </p:oleObj>
                </mc:Choice>
                <mc:Fallback>
                  <p:oleObj name="Equation" r:id="rId23" imgW="672840" imgH="444240" progId="Equation.3">
                    <p:embed/>
                    <p:pic>
                      <p:nvPicPr>
                        <p:cNvPr id="0" name=""/>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3" name="Line 37"/>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aphicFrame>
        <p:nvGraphicFramePr>
          <p:cNvPr id="33807" name="Object 13"/>
          <p:cNvGraphicFramePr>
            <a:graphicFrameLocks noChangeAspect="1"/>
          </p:cNvGraphicFramePr>
          <p:nvPr/>
        </p:nvGraphicFramePr>
        <p:xfrm>
          <a:off x="1981200" y="5334000"/>
          <a:ext cx="419100" cy="469900"/>
        </p:xfrm>
        <a:graphic>
          <a:graphicData uri="http://schemas.openxmlformats.org/presentationml/2006/ole">
            <mc:AlternateContent xmlns:mc="http://schemas.openxmlformats.org/markup-compatibility/2006">
              <mc:Choice xmlns:v="urn:schemas-microsoft-com:vml" Requires="v">
                <p:oleObj spid="_x0000_s7218" name="Equation" r:id="rId24" imgW="419040" imgH="469800" progId="Equation.3">
                  <p:embed/>
                </p:oleObj>
              </mc:Choice>
              <mc:Fallback>
                <p:oleObj name="Equation" r:id="rId24" imgW="419040" imgH="469800" progId="Equation.3">
                  <p:embed/>
                  <p:pic>
                    <p:nvPicPr>
                      <p:cNvPr id="0" name=""/>
                      <p:cNvPicPr preferRelativeResize="0">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812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8" name="Object 14"/>
          <p:cNvGraphicFramePr>
            <a:graphicFrameLocks noChangeAspect="1"/>
          </p:cNvGraphicFramePr>
          <p:nvPr/>
        </p:nvGraphicFramePr>
        <p:xfrm>
          <a:off x="3314700" y="5334000"/>
          <a:ext cx="341313" cy="469900"/>
        </p:xfrm>
        <a:graphic>
          <a:graphicData uri="http://schemas.openxmlformats.org/presentationml/2006/ole">
            <mc:AlternateContent xmlns:mc="http://schemas.openxmlformats.org/markup-compatibility/2006">
              <mc:Choice xmlns:v="urn:schemas-microsoft-com:vml" Requires="v">
                <p:oleObj spid="_x0000_s7219" name="Equation" r:id="rId26" imgW="342720" imgH="469800" progId="Equation.3">
                  <p:embed/>
                </p:oleObj>
              </mc:Choice>
              <mc:Fallback>
                <p:oleObj name="Equation" r:id="rId26" imgW="342720" imgH="469800" progId="Equation.3">
                  <p:embed/>
                  <p:pic>
                    <p:nvPicPr>
                      <p:cNvPr id="0" name=""/>
                      <p:cNvPicPr preferRelativeResize="0">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314700" y="53340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09" name="Object 15"/>
          <p:cNvGraphicFramePr>
            <a:graphicFrameLocks noChangeAspect="1"/>
          </p:cNvGraphicFramePr>
          <p:nvPr/>
        </p:nvGraphicFramePr>
        <p:xfrm>
          <a:off x="3200400" y="1447800"/>
          <a:ext cx="2489200" cy="584200"/>
        </p:xfrm>
        <a:graphic>
          <a:graphicData uri="http://schemas.openxmlformats.org/presentationml/2006/ole">
            <mc:AlternateContent xmlns:mc="http://schemas.openxmlformats.org/markup-compatibility/2006">
              <mc:Choice xmlns:v="urn:schemas-microsoft-com:vml" Requires="v">
                <p:oleObj spid="_x0000_s7220" name="Equation" r:id="rId28" imgW="2489040" imgH="583920" progId="Equation.3">
                  <p:embed/>
                </p:oleObj>
              </mc:Choice>
              <mc:Fallback>
                <p:oleObj name="Equation" r:id="rId28" imgW="2489040" imgH="58392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200400" y="1447800"/>
                        <a:ext cx="24892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32" name="Text Box 42"/>
          <p:cNvSpPr txBox="1">
            <a:spLocks noChangeArrowheads="1"/>
          </p:cNvSpPr>
          <p:nvPr/>
        </p:nvSpPr>
        <p:spPr bwMode="auto">
          <a:xfrm>
            <a:off x="228600" y="1143000"/>
            <a:ext cx="1874838" cy="579438"/>
          </a:xfrm>
          <a:prstGeom prst="rect">
            <a:avLst/>
          </a:prstGeom>
          <a:noFill/>
          <a:ln w="9525">
            <a:noFill/>
            <a:miter lim="800000"/>
            <a:headEnd/>
            <a:tailEnd type="none" w="lg" len="lg"/>
          </a:ln>
        </p:spPr>
        <p:txBody>
          <a:bodyPr wrap="none">
            <a:spAutoFit/>
          </a:bodyPr>
          <a:lstStyle/>
          <a:p>
            <a:r>
              <a:rPr lang="en-US"/>
              <a:t>Example:</a:t>
            </a:r>
          </a:p>
        </p:txBody>
      </p:sp>
    </p:spTree>
    <p:extLst>
      <p:ext uri="{BB962C8B-B14F-4D97-AF65-F5344CB8AC3E}">
        <p14:creationId xmlns:p14="http://schemas.microsoft.com/office/powerpoint/2010/main" val="4100194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35" name="Footer Placeholder 2"/>
          <p:cNvSpPr>
            <a:spLocks noGrp="1"/>
          </p:cNvSpPr>
          <p:nvPr>
            <p:ph type="ftr" sz="quarter" idx="11"/>
          </p:nvPr>
        </p:nvSpPr>
        <p:spPr>
          <a:noFill/>
        </p:spPr>
        <p:txBody>
          <a:bodyPr/>
          <a:lstStyle/>
          <a:p>
            <a:r>
              <a:rPr lang="en-US" smtClean="0"/>
              <a:t>Prof. Busch - LSU</a:t>
            </a:r>
          </a:p>
        </p:txBody>
      </p:sp>
      <p:sp>
        <p:nvSpPr>
          <p:cNvPr id="34836" name="Slide Number Placeholder 3"/>
          <p:cNvSpPr>
            <a:spLocks noGrp="1"/>
          </p:cNvSpPr>
          <p:nvPr>
            <p:ph type="sldNum" sz="quarter" idx="12"/>
          </p:nvPr>
        </p:nvSpPr>
        <p:spPr>
          <a:noFill/>
        </p:spPr>
        <p:txBody>
          <a:bodyPr/>
          <a:lstStyle/>
          <a:p>
            <a:fld id="{DE241550-3B3B-4633-87CA-929155BF43BD}" type="slidenum">
              <a:rPr lang="en-US" smtClean="0"/>
              <a:pPr/>
              <a:t>28</a:t>
            </a:fld>
            <a:endParaRPr lang="en-US" smtClean="0"/>
          </a:p>
        </p:txBody>
      </p:sp>
      <p:sp>
        <p:nvSpPr>
          <p:cNvPr id="34837" name="Rectangle 2"/>
          <p:cNvSpPr>
            <a:spLocks noChangeArrowheads="1"/>
          </p:cNvSpPr>
          <p:nvPr/>
        </p:nvSpPr>
        <p:spPr bwMode="auto">
          <a:xfrm>
            <a:off x="152400" y="838200"/>
            <a:ext cx="8839200" cy="5486400"/>
          </a:xfrm>
          <a:prstGeom prst="rect">
            <a:avLst/>
          </a:prstGeom>
          <a:noFill/>
          <a:ln w="9525">
            <a:noFill/>
            <a:miter lim="800000"/>
            <a:headEnd/>
            <a:tailEnd/>
          </a:ln>
        </p:spPr>
        <p:txBody>
          <a:bodyPr/>
          <a:lstStyle/>
          <a:p>
            <a:pPr marL="342900" indent="-342900"/>
            <a:r>
              <a:rPr lang="en-US"/>
              <a:t> </a:t>
            </a:r>
          </a:p>
        </p:txBody>
      </p:sp>
      <p:graphicFrame>
        <p:nvGraphicFramePr>
          <p:cNvPr id="34818" name="Object 1024"/>
          <p:cNvGraphicFramePr>
            <a:graphicFrameLocks noChangeAspect="1"/>
          </p:cNvGraphicFramePr>
          <p:nvPr/>
        </p:nvGraphicFramePr>
        <p:xfrm>
          <a:off x="3124200" y="1295400"/>
          <a:ext cx="2514600" cy="584200"/>
        </p:xfrm>
        <a:graphic>
          <a:graphicData uri="http://schemas.openxmlformats.org/presentationml/2006/ole">
            <mc:AlternateContent xmlns:mc="http://schemas.openxmlformats.org/markup-compatibility/2006">
              <mc:Choice xmlns:v="urn:schemas-microsoft-com:vml" Requires="v">
                <p:oleObj spid="_x0000_s8228" name="Equation" r:id="rId3" imgW="2514600" imgH="583920" progId="Equation.3">
                  <p:embed/>
                </p:oleObj>
              </mc:Choice>
              <mc:Fallback>
                <p:oleObj name="Equation" r:id="rId3" imgW="2514600" imgH="5839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295400"/>
                        <a:ext cx="25146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38" name="Oval 76"/>
          <p:cNvSpPr>
            <a:spLocks noChangeArrowheads="1"/>
          </p:cNvSpPr>
          <p:nvPr/>
        </p:nvSpPr>
        <p:spPr bwMode="auto">
          <a:xfrm>
            <a:off x="1905000" y="53340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4839" name="Oval 77"/>
          <p:cNvSpPr>
            <a:spLocks noChangeArrowheads="1"/>
          </p:cNvSpPr>
          <p:nvPr/>
        </p:nvSpPr>
        <p:spPr bwMode="auto">
          <a:xfrm>
            <a:off x="4495800" y="5334000"/>
            <a:ext cx="533400" cy="533400"/>
          </a:xfrm>
          <a:prstGeom prst="ellipse">
            <a:avLst/>
          </a:prstGeom>
          <a:noFill/>
          <a:ln w="9525">
            <a:solidFill>
              <a:schemeClr val="tx1"/>
            </a:solidFill>
            <a:round/>
            <a:headEnd/>
            <a:tailEnd/>
          </a:ln>
        </p:spPr>
        <p:txBody>
          <a:bodyPr wrap="none" anchor="ctr"/>
          <a:lstStyle/>
          <a:p>
            <a:endParaRPr lang="en-US"/>
          </a:p>
        </p:txBody>
      </p:sp>
      <p:sp>
        <p:nvSpPr>
          <p:cNvPr id="34840" name="Oval 78"/>
          <p:cNvSpPr>
            <a:spLocks noChangeArrowheads="1"/>
          </p:cNvSpPr>
          <p:nvPr/>
        </p:nvSpPr>
        <p:spPr bwMode="auto">
          <a:xfrm>
            <a:off x="5791200" y="5334000"/>
            <a:ext cx="533400" cy="533400"/>
          </a:xfrm>
          <a:prstGeom prst="ellipse">
            <a:avLst/>
          </a:prstGeom>
          <a:noFill/>
          <a:ln w="9525">
            <a:solidFill>
              <a:schemeClr val="tx1"/>
            </a:solidFill>
            <a:round/>
            <a:headEnd/>
            <a:tailEnd/>
          </a:ln>
        </p:spPr>
        <p:txBody>
          <a:bodyPr wrap="none" anchor="ctr"/>
          <a:lstStyle/>
          <a:p>
            <a:endParaRPr lang="en-US"/>
          </a:p>
        </p:txBody>
      </p:sp>
      <p:sp>
        <p:nvSpPr>
          <p:cNvPr id="34841" name="Oval 79"/>
          <p:cNvSpPr>
            <a:spLocks noChangeArrowheads="1"/>
          </p:cNvSpPr>
          <p:nvPr/>
        </p:nvSpPr>
        <p:spPr bwMode="auto">
          <a:xfrm>
            <a:off x="7162800" y="5334000"/>
            <a:ext cx="533400" cy="533400"/>
          </a:xfrm>
          <a:prstGeom prst="ellipse">
            <a:avLst/>
          </a:prstGeom>
          <a:noFill/>
          <a:ln w="9525">
            <a:solidFill>
              <a:schemeClr val="tx1"/>
            </a:solidFill>
            <a:round/>
            <a:headEnd/>
            <a:tailEnd/>
          </a:ln>
        </p:spPr>
        <p:txBody>
          <a:bodyPr wrap="none" anchor="ctr"/>
          <a:lstStyle/>
          <a:p>
            <a:endParaRPr lang="en-US"/>
          </a:p>
        </p:txBody>
      </p:sp>
      <p:sp>
        <p:nvSpPr>
          <p:cNvPr id="34842" name="Oval 80"/>
          <p:cNvSpPr>
            <a:spLocks noChangeArrowheads="1"/>
          </p:cNvSpPr>
          <p:nvPr/>
        </p:nvSpPr>
        <p:spPr bwMode="auto">
          <a:xfrm>
            <a:off x="7010400" y="5181600"/>
            <a:ext cx="838200" cy="838200"/>
          </a:xfrm>
          <a:prstGeom prst="ellipse">
            <a:avLst/>
          </a:prstGeom>
          <a:noFill/>
          <a:ln w="9525">
            <a:solidFill>
              <a:schemeClr val="tx1"/>
            </a:solidFill>
            <a:round/>
            <a:headEnd/>
            <a:tailEnd/>
          </a:ln>
        </p:spPr>
        <p:txBody>
          <a:bodyPr wrap="none" anchor="ctr"/>
          <a:lstStyle/>
          <a:p>
            <a:endParaRPr lang="en-US"/>
          </a:p>
        </p:txBody>
      </p:sp>
      <p:sp>
        <p:nvSpPr>
          <p:cNvPr id="34843" name="Line 81"/>
          <p:cNvSpPr>
            <a:spLocks noChangeShapeType="1"/>
          </p:cNvSpPr>
          <p:nvPr/>
        </p:nvSpPr>
        <p:spPr bwMode="auto">
          <a:xfrm>
            <a:off x="1295400" y="56642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34844" name="Line 82"/>
          <p:cNvSpPr>
            <a:spLocks noChangeShapeType="1"/>
          </p:cNvSpPr>
          <p:nvPr/>
        </p:nvSpPr>
        <p:spPr bwMode="auto">
          <a:xfrm>
            <a:off x="3733800" y="56388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4845" name="Line 83"/>
          <p:cNvSpPr>
            <a:spLocks noChangeShapeType="1"/>
          </p:cNvSpPr>
          <p:nvPr/>
        </p:nvSpPr>
        <p:spPr bwMode="auto">
          <a:xfrm>
            <a:off x="5029200" y="56388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4846" name="Line 84"/>
          <p:cNvSpPr>
            <a:spLocks noChangeShapeType="1"/>
          </p:cNvSpPr>
          <p:nvPr/>
        </p:nvSpPr>
        <p:spPr bwMode="auto">
          <a:xfrm>
            <a:off x="6324600" y="5638800"/>
            <a:ext cx="685800" cy="0"/>
          </a:xfrm>
          <a:prstGeom prst="line">
            <a:avLst/>
          </a:prstGeom>
          <a:noFill/>
          <a:ln w="9525">
            <a:solidFill>
              <a:schemeClr val="tx1"/>
            </a:solidFill>
            <a:round/>
            <a:headEnd/>
            <a:tailEnd type="triangle" w="lg" len="lg"/>
          </a:ln>
        </p:spPr>
        <p:txBody>
          <a:bodyPr wrap="none" anchor="ctr"/>
          <a:lstStyle/>
          <a:p>
            <a:endParaRPr lang="en-US"/>
          </a:p>
        </p:txBody>
      </p:sp>
      <p:sp>
        <p:nvSpPr>
          <p:cNvPr id="34847" name="Oval 86"/>
          <p:cNvSpPr>
            <a:spLocks noChangeArrowheads="1"/>
          </p:cNvSpPr>
          <p:nvPr/>
        </p:nvSpPr>
        <p:spPr bwMode="auto">
          <a:xfrm>
            <a:off x="3200400" y="53340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4819" name="Object 1025"/>
          <p:cNvGraphicFramePr>
            <a:graphicFrameLocks noChangeAspect="1"/>
          </p:cNvGraphicFramePr>
          <p:nvPr/>
        </p:nvGraphicFramePr>
        <p:xfrm>
          <a:off x="3314700" y="5334000"/>
          <a:ext cx="341313" cy="469900"/>
        </p:xfrm>
        <a:graphic>
          <a:graphicData uri="http://schemas.openxmlformats.org/presentationml/2006/ole">
            <mc:AlternateContent xmlns:mc="http://schemas.openxmlformats.org/markup-compatibility/2006">
              <mc:Choice xmlns:v="urn:schemas-microsoft-com:vml" Requires="v">
                <p:oleObj spid="_x0000_s8229" name="Equation" r:id="rId5" imgW="342720" imgH="469800" progId="Equation.3">
                  <p:embed/>
                </p:oleObj>
              </mc:Choice>
              <mc:Fallback>
                <p:oleObj name="Equation" r:id="rId5" imgW="34272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4700" y="53340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0" name="Object 1026"/>
          <p:cNvGraphicFramePr>
            <a:graphicFrameLocks noChangeAspect="1"/>
          </p:cNvGraphicFramePr>
          <p:nvPr/>
        </p:nvGraphicFramePr>
        <p:xfrm>
          <a:off x="4584700" y="5334000"/>
          <a:ext cx="392113" cy="469900"/>
        </p:xfrm>
        <a:graphic>
          <a:graphicData uri="http://schemas.openxmlformats.org/presentationml/2006/ole">
            <mc:AlternateContent xmlns:mc="http://schemas.openxmlformats.org/markup-compatibility/2006">
              <mc:Choice xmlns:v="urn:schemas-microsoft-com:vml" Requires="v">
                <p:oleObj spid="_x0000_s8230" name="Equation" r:id="rId7" imgW="393480" imgH="469800" progId="Equation.3">
                  <p:embed/>
                </p:oleObj>
              </mc:Choice>
              <mc:Fallback>
                <p:oleObj name="Equation" r:id="rId7" imgW="39348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47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1" name="Object 1027"/>
          <p:cNvGraphicFramePr>
            <a:graphicFrameLocks noChangeAspect="1"/>
          </p:cNvGraphicFramePr>
          <p:nvPr/>
        </p:nvGraphicFramePr>
        <p:xfrm>
          <a:off x="5880100" y="5334000"/>
          <a:ext cx="392113" cy="469900"/>
        </p:xfrm>
        <a:graphic>
          <a:graphicData uri="http://schemas.openxmlformats.org/presentationml/2006/ole">
            <mc:AlternateContent xmlns:mc="http://schemas.openxmlformats.org/markup-compatibility/2006">
              <mc:Choice xmlns:v="urn:schemas-microsoft-com:vml" Requires="v">
                <p:oleObj spid="_x0000_s8231"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01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2" name="Object 1028"/>
          <p:cNvGraphicFramePr>
            <a:graphicFrameLocks noChangeAspect="1"/>
          </p:cNvGraphicFramePr>
          <p:nvPr/>
        </p:nvGraphicFramePr>
        <p:xfrm>
          <a:off x="7239000" y="5334000"/>
          <a:ext cx="419100" cy="469900"/>
        </p:xfrm>
        <a:graphic>
          <a:graphicData uri="http://schemas.openxmlformats.org/presentationml/2006/ole">
            <mc:AlternateContent xmlns:mc="http://schemas.openxmlformats.org/markup-compatibility/2006">
              <mc:Choice xmlns:v="urn:schemas-microsoft-com:vml" Requires="v">
                <p:oleObj spid="_x0000_s8232" name="Equation" r:id="rId11" imgW="419040" imgH="469800" progId="Equation.3">
                  <p:embed/>
                </p:oleObj>
              </mc:Choice>
              <mc:Fallback>
                <p:oleObj name="Equation" r:id="rId11" imgW="41904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48" name="Line 91"/>
          <p:cNvSpPr>
            <a:spLocks noChangeShapeType="1"/>
          </p:cNvSpPr>
          <p:nvPr/>
        </p:nvSpPr>
        <p:spPr bwMode="auto">
          <a:xfrm>
            <a:off x="2438400" y="56388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4823" name="Object 1029"/>
          <p:cNvGraphicFramePr>
            <a:graphicFrameLocks noChangeAspect="1"/>
          </p:cNvGraphicFramePr>
          <p:nvPr/>
        </p:nvGraphicFramePr>
        <p:xfrm>
          <a:off x="2667000" y="5334000"/>
          <a:ext cx="265113" cy="279400"/>
        </p:xfrm>
        <a:graphic>
          <a:graphicData uri="http://schemas.openxmlformats.org/presentationml/2006/ole">
            <mc:AlternateContent xmlns:mc="http://schemas.openxmlformats.org/markup-compatibility/2006">
              <mc:Choice xmlns:v="urn:schemas-microsoft-com:vml" Requires="v">
                <p:oleObj spid="_x0000_s8233" name="Equation" r:id="rId13" imgW="266400" imgH="279360" progId="Equation.3">
                  <p:embed/>
                </p:oleObj>
              </mc:Choice>
              <mc:Fallback>
                <p:oleObj name="Equation" r:id="rId13"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670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4" name="Object 1030"/>
          <p:cNvGraphicFramePr>
            <a:graphicFrameLocks noChangeAspect="1"/>
          </p:cNvGraphicFramePr>
          <p:nvPr/>
        </p:nvGraphicFramePr>
        <p:xfrm>
          <a:off x="3962400" y="5257800"/>
          <a:ext cx="279400" cy="381000"/>
        </p:xfrm>
        <a:graphic>
          <a:graphicData uri="http://schemas.openxmlformats.org/presentationml/2006/ole">
            <mc:AlternateContent xmlns:mc="http://schemas.openxmlformats.org/markup-compatibility/2006">
              <mc:Choice xmlns:v="urn:schemas-microsoft-com:vml" Requires="v">
                <p:oleObj spid="_x0000_s8234" name="Equation" r:id="rId15" imgW="279360" imgH="380880" progId="Equation.3">
                  <p:embed/>
                </p:oleObj>
              </mc:Choice>
              <mc:Fallback>
                <p:oleObj name="Equation" r:id="rId15"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24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5" name="Object 1031"/>
          <p:cNvGraphicFramePr>
            <a:graphicFrameLocks noChangeAspect="1"/>
          </p:cNvGraphicFramePr>
          <p:nvPr/>
        </p:nvGraphicFramePr>
        <p:xfrm>
          <a:off x="5257800" y="5257800"/>
          <a:ext cx="279400" cy="381000"/>
        </p:xfrm>
        <a:graphic>
          <a:graphicData uri="http://schemas.openxmlformats.org/presentationml/2006/ole">
            <mc:AlternateContent xmlns:mc="http://schemas.openxmlformats.org/markup-compatibility/2006">
              <mc:Choice xmlns:v="urn:schemas-microsoft-com:vml" Requires="v">
                <p:oleObj spid="_x0000_s8235"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578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6" name="Object 1032"/>
          <p:cNvGraphicFramePr>
            <a:graphicFrameLocks noChangeAspect="1"/>
          </p:cNvGraphicFramePr>
          <p:nvPr/>
        </p:nvGraphicFramePr>
        <p:xfrm>
          <a:off x="6553200" y="5334000"/>
          <a:ext cx="265113" cy="279400"/>
        </p:xfrm>
        <a:graphic>
          <a:graphicData uri="http://schemas.openxmlformats.org/presentationml/2006/ole">
            <mc:AlternateContent xmlns:mc="http://schemas.openxmlformats.org/markup-compatibility/2006">
              <mc:Choice xmlns:v="urn:schemas-microsoft-com:vml" Requires="v">
                <p:oleObj spid="_x0000_s8236" name="Equation" r:id="rId18" imgW="266400" imgH="279360" progId="Equation.3">
                  <p:embed/>
                </p:oleObj>
              </mc:Choice>
              <mc:Fallback>
                <p:oleObj name="Equation" r:id="rId18"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532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49" name="Oval 96"/>
          <p:cNvSpPr>
            <a:spLocks noChangeArrowheads="1"/>
          </p:cNvSpPr>
          <p:nvPr/>
        </p:nvSpPr>
        <p:spPr bwMode="auto">
          <a:xfrm>
            <a:off x="6565900" y="40513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graphicFrame>
        <p:nvGraphicFramePr>
          <p:cNvPr id="34827" name="Object 1033"/>
          <p:cNvGraphicFramePr>
            <a:graphicFrameLocks noChangeAspect="1"/>
          </p:cNvGraphicFramePr>
          <p:nvPr/>
        </p:nvGraphicFramePr>
        <p:xfrm>
          <a:off x="6642100" y="4051300"/>
          <a:ext cx="404813" cy="469900"/>
        </p:xfrm>
        <a:graphic>
          <a:graphicData uri="http://schemas.openxmlformats.org/presentationml/2006/ole">
            <mc:AlternateContent xmlns:mc="http://schemas.openxmlformats.org/markup-compatibility/2006">
              <mc:Choice xmlns:v="urn:schemas-microsoft-com:vml" Requires="v">
                <p:oleObj spid="_x0000_s8237" name="Equation" r:id="rId19" imgW="406080" imgH="469800" progId="Equation.3">
                  <p:embed/>
                </p:oleObj>
              </mc:Choice>
              <mc:Fallback>
                <p:oleObj name="Equation" r:id="rId1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42100" y="40513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8" name="Object 1034"/>
          <p:cNvGraphicFramePr>
            <a:graphicFrameLocks noChangeAspect="1"/>
          </p:cNvGraphicFramePr>
          <p:nvPr/>
        </p:nvGraphicFramePr>
        <p:xfrm>
          <a:off x="3505200" y="4876800"/>
          <a:ext cx="265113" cy="279400"/>
        </p:xfrm>
        <a:graphic>
          <a:graphicData uri="http://schemas.openxmlformats.org/presentationml/2006/ole">
            <mc:AlternateContent xmlns:mc="http://schemas.openxmlformats.org/markup-compatibility/2006">
              <mc:Choice xmlns:v="urn:schemas-microsoft-com:vml" Requires="v">
                <p:oleObj spid="_x0000_s8238" name="Equation" r:id="rId21" imgW="266400" imgH="279360" progId="Equation.3">
                  <p:embed/>
                </p:oleObj>
              </mc:Choice>
              <mc:Fallback>
                <p:oleObj name="Equation" r:id="rId21"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52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29" name="Object 1035"/>
          <p:cNvGraphicFramePr>
            <a:graphicFrameLocks noChangeAspect="1"/>
          </p:cNvGraphicFramePr>
          <p:nvPr/>
        </p:nvGraphicFramePr>
        <p:xfrm>
          <a:off x="4724400" y="4953000"/>
          <a:ext cx="265113" cy="279400"/>
        </p:xfrm>
        <a:graphic>
          <a:graphicData uri="http://schemas.openxmlformats.org/presentationml/2006/ole">
            <mc:AlternateContent xmlns:mc="http://schemas.openxmlformats.org/markup-compatibility/2006">
              <mc:Choice xmlns:v="urn:schemas-microsoft-com:vml" Requires="v">
                <p:oleObj spid="_x0000_s8239" name="Equation" r:id="rId22" imgW="266400" imgH="279360" progId="Equation.3">
                  <p:embed/>
                </p:oleObj>
              </mc:Choice>
              <mc:Fallback>
                <p:oleObj name="Equation" r:id="rId22"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4400" y="4953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30" name="Object 1036"/>
          <p:cNvGraphicFramePr>
            <a:graphicFrameLocks noChangeAspect="1"/>
          </p:cNvGraphicFramePr>
          <p:nvPr/>
        </p:nvGraphicFramePr>
        <p:xfrm>
          <a:off x="6019800" y="4876800"/>
          <a:ext cx="279400" cy="381000"/>
        </p:xfrm>
        <a:graphic>
          <a:graphicData uri="http://schemas.openxmlformats.org/presentationml/2006/ole">
            <mc:AlternateContent xmlns:mc="http://schemas.openxmlformats.org/markup-compatibility/2006">
              <mc:Choice xmlns:v="urn:schemas-microsoft-com:vml" Requires="v">
                <p:oleObj spid="_x0000_s8240" name="Equation" r:id="rId23" imgW="279360" imgH="380880" progId="Equation.3">
                  <p:embed/>
                </p:oleObj>
              </mc:Choice>
              <mc:Fallback>
                <p:oleObj name="Equation" r:id="rId23"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19800" y="4876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31" name="Object 1037"/>
          <p:cNvGraphicFramePr>
            <a:graphicFrameLocks noChangeAspect="1"/>
          </p:cNvGraphicFramePr>
          <p:nvPr/>
        </p:nvGraphicFramePr>
        <p:xfrm>
          <a:off x="2133600" y="4800600"/>
          <a:ext cx="279400" cy="381000"/>
        </p:xfrm>
        <a:graphic>
          <a:graphicData uri="http://schemas.openxmlformats.org/presentationml/2006/ole">
            <mc:AlternateContent xmlns:mc="http://schemas.openxmlformats.org/markup-compatibility/2006">
              <mc:Choice xmlns:v="urn:schemas-microsoft-com:vml" Requires="v">
                <p:oleObj spid="_x0000_s8241" name="Equation" r:id="rId24" imgW="279360" imgH="380880" progId="Equation.3">
                  <p:embed/>
                </p:oleObj>
              </mc:Choice>
              <mc:Fallback>
                <p:oleObj name="Equation" r:id="rId24"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3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50" name="Freeform 102"/>
          <p:cNvSpPr>
            <a:spLocks/>
          </p:cNvSpPr>
          <p:nvPr/>
        </p:nvSpPr>
        <p:spPr bwMode="auto">
          <a:xfrm>
            <a:off x="6400800" y="32766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4832" name="Object 1038"/>
          <p:cNvGraphicFramePr>
            <a:graphicFrameLocks noChangeAspect="1"/>
          </p:cNvGraphicFramePr>
          <p:nvPr/>
        </p:nvGraphicFramePr>
        <p:xfrm>
          <a:off x="6413500" y="2832100"/>
          <a:ext cx="671513" cy="442913"/>
        </p:xfrm>
        <a:graphic>
          <a:graphicData uri="http://schemas.openxmlformats.org/presentationml/2006/ole">
            <mc:AlternateContent xmlns:mc="http://schemas.openxmlformats.org/markup-compatibility/2006">
              <mc:Choice xmlns:v="urn:schemas-microsoft-com:vml" Requires="v">
                <p:oleObj spid="_x0000_s8242" name="Equation" r:id="rId25" imgW="672840" imgH="444240" progId="Equation.3">
                  <p:embed/>
                </p:oleObj>
              </mc:Choice>
              <mc:Fallback>
                <p:oleObj name="Equation" r:id="rId25"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13500" y="28321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51" name="Line 104"/>
          <p:cNvSpPr>
            <a:spLocks noChangeShapeType="1"/>
          </p:cNvSpPr>
          <p:nvPr/>
        </p:nvSpPr>
        <p:spPr bwMode="auto">
          <a:xfrm flipV="1">
            <a:off x="6172200" y="45720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34852" name="Freeform 105"/>
          <p:cNvSpPr>
            <a:spLocks/>
          </p:cNvSpPr>
          <p:nvPr/>
        </p:nvSpPr>
        <p:spPr bwMode="auto">
          <a:xfrm>
            <a:off x="4876800" y="44196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4853" name="Freeform 106"/>
          <p:cNvSpPr>
            <a:spLocks/>
          </p:cNvSpPr>
          <p:nvPr/>
        </p:nvSpPr>
        <p:spPr bwMode="auto">
          <a:xfrm>
            <a:off x="3581400" y="42291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4854" name="Freeform 107"/>
          <p:cNvSpPr>
            <a:spLocks/>
          </p:cNvSpPr>
          <p:nvPr/>
        </p:nvSpPr>
        <p:spPr bwMode="auto">
          <a:xfrm>
            <a:off x="2286000" y="36068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38100">
            <a:solidFill>
              <a:srgbClr val="FF0000"/>
            </a:solidFill>
            <a:round/>
            <a:headEnd/>
            <a:tailEnd type="triangle" w="lg" len="lg"/>
          </a:ln>
        </p:spPr>
        <p:txBody>
          <a:bodyPr wrap="none" anchor="ctr"/>
          <a:lstStyle/>
          <a:p>
            <a:endParaRPr lang="en-US"/>
          </a:p>
        </p:txBody>
      </p:sp>
      <p:grpSp>
        <p:nvGrpSpPr>
          <p:cNvPr id="34855" name="Group 108"/>
          <p:cNvGrpSpPr>
            <a:grpSpLocks/>
          </p:cNvGrpSpPr>
          <p:nvPr/>
        </p:nvGrpSpPr>
        <p:grpSpPr bwMode="auto">
          <a:xfrm>
            <a:off x="7010400" y="4597400"/>
            <a:ext cx="900113" cy="609600"/>
            <a:chOff x="4224" y="1824"/>
            <a:chExt cx="567" cy="384"/>
          </a:xfrm>
        </p:grpSpPr>
        <p:graphicFrame>
          <p:nvGraphicFramePr>
            <p:cNvPr id="34834" name="Object 1040"/>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8243" name="Equation" r:id="rId27" imgW="672840" imgH="444240" progId="Equation.3">
                    <p:embed/>
                  </p:oleObj>
                </mc:Choice>
                <mc:Fallback>
                  <p:oleObj name="Equation" r:id="rId27"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56" name="Line 110"/>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aphicFrame>
        <p:nvGraphicFramePr>
          <p:cNvPr id="34833" name="Object 1039"/>
          <p:cNvGraphicFramePr>
            <a:graphicFrameLocks noChangeAspect="1"/>
          </p:cNvGraphicFramePr>
          <p:nvPr/>
        </p:nvGraphicFramePr>
        <p:xfrm>
          <a:off x="1981200" y="5334000"/>
          <a:ext cx="419100" cy="469900"/>
        </p:xfrm>
        <a:graphic>
          <a:graphicData uri="http://schemas.openxmlformats.org/presentationml/2006/ole">
            <mc:AlternateContent xmlns:mc="http://schemas.openxmlformats.org/markup-compatibility/2006">
              <mc:Choice xmlns:v="urn:schemas-microsoft-com:vml" Requires="v">
                <p:oleObj spid="_x0000_s8244" name="Equation" r:id="rId28" imgW="419040" imgH="469800" progId="Equation.3">
                  <p:embed/>
                </p:oleObj>
              </mc:Choice>
              <mc:Fallback>
                <p:oleObj name="Equation" r:id="rId28" imgW="419040" imgH="469800" progId="Equation.3">
                  <p:embed/>
                  <p:pic>
                    <p:nvPicPr>
                      <p:cNvPr id="0" name=""/>
                      <p:cNvPicPr preferRelativeResize="0">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9812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26190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59" name="Footer Placeholder 2"/>
          <p:cNvSpPr>
            <a:spLocks noGrp="1"/>
          </p:cNvSpPr>
          <p:nvPr>
            <p:ph type="ftr" sz="quarter" idx="11"/>
          </p:nvPr>
        </p:nvSpPr>
        <p:spPr>
          <a:noFill/>
        </p:spPr>
        <p:txBody>
          <a:bodyPr/>
          <a:lstStyle/>
          <a:p>
            <a:r>
              <a:rPr lang="en-US" smtClean="0"/>
              <a:t>Prof. Busch - LSU</a:t>
            </a:r>
          </a:p>
        </p:txBody>
      </p:sp>
      <p:sp>
        <p:nvSpPr>
          <p:cNvPr id="35860" name="Slide Number Placeholder 3"/>
          <p:cNvSpPr>
            <a:spLocks noGrp="1"/>
          </p:cNvSpPr>
          <p:nvPr>
            <p:ph type="sldNum" sz="quarter" idx="12"/>
          </p:nvPr>
        </p:nvSpPr>
        <p:spPr>
          <a:noFill/>
        </p:spPr>
        <p:txBody>
          <a:bodyPr/>
          <a:lstStyle/>
          <a:p>
            <a:fld id="{C5C3FDDA-54BF-4F6D-B276-02B959DB8F8C}" type="slidenum">
              <a:rPr lang="en-US" smtClean="0"/>
              <a:pPr/>
              <a:t>29</a:t>
            </a:fld>
            <a:endParaRPr lang="en-US" smtClean="0"/>
          </a:p>
        </p:txBody>
      </p:sp>
      <p:sp>
        <p:nvSpPr>
          <p:cNvPr id="35861" name="Oval 2"/>
          <p:cNvSpPr>
            <a:spLocks noChangeArrowheads="1"/>
          </p:cNvSpPr>
          <p:nvPr/>
        </p:nvSpPr>
        <p:spPr bwMode="auto">
          <a:xfrm>
            <a:off x="1905000" y="5334000"/>
            <a:ext cx="533400" cy="533400"/>
          </a:xfrm>
          <a:prstGeom prst="ellipse">
            <a:avLst/>
          </a:prstGeom>
          <a:noFill/>
          <a:ln w="9525">
            <a:solidFill>
              <a:schemeClr val="tx1"/>
            </a:solidFill>
            <a:round/>
            <a:headEnd/>
            <a:tailEnd/>
          </a:ln>
        </p:spPr>
        <p:txBody>
          <a:bodyPr wrap="none" anchor="ctr"/>
          <a:lstStyle/>
          <a:p>
            <a:endParaRPr lang="en-US"/>
          </a:p>
        </p:txBody>
      </p:sp>
      <p:sp>
        <p:nvSpPr>
          <p:cNvPr id="35862" name="Oval 3"/>
          <p:cNvSpPr>
            <a:spLocks noChangeArrowheads="1"/>
          </p:cNvSpPr>
          <p:nvPr/>
        </p:nvSpPr>
        <p:spPr bwMode="auto">
          <a:xfrm>
            <a:off x="4495800" y="53340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5863" name="Oval 4"/>
          <p:cNvSpPr>
            <a:spLocks noChangeArrowheads="1"/>
          </p:cNvSpPr>
          <p:nvPr/>
        </p:nvSpPr>
        <p:spPr bwMode="auto">
          <a:xfrm>
            <a:off x="5791200" y="5334000"/>
            <a:ext cx="533400" cy="533400"/>
          </a:xfrm>
          <a:prstGeom prst="ellipse">
            <a:avLst/>
          </a:prstGeom>
          <a:solidFill>
            <a:srgbClr val="FF0000">
              <a:alpha val="50195"/>
            </a:srgbClr>
          </a:solidFill>
          <a:ln w="38100">
            <a:solidFill>
              <a:srgbClr val="FF0000"/>
            </a:solidFill>
            <a:round/>
            <a:headEnd/>
            <a:tailEnd/>
          </a:ln>
        </p:spPr>
        <p:txBody>
          <a:bodyPr wrap="none" anchor="ctr"/>
          <a:lstStyle/>
          <a:p>
            <a:endParaRPr lang="en-US"/>
          </a:p>
        </p:txBody>
      </p:sp>
      <p:sp>
        <p:nvSpPr>
          <p:cNvPr id="35864" name="Oval 5"/>
          <p:cNvSpPr>
            <a:spLocks noChangeArrowheads="1"/>
          </p:cNvSpPr>
          <p:nvPr/>
        </p:nvSpPr>
        <p:spPr bwMode="auto">
          <a:xfrm>
            <a:off x="7162800" y="5334000"/>
            <a:ext cx="533400" cy="533400"/>
          </a:xfrm>
          <a:prstGeom prst="ellipse">
            <a:avLst/>
          </a:prstGeom>
          <a:noFill/>
          <a:ln w="9525">
            <a:solidFill>
              <a:schemeClr val="tx1"/>
            </a:solidFill>
            <a:round/>
            <a:headEnd/>
            <a:tailEnd/>
          </a:ln>
        </p:spPr>
        <p:txBody>
          <a:bodyPr wrap="none" anchor="ctr"/>
          <a:lstStyle/>
          <a:p>
            <a:endParaRPr lang="en-US"/>
          </a:p>
        </p:txBody>
      </p:sp>
      <p:sp>
        <p:nvSpPr>
          <p:cNvPr id="35865" name="Oval 6"/>
          <p:cNvSpPr>
            <a:spLocks noChangeArrowheads="1"/>
          </p:cNvSpPr>
          <p:nvPr/>
        </p:nvSpPr>
        <p:spPr bwMode="auto">
          <a:xfrm>
            <a:off x="7010400" y="5181600"/>
            <a:ext cx="838200" cy="838200"/>
          </a:xfrm>
          <a:prstGeom prst="ellipse">
            <a:avLst/>
          </a:prstGeom>
          <a:noFill/>
          <a:ln w="9525">
            <a:solidFill>
              <a:schemeClr val="tx1"/>
            </a:solidFill>
            <a:round/>
            <a:headEnd/>
            <a:tailEnd/>
          </a:ln>
        </p:spPr>
        <p:txBody>
          <a:bodyPr wrap="none" anchor="ctr"/>
          <a:lstStyle/>
          <a:p>
            <a:endParaRPr lang="en-US"/>
          </a:p>
        </p:txBody>
      </p:sp>
      <p:sp>
        <p:nvSpPr>
          <p:cNvPr id="35866" name="Line 7"/>
          <p:cNvSpPr>
            <a:spLocks noChangeShapeType="1"/>
          </p:cNvSpPr>
          <p:nvPr/>
        </p:nvSpPr>
        <p:spPr bwMode="auto">
          <a:xfrm>
            <a:off x="1295400" y="5664200"/>
            <a:ext cx="609600" cy="0"/>
          </a:xfrm>
          <a:prstGeom prst="line">
            <a:avLst/>
          </a:prstGeom>
          <a:noFill/>
          <a:ln w="9525">
            <a:solidFill>
              <a:schemeClr val="tx1"/>
            </a:solidFill>
            <a:round/>
            <a:headEnd/>
            <a:tailEnd type="triangle" w="lg" len="lg"/>
          </a:ln>
        </p:spPr>
        <p:txBody>
          <a:bodyPr wrap="none" anchor="ctr"/>
          <a:lstStyle/>
          <a:p>
            <a:endParaRPr lang="en-US"/>
          </a:p>
        </p:txBody>
      </p:sp>
      <p:sp>
        <p:nvSpPr>
          <p:cNvPr id="35867" name="Line 8"/>
          <p:cNvSpPr>
            <a:spLocks noChangeShapeType="1"/>
          </p:cNvSpPr>
          <p:nvPr/>
        </p:nvSpPr>
        <p:spPr bwMode="auto">
          <a:xfrm>
            <a:off x="3733800" y="5638800"/>
            <a:ext cx="762000" cy="0"/>
          </a:xfrm>
          <a:prstGeom prst="line">
            <a:avLst/>
          </a:prstGeom>
          <a:noFill/>
          <a:ln w="9525">
            <a:solidFill>
              <a:schemeClr val="tx1"/>
            </a:solidFill>
            <a:round/>
            <a:headEnd/>
            <a:tailEnd type="triangle" w="lg" len="lg"/>
          </a:ln>
        </p:spPr>
        <p:txBody>
          <a:bodyPr wrap="none" anchor="ctr"/>
          <a:lstStyle/>
          <a:p>
            <a:endParaRPr lang="en-US"/>
          </a:p>
        </p:txBody>
      </p:sp>
      <p:sp>
        <p:nvSpPr>
          <p:cNvPr id="35868" name="Line 9"/>
          <p:cNvSpPr>
            <a:spLocks noChangeShapeType="1"/>
          </p:cNvSpPr>
          <p:nvPr/>
        </p:nvSpPr>
        <p:spPr bwMode="auto">
          <a:xfrm>
            <a:off x="5029200" y="5638800"/>
            <a:ext cx="762000" cy="0"/>
          </a:xfrm>
          <a:prstGeom prst="line">
            <a:avLst/>
          </a:prstGeom>
          <a:noFill/>
          <a:ln w="38100">
            <a:solidFill>
              <a:srgbClr val="FF0000"/>
            </a:solidFill>
            <a:round/>
            <a:headEnd/>
            <a:tailEnd type="triangle" w="lg" len="lg"/>
          </a:ln>
        </p:spPr>
        <p:txBody>
          <a:bodyPr wrap="none" anchor="ctr"/>
          <a:lstStyle/>
          <a:p>
            <a:endParaRPr lang="en-US"/>
          </a:p>
        </p:txBody>
      </p:sp>
      <p:sp>
        <p:nvSpPr>
          <p:cNvPr id="35869" name="Line 10"/>
          <p:cNvSpPr>
            <a:spLocks noChangeShapeType="1"/>
          </p:cNvSpPr>
          <p:nvPr/>
        </p:nvSpPr>
        <p:spPr bwMode="auto">
          <a:xfrm>
            <a:off x="6324600" y="5638800"/>
            <a:ext cx="6858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5842" name="Object 1024"/>
          <p:cNvGraphicFramePr>
            <a:graphicFrameLocks noChangeAspect="1"/>
          </p:cNvGraphicFramePr>
          <p:nvPr/>
        </p:nvGraphicFramePr>
        <p:xfrm>
          <a:off x="1981200" y="5334000"/>
          <a:ext cx="419100" cy="469900"/>
        </p:xfrm>
        <a:graphic>
          <a:graphicData uri="http://schemas.openxmlformats.org/presentationml/2006/ole">
            <mc:AlternateContent xmlns:mc="http://schemas.openxmlformats.org/markup-compatibility/2006">
              <mc:Choice xmlns:v="urn:schemas-microsoft-com:vml" Requires="v">
                <p:oleObj spid="_x0000_s9252" name="Equation" r:id="rId3" imgW="419040" imgH="469800" progId="Equation.3">
                  <p:embed/>
                </p:oleObj>
              </mc:Choice>
              <mc:Fallback>
                <p:oleObj name="Equation" r:id="rId3" imgW="419040" imgH="469800" progId="Equation.3">
                  <p:embed/>
                  <p:pic>
                    <p:nvPicPr>
                      <p:cNvPr id="0" name=""/>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0" name="Oval 12"/>
          <p:cNvSpPr>
            <a:spLocks noChangeArrowheads="1"/>
          </p:cNvSpPr>
          <p:nvPr/>
        </p:nvSpPr>
        <p:spPr bwMode="auto">
          <a:xfrm>
            <a:off x="3200400" y="53340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5843" name="Object 1025"/>
          <p:cNvGraphicFramePr>
            <a:graphicFrameLocks noChangeAspect="1"/>
          </p:cNvGraphicFramePr>
          <p:nvPr/>
        </p:nvGraphicFramePr>
        <p:xfrm>
          <a:off x="3314700" y="5334000"/>
          <a:ext cx="341313" cy="469900"/>
        </p:xfrm>
        <a:graphic>
          <a:graphicData uri="http://schemas.openxmlformats.org/presentationml/2006/ole">
            <mc:AlternateContent xmlns:mc="http://schemas.openxmlformats.org/markup-compatibility/2006">
              <mc:Choice xmlns:v="urn:schemas-microsoft-com:vml" Requires="v">
                <p:oleObj spid="_x0000_s9253" name="Equation" r:id="rId5" imgW="342720" imgH="469800" progId="Equation.3">
                  <p:embed/>
                </p:oleObj>
              </mc:Choice>
              <mc:Fallback>
                <p:oleObj name="Equation" r:id="rId5" imgW="342720" imgH="46980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4700" y="53340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4" name="Object 1026"/>
          <p:cNvGraphicFramePr>
            <a:graphicFrameLocks noChangeAspect="1"/>
          </p:cNvGraphicFramePr>
          <p:nvPr/>
        </p:nvGraphicFramePr>
        <p:xfrm>
          <a:off x="4584700" y="5334000"/>
          <a:ext cx="392113" cy="469900"/>
        </p:xfrm>
        <a:graphic>
          <a:graphicData uri="http://schemas.openxmlformats.org/presentationml/2006/ole">
            <mc:AlternateContent xmlns:mc="http://schemas.openxmlformats.org/markup-compatibility/2006">
              <mc:Choice xmlns:v="urn:schemas-microsoft-com:vml" Requires="v">
                <p:oleObj spid="_x0000_s9254" name="Equation" r:id="rId7" imgW="393480" imgH="469800" progId="Equation.3">
                  <p:embed/>
                </p:oleObj>
              </mc:Choice>
              <mc:Fallback>
                <p:oleObj name="Equation" r:id="rId7" imgW="393480" imgH="46980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47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5" name="Object 1027"/>
          <p:cNvGraphicFramePr>
            <a:graphicFrameLocks noChangeAspect="1"/>
          </p:cNvGraphicFramePr>
          <p:nvPr/>
        </p:nvGraphicFramePr>
        <p:xfrm>
          <a:off x="5880100" y="5334000"/>
          <a:ext cx="392113" cy="469900"/>
        </p:xfrm>
        <a:graphic>
          <a:graphicData uri="http://schemas.openxmlformats.org/presentationml/2006/ole">
            <mc:AlternateContent xmlns:mc="http://schemas.openxmlformats.org/markup-compatibility/2006">
              <mc:Choice xmlns:v="urn:schemas-microsoft-com:vml" Requires="v">
                <p:oleObj spid="_x0000_s9255" name="Equation" r:id="rId9" imgW="393480" imgH="469800" progId="Equation.3">
                  <p:embed/>
                </p:oleObj>
              </mc:Choice>
              <mc:Fallback>
                <p:oleObj name="Equation" r:id="rId9" imgW="39348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80100" y="53340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6" name="Object 1028"/>
          <p:cNvGraphicFramePr>
            <a:graphicFrameLocks noChangeAspect="1"/>
          </p:cNvGraphicFramePr>
          <p:nvPr/>
        </p:nvGraphicFramePr>
        <p:xfrm>
          <a:off x="7239000" y="5334000"/>
          <a:ext cx="419100" cy="469900"/>
        </p:xfrm>
        <a:graphic>
          <a:graphicData uri="http://schemas.openxmlformats.org/presentationml/2006/ole">
            <mc:AlternateContent xmlns:mc="http://schemas.openxmlformats.org/markup-compatibility/2006">
              <mc:Choice xmlns:v="urn:schemas-microsoft-com:vml" Requires="v">
                <p:oleObj spid="_x0000_s9256" name="Equation" r:id="rId11" imgW="419040" imgH="469800" progId="Equation.3">
                  <p:embed/>
                </p:oleObj>
              </mc:Choice>
              <mc:Fallback>
                <p:oleObj name="Equation" r:id="rId11" imgW="41904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39000" y="5334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1" name="Line 17"/>
          <p:cNvSpPr>
            <a:spLocks noChangeShapeType="1"/>
          </p:cNvSpPr>
          <p:nvPr/>
        </p:nvSpPr>
        <p:spPr bwMode="auto">
          <a:xfrm>
            <a:off x="2438400" y="5638800"/>
            <a:ext cx="76200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5847" name="Object 1029"/>
          <p:cNvGraphicFramePr>
            <a:graphicFrameLocks noChangeAspect="1"/>
          </p:cNvGraphicFramePr>
          <p:nvPr/>
        </p:nvGraphicFramePr>
        <p:xfrm>
          <a:off x="2667000" y="5334000"/>
          <a:ext cx="265113" cy="279400"/>
        </p:xfrm>
        <a:graphic>
          <a:graphicData uri="http://schemas.openxmlformats.org/presentationml/2006/ole">
            <mc:AlternateContent xmlns:mc="http://schemas.openxmlformats.org/markup-compatibility/2006">
              <mc:Choice xmlns:v="urn:schemas-microsoft-com:vml" Requires="v">
                <p:oleObj spid="_x0000_s9257" name="Equation" r:id="rId13" imgW="266400" imgH="279360" progId="Equation.3">
                  <p:embed/>
                </p:oleObj>
              </mc:Choice>
              <mc:Fallback>
                <p:oleObj name="Equation" r:id="rId13"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670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8" name="Object 1030"/>
          <p:cNvGraphicFramePr>
            <a:graphicFrameLocks noChangeAspect="1"/>
          </p:cNvGraphicFramePr>
          <p:nvPr/>
        </p:nvGraphicFramePr>
        <p:xfrm>
          <a:off x="3962400" y="5257800"/>
          <a:ext cx="279400" cy="381000"/>
        </p:xfrm>
        <a:graphic>
          <a:graphicData uri="http://schemas.openxmlformats.org/presentationml/2006/ole">
            <mc:AlternateContent xmlns:mc="http://schemas.openxmlformats.org/markup-compatibility/2006">
              <mc:Choice xmlns:v="urn:schemas-microsoft-com:vml" Requires="v">
                <p:oleObj spid="_x0000_s9258" name="Equation" r:id="rId15" imgW="279360" imgH="380880" progId="Equation.3">
                  <p:embed/>
                </p:oleObj>
              </mc:Choice>
              <mc:Fallback>
                <p:oleObj name="Equation" r:id="rId15"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24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9" name="Object 1031"/>
          <p:cNvGraphicFramePr>
            <a:graphicFrameLocks noChangeAspect="1"/>
          </p:cNvGraphicFramePr>
          <p:nvPr/>
        </p:nvGraphicFramePr>
        <p:xfrm>
          <a:off x="5257800" y="5257800"/>
          <a:ext cx="279400" cy="381000"/>
        </p:xfrm>
        <a:graphic>
          <a:graphicData uri="http://schemas.openxmlformats.org/presentationml/2006/ole">
            <mc:AlternateContent xmlns:mc="http://schemas.openxmlformats.org/markup-compatibility/2006">
              <mc:Choice xmlns:v="urn:schemas-microsoft-com:vml" Requires="v">
                <p:oleObj spid="_x0000_s9259" name="Equation" r:id="rId17" imgW="279360" imgH="380880" progId="Equation.3">
                  <p:embed/>
                </p:oleObj>
              </mc:Choice>
              <mc:Fallback>
                <p:oleObj name="Equation" r:id="rId17"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257800" y="5257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0" name="Object 1032"/>
          <p:cNvGraphicFramePr>
            <a:graphicFrameLocks noChangeAspect="1"/>
          </p:cNvGraphicFramePr>
          <p:nvPr/>
        </p:nvGraphicFramePr>
        <p:xfrm>
          <a:off x="6553200" y="5334000"/>
          <a:ext cx="265113" cy="279400"/>
        </p:xfrm>
        <a:graphic>
          <a:graphicData uri="http://schemas.openxmlformats.org/presentationml/2006/ole">
            <mc:AlternateContent xmlns:mc="http://schemas.openxmlformats.org/markup-compatibility/2006">
              <mc:Choice xmlns:v="urn:schemas-microsoft-com:vml" Requires="v">
                <p:oleObj spid="_x0000_s9260" name="Equation" r:id="rId18" imgW="266400" imgH="279360" progId="Equation.3">
                  <p:embed/>
                </p:oleObj>
              </mc:Choice>
              <mc:Fallback>
                <p:oleObj name="Equation" r:id="rId18"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53200" y="5334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2" name="Oval 22"/>
          <p:cNvSpPr>
            <a:spLocks noChangeArrowheads="1"/>
          </p:cNvSpPr>
          <p:nvPr/>
        </p:nvSpPr>
        <p:spPr bwMode="auto">
          <a:xfrm>
            <a:off x="6565900" y="4051300"/>
            <a:ext cx="533400" cy="533400"/>
          </a:xfrm>
          <a:prstGeom prst="ellipse">
            <a:avLst/>
          </a:prstGeom>
          <a:noFill/>
          <a:ln w="9525">
            <a:solidFill>
              <a:schemeClr val="tx1"/>
            </a:solidFill>
            <a:round/>
            <a:headEnd/>
            <a:tailEnd/>
          </a:ln>
        </p:spPr>
        <p:txBody>
          <a:bodyPr wrap="none" anchor="ctr"/>
          <a:lstStyle/>
          <a:p>
            <a:endParaRPr lang="en-US"/>
          </a:p>
        </p:txBody>
      </p:sp>
      <p:graphicFrame>
        <p:nvGraphicFramePr>
          <p:cNvPr id="35851" name="Object 1033"/>
          <p:cNvGraphicFramePr>
            <a:graphicFrameLocks noChangeAspect="1"/>
          </p:cNvGraphicFramePr>
          <p:nvPr/>
        </p:nvGraphicFramePr>
        <p:xfrm>
          <a:off x="6642100" y="4051300"/>
          <a:ext cx="404813" cy="469900"/>
        </p:xfrm>
        <a:graphic>
          <a:graphicData uri="http://schemas.openxmlformats.org/presentationml/2006/ole">
            <mc:AlternateContent xmlns:mc="http://schemas.openxmlformats.org/markup-compatibility/2006">
              <mc:Choice xmlns:v="urn:schemas-microsoft-com:vml" Requires="v">
                <p:oleObj spid="_x0000_s9261" name="Equation" r:id="rId19" imgW="406080" imgH="469800" progId="Equation.3">
                  <p:embed/>
                </p:oleObj>
              </mc:Choice>
              <mc:Fallback>
                <p:oleObj name="Equation" r:id="rId1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642100" y="40513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2" name="Object 1034"/>
          <p:cNvGraphicFramePr>
            <a:graphicFrameLocks noChangeAspect="1"/>
          </p:cNvGraphicFramePr>
          <p:nvPr/>
        </p:nvGraphicFramePr>
        <p:xfrm>
          <a:off x="3505200" y="4876800"/>
          <a:ext cx="265113" cy="279400"/>
        </p:xfrm>
        <a:graphic>
          <a:graphicData uri="http://schemas.openxmlformats.org/presentationml/2006/ole">
            <mc:AlternateContent xmlns:mc="http://schemas.openxmlformats.org/markup-compatibility/2006">
              <mc:Choice xmlns:v="urn:schemas-microsoft-com:vml" Requires="v">
                <p:oleObj spid="_x0000_s9262" name="Equation" r:id="rId21" imgW="266400" imgH="279360" progId="Equation.3">
                  <p:embed/>
                </p:oleObj>
              </mc:Choice>
              <mc:Fallback>
                <p:oleObj name="Equation" r:id="rId21"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05200" y="48768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3" name="Object 1035"/>
          <p:cNvGraphicFramePr>
            <a:graphicFrameLocks noChangeAspect="1"/>
          </p:cNvGraphicFramePr>
          <p:nvPr/>
        </p:nvGraphicFramePr>
        <p:xfrm>
          <a:off x="4724400" y="4953000"/>
          <a:ext cx="265113" cy="279400"/>
        </p:xfrm>
        <a:graphic>
          <a:graphicData uri="http://schemas.openxmlformats.org/presentationml/2006/ole">
            <mc:AlternateContent xmlns:mc="http://schemas.openxmlformats.org/markup-compatibility/2006">
              <mc:Choice xmlns:v="urn:schemas-microsoft-com:vml" Requires="v">
                <p:oleObj spid="_x0000_s9263" name="Equation" r:id="rId22" imgW="266400" imgH="279360" progId="Equation.3">
                  <p:embed/>
                </p:oleObj>
              </mc:Choice>
              <mc:Fallback>
                <p:oleObj name="Equation" r:id="rId22" imgW="266400" imgH="27936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24400" y="49530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4" name="Object 1036"/>
          <p:cNvGraphicFramePr>
            <a:graphicFrameLocks noChangeAspect="1"/>
          </p:cNvGraphicFramePr>
          <p:nvPr/>
        </p:nvGraphicFramePr>
        <p:xfrm>
          <a:off x="6019800" y="4876800"/>
          <a:ext cx="279400" cy="381000"/>
        </p:xfrm>
        <a:graphic>
          <a:graphicData uri="http://schemas.openxmlformats.org/presentationml/2006/ole">
            <mc:AlternateContent xmlns:mc="http://schemas.openxmlformats.org/markup-compatibility/2006">
              <mc:Choice xmlns:v="urn:schemas-microsoft-com:vml" Requires="v">
                <p:oleObj spid="_x0000_s9264" name="Equation" r:id="rId23" imgW="279360" imgH="380880" progId="Equation.3">
                  <p:embed/>
                </p:oleObj>
              </mc:Choice>
              <mc:Fallback>
                <p:oleObj name="Equation" r:id="rId23"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19800" y="48768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55" name="Object 1037"/>
          <p:cNvGraphicFramePr>
            <a:graphicFrameLocks noChangeAspect="1"/>
          </p:cNvGraphicFramePr>
          <p:nvPr/>
        </p:nvGraphicFramePr>
        <p:xfrm>
          <a:off x="2133600" y="4800600"/>
          <a:ext cx="279400" cy="381000"/>
        </p:xfrm>
        <a:graphic>
          <a:graphicData uri="http://schemas.openxmlformats.org/presentationml/2006/ole">
            <mc:AlternateContent xmlns:mc="http://schemas.openxmlformats.org/markup-compatibility/2006">
              <mc:Choice xmlns:v="urn:schemas-microsoft-com:vml" Requires="v">
                <p:oleObj spid="_x0000_s9265" name="Equation" r:id="rId24" imgW="279360" imgH="380880" progId="Equation.3">
                  <p:embed/>
                </p:oleObj>
              </mc:Choice>
              <mc:Fallback>
                <p:oleObj name="Equation" r:id="rId24" imgW="279360" imgH="38088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33600" y="48006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3" name="Freeform 28"/>
          <p:cNvSpPr>
            <a:spLocks/>
          </p:cNvSpPr>
          <p:nvPr/>
        </p:nvSpPr>
        <p:spPr bwMode="auto">
          <a:xfrm>
            <a:off x="6400800" y="3276600"/>
            <a:ext cx="660400" cy="850900"/>
          </a:xfrm>
          <a:custGeom>
            <a:avLst/>
            <a:gdLst>
              <a:gd name="T0" fmla="*/ 241300 w 416"/>
              <a:gd name="T1" fmla="*/ 850900 h 536"/>
              <a:gd name="T2" fmla="*/ 12700 w 416"/>
              <a:gd name="T3" fmla="*/ 317500 h 536"/>
              <a:gd name="T4" fmla="*/ 317500 w 416"/>
              <a:gd name="T5" fmla="*/ 12700 h 536"/>
              <a:gd name="T6" fmla="*/ 622300 w 416"/>
              <a:gd name="T7" fmla="*/ 241300 h 536"/>
              <a:gd name="T8" fmla="*/ 546100 w 416"/>
              <a:gd name="T9" fmla="*/ 774700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5856" name="Object 1038"/>
          <p:cNvGraphicFramePr>
            <a:graphicFrameLocks noChangeAspect="1"/>
          </p:cNvGraphicFramePr>
          <p:nvPr/>
        </p:nvGraphicFramePr>
        <p:xfrm>
          <a:off x="6413500" y="2832100"/>
          <a:ext cx="671513" cy="442913"/>
        </p:xfrm>
        <a:graphic>
          <a:graphicData uri="http://schemas.openxmlformats.org/presentationml/2006/ole">
            <mc:AlternateContent xmlns:mc="http://schemas.openxmlformats.org/markup-compatibility/2006">
              <mc:Choice xmlns:v="urn:schemas-microsoft-com:vml" Requires="v">
                <p:oleObj spid="_x0000_s9266" name="Equation" r:id="rId25" imgW="672840" imgH="444240" progId="Equation.3">
                  <p:embed/>
                </p:oleObj>
              </mc:Choice>
              <mc:Fallback>
                <p:oleObj name="Equation" r:id="rId25"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13500" y="2832100"/>
                        <a:ext cx="671513"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4" name="Line 30"/>
          <p:cNvSpPr>
            <a:spLocks noChangeShapeType="1"/>
          </p:cNvSpPr>
          <p:nvPr/>
        </p:nvSpPr>
        <p:spPr bwMode="auto">
          <a:xfrm flipV="1">
            <a:off x="6172200" y="4572000"/>
            <a:ext cx="533400" cy="762000"/>
          </a:xfrm>
          <a:prstGeom prst="line">
            <a:avLst/>
          </a:prstGeom>
          <a:noFill/>
          <a:ln w="9525">
            <a:solidFill>
              <a:schemeClr val="tx1"/>
            </a:solidFill>
            <a:round/>
            <a:headEnd/>
            <a:tailEnd type="triangle" w="lg" len="lg"/>
          </a:ln>
        </p:spPr>
        <p:txBody>
          <a:bodyPr wrap="none" anchor="ctr"/>
          <a:lstStyle/>
          <a:p>
            <a:endParaRPr lang="en-US"/>
          </a:p>
        </p:txBody>
      </p:sp>
      <p:sp>
        <p:nvSpPr>
          <p:cNvPr id="35875" name="Freeform 31"/>
          <p:cNvSpPr>
            <a:spLocks/>
          </p:cNvSpPr>
          <p:nvPr/>
        </p:nvSpPr>
        <p:spPr bwMode="auto">
          <a:xfrm>
            <a:off x="4876800" y="4419600"/>
            <a:ext cx="1752600" cy="990600"/>
          </a:xfrm>
          <a:custGeom>
            <a:avLst/>
            <a:gdLst>
              <a:gd name="T0" fmla="*/ 0 w 1104"/>
              <a:gd name="T1" fmla="*/ 990600 h 624"/>
              <a:gd name="T2" fmla="*/ 685800 w 1104"/>
              <a:gd name="T3" fmla="*/ 304800 h 624"/>
              <a:gd name="T4" fmla="*/ 1752600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5876" name="Freeform 32"/>
          <p:cNvSpPr>
            <a:spLocks/>
          </p:cNvSpPr>
          <p:nvPr/>
        </p:nvSpPr>
        <p:spPr bwMode="auto">
          <a:xfrm>
            <a:off x="3581400" y="4229100"/>
            <a:ext cx="2971800" cy="1181100"/>
          </a:xfrm>
          <a:custGeom>
            <a:avLst/>
            <a:gdLst>
              <a:gd name="T0" fmla="*/ 0 w 1872"/>
              <a:gd name="T1" fmla="*/ 1181100 h 744"/>
              <a:gd name="T2" fmla="*/ 1143000 w 1872"/>
              <a:gd name="T3" fmla="*/ 190500 h 744"/>
              <a:gd name="T4" fmla="*/ 2971800 w 1872"/>
              <a:gd name="T5" fmla="*/ 38100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5877" name="Freeform 33"/>
          <p:cNvSpPr>
            <a:spLocks/>
          </p:cNvSpPr>
          <p:nvPr/>
        </p:nvSpPr>
        <p:spPr bwMode="auto">
          <a:xfrm>
            <a:off x="2286000" y="3606800"/>
            <a:ext cx="4343400" cy="1803400"/>
          </a:xfrm>
          <a:custGeom>
            <a:avLst/>
            <a:gdLst>
              <a:gd name="T0" fmla="*/ 0 w 2736"/>
              <a:gd name="T1" fmla="*/ 1803400 h 1136"/>
              <a:gd name="T2" fmla="*/ 1143000 w 2736"/>
              <a:gd name="T3" fmla="*/ 203200 h 1136"/>
              <a:gd name="T4" fmla="*/ 4343400 w 2736"/>
              <a:gd name="T5" fmla="*/ 584200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grpSp>
        <p:nvGrpSpPr>
          <p:cNvPr id="35878" name="Group 34"/>
          <p:cNvGrpSpPr>
            <a:grpSpLocks/>
          </p:cNvGrpSpPr>
          <p:nvPr/>
        </p:nvGrpSpPr>
        <p:grpSpPr bwMode="auto">
          <a:xfrm>
            <a:off x="7010400" y="4597400"/>
            <a:ext cx="900113" cy="609600"/>
            <a:chOff x="4224" y="1824"/>
            <a:chExt cx="567" cy="384"/>
          </a:xfrm>
        </p:grpSpPr>
        <p:graphicFrame>
          <p:nvGraphicFramePr>
            <p:cNvPr id="35858" name="Object 1040"/>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9267" name="Equation" r:id="rId27" imgW="672840" imgH="444240" progId="Equation.3">
                    <p:embed/>
                  </p:oleObj>
                </mc:Choice>
                <mc:Fallback>
                  <p:oleObj name="Equation" r:id="rId27" imgW="672840" imgH="444240" progId="Equation.3">
                    <p:embed/>
                    <p:pic>
                      <p:nvPicPr>
                        <p:cNvPr id="0" name=""/>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79" name="Line 36"/>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aphicFrame>
        <p:nvGraphicFramePr>
          <p:cNvPr id="35857" name="Object 1039"/>
          <p:cNvGraphicFramePr>
            <a:graphicFrameLocks noChangeAspect="1"/>
          </p:cNvGraphicFramePr>
          <p:nvPr/>
        </p:nvGraphicFramePr>
        <p:xfrm>
          <a:off x="3124200" y="1295400"/>
          <a:ext cx="2514600" cy="584200"/>
        </p:xfrm>
        <a:graphic>
          <a:graphicData uri="http://schemas.openxmlformats.org/presentationml/2006/ole">
            <mc:AlternateContent xmlns:mc="http://schemas.openxmlformats.org/markup-compatibility/2006">
              <mc:Choice xmlns:v="urn:schemas-microsoft-com:vml" Requires="v">
                <p:oleObj spid="_x0000_s9268" name="Equation" r:id="rId28" imgW="2514600" imgH="583920" progId="Equation.3">
                  <p:embed/>
                </p:oleObj>
              </mc:Choice>
              <mc:Fallback>
                <p:oleObj name="Equation" r:id="rId28" imgW="2514600" imgH="58392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124200" y="1295400"/>
                        <a:ext cx="2514600" cy="584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26106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04" name="Footer Placeholder 4"/>
          <p:cNvSpPr>
            <a:spLocks noGrp="1"/>
          </p:cNvSpPr>
          <p:nvPr>
            <p:ph type="ftr" sz="quarter" idx="11"/>
          </p:nvPr>
        </p:nvSpPr>
        <p:spPr>
          <a:noFill/>
        </p:spPr>
        <p:txBody>
          <a:bodyPr/>
          <a:lstStyle/>
          <a:p>
            <a:r>
              <a:rPr lang="en-US" smtClean="0"/>
              <a:t>Prof. Busch - LSU</a:t>
            </a:r>
          </a:p>
        </p:txBody>
      </p:sp>
      <p:sp>
        <p:nvSpPr>
          <p:cNvPr id="36905" name="Slide Number Placeholder 5"/>
          <p:cNvSpPr>
            <a:spLocks noGrp="1"/>
          </p:cNvSpPr>
          <p:nvPr>
            <p:ph type="sldNum" sz="quarter" idx="12"/>
          </p:nvPr>
        </p:nvSpPr>
        <p:spPr>
          <a:noFill/>
        </p:spPr>
        <p:txBody>
          <a:bodyPr/>
          <a:lstStyle/>
          <a:p>
            <a:fld id="{E62FD275-6BE1-40C4-80CD-82E0063FB606}" type="slidenum">
              <a:rPr lang="en-US" smtClean="0"/>
              <a:pPr/>
              <a:t>30</a:t>
            </a:fld>
            <a:endParaRPr lang="en-US" smtClean="0"/>
          </a:p>
        </p:txBody>
      </p:sp>
      <p:sp>
        <p:nvSpPr>
          <p:cNvPr id="36906" name="Rectangle 3"/>
          <p:cNvSpPr>
            <a:spLocks noGrp="1" noChangeArrowheads="1"/>
          </p:cNvSpPr>
          <p:nvPr>
            <p:ph type="body" idx="1"/>
          </p:nvPr>
        </p:nvSpPr>
        <p:spPr/>
        <p:txBody>
          <a:bodyPr/>
          <a:lstStyle/>
          <a:p>
            <a:pPr>
              <a:buFontTx/>
              <a:buNone/>
            </a:pPr>
            <a:r>
              <a:rPr lang="en-US" smtClean="0"/>
              <a:t> </a:t>
            </a:r>
          </a:p>
        </p:txBody>
      </p:sp>
      <p:sp>
        <p:nvSpPr>
          <p:cNvPr id="36907" name="Rectangle 39"/>
          <p:cNvSpPr>
            <a:spLocks noChangeArrowheads="1"/>
          </p:cNvSpPr>
          <p:nvPr/>
        </p:nvSpPr>
        <p:spPr bwMode="auto">
          <a:xfrm>
            <a:off x="838200" y="1447800"/>
            <a:ext cx="2819400" cy="4267200"/>
          </a:xfrm>
          <a:prstGeom prst="rect">
            <a:avLst/>
          </a:prstGeom>
          <a:noFill/>
          <a:ln w="50800">
            <a:solidFill>
              <a:srgbClr val="FF0000"/>
            </a:solidFill>
            <a:miter lim="800000"/>
            <a:headEnd/>
            <a:tailEnd/>
          </a:ln>
        </p:spPr>
        <p:txBody>
          <a:bodyPr wrap="none" anchor="ctr"/>
          <a:lstStyle/>
          <a:p>
            <a:endParaRPr lang="en-US"/>
          </a:p>
        </p:txBody>
      </p:sp>
      <p:sp>
        <p:nvSpPr>
          <p:cNvPr id="36908" name="Line 40"/>
          <p:cNvSpPr>
            <a:spLocks noChangeShapeType="1"/>
          </p:cNvSpPr>
          <p:nvPr/>
        </p:nvSpPr>
        <p:spPr bwMode="auto">
          <a:xfrm>
            <a:off x="1676400" y="1447800"/>
            <a:ext cx="0" cy="4267200"/>
          </a:xfrm>
          <a:prstGeom prst="line">
            <a:avLst/>
          </a:prstGeom>
          <a:noFill/>
          <a:ln w="63500">
            <a:solidFill>
              <a:srgbClr val="FF0000"/>
            </a:solidFill>
            <a:round/>
            <a:headEnd/>
            <a:tailEnd/>
          </a:ln>
        </p:spPr>
        <p:txBody>
          <a:bodyPr wrap="none" anchor="ctr"/>
          <a:lstStyle/>
          <a:p>
            <a:endParaRPr lang="en-US"/>
          </a:p>
        </p:txBody>
      </p:sp>
      <p:sp>
        <p:nvSpPr>
          <p:cNvPr id="36909" name="Line 41"/>
          <p:cNvSpPr>
            <a:spLocks noChangeShapeType="1"/>
          </p:cNvSpPr>
          <p:nvPr/>
        </p:nvSpPr>
        <p:spPr bwMode="auto">
          <a:xfrm>
            <a:off x="2743200" y="1447800"/>
            <a:ext cx="0" cy="4267200"/>
          </a:xfrm>
          <a:prstGeom prst="line">
            <a:avLst/>
          </a:prstGeom>
          <a:noFill/>
          <a:ln w="9525">
            <a:solidFill>
              <a:schemeClr val="tx1"/>
            </a:solidFill>
            <a:round/>
            <a:headEnd/>
            <a:tailEnd/>
          </a:ln>
        </p:spPr>
        <p:txBody>
          <a:bodyPr wrap="none" anchor="ctr"/>
          <a:lstStyle/>
          <a:p>
            <a:endParaRPr lang="en-US"/>
          </a:p>
        </p:txBody>
      </p:sp>
      <p:sp>
        <p:nvSpPr>
          <p:cNvPr id="36910" name="Line 42"/>
          <p:cNvSpPr>
            <a:spLocks noChangeShapeType="1"/>
          </p:cNvSpPr>
          <p:nvPr/>
        </p:nvSpPr>
        <p:spPr bwMode="auto">
          <a:xfrm flipV="1">
            <a:off x="838200" y="2057400"/>
            <a:ext cx="2819400" cy="0"/>
          </a:xfrm>
          <a:prstGeom prst="line">
            <a:avLst/>
          </a:prstGeom>
          <a:noFill/>
          <a:ln w="63500">
            <a:solidFill>
              <a:srgbClr val="FF0000"/>
            </a:solidFill>
            <a:round/>
            <a:headEnd/>
            <a:tailEnd/>
          </a:ln>
        </p:spPr>
        <p:txBody>
          <a:bodyPr wrap="none" anchor="ctr"/>
          <a:lstStyle/>
          <a:p>
            <a:endParaRPr lang="en-US"/>
          </a:p>
        </p:txBody>
      </p:sp>
      <p:sp>
        <p:nvSpPr>
          <p:cNvPr id="36911" name="Line 43"/>
          <p:cNvSpPr>
            <a:spLocks noChangeShapeType="1"/>
          </p:cNvSpPr>
          <p:nvPr/>
        </p:nvSpPr>
        <p:spPr bwMode="auto">
          <a:xfrm flipV="1">
            <a:off x="838200" y="2667000"/>
            <a:ext cx="2819400" cy="0"/>
          </a:xfrm>
          <a:prstGeom prst="line">
            <a:avLst/>
          </a:prstGeom>
          <a:noFill/>
          <a:ln w="9525">
            <a:solidFill>
              <a:schemeClr val="tx1"/>
            </a:solidFill>
            <a:round/>
            <a:headEnd/>
            <a:tailEnd/>
          </a:ln>
        </p:spPr>
        <p:txBody>
          <a:bodyPr wrap="none" anchor="ctr"/>
          <a:lstStyle/>
          <a:p>
            <a:endParaRPr lang="en-US"/>
          </a:p>
        </p:txBody>
      </p:sp>
      <p:sp>
        <p:nvSpPr>
          <p:cNvPr id="36912" name="Line 44"/>
          <p:cNvSpPr>
            <a:spLocks noChangeShapeType="1"/>
          </p:cNvSpPr>
          <p:nvPr/>
        </p:nvSpPr>
        <p:spPr bwMode="auto">
          <a:xfrm flipV="1">
            <a:off x="838200" y="3276600"/>
            <a:ext cx="2819400" cy="0"/>
          </a:xfrm>
          <a:prstGeom prst="line">
            <a:avLst/>
          </a:prstGeom>
          <a:noFill/>
          <a:ln w="9525">
            <a:solidFill>
              <a:schemeClr val="tx1"/>
            </a:solidFill>
            <a:round/>
            <a:headEnd/>
            <a:tailEnd/>
          </a:ln>
        </p:spPr>
        <p:txBody>
          <a:bodyPr wrap="none" anchor="ctr"/>
          <a:lstStyle/>
          <a:p>
            <a:endParaRPr lang="en-US"/>
          </a:p>
        </p:txBody>
      </p:sp>
      <p:sp>
        <p:nvSpPr>
          <p:cNvPr id="36913" name="Line 45"/>
          <p:cNvSpPr>
            <a:spLocks noChangeShapeType="1"/>
          </p:cNvSpPr>
          <p:nvPr/>
        </p:nvSpPr>
        <p:spPr bwMode="auto">
          <a:xfrm flipV="1">
            <a:off x="838200" y="3886200"/>
            <a:ext cx="2819400" cy="0"/>
          </a:xfrm>
          <a:prstGeom prst="line">
            <a:avLst/>
          </a:prstGeom>
          <a:noFill/>
          <a:ln w="9525">
            <a:solidFill>
              <a:schemeClr val="tx1"/>
            </a:solidFill>
            <a:round/>
            <a:headEnd/>
            <a:tailEnd/>
          </a:ln>
        </p:spPr>
        <p:txBody>
          <a:bodyPr wrap="none" anchor="ctr"/>
          <a:lstStyle/>
          <a:p>
            <a:endParaRPr lang="en-US"/>
          </a:p>
        </p:txBody>
      </p:sp>
      <p:sp>
        <p:nvSpPr>
          <p:cNvPr id="36914" name="Line 46"/>
          <p:cNvSpPr>
            <a:spLocks noChangeShapeType="1"/>
          </p:cNvSpPr>
          <p:nvPr/>
        </p:nvSpPr>
        <p:spPr bwMode="auto">
          <a:xfrm flipV="1">
            <a:off x="838200" y="4495800"/>
            <a:ext cx="2819400" cy="0"/>
          </a:xfrm>
          <a:prstGeom prst="line">
            <a:avLst/>
          </a:prstGeom>
          <a:noFill/>
          <a:ln w="9525">
            <a:solidFill>
              <a:schemeClr val="tx1"/>
            </a:solidFill>
            <a:round/>
            <a:headEnd/>
            <a:tailEnd/>
          </a:ln>
        </p:spPr>
        <p:txBody>
          <a:bodyPr wrap="none" anchor="ctr"/>
          <a:lstStyle/>
          <a:p>
            <a:endParaRPr lang="en-US"/>
          </a:p>
        </p:txBody>
      </p:sp>
      <p:graphicFrame>
        <p:nvGraphicFramePr>
          <p:cNvPr id="36866" name="Object 48"/>
          <p:cNvGraphicFramePr>
            <a:graphicFrameLocks noChangeAspect="1"/>
          </p:cNvGraphicFramePr>
          <p:nvPr/>
        </p:nvGraphicFramePr>
        <p:xfrm>
          <a:off x="1066800" y="1524000"/>
          <a:ext cx="436563" cy="533400"/>
        </p:xfrm>
        <a:graphic>
          <a:graphicData uri="http://schemas.openxmlformats.org/presentationml/2006/ole">
            <mc:AlternateContent xmlns:mc="http://schemas.openxmlformats.org/markup-compatibility/2006">
              <mc:Choice xmlns:v="urn:schemas-microsoft-com:vml" Requires="v">
                <p:oleObj spid="_x0000_s10318" name="Equation" r:id="rId3" imgW="279360" imgH="342720" progId="Equation.3">
                  <p:embed/>
                </p:oleObj>
              </mc:Choice>
              <mc:Fallback>
                <p:oleObj name="Equation" r:id="rId3" imgW="279360" imgH="342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524000"/>
                        <a:ext cx="43656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7" name="Object 49"/>
          <p:cNvGraphicFramePr>
            <a:graphicFrameLocks noChangeAspect="1"/>
          </p:cNvGraphicFramePr>
          <p:nvPr/>
        </p:nvGraphicFramePr>
        <p:xfrm>
          <a:off x="2133600" y="1676400"/>
          <a:ext cx="265113" cy="279400"/>
        </p:xfrm>
        <a:graphic>
          <a:graphicData uri="http://schemas.openxmlformats.org/presentationml/2006/ole">
            <mc:AlternateContent xmlns:mc="http://schemas.openxmlformats.org/markup-compatibility/2006">
              <mc:Choice xmlns:v="urn:schemas-microsoft-com:vml" Requires="v">
                <p:oleObj spid="_x0000_s10319" name="Equation" r:id="rId5" imgW="266400" imgH="279360" progId="Equation.3">
                  <p:embed/>
                </p:oleObj>
              </mc:Choice>
              <mc:Fallback>
                <p:oleObj name="Equation" r:id="rId5" imgW="266400" imgH="2793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676400"/>
                        <a:ext cx="265113"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8" name="Object 50"/>
          <p:cNvGraphicFramePr>
            <a:graphicFrameLocks noChangeAspect="1"/>
          </p:cNvGraphicFramePr>
          <p:nvPr/>
        </p:nvGraphicFramePr>
        <p:xfrm>
          <a:off x="3124200" y="1600200"/>
          <a:ext cx="279400" cy="381000"/>
        </p:xfrm>
        <a:graphic>
          <a:graphicData uri="http://schemas.openxmlformats.org/presentationml/2006/ole">
            <mc:AlternateContent xmlns:mc="http://schemas.openxmlformats.org/markup-compatibility/2006">
              <mc:Choice xmlns:v="urn:schemas-microsoft-com:vml" Requires="v">
                <p:oleObj spid="_x0000_s10320" name="Equation" r:id="rId7" imgW="279360" imgH="380880" progId="Equation.3">
                  <p:embed/>
                </p:oleObj>
              </mc:Choice>
              <mc:Fallback>
                <p:oleObj name="Equation" r:id="rId7" imgW="279360" imgH="3808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4200" y="1600200"/>
                        <a:ext cx="2794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9" name="Object 51"/>
          <p:cNvGraphicFramePr>
            <a:graphicFrameLocks noChangeAspect="1"/>
          </p:cNvGraphicFramePr>
          <p:nvPr/>
        </p:nvGraphicFramePr>
        <p:xfrm>
          <a:off x="1066800" y="2133600"/>
          <a:ext cx="419100" cy="469900"/>
        </p:xfrm>
        <a:graphic>
          <a:graphicData uri="http://schemas.openxmlformats.org/presentationml/2006/ole">
            <mc:AlternateContent xmlns:mc="http://schemas.openxmlformats.org/markup-compatibility/2006">
              <mc:Choice xmlns:v="urn:schemas-microsoft-com:vml" Requires="v">
                <p:oleObj spid="_x0000_s10321" name="Equation" r:id="rId9" imgW="419040" imgH="469800" progId="Equation.3">
                  <p:embed/>
                </p:oleObj>
              </mc:Choice>
              <mc:Fallback>
                <p:oleObj name="Equation" r:id="rId9" imgW="419040" imgH="4698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6800" y="21336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0" name="Object 52"/>
          <p:cNvGraphicFramePr>
            <a:graphicFrameLocks noChangeAspect="1"/>
          </p:cNvGraphicFramePr>
          <p:nvPr/>
        </p:nvGraphicFramePr>
        <p:xfrm>
          <a:off x="1066800" y="2743200"/>
          <a:ext cx="341313" cy="469900"/>
        </p:xfrm>
        <a:graphic>
          <a:graphicData uri="http://schemas.openxmlformats.org/presentationml/2006/ole">
            <mc:AlternateContent xmlns:mc="http://schemas.openxmlformats.org/markup-compatibility/2006">
              <mc:Choice xmlns:v="urn:schemas-microsoft-com:vml" Requires="v">
                <p:oleObj spid="_x0000_s10322" name="Equation" r:id="rId11" imgW="342720" imgH="469800" progId="Equation.3">
                  <p:embed/>
                </p:oleObj>
              </mc:Choice>
              <mc:Fallback>
                <p:oleObj name="Equation" r:id="rId11" imgW="342720" imgH="469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66800" y="27432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53"/>
          <p:cNvGraphicFramePr>
            <a:graphicFrameLocks noChangeAspect="1"/>
          </p:cNvGraphicFramePr>
          <p:nvPr/>
        </p:nvGraphicFramePr>
        <p:xfrm>
          <a:off x="1066800" y="3352800"/>
          <a:ext cx="392113" cy="469900"/>
        </p:xfrm>
        <a:graphic>
          <a:graphicData uri="http://schemas.openxmlformats.org/presentationml/2006/ole">
            <mc:AlternateContent xmlns:mc="http://schemas.openxmlformats.org/markup-compatibility/2006">
              <mc:Choice xmlns:v="urn:schemas-microsoft-com:vml" Requires="v">
                <p:oleObj spid="_x0000_s10323" name="Equation" r:id="rId13" imgW="393480" imgH="469800" progId="Equation.3">
                  <p:embed/>
                </p:oleObj>
              </mc:Choice>
              <mc:Fallback>
                <p:oleObj name="Equation" r:id="rId13" imgW="393480" imgH="469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66800" y="3352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2" name="Object 54"/>
          <p:cNvGraphicFramePr>
            <a:graphicFrameLocks noChangeAspect="1"/>
          </p:cNvGraphicFramePr>
          <p:nvPr/>
        </p:nvGraphicFramePr>
        <p:xfrm>
          <a:off x="1066800" y="3962400"/>
          <a:ext cx="392113" cy="469900"/>
        </p:xfrm>
        <a:graphic>
          <a:graphicData uri="http://schemas.openxmlformats.org/presentationml/2006/ole">
            <mc:AlternateContent xmlns:mc="http://schemas.openxmlformats.org/markup-compatibility/2006">
              <mc:Choice xmlns:v="urn:schemas-microsoft-com:vml" Requires="v">
                <p:oleObj spid="_x0000_s10324" name="Equation" r:id="rId15" imgW="393480" imgH="469800" progId="Equation.3">
                  <p:embed/>
                </p:oleObj>
              </mc:Choice>
              <mc:Fallback>
                <p:oleObj name="Equation" r:id="rId15" imgW="393480" imgH="4698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66800" y="39624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3" name="Object 55"/>
          <p:cNvGraphicFramePr>
            <a:graphicFrameLocks noChangeAspect="1"/>
          </p:cNvGraphicFramePr>
          <p:nvPr/>
        </p:nvGraphicFramePr>
        <p:xfrm>
          <a:off x="1066800" y="4572000"/>
          <a:ext cx="419100" cy="469900"/>
        </p:xfrm>
        <a:graphic>
          <a:graphicData uri="http://schemas.openxmlformats.org/presentationml/2006/ole">
            <mc:AlternateContent xmlns:mc="http://schemas.openxmlformats.org/markup-compatibility/2006">
              <mc:Choice xmlns:v="urn:schemas-microsoft-com:vml" Requires="v">
                <p:oleObj spid="_x0000_s10325" name="Equation" r:id="rId17" imgW="419040" imgH="469800" progId="Equation.3">
                  <p:embed/>
                </p:oleObj>
              </mc:Choice>
              <mc:Fallback>
                <p:oleObj name="Equation" r:id="rId17" imgW="419040" imgH="4698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66800" y="45720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15" name="Line 56"/>
          <p:cNvSpPr>
            <a:spLocks noChangeShapeType="1"/>
          </p:cNvSpPr>
          <p:nvPr/>
        </p:nvSpPr>
        <p:spPr bwMode="auto">
          <a:xfrm flipV="1">
            <a:off x="838200" y="5105400"/>
            <a:ext cx="2819400" cy="0"/>
          </a:xfrm>
          <a:prstGeom prst="line">
            <a:avLst/>
          </a:prstGeom>
          <a:noFill/>
          <a:ln w="9525">
            <a:solidFill>
              <a:schemeClr val="tx1"/>
            </a:solidFill>
            <a:round/>
            <a:headEnd/>
            <a:tailEnd/>
          </a:ln>
        </p:spPr>
        <p:txBody>
          <a:bodyPr wrap="none" anchor="ctr"/>
          <a:lstStyle/>
          <a:p>
            <a:endParaRPr lang="en-US"/>
          </a:p>
        </p:txBody>
      </p:sp>
      <p:graphicFrame>
        <p:nvGraphicFramePr>
          <p:cNvPr id="36874" name="Object 57"/>
          <p:cNvGraphicFramePr>
            <a:graphicFrameLocks noChangeAspect="1"/>
          </p:cNvGraphicFramePr>
          <p:nvPr/>
        </p:nvGraphicFramePr>
        <p:xfrm>
          <a:off x="1066800" y="5181600"/>
          <a:ext cx="404813" cy="469900"/>
        </p:xfrm>
        <a:graphic>
          <a:graphicData uri="http://schemas.openxmlformats.org/presentationml/2006/ole">
            <mc:AlternateContent xmlns:mc="http://schemas.openxmlformats.org/markup-compatibility/2006">
              <mc:Choice xmlns:v="urn:schemas-microsoft-com:vml" Requires="v">
                <p:oleObj spid="_x0000_s10326" name="Equation" r:id="rId19" imgW="406080" imgH="469800" progId="Equation.3">
                  <p:embed/>
                </p:oleObj>
              </mc:Choice>
              <mc:Fallback>
                <p:oleObj name="Equation" r:id="rId19" imgW="406080" imgH="4698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66800" y="51816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5" name="Object 58"/>
          <p:cNvGraphicFramePr>
            <a:graphicFrameLocks noChangeAspect="1"/>
          </p:cNvGraphicFramePr>
          <p:nvPr/>
        </p:nvGraphicFramePr>
        <p:xfrm>
          <a:off x="2057400" y="2133600"/>
          <a:ext cx="341313" cy="469900"/>
        </p:xfrm>
        <a:graphic>
          <a:graphicData uri="http://schemas.openxmlformats.org/presentationml/2006/ole">
            <mc:AlternateContent xmlns:mc="http://schemas.openxmlformats.org/markup-compatibility/2006">
              <mc:Choice xmlns:v="urn:schemas-microsoft-com:vml" Requires="v">
                <p:oleObj spid="_x0000_s10327" name="Equation" r:id="rId21" imgW="342720" imgH="469800" progId="Equation.3">
                  <p:embed/>
                </p:oleObj>
              </mc:Choice>
              <mc:Fallback>
                <p:oleObj name="Equation" r:id="rId21" imgW="342720" imgH="4698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57400" y="2133600"/>
                        <a:ext cx="3413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6" name="Object 59"/>
          <p:cNvGraphicFramePr>
            <a:graphicFrameLocks noChangeAspect="1"/>
          </p:cNvGraphicFramePr>
          <p:nvPr/>
        </p:nvGraphicFramePr>
        <p:xfrm>
          <a:off x="3016250" y="2133600"/>
          <a:ext cx="404813" cy="469900"/>
        </p:xfrm>
        <a:graphic>
          <a:graphicData uri="http://schemas.openxmlformats.org/presentationml/2006/ole">
            <mc:AlternateContent xmlns:mc="http://schemas.openxmlformats.org/markup-compatibility/2006">
              <mc:Choice xmlns:v="urn:schemas-microsoft-com:vml" Requires="v">
                <p:oleObj spid="_x0000_s10328" name="Equation" r:id="rId22" imgW="406080" imgH="469800" progId="Equation.3">
                  <p:embed/>
                </p:oleObj>
              </mc:Choice>
              <mc:Fallback>
                <p:oleObj name="Equation" r:id="rId22" imgW="406080" imgH="4698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16250" y="21336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7" name="Object 60"/>
          <p:cNvGraphicFramePr>
            <a:graphicFrameLocks noChangeAspect="1"/>
          </p:cNvGraphicFramePr>
          <p:nvPr/>
        </p:nvGraphicFramePr>
        <p:xfrm>
          <a:off x="2057400" y="2743200"/>
          <a:ext cx="404813" cy="469900"/>
        </p:xfrm>
        <a:graphic>
          <a:graphicData uri="http://schemas.openxmlformats.org/presentationml/2006/ole">
            <mc:AlternateContent xmlns:mc="http://schemas.openxmlformats.org/markup-compatibility/2006">
              <mc:Choice xmlns:v="urn:schemas-microsoft-com:vml" Requires="v">
                <p:oleObj spid="_x0000_s10329" name="Equation" r:id="rId23" imgW="406080" imgH="469800" progId="Equation.3">
                  <p:embed/>
                </p:oleObj>
              </mc:Choice>
              <mc:Fallback>
                <p:oleObj name="Equation" r:id="rId23" imgW="406080" imgH="4698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057400" y="27432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8" name="Object 61"/>
          <p:cNvGraphicFramePr>
            <a:graphicFrameLocks noChangeAspect="1"/>
          </p:cNvGraphicFramePr>
          <p:nvPr/>
        </p:nvGraphicFramePr>
        <p:xfrm>
          <a:off x="3048000" y="2743200"/>
          <a:ext cx="392113" cy="469900"/>
        </p:xfrm>
        <a:graphic>
          <a:graphicData uri="http://schemas.openxmlformats.org/presentationml/2006/ole">
            <mc:AlternateContent xmlns:mc="http://schemas.openxmlformats.org/markup-compatibility/2006">
              <mc:Choice xmlns:v="urn:schemas-microsoft-com:vml" Requires="v">
                <p:oleObj spid="_x0000_s10330" name="Equation" r:id="rId24" imgW="393480" imgH="469800" progId="Equation.3">
                  <p:embed/>
                </p:oleObj>
              </mc:Choice>
              <mc:Fallback>
                <p:oleObj name="Equation" r:id="rId24" imgW="393480" imgH="46980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48000" y="27432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9" name="Object 62"/>
          <p:cNvGraphicFramePr>
            <a:graphicFrameLocks noChangeAspect="1"/>
          </p:cNvGraphicFramePr>
          <p:nvPr/>
        </p:nvGraphicFramePr>
        <p:xfrm>
          <a:off x="1981200" y="3276600"/>
          <a:ext cx="419100" cy="533400"/>
        </p:xfrm>
        <a:graphic>
          <a:graphicData uri="http://schemas.openxmlformats.org/presentationml/2006/ole">
            <mc:AlternateContent xmlns:mc="http://schemas.openxmlformats.org/markup-compatibility/2006">
              <mc:Choice xmlns:v="urn:schemas-microsoft-com:vml" Requires="v">
                <p:oleObj spid="_x0000_s10331" name="Equation" r:id="rId25" imgW="380880" imgH="482400" progId="Equation.3">
                  <p:embed/>
                </p:oleObj>
              </mc:Choice>
              <mc:Fallback>
                <p:oleObj name="Equation" r:id="rId25" imgW="380880" imgH="48240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81200" y="3276600"/>
                        <a:ext cx="4191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0" name="Object 63"/>
          <p:cNvGraphicFramePr>
            <a:graphicFrameLocks noChangeAspect="1"/>
          </p:cNvGraphicFramePr>
          <p:nvPr/>
        </p:nvGraphicFramePr>
        <p:xfrm>
          <a:off x="3048000" y="3352800"/>
          <a:ext cx="392113" cy="469900"/>
        </p:xfrm>
        <a:graphic>
          <a:graphicData uri="http://schemas.openxmlformats.org/presentationml/2006/ole">
            <mc:AlternateContent xmlns:mc="http://schemas.openxmlformats.org/markup-compatibility/2006">
              <mc:Choice xmlns:v="urn:schemas-microsoft-com:vml" Requires="v">
                <p:oleObj spid="_x0000_s10332" name="Equation" r:id="rId27" imgW="393480" imgH="469800" progId="Equation.3">
                  <p:embed/>
                </p:oleObj>
              </mc:Choice>
              <mc:Fallback>
                <p:oleObj name="Equation" r:id="rId27" imgW="393480" imgH="469800"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48000" y="3352800"/>
                        <a:ext cx="3921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1" name="Object 64"/>
          <p:cNvGraphicFramePr>
            <a:graphicFrameLocks noChangeAspect="1"/>
          </p:cNvGraphicFramePr>
          <p:nvPr/>
        </p:nvGraphicFramePr>
        <p:xfrm>
          <a:off x="1981200" y="3962400"/>
          <a:ext cx="419100" cy="469900"/>
        </p:xfrm>
        <a:graphic>
          <a:graphicData uri="http://schemas.openxmlformats.org/presentationml/2006/ole">
            <mc:AlternateContent xmlns:mc="http://schemas.openxmlformats.org/markup-compatibility/2006">
              <mc:Choice xmlns:v="urn:schemas-microsoft-com:vml" Requires="v">
                <p:oleObj spid="_x0000_s10333" name="Equation" r:id="rId28" imgW="419040" imgH="469800" progId="Equation.3">
                  <p:embed/>
                </p:oleObj>
              </mc:Choice>
              <mc:Fallback>
                <p:oleObj name="Equation" r:id="rId28" imgW="419040" imgH="469800"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81200" y="3962400"/>
                        <a:ext cx="4191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2" name="Object 65"/>
          <p:cNvGraphicFramePr>
            <a:graphicFrameLocks noChangeAspect="1"/>
          </p:cNvGraphicFramePr>
          <p:nvPr/>
        </p:nvGraphicFramePr>
        <p:xfrm>
          <a:off x="2971800" y="3962400"/>
          <a:ext cx="404813" cy="469900"/>
        </p:xfrm>
        <a:graphic>
          <a:graphicData uri="http://schemas.openxmlformats.org/presentationml/2006/ole">
            <mc:AlternateContent xmlns:mc="http://schemas.openxmlformats.org/markup-compatibility/2006">
              <mc:Choice xmlns:v="urn:schemas-microsoft-com:vml" Requires="v">
                <p:oleObj spid="_x0000_s10334" name="Equation" r:id="rId29" imgW="406080" imgH="469800" progId="Equation.3">
                  <p:embed/>
                </p:oleObj>
              </mc:Choice>
              <mc:Fallback>
                <p:oleObj name="Equation" r:id="rId2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1800" y="39624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6916" name="Group 76"/>
          <p:cNvGrpSpPr>
            <a:grpSpLocks/>
          </p:cNvGrpSpPr>
          <p:nvPr/>
        </p:nvGrpSpPr>
        <p:grpSpPr bwMode="auto">
          <a:xfrm>
            <a:off x="3352800" y="3733800"/>
            <a:ext cx="5638800" cy="2832100"/>
            <a:chOff x="1488" y="1960"/>
            <a:chExt cx="4167" cy="2008"/>
          </a:xfrm>
        </p:grpSpPr>
        <p:sp>
          <p:nvSpPr>
            <p:cNvPr id="36920" name="Oval 5"/>
            <p:cNvSpPr>
              <a:spLocks noChangeArrowheads="1"/>
            </p:cNvSpPr>
            <p:nvPr/>
          </p:nvSpPr>
          <p:spPr bwMode="auto">
            <a:xfrm>
              <a:off x="1872" y="3536"/>
              <a:ext cx="336" cy="336"/>
            </a:xfrm>
            <a:prstGeom prst="ellipse">
              <a:avLst/>
            </a:prstGeom>
            <a:noFill/>
            <a:ln w="9525">
              <a:solidFill>
                <a:schemeClr val="tx1"/>
              </a:solidFill>
              <a:round/>
              <a:headEnd/>
              <a:tailEnd/>
            </a:ln>
          </p:spPr>
          <p:txBody>
            <a:bodyPr wrap="none" anchor="ctr"/>
            <a:lstStyle/>
            <a:p>
              <a:endParaRPr lang="en-US"/>
            </a:p>
          </p:txBody>
        </p:sp>
        <p:sp>
          <p:nvSpPr>
            <p:cNvPr id="36921" name="Oval 6"/>
            <p:cNvSpPr>
              <a:spLocks noChangeArrowheads="1"/>
            </p:cNvSpPr>
            <p:nvPr/>
          </p:nvSpPr>
          <p:spPr bwMode="auto">
            <a:xfrm>
              <a:off x="3504" y="3536"/>
              <a:ext cx="336" cy="336"/>
            </a:xfrm>
            <a:prstGeom prst="ellipse">
              <a:avLst/>
            </a:prstGeom>
            <a:noFill/>
            <a:ln w="9525">
              <a:solidFill>
                <a:schemeClr val="tx1"/>
              </a:solidFill>
              <a:round/>
              <a:headEnd/>
              <a:tailEnd/>
            </a:ln>
          </p:spPr>
          <p:txBody>
            <a:bodyPr wrap="none" anchor="ctr"/>
            <a:lstStyle/>
            <a:p>
              <a:endParaRPr lang="en-US"/>
            </a:p>
          </p:txBody>
        </p:sp>
        <p:sp>
          <p:nvSpPr>
            <p:cNvPr id="36922" name="Oval 7"/>
            <p:cNvSpPr>
              <a:spLocks noChangeArrowheads="1"/>
            </p:cNvSpPr>
            <p:nvPr/>
          </p:nvSpPr>
          <p:spPr bwMode="auto">
            <a:xfrm>
              <a:off x="4320" y="3536"/>
              <a:ext cx="336" cy="336"/>
            </a:xfrm>
            <a:prstGeom prst="ellipse">
              <a:avLst/>
            </a:prstGeom>
            <a:noFill/>
            <a:ln w="9525">
              <a:solidFill>
                <a:schemeClr val="tx1"/>
              </a:solidFill>
              <a:round/>
              <a:headEnd/>
              <a:tailEnd/>
            </a:ln>
          </p:spPr>
          <p:txBody>
            <a:bodyPr wrap="none" anchor="ctr"/>
            <a:lstStyle/>
            <a:p>
              <a:endParaRPr lang="en-US"/>
            </a:p>
          </p:txBody>
        </p:sp>
        <p:sp>
          <p:nvSpPr>
            <p:cNvPr id="36923" name="Oval 8"/>
            <p:cNvSpPr>
              <a:spLocks noChangeArrowheads="1"/>
            </p:cNvSpPr>
            <p:nvPr/>
          </p:nvSpPr>
          <p:spPr bwMode="auto">
            <a:xfrm>
              <a:off x="5184" y="3536"/>
              <a:ext cx="336" cy="336"/>
            </a:xfrm>
            <a:prstGeom prst="ellipse">
              <a:avLst/>
            </a:prstGeom>
            <a:noFill/>
            <a:ln w="9525">
              <a:solidFill>
                <a:schemeClr val="tx1"/>
              </a:solidFill>
              <a:round/>
              <a:headEnd/>
              <a:tailEnd/>
            </a:ln>
          </p:spPr>
          <p:txBody>
            <a:bodyPr wrap="none" anchor="ctr"/>
            <a:lstStyle/>
            <a:p>
              <a:endParaRPr lang="en-US"/>
            </a:p>
          </p:txBody>
        </p:sp>
        <p:sp>
          <p:nvSpPr>
            <p:cNvPr id="36924" name="Line 9"/>
            <p:cNvSpPr>
              <a:spLocks noChangeShapeType="1"/>
            </p:cNvSpPr>
            <p:nvPr/>
          </p:nvSpPr>
          <p:spPr bwMode="auto">
            <a:xfrm>
              <a:off x="1488" y="3744"/>
              <a:ext cx="384" cy="0"/>
            </a:xfrm>
            <a:prstGeom prst="line">
              <a:avLst/>
            </a:prstGeom>
            <a:noFill/>
            <a:ln w="9525">
              <a:solidFill>
                <a:schemeClr val="tx1"/>
              </a:solidFill>
              <a:round/>
              <a:headEnd/>
              <a:tailEnd type="triangle" w="lg" len="lg"/>
            </a:ln>
          </p:spPr>
          <p:txBody>
            <a:bodyPr wrap="none" anchor="ctr"/>
            <a:lstStyle/>
            <a:p>
              <a:endParaRPr lang="en-US"/>
            </a:p>
          </p:txBody>
        </p:sp>
        <p:sp>
          <p:nvSpPr>
            <p:cNvPr id="36925" name="Line 10"/>
            <p:cNvSpPr>
              <a:spLocks noChangeShapeType="1"/>
            </p:cNvSpPr>
            <p:nvPr/>
          </p:nvSpPr>
          <p:spPr bwMode="auto">
            <a:xfrm>
              <a:off x="3024" y="3728"/>
              <a:ext cx="480" cy="0"/>
            </a:xfrm>
            <a:prstGeom prst="line">
              <a:avLst/>
            </a:prstGeom>
            <a:noFill/>
            <a:ln w="9525">
              <a:solidFill>
                <a:schemeClr val="tx1"/>
              </a:solidFill>
              <a:round/>
              <a:headEnd/>
              <a:tailEnd type="triangle" w="lg" len="lg"/>
            </a:ln>
          </p:spPr>
          <p:txBody>
            <a:bodyPr wrap="none" anchor="ctr"/>
            <a:lstStyle/>
            <a:p>
              <a:endParaRPr lang="en-US"/>
            </a:p>
          </p:txBody>
        </p:sp>
        <p:sp>
          <p:nvSpPr>
            <p:cNvPr id="36926" name="Line 11"/>
            <p:cNvSpPr>
              <a:spLocks noChangeShapeType="1"/>
            </p:cNvSpPr>
            <p:nvPr/>
          </p:nvSpPr>
          <p:spPr bwMode="auto">
            <a:xfrm>
              <a:off x="3840" y="3728"/>
              <a:ext cx="480" cy="0"/>
            </a:xfrm>
            <a:prstGeom prst="line">
              <a:avLst/>
            </a:prstGeom>
            <a:noFill/>
            <a:ln w="9525">
              <a:solidFill>
                <a:schemeClr val="tx1"/>
              </a:solidFill>
              <a:round/>
              <a:headEnd/>
              <a:tailEnd type="triangle" w="lg" len="lg"/>
            </a:ln>
          </p:spPr>
          <p:txBody>
            <a:bodyPr wrap="none" anchor="ctr"/>
            <a:lstStyle/>
            <a:p>
              <a:endParaRPr lang="en-US"/>
            </a:p>
          </p:txBody>
        </p:sp>
        <p:sp>
          <p:nvSpPr>
            <p:cNvPr id="36927" name="Line 12"/>
            <p:cNvSpPr>
              <a:spLocks noChangeShapeType="1"/>
            </p:cNvSpPr>
            <p:nvPr/>
          </p:nvSpPr>
          <p:spPr bwMode="auto">
            <a:xfrm>
              <a:off x="4656" y="3728"/>
              <a:ext cx="432"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6888" name="Object 13"/>
            <p:cNvGraphicFramePr>
              <a:graphicFrameLocks noChangeAspect="1"/>
            </p:cNvGraphicFramePr>
            <p:nvPr/>
          </p:nvGraphicFramePr>
          <p:xfrm>
            <a:off x="1920" y="3536"/>
            <a:ext cx="264" cy="296"/>
          </p:xfrm>
          <a:graphic>
            <a:graphicData uri="http://schemas.openxmlformats.org/presentationml/2006/ole">
              <mc:AlternateContent xmlns:mc="http://schemas.openxmlformats.org/markup-compatibility/2006">
                <mc:Choice xmlns:v="urn:schemas-microsoft-com:vml" Requires="v">
                  <p:oleObj spid="_x0000_s10335" name="Equation" r:id="rId30" imgW="419040" imgH="469800" progId="Equation.3">
                    <p:embed/>
                  </p:oleObj>
                </mc:Choice>
                <mc:Fallback>
                  <p:oleObj name="Equation" r:id="rId30" imgW="419040" imgH="469800" progId="Equation.3">
                    <p:embed/>
                    <p:pic>
                      <p:nvPicPr>
                        <p:cNvPr id="0" name=""/>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20" y="3536"/>
                          <a:ext cx="264"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28" name="Oval 14"/>
            <p:cNvSpPr>
              <a:spLocks noChangeArrowheads="1"/>
            </p:cNvSpPr>
            <p:nvPr/>
          </p:nvSpPr>
          <p:spPr bwMode="auto">
            <a:xfrm>
              <a:off x="2688" y="3536"/>
              <a:ext cx="336" cy="336"/>
            </a:xfrm>
            <a:prstGeom prst="ellipse">
              <a:avLst/>
            </a:prstGeom>
            <a:noFill/>
            <a:ln w="9525">
              <a:solidFill>
                <a:schemeClr val="tx1"/>
              </a:solidFill>
              <a:round/>
              <a:headEnd/>
              <a:tailEnd/>
            </a:ln>
          </p:spPr>
          <p:txBody>
            <a:bodyPr wrap="none" anchor="ctr"/>
            <a:lstStyle/>
            <a:p>
              <a:endParaRPr lang="en-US"/>
            </a:p>
          </p:txBody>
        </p:sp>
        <p:graphicFrame>
          <p:nvGraphicFramePr>
            <p:cNvPr id="36889" name="Object 15"/>
            <p:cNvGraphicFramePr>
              <a:graphicFrameLocks noChangeAspect="1"/>
            </p:cNvGraphicFramePr>
            <p:nvPr/>
          </p:nvGraphicFramePr>
          <p:xfrm>
            <a:off x="2760" y="3536"/>
            <a:ext cx="215" cy="296"/>
          </p:xfrm>
          <a:graphic>
            <a:graphicData uri="http://schemas.openxmlformats.org/presentationml/2006/ole">
              <mc:AlternateContent xmlns:mc="http://schemas.openxmlformats.org/markup-compatibility/2006">
                <mc:Choice xmlns:v="urn:schemas-microsoft-com:vml" Requires="v">
                  <p:oleObj spid="_x0000_s10336" name="Equation" r:id="rId31" imgW="342720" imgH="469800" progId="Equation.3">
                    <p:embed/>
                  </p:oleObj>
                </mc:Choice>
                <mc:Fallback>
                  <p:oleObj name="Equation" r:id="rId31" imgW="342720" imgH="469800" progId="Equation.3">
                    <p:embed/>
                    <p:pic>
                      <p:nvPicPr>
                        <p:cNvPr id="0" name=""/>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60" y="3536"/>
                          <a:ext cx="215"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0" name="Object 16"/>
            <p:cNvGraphicFramePr>
              <a:graphicFrameLocks noChangeAspect="1"/>
            </p:cNvGraphicFramePr>
            <p:nvPr/>
          </p:nvGraphicFramePr>
          <p:xfrm>
            <a:off x="3560" y="3536"/>
            <a:ext cx="247" cy="296"/>
          </p:xfrm>
          <a:graphic>
            <a:graphicData uri="http://schemas.openxmlformats.org/presentationml/2006/ole">
              <mc:AlternateContent xmlns:mc="http://schemas.openxmlformats.org/markup-compatibility/2006">
                <mc:Choice xmlns:v="urn:schemas-microsoft-com:vml" Requires="v">
                  <p:oleObj spid="_x0000_s10337" name="Equation" r:id="rId32" imgW="393480" imgH="469800" progId="Equation.3">
                    <p:embed/>
                  </p:oleObj>
                </mc:Choice>
                <mc:Fallback>
                  <p:oleObj name="Equation" r:id="rId32" imgW="393480" imgH="469800" progId="Equation.3">
                    <p:embed/>
                    <p:pic>
                      <p:nvPicPr>
                        <p:cNvPr id="0" name=""/>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60" y="3536"/>
                          <a:ext cx="247"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1" name="Object 17"/>
            <p:cNvGraphicFramePr>
              <a:graphicFrameLocks noChangeAspect="1"/>
            </p:cNvGraphicFramePr>
            <p:nvPr/>
          </p:nvGraphicFramePr>
          <p:xfrm>
            <a:off x="4376" y="3536"/>
            <a:ext cx="247" cy="296"/>
          </p:xfrm>
          <a:graphic>
            <a:graphicData uri="http://schemas.openxmlformats.org/presentationml/2006/ole">
              <mc:AlternateContent xmlns:mc="http://schemas.openxmlformats.org/markup-compatibility/2006">
                <mc:Choice xmlns:v="urn:schemas-microsoft-com:vml" Requires="v">
                  <p:oleObj spid="_x0000_s10338" name="Equation" r:id="rId33" imgW="393480" imgH="469800" progId="Equation.3">
                    <p:embed/>
                  </p:oleObj>
                </mc:Choice>
                <mc:Fallback>
                  <p:oleObj name="Equation" r:id="rId33" imgW="393480" imgH="469800" progId="Equation.3">
                    <p:embed/>
                    <p:pic>
                      <p:nvPicPr>
                        <p:cNvPr id="0" name=""/>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76" y="3536"/>
                          <a:ext cx="247"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2" name="Object 18"/>
            <p:cNvGraphicFramePr>
              <a:graphicFrameLocks noChangeAspect="1"/>
            </p:cNvGraphicFramePr>
            <p:nvPr/>
          </p:nvGraphicFramePr>
          <p:xfrm>
            <a:off x="5232" y="3536"/>
            <a:ext cx="264" cy="296"/>
          </p:xfrm>
          <a:graphic>
            <a:graphicData uri="http://schemas.openxmlformats.org/presentationml/2006/ole">
              <mc:AlternateContent xmlns:mc="http://schemas.openxmlformats.org/markup-compatibility/2006">
                <mc:Choice xmlns:v="urn:schemas-microsoft-com:vml" Requires="v">
                  <p:oleObj spid="_x0000_s10339" name="Equation" r:id="rId34" imgW="419040" imgH="469800" progId="Equation.3">
                    <p:embed/>
                  </p:oleObj>
                </mc:Choice>
                <mc:Fallback>
                  <p:oleObj name="Equation" r:id="rId34" imgW="419040" imgH="469800" progId="Equation.3">
                    <p:embed/>
                    <p:pic>
                      <p:nvPicPr>
                        <p:cNvPr id="0" name=""/>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232" y="3536"/>
                          <a:ext cx="264"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29" name="Line 19"/>
            <p:cNvSpPr>
              <a:spLocks noChangeShapeType="1"/>
            </p:cNvSpPr>
            <p:nvPr/>
          </p:nvSpPr>
          <p:spPr bwMode="auto">
            <a:xfrm>
              <a:off x="2208" y="3728"/>
              <a:ext cx="480" cy="0"/>
            </a:xfrm>
            <a:prstGeom prst="line">
              <a:avLst/>
            </a:prstGeom>
            <a:noFill/>
            <a:ln w="9525">
              <a:solidFill>
                <a:schemeClr val="tx1"/>
              </a:solidFill>
              <a:round/>
              <a:headEnd/>
              <a:tailEnd type="triangle" w="lg" len="lg"/>
            </a:ln>
          </p:spPr>
          <p:txBody>
            <a:bodyPr wrap="none" anchor="ctr"/>
            <a:lstStyle/>
            <a:p>
              <a:endParaRPr lang="en-US"/>
            </a:p>
          </p:txBody>
        </p:sp>
        <p:graphicFrame>
          <p:nvGraphicFramePr>
            <p:cNvPr id="36893" name="Object 20"/>
            <p:cNvGraphicFramePr>
              <a:graphicFrameLocks noChangeAspect="1"/>
            </p:cNvGraphicFramePr>
            <p:nvPr/>
          </p:nvGraphicFramePr>
          <p:xfrm>
            <a:off x="2352" y="3536"/>
            <a:ext cx="167" cy="176"/>
          </p:xfrm>
          <a:graphic>
            <a:graphicData uri="http://schemas.openxmlformats.org/presentationml/2006/ole">
              <mc:AlternateContent xmlns:mc="http://schemas.openxmlformats.org/markup-compatibility/2006">
                <mc:Choice xmlns:v="urn:schemas-microsoft-com:vml" Requires="v">
                  <p:oleObj spid="_x0000_s10340" name="Equation" r:id="rId35" imgW="266400" imgH="279360" progId="Equation.3">
                    <p:embed/>
                  </p:oleObj>
                </mc:Choice>
                <mc:Fallback>
                  <p:oleObj name="Equation" r:id="rId35" imgW="266400" imgH="27936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2" y="3536"/>
                          <a:ext cx="167"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4" name="Object 21"/>
            <p:cNvGraphicFramePr>
              <a:graphicFrameLocks noChangeAspect="1"/>
            </p:cNvGraphicFramePr>
            <p:nvPr/>
          </p:nvGraphicFramePr>
          <p:xfrm>
            <a:off x="3168" y="3488"/>
            <a:ext cx="176" cy="240"/>
          </p:xfrm>
          <a:graphic>
            <a:graphicData uri="http://schemas.openxmlformats.org/presentationml/2006/ole">
              <mc:AlternateContent xmlns:mc="http://schemas.openxmlformats.org/markup-compatibility/2006">
                <mc:Choice xmlns:v="urn:schemas-microsoft-com:vml" Requires="v">
                  <p:oleObj spid="_x0000_s10341" name="Equation" r:id="rId36" imgW="279360" imgH="380880" progId="Equation.3">
                    <p:embed/>
                  </p:oleObj>
                </mc:Choice>
                <mc:Fallback>
                  <p:oleObj name="Equation" r:id="rId36" imgW="279360" imgH="38088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68" y="3488"/>
                          <a:ext cx="17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5" name="Object 22"/>
            <p:cNvGraphicFramePr>
              <a:graphicFrameLocks noChangeAspect="1"/>
            </p:cNvGraphicFramePr>
            <p:nvPr/>
          </p:nvGraphicFramePr>
          <p:xfrm>
            <a:off x="3984" y="3488"/>
            <a:ext cx="176" cy="240"/>
          </p:xfrm>
          <a:graphic>
            <a:graphicData uri="http://schemas.openxmlformats.org/presentationml/2006/ole">
              <mc:AlternateContent xmlns:mc="http://schemas.openxmlformats.org/markup-compatibility/2006">
                <mc:Choice xmlns:v="urn:schemas-microsoft-com:vml" Requires="v">
                  <p:oleObj spid="_x0000_s10342" name="Equation" r:id="rId37" imgW="279360" imgH="380880" progId="Equation.3">
                    <p:embed/>
                  </p:oleObj>
                </mc:Choice>
                <mc:Fallback>
                  <p:oleObj name="Equation" r:id="rId37" imgW="279360" imgH="38088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84" y="3488"/>
                          <a:ext cx="17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6" name="Object 23"/>
            <p:cNvGraphicFramePr>
              <a:graphicFrameLocks noChangeAspect="1"/>
            </p:cNvGraphicFramePr>
            <p:nvPr/>
          </p:nvGraphicFramePr>
          <p:xfrm>
            <a:off x="4800" y="3536"/>
            <a:ext cx="167" cy="176"/>
          </p:xfrm>
          <a:graphic>
            <a:graphicData uri="http://schemas.openxmlformats.org/presentationml/2006/ole">
              <mc:AlternateContent xmlns:mc="http://schemas.openxmlformats.org/markup-compatibility/2006">
                <mc:Choice xmlns:v="urn:schemas-microsoft-com:vml" Requires="v">
                  <p:oleObj spid="_x0000_s10343" name="Equation" r:id="rId38" imgW="266400" imgH="279360" progId="Equation.3">
                    <p:embed/>
                  </p:oleObj>
                </mc:Choice>
                <mc:Fallback>
                  <p:oleObj name="Equation" r:id="rId38" imgW="266400" imgH="27936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 y="3536"/>
                          <a:ext cx="167"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30" name="Oval 24"/>
            <p:cNvSpPr>
              <a:spLocks noChangeArrowheads="1"/>
            </p:cNvSpPr>
            <p:nvPr/>
          </p:nvSpPr>
          <p:spPr bwMode="auto">
            <a:xfrm>
              <a:off x="4808" y="2728"/>
              <a:ext cx="336" cy="336"/>
            </a:xfrm>
            <a:prstGeom prst="ellipse">
              <a:avLst/>
            </a:prstGeom>
            <a:noFill/>
            <a:ln w="9525">
              <a:solidFill>
                <a:schemeClr val="tx1"/>
              </a:solidFill>
              <a:round/>
              <a:headEnd/>
              <a:tailEnd/>
            </a:ln>
          </p:spPr>
          <p:txBody>
            <a:bodyPr wrap="none" anchor="ctr"/>
            <a:lstStyle/>
            <a:p>
              <a:endParaRPr lang="en-US"/>
            </a:p>
          </p:txBody>
        </p:sp>
        <p:graphicFrame>
          <p:nvGraphicFramePr>
            <p:cNvPr id="36897" name="Object 25"/>
            <p:cNvGraphicFramePr>
              <a:graphicFrameLocks noChangeAspect="1"/>
            </p:cNvGraphicFramePr>
            <p:nvPr/>
          </p:nvGraphicFramePr>
          <p:xfrm>
            <a:off x="4856" y="2728"/>
            <a:ext cx="255" cy="296"/>
          </p:xfrm>
          <a:graphic>
            <a:graphicData uri="http://schemas.openxmlformats.org/presentationml/2006/ole">
              <mc:AlternateContent xmlns:mc="http://schemas.openxmlformats.org/markup-compatibility/2006">
                <mc:Choice xmlns:v="urn:schemas-microsoft-com:vml" Requires="v">
                  <p:oleObj spid="_x0000_s10344" name="Equation" r:id="rId39" imgW="406080" imgH="469800" progId="Equation.3">
                    <p:embed/>
                  </p:oleObj>
                </mc:Choice>
                <mc:Fallback>
                  <p:oleObj name="Equation" r:id="rId3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856" y="2728"/>
                          <a:ext cx="255" cy="29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8" name="Object 26"/>
            <p:cNvGraphicFramePr>
              <a:graphicFrameLocks noChangeAspect="1"/>
            </p:cNvGraphicFramePr>
            <p:nvPr/>
          </p:nvGraphicFramePr>
          <p:xfrm>
            <a:off x="2880" y="3248"/>
            <a:ext cx="167" cy="176"/>
          </p:xfrm>
          <a:graphic>
            <a:graphicData uri="http://schemas.openxmlformats.org/presentationml/2006/ole">
              <mc:AlternateContent xmlns:mc="http://schemas.openxmlformats.org/markup-compatibility/2006">
                <mc:Choice xmlns:v="urn:schemas-microsoft-com:vml" Requires="v">
                  <p:oleObj spid="_x0000_s10345" name="Equation" r:id="rId40" imgW="266400" imgH="279360" progId="Equation.3">
                    <p:embed/>
                  </p:oleObj>
                </mc:Choice>
                <mc:Fallback>
                  <p:oleObj name="Equation" r:id="rId40" imgW="266400" imgH="27936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0" y="3248"/>
                          <a:ext cx="167"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99" name="Object 27"/>
            <p:cNvGraphicFramePr>
              <a:graphicFrameLocks noChangeAspect="1"/>
            </p:cNvGraphicFramePr>
            <p:nvPr/>
          </p:nvGraphicFramePr>
          <p:xfrm>
            <a:off x="3648" y="3296"/>
            <a:ext cx="167" cy="176"/>
          </p:xfrm>
          <a:graphic>
            <a:graphicData uri="http://schemas.openxmlformats.org/presentationml/2006/ole">
              <mc:AlternateContent xmlns:mc="http://schemas.openxmlformats.org/markup-compatibility/2006">
                <mc:Choice xmlns:v="urn:schemas-microsoft-com:vml" Requires="v">
                  <p:oleObj spid="_x0000_s10346" name="Equation" r:id="rId41" imgW="266400" imgH="279360" progId="Equation.3">
                    <p:embed/>
                  </p:oleObj>
                </mc:Choice>
                <mc:Fallback>
                  <p:oleObj name="Equation" r:id="rId41" imgW="266400" imgH="279360" progId="Equation.3">
                    <p:embed/>
                    <p:pic>
                      <p:nvPicPr>
                        <p:cNvPr id="0" name=""/>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8" y="3296"/>
                          <a:ext cx="167" cy="17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900" name="Object 28"/>
            <p:cNvGraphicFramePr>
              <a:graphicFrameLocks noChangeAspect="1"/>
            </p:cNvGraphicFramePr>
            <p:nvPr/>
          </p:nvGraphicFramePr>
          <p:xfrm>
            <a:off x="4464" y="3248"/>
            <a:ext cx="176" cy="240"/>
          </p:xfrm>
          <a:graphic>
            <a:graphicData uri="http://schemas.openxmlformats.org/presentationml/2006/ole">
              <mc:AlternateContent xmlns:mc="http://schemas.openxmlformats.org/markup-compatibility/2006">
                <mc:Choice xmlns:v="urn:schemas-microsoft-com:vml" Requires="v">
                  <p:oleObj spid="_x0000_s10347" name="Equation" r:id="rId42" imgW="279360" imgH="380880" progId="Equation.3">
                    <p:embed/>
                  </p:oleObj>
                </mc:Choice>
                <mc:Fallback>
                  <p:oleObj name="Equation" r:id="rId42" imgW="279360" imgH="38088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64" y="3248"/>
                          <a:ext cx="17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901" name="Object 29"/>
            <p:cNvGraphicFramePr>
              <a:graphicFrameLocks noChangeAspect="1"/>
            </p:cNvGraphicFramePr>
            <p:nvPr/>
          </p:nvGraphicFramePr>
          <p:xfrm>
            <a:off x="2016" y="3200"/>
            <a:ext cx="176" cy="240"/>
          </p:xfrm>
          <a:graphic>
            <a:graphicData uri="http://schemas.openxmlformats.org/presentationml/2006/ole">
              <mc:AlternateContent xmlns:mc="http://schemas.openxmlformats.org/markup-compatibility/2006">
                <mc:Choice xmlns:v="urn:schemas-microsoft-com:vml" Requires="v">
                  <p:oleObj spid="_x0000_s10348" name="Equation" r:id="rId43" imgW="279360" imgH="380880" progId="Equation.3">
                    <p:embed/>
                  </p:oleObj>
                </mc:Choice>
                <mc:Fallback>
                  <p:oleObj name="Equation" r:id="rId43" imgW="279360" imgH="380880" progId="Equation.3">
                    <p:embed/>
                    <p:pic>
                      <p:nvPicPr>
                        <p:cNvPr id="0" name=""/>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16" y="3200"/>
                          <a:ext cx="17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31" name="Freeform 30"/>
            <p:cNvSpPr>
              <a:spLocks/>
            </p:cNvSpPr>
            <p:nvPr/>
          </p:nvSpPr>
          <p:spPr bwMode="auto">
            <a:xfrm>
              <a:off x="4704" y="2240"/>
              <a:ext cx="416" cy="536"/>
            </a:xfrm>
            <a:custGeom>
              <a:avLst/>
              <a:gdLst>
                <a:gd name="T0" fmla="*/ 152 w 416"/>
                <a:gd name="T1" fmla="*/ 536 h 536"/>
                <a:gd name="T2" fmla="*/ 8 w 416"/>
                <a:gd name="T3" fmla="*/ 200 h 536"/>
                <a:gd name="T4" fmla="*/ 200 w 416"/>
                <a:gd name="T5" fmla="*/ 8 h 536"/>
                <a:gd name="T6" fmla="*/ 392 w 416"/>
                <a:gd name="T7" fmla="*/ 152 h 536"/>
                <a:gd name="T8" fmla="*/ 344 w 416"/>
                <a:gd name="T9" fmla="*/ 488 h 536"/>
                <a:gd name="T10" fmla="*/ 0 60000 65536"/>
                <a:gd name="T11" fmla="*/ 0 60000 65536"/>
                <a:gd name="T12" fmla="*/ 0 60000 65536"/>
                <a:gd name="T13" fmla="*/ 0 60000 65536"/>
                <a:gd name="T14" fmla="*/ 0 60000 65536"/>
                <a:gd name="T15" fmla="*/ 0 w 416"/>
                <a:gd name="T16" fmla="*/ 0 h 536"/>
                <a:gd name="T17" fmla="*/ 416 w 416"/>
                <a:gd name="T18" fmla="*/ 536 h 536"/>
              </a:gdLst>
              <a:ahLst/>
              <a:cxnLst>
                <a:cxn ang="T10">
                  <a:pos x="T0" y="T1"/>
                </a:cxn>
                <a:cxn ang="T11">
                  <a:pos x="T2" y="T3"/>
                </a:cxn>
                <a:cxn ang="T12">
                  <a:pos x="T4" y="T5"/>
                </a:cxn>
                <a:cxn ang="T13">
                  <a:pos x="T6" y="T7"/>
                </a:cxn>
                <a:cxn ang="T14">
                  <a:pos x="T8" y="T9"/>
                </a:cxn>
              </a:cxnLst>
              <a:rect l="T15" t="T16" r="T17" b="T18"/>
              <a:pathLst>
                <a:path w="416" h="536">
                  <a:moveTo>
                    <a:pt x="152" y="536"/>
                  </a:moveTo>
                  <a:cubicBezTo>
                    <a:pt x="76" y="412"/>
                    <a:pt x="0" y="288"/>
                    <a:pt x="8" y="200"/>
                  </a:cubicBezTo>
                  <a:cubicBezTo>
                    <a:pt x="16" y="112"/>
                    <a:pt x="136" y="16"/>
                    <a:pt x="200" y="8"/>
                  </a:cubicBezTo>
                  <a:cubicBezTo>
                    <a:pt x="264" y="0"/>
                    <a:pt x="368" y="72"/>
                    <a:pt x="392" y="152"/>
                  </a:cubicBezTo>
                  <a:cubicBezTo>
                    <a:pt x="416" y="232"/>
                    <a:pt x="380" y="360"/>
                    <a:pt x="344" y="488"/>
                  </a:cubicBezTo>
                </a:path>
              </a:pathLst>
            </a:custGeom>
            <a:noFill/>
            <a:ln w="9525">
              <a:solidFill>
                <a:schemeClr val="tx1"/>
              </a:solidFill>
              <a:round/>
              <a:headEnd/>
              <a:tailEnd type="triangle" w="lg" len="lg"/>
            </a:ln>
          </p:spPr>
          <p:txBody>
            <a:bodyPr wrap="none" anchor="ctr"/>
            <a:lstStyle/>
            <a:p>
              <a:endParaRPr lang="en-US"/>
            </a:p>
          </p:txBody>
        </p:sp>
        <p:graphicFrame>
          <p:nvGraphicFramePr>
            <p:cNvPr id="36902" name="Object 31"/>
            <p:cNvGraphicFramePr>
              <a:graphicFrameLocks noChangeAspect="1"/>
            </p:cNvGraphicFramePr>
            <p:nvPr/>
          </p:nvGraphicFramePr>
          <p:xfrm>
            <a:off x="4712" y="1960"/>
            <a:ext cx="423" cy="279"/>
          </p:xfrm>
          <a:graphic>
            <a:graphicData uri="http://schemas.openxmlformats.org/presentationml/2006/ole">
              <mc:AlternateContent xmlns:mc="http://schemas.openxmlformats.org/markup-compatibility/2006">
                <mc:Choice xmlns:v="urn:schemas-microsoft-com:vml" Requires="v">
                  <p:oleObj spid="_x0000_s10349" name="Equation" r:id="rId44" imgW="672840" imgH="444240" progId="Equation.3">
                    <p:embed/>
                  </p:oleObj>
                </mc:Choice>
                <mc:Fallback>
                  <p:oleObj name="Equation" r:id="rId44" imgW="672840" imgH="444240" progId="Equation.3">
                    <p:embed/>
                    <p:pic>
                      <p:nvPicPr>
                        <p:cNvPr id="0" name=""/>
                        <p:cNvPicPr preferRelativeResize="0">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712" y="1960"/>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32" name="Line 32"/>
            <p:cNvSpPr>
              <a:spLocks noChangeShapeType="1"/>
            </p:cNvSpPr>
            <p:nvPr/>
          </p:nvSpPr>
          <p:spPr bwMode="auto">
            <a:xfrm flipV="1">
              <a:off x="4560" y="3056"/>
              <a:ext cx="336" cy="480"/>
            </a:xfrm>
            <a:prstGeom prst="line">
              <a:avLst/>
            </a:prstGeom>
            <a:noFill/>
            <a:ln w="9525">
              <a:solidFill>
                <a:schemeClr val="tx1"/>
              </a:solidFill>
              <a:round/>
              <a:headEnd/>
              <a:tailEnd type="triangle" w="lg" len="lg"/>
            </a:ln>
          </p:spPr>
          <p:txBody>
            <a:bodyPr wrap="none" anchor="ctr"/>
            <a:lstStyle/>
            <a:p>
              <a:endParaRPr lang="en-US"/>
            </a:p>
          </p:txBody>
        </p:sp>
        <p:sp>
          <p:nvSpPr>
            <p:cNvPr id="36933" name="Freeform 33"/>
            <p:cNvSpPr>
              <a:spLocks/>
            </p:cNvSpPr>
            <p:nvPr/>
          </p:nvSpPr>
          <p:spPr bwMode="auto">
            <a:xfrm>
              <a:off x="3744" y="2960"/>
              <a:ext cx="1104" cy="624"/>
            </a:xfrm>
            <a:custGeom>
              <a:avLst/>
              <a:gdLst>
                <a:gd name="T0" fmla="*/ 0 w 1104"/>
                <a:gd name="T1" fmla="*/ 624 h 624"/>
                <a:gd name="T2" fmla="*/ 432 w 1104"/>
                <a:gd name="T3" fmla="*/ 192 h 624"/>
                <a:gd name="T4" fmla="*/ 1104 w 1104"/>
                <a:gd name="T5" fmla="*/ 0 h 624"/>
                <a:gd name="T6" fmla="*/ 0 60000 65536"/>
                <a:gd name="T7" fmla="*/ 0 60000 65536"/>
                <a:gd name="T8" fmla="*/ 0 60000 65536"/>
                <a:gd name="T9" fmla="*/ 0 w 1104"/>
                <a:gd name="T10" fmla="*/ 0 h 624"/>
                <a:gd name="T11" fmla="*/ 1104 w 1104"/>
                <a:gd name="T12" fmla="*/ 624 h 624"/>
              </a:gdLst>
              <a:ahLst/>
              <a:cxnLst>
                <a:cxn ang="T6">
                  <a:pos x="T0" y="T1"/>
                </a:cxn>
                <a:cxn ang="T7">
                  <a:pos x="T2" y="T3"/>
                </a:cxn>
                <a:cxn ang="T8">
                  <a:pos x="T4" y="T5"/>
                </a:cxn>
              </a:cxnLst>
              <a:rect l="T9" t="T10" r="T11" b="T12"/>
              <a:pathLst>
                <a:path w="1104" h="624">
                  <a:moveTo>
                    <a:pt x="0" y="624"/>
                  </a:moveTo>
                  <a:cubicBezTo>
                    <a:pt x="124" y="460"/>
                    <a:pt x="248" y="296"/>
                    <a:pt x="432" y="192"/>
                  </a:cubicBezTo>
                  <a:cubicBezTo>
                    <a:pt x="616" y="88"/>
                    <a:pt x="860" y="44"/>
                    <a:pt x="1104" y="0"/>
                  </a:cubicBezTo>
                </a:path>
              </a:pathLst>
            </a:custGeom>
            <a:noFill/>
            <a:ln w="9525">
              <a:solidFill>
                <a:schemeClr val="tx1"/>
              </a:solidFill>
              <a:round/>
              <a:headEnd/>
              <a:tailEnd type="triangle" w="lg" len="lg"/>
            </a:ln>
          </p:spPr>
          <p:txBody>
            <a:bodyPr wrap="none" anchor="ctr"/>
            <a:lstStyle/>
            <a:p>
              <a:endParaRPr lang="en-US"/>
            </a:p>
          </p:txBody>
        </p:sp>
        <p:sp>
          <p:nvSpPr>
            <p:cNvPr id="36934" name="Freeform 34"/>
            <p:cNvSpPr>
              <a:spLocks/>
            </p:cNvSpPr>
            <p:nvPr/>
          </p:nvSpPr>
          <p:spPr bwMode="auto">
            <a:xfrm>
              <a:off x="2928" y="2840"/>
              <a:ext cx="1872" cy="744"/>
            </a:xfrm>
            <a:custGeom>
              <a:avLst/>
              <a:gdLst>
                <a:gd name="T0" fmla="*/ 0 w 1872"/>
                <a:gd name="T1" fmla="*/ 744 h 744"/>
                <a:gd name="T2" fmla="*/ 720 w 1872"/>
                <a:gd name="T3" fmla="*/ 120 h 744"/>
                <a:gd name="T4" fmla="*/ 1872 w 1872"/>
                <a:gd name="T5" fmla="*/ 24 h 744"/>
                <a:gd name="T6" fmla="*/ 0 60000 65536"/>
                <a:gd name="T7" fmla="*/ 0 60000 65536"/>
                <a:gd name="T8" fmla="*/ 0 60000 65536"/>
                <a:gd name="T9" fmla="*/ 0 w 1872"/>
                <a:gd name="T10" fmla="*/ 0 h 744"/>
                <a:gd name="T11" fmla="*/ 1872 w 1872"/>
                <a:gd name="T12" fmla="*/ 744 h 744"/>
              </a:gdLst>
              <a:ahLst/>
              <a:cxnLst>
                <a:cxn ang="T6">
                  <a:pos x="T0" y="T1"/>
                </a:cxn>
                <a:cxn ang="T7">
                  <a:pos x="T2" y="T3"/>
                </a:cxn>
                <a:cxn ang="T8">
                  <a:pos x="T4" y="T5"/>
                </a:cxn>
              </a:cxnLst>
              <a:rect l="T9" t="T10" r="T11" b="T12"/>
              <a:pathLst>
                <a:path w="1872" h="744">
                  <a:moveTo>
                    <a:pt x="0" y="744"/>
                  </a:moveTo>
                  <a:cubicBezTo>
                    <a:pt x="204" y="492"/>
                    <a:pt x="408" y="240"/>
                    <a:pt x="720" y="120"/>
                  </a:cubicBezTo>
                  <a:cubicBezTo>
                    <a:pt x="1032" y="0"/>
                    <a:pt x="1452" y="12"/>
                    <a:pt x="1872" y="24"/>
                  </a:cubicBezTo>
                </a:path>
              </a:pathLst>
            </a:custGeom>
            <a:noFill/>
            <a:ln w="9525">
              <a:solidFill>
                <a:schemeClr val="tx1"/>
              </a:solidFill>
              <a:round/>
              <a:headEnd/>
              <a:tailEnd type="triangle" w="lg" len="lg"/>
            </a:ln>
          </p:spPr>
          <p:txBody>
            <a:bodyPr wrap="none" anchor="ctr"/>
            <a:lstStyle/>
            <a:p>
              <a:endParaRPr lang="en-US"/>
            </a:p>
          </p:txBody>
        </p:sp>
        <p:sp>
          <p:nvSpPr>
            <p:cNvPr id="36935" name="Freeform 35"/>
            <p:cNvSpPr>
              <a:spLocks/>
            </p:cNvSpPr>
            <p:nvPr/>
          </p:nvSpPr>
          <p:spPr bwMode="auto">
            <a:xfrm>
              <a:off x="2112" y="2448"/>
              <a:ext cx="2736" cy="1136"/>
            </a:xfrm>
            <a:custGeom>
              <a:avLst/>
              <a:gdLst>
                <a:gd name="T0" fmla="*/ 0 w 2736"/>
                <a:gd name="T1" fmla="*/ 1136 h 1136"/>
                <a:gd name="T2" fmla="*/ 720 w 2736"/>
                <a:gd name="T3" fmla="*/ 128 h 1136"/>
                <a:gd name="T4" fmla="*/ 2736 w 2736"/>
                <a:gd name="T5" fmla="*/ 368 h 1136"/>
                <a:gd name="T6" fmla="*/ 0 60000 65536"/>
                <a:gd name="T7" fmla="*/ 0 60000 65536"/>
                <a:gd name="T8" fmla="*/ 0 60000 65536"/>
                <a:gd name="T9" fmla="*/ 0 w 2736"/>
                <a:gd name="T10" fmla="*/ 0 h 1136"/>
                <a:gd name="T11" fmla="*/ 2736 w 2736"/>
                <a:gd name="T12" fmla="*/ 1136 h 1136"/>
              </a:gdLst>
              <a:ahLst/>
              <a:cxnLst>
                <a:cxn ang="T6">
                  <a:pos x="T0" y="T1"/>
                </a:cxn>
                <a:cxn ang="T7">
                  <a:pos x="T2" y="T3"/>
                </a:cxn>
                <a:cxn ang="T8">
                  <a:pos x="T4" y="T5"/>
                </a:cxn>
              </a:cxnLst>
              <a:rect l="T9" t="T10" r="T11" b="T12"/>
              <a:pathLst>
                <a:path w="2736" h="1136">
                  <a:moveTo>
                    <a:pt x="0" y="1136"/>
                  </a:moveTo>
                  <a:cubicBezTo>
                    <a:pt x="132" y="696"/>
                    <a:pt x="264" y="256"/>
                    <a:pt x="720" y="128"/>
                  </a:cubicBezTo>
                  <a:cubicBezTo>
                    <a:pt x="1176" y="0"/>
                    <a:pt x="1956" y="184"/>
                    <a:pt x="2736" y="368"/>
                  </a:cubicBezTo>
                </a:path>
              </a:pathLst>
            </a:custGeom>
            <a:noFill/>
            <a:ln w="9525">
              <a:solidFill>
                <a:schemeClr val="tx1"/>
              </a:solidFill>
              <a:round/>
              <a:headEnd/>
              <a:tailEnd type="triangle" w="lg" len="lg"/>
            </a:ln>
          </p:spPr>
          <p:txBody>
            <a:bodyPr wrap="none" anchor="ctr"/>
            <a:lstStyle/>
            <a:p>
              <a:endParaRPr lang="en-US"/>
            </a:p>
          </p:txBody>
        </p:sp>
        <p:sp>
          <p:nvSpPr>
            <p:cNvPr id="36936" name="Oval 47"/>
            <p:cNvSpPr>
              <a:spLocks noChangeArrowheads="1"/>
            </p:cNvSpPr>
            <p:nvPr/>
          </p:nvSpPr>
          <p:spPr bwMode="auto">
            <a:xfrm>
              <a:off x="5088" y="3440"/>
              <a:ext cx="528" cy="528"/>
            </a:xfrm>
            <a:prstGeom prst="ellipse">
              <a:avLst/>
            </a:prstGeom>
            <a:noFill/>
            <a:ln w="9525">
              <a:solidFill>
                <a:schemeClr val="tx1"/>
              </a:solidFill>
              <a:round/>
              <a:headEnd/>
              <a:tailEnd/>
            </a:ln>
          </p:spPr>
          <p:txBody>
            <a:bodyPr wrap="none" anchor="ctr"/>
            <a:lstStyle/>
            <a:p>
              <a:endParaRPr lang="en-US"/>
            </a:p>
          </p:txBody>
        </p:sp>
        <p:grpSp>
          <p:nvGrpSpPr>
            <p:cNvPr id="36937" name="Group 66"/>
            <p:cNvGrpSpPr>
              <a:grpSpLocks/>
            </p:cNvGrpSpPr>
            <p:nvPr/>
          </p:nvGrpSpPr>
          <p:grpSpPr bwMode="auto">
            <a:xfrm>
              <a:off x="5088" y="3072"/>
              <a:ext cx="567" cy="384"/>
              <a:chOff x="4224" y="1824"/>
              <a:chExt cx="567" cy="384"/>
            </a:xfrm>
          </p:grpSpPr>
          <p:graphicFrame>
            <p:nvGraphicFramePr>
              <p:cNvPr id="36903" name="Object 67"/>
              <p:cNvGraphicFramePr>
                <a:graphicFrameLocks noChangeAspect="1"/>
              </p:cNvGraphicFramePr>
              <p:nvPr/>
            </p:nvGraphicFramePr>
            <p:xfrm>
              <a:off x="4368" y="1824"/>
              <a:ext cx="423" cy="279"/>
            </p:xfrm>
            <a:graphic>
              <a:graphicData uri="http://schemas.openxmlformats.org/presentationml/2006/ole">
                <mc:AlternateContent xmlns:mc="http://schemas.openxmlformats.org/markup-compatibility/2006">
                  <mc:Choice xmlns:v="urn:schemas-microsoft-com:vml" Requires="v">
                    <p:oleObj spid="_x0000_s10350" name="Equation" r:id="rId46" imgW="672840" imgH="444240" progId="Equation.3">
                      <p:embed/>
                    </p:oleObj>
                  </mc:Choice>
                  <mc:Fallback>
                    <p:oleObj name="Equation" r:id="rId46" imgW="672840" imgH="444240" progId="Equation.3">
                      <p:embed/>
                      <p:pic>
                        <p:nvPicPr>
                          <p:cNvPr id="0" name=""/>
                          <p:cNvPicPr preferRelativeResize="0">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4368" y="1824"/>
                            <a:ext cx="423" cy="2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38" name="Line 68"/>
              <p:cNvSpPr>
                <a:spLocks noChangeShapeType="1"/>
              </p:cNvSpPr>
              <p:nvPr/>
            </p:nvSpPr>
            <p:spPr bwMode="auto">
              <a:xfrm flipH="1" flipV="1">
                <a:off x="4224" y="1824"/>
                <a:ext cx="192" cy="384"/>
              </a:xfrm>
              <a:prstGeom prst="line">
                <a:avLst/>
              </a:prstGeom>
              <a:noFill/>
              <a:ln w="9525">
                <a:solidFill>
                  <a:schemeClr val="tx1"/>
                </a:solidFill>
                <a:round/>
                <a:headEnd/>
                <a:tailEnd type="triangle" w="lg" len="lg"/>
              </a:ln>
            </p:spPr>
            <p:txBody>
              <a:bodyPr wrap="none" anchor="ctr"/>
              <a:lstStyle/>
              <a:p>
                <a:endParaRPr lang="en-US"/>
              </a:p>
            </p:txBody>
          </p:sp>
        </p:grpSp>
      </p:grpSp>
      <p:graphicFrame>
        <p:nvGraphicFramePr>
          <p:cNvPr id="36883" name="Object 69"/>
          <p:cNvGraphicFramePr>
            <a:graphicFrameLocks noChangeAspect="1"/>
          </p:cNvGraphicFramePr>
          <p:nvPr/>
        </p:nvGraphicFramePr>
        <p:xfrm>
          <a:off x="2971800" y="5181600"/>
          <a:ext cx="404813" cy="469900"/>
        </p:xfrm>
        <a:graphic>
          <a:graphicData uri="http://schemas.openxmlformats.org/presentationml/2006/ole">
            <mc:AlternateContent xmlns:mc="http://schemas.openxmlformats.org/markup-compatibility/2006">
              <mc:Choice xmlns:v="urn:schemas-microsoft-com:vml" Requires="v">
                <p:oleObj spid="_x0000_s10351" name="Equation" r:id="rId47" imgW="406080" imgH="469800" progId="Equation.3">
                  <p:embed/>
                </p:oleObj>
              </mc:Choice>
              <mc:Fallback>
                <p:oleObj name="Equation" r:id="rId47"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1800" y="51816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4" name="Object 70"/>
          <p:cNvGraphicFramePr>
            <a:graphicFrameLocks noChangeAspect="1"/>
          </p:cNvGraphicFramePr>
          <p:nvPr/>
        </p:nvGraphicFramePr>
        <p:xfrm>
          <a:off x="1981200" y="5181600"/>
          <a:ext cx="404813" cy="469900"/>
        </p:xfrm>
        <a:graphic>
          <a:graphicData uri="http://schemas.openxmlformats.org/presentationml/2006/ole">
            <mc:AlternateContent xmlns:mc="http://schemas.openxmlformats.org/markup-compatibility/2006">
              <mc:Choice xmlns:v="urn:schemas-microsoft-com:vml" Requires="v">
                <p:oleObj spid="_x0000_s10352" name="Equation" r:id="rId48" imgW="406080" imgH="469800" progId="Equation.3">
                  <p:embed/>
                </p:oleObj>
              </mc:Choice>
              <mc:Fallback>
                <p:oleObj name="Equation" r:id="rId48" imgW="406080" imgH="4698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81200" y="51816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5" name="Object 71"/>
          <p:cNvGraphicFramePr>
            <a:graphicFrameLocks noChangeAspect="1"/>
          </p:cNvGraphicFramePr>
          <p:nvPr/>
        </p:nvGraphicFramePr>
        <p:xfrm>
          <a:off x="2971800" y="4572000"/>
          <a:ext cx="404813" cy="469900"/>
        </p:xfrm>
        <a:graphic>
          <a:graphicData uri="http://schemas.openxmlformats.org/presentationml/2006/ole">
            <mc:AlternateContent xmlns:mc="http://schemas.openxmlformats.org/markup-compatibility/2006">
              <mc:Choice xmlns:v="urn:schemas-microsoft-com:vml" Requires="v">
                <p:oleObj spid="_x0000_s10353" name="Equation" r:id="rId49" imgW="406080" imgH="469800" progId="Equation.3">
                  <p:embed/>
                </p:oleObj>
              </mc:Choice>
              <mc:Fallback>
                <p:oleObj name="Equation" r:id="rId49" imgW="406080" imgH="469800" progId="Equation.3">
                  <p:embed/>
                  <p:pic>
                    <p:nvPicPr>
                      <p:cNvPr id="0" name=""/>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1800" y="45720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86" name="Object 72"/>
          <p:cNvGraphicFramePr>
            <a:graphicFrameLocks noChangeAspect="1"/>
          </p:cNvGraphicFramePr>
          <p:nvPr/>
        </p:nvGraphicFramePr>
        <p:xfrm>
          <a:off x="1981200" y="4572000"/>
          <a:ext cx="404813" cy="469900"/>
        </p:xfrm>
        <a:graphic>
          <a:graphicData uri="http://schemas.openxmlformats.org/presentationml/2006/ole">
            <mc:AlternateContent xmlns:mc="http://schemas.openxmlformats.org/markup-compatibility/2006">
              <mc:Choice xmlns:v="urn:schemas-microsoft-com:vml" Requires="v">
                <p:oleObj spid="_x0000_s10354" name="Equation" r:id="rId50" imgW="406080" imgH="469800" progId="Equation.3">
                  <p:embed/>
                </p:oleObj>
              </mc:Choice>
              <mc:Fallback>
                <p:oleObj name="Equation" r:id="rId50" imgW="406080" imgH="469800"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81200" y="4572000"/>
                        <a:ext cx="4048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917" name="Text Box 74"/>
          <p:cNvSpPr txBox="1">
            <a:spLocks noChangeArrowheads="1"/>
          </p:cNvSpPr>
          <p:nvPr/>
        </p:nvSpPr>
        <p:spPr bwMode="auto">
          <a:xfrm>
            <a:off x="0" y="0"/>
            <a:ext cx="4164013" cy="579438"/>
          </a:xfrm>
          <a:prstGeom prst="rect">
            <a:avLst/>
          </a:prstGeom>
          <a:noFill/>
          <a:ln w="9525">
            <a:noFill/>
            <a:miter lim="800000"/>
            <a:headEnd/>
            <a:tailEnd type="none" w="lg" len="lg"/>
          </a:ln>
        </p:spPr>
        <p:txBody>
          <a:bodyPr wrap="none">
            <a:spAutoFit/>
          </a:bodyPr>
          <a:lstStyle/>
          <a:p>
            <a:r>
              <a:rPr lang="en-US"/>
              <a:t>Transition Table for </a:t>
            </a:r>
          </a:p>
        </p:txBody>
      </p:sp>
      <p:sp>
        <p:nvSpPr>
          <p:cNvPr id="36918" name="Text Box 77"/>
          <p:cNvSpPr txBox="1">
            <a:spLocks noChangeArrowheads="1"/>
          </p:cNvSpPr>
          <p:nvPr/>
        </p:nvSpPr>
        <p:spPr bwMode="auto">
          <a:xfrm rot="-5400000">
            <a:off x="-423069" y="3318669"/>
            <a:ext cx="1852613" cy="701675"/>
          </a:xfrm>
          <a:prstGeom prst="rect">
            <a:avLst/>
          </a:prstGeom>
          <a:noFill/>
          <a:ln w="9525">
            <a:noFill/>
            <a:miter lim="800000"/>
            <a:headEnd/>
            <a:tailEnd type="none" w="lg" len="lg"/>
          </a:ln>
        </p:spPr>
        <p:txBody>
          <a:bodyPr>
            <a:spAutoFit/>
          </a:bodyPr>
          <a:lstStyle/>
          <a:p>
            <a:r>
              <a:rPr lang="en-US" sz="4000">
                <a:solidFill>
                  <a:schemeClr val="tx2"/>
                </a:solidFill>
              </a:rPr>
              <a:t>states</a:t>
            </a:r>
          </a:p>
        </p:txBody>
      </p:sp>
      <p:sp>
        <p:nvSpPr>
          <p:cNvPr id="36919" name="Text Box 78"/>
          <p:cNvSpPr txBox="1">
            <a:spLocks noChangeArrowheads="1"/>
          </p:cNvSpPr>
          <p:nvPr/>
        </p:nvSpPr>
        <p:spPr bwMode="auto">
          <a:xfrm>
            <a:off x="1828800" y="788988"/>
            <a:ext cx="1858963" cy="641350"/>
          </a:xfrm>
          <a:prstGeom prst="rect">
            <a:avLst/>
          </a:prstGeom>
          <a:noFill/>
          <a:ln w="9525">
            <a:noFill/>
            <a:miter lim="800000"/>
            <a:headEnd/>
            <a:tailEnd type="none" w="lg" len="lg"/>
          </a:ln>
        </p:spPr>
        <p:txBody>
          <a:bodyPr wrap="none">
            <a:spAutoFit/>
          </a:bodyPr>
          <a:lstStyle/>
          <a:p>
            <a:r>
              <a:rPr lang="en-US" sz="3600">
                <a:solidFill>
                  <a:schemeClr val="tx2"/>
                </a:solidFill>
              </a:rPr>
              <a:t>symbols</a:t>
            </a:r>
          </a:p>
        </p:txBody>
      </p:sp>
      <p:graphicFrame>
        <p:nvGraphicFramePr>
          <p:cNvPr id="36887" name="Object 79"/>
          <p:cNvGraphicFramePr>
            <a:graphicFrameLocks noChangeAspect="1"/>
          </p:cNvGraphicFramePr>
          <p:nvPr/>
        </p:nvGraphicFramePr>
        <p:xfrm>
          <a:off x="4114800" y="0"/>
          <a:ext cx="436563" cy="533400"/>
        </p:xfrm>
        <a:graphic>
          <a:graphicData uri="http://schemas.openxmlformats.org/presentationml/2006/ole">
            <mc:AlternateContent xmlns:mc="http://schemas.openxmlformats.org/markup-compatibility/2006">
              <mc:Choice xmlns:v="urn:schemas-microsoft-com:vml" Requires="v">
                <p:oleObj spid="_x0000_s10355" name="Equation" r:id="rId51" imgW="279360" imgH="342720" progId="Equation.3">
                  <p:embed/>
                </p:oleObj>
              </mc:Choice>
              <mc:Fallback>
                <p:oleObj name="Equation" r:id="rId51" imgW="279360" imgH="3427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0"/>
                        <a:ext cx="436563"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599538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268</TotalTime>
  <Words>939</Words>
  <Application>Microsoft Office PowerPoint</Application>
  <PresentationFormat>On-screen Show (4:3)</PresentationFormat>
  <Paragraphs>135</Paragraphs>
  <Slides>30</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2" baseType="lpstr">
      <vt:lpstr>Solstice</vt:lpstr>
      <vt:lpstr>Equation</vt:lpstr>
      <vt:lpstr>Lecture #: 04 Lecture Date: 06/03/2013 </vt:lpstr>
      <vt:lpstr>Background</vt:lpstr>
      <vt:lpstr>Introduction to Finite Automata</vt:lpstr>
      <vt:lpstr>Continue…</vt:lpstr>
      <vt:lpstr>Continue…</vt:lpstr>
      <vt:lpstr>Continue…</vt:lpstr>
      <vt:lpstr>Finite Automaton</vt:lpstr>
      <vt:lpstr>Finite Automaton</vt:lpstr>
      <vt:lpstr>Characteristics of FA </vt:lpstr>
      <vt:lpstr>Characteristics of FA </vt:lpstr>
      <vt:lpstr>Example:</vt:lpstr>
      <vt:lpstr>Finite Automaton:Transition Table</vt:lpstr>
      <vt:lpstr>Finite Automaton: Transition Diagram</vt:lpstr>
      <vt:lpstr>Finite Automaton</vt:lpstr>
      <vt:lpstr>Finite Automaton</vt:lpstr>
      <vt:lpstr>Finite Automaton</vt:lpstr>
      <vt:lpstr>Finite Automaton: EXAMPLE</vt:lpstr>
      <vt:lpstr>Finite Automaton:Example</vt:lpstr>
      <vt:lpstr>Finite Automaton</vt:lpstr>
      <vt:lpstr>Finite Automaton</vt:lpstr>
      <vt:lpstr>Formal Definition</vt:lpstr>
      <vt:lpstr>Set of States </vt:lpstr>
      <vt:lpstr>Input Alphabet </vt:lpstr>
      <vt:lpstr>Initial State </vt:lpstr>
      <vt:lpstr>Set of Accepting States</vt:lpstr>
      <vt:lpstr>Transition Function </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 04 Lecture Date: 06/03/2013 </dc:title>
  <dc:creator>Azam</dc:creator>
  <cp:lastModifiedBy>ubit</cp:lastModifiedBy>
  <cp:revision>19</cp:revision>
  <dcterms:created xsi:type="dcterms:W3CDTF">2013-03-06T06:03:48Z</dcterms:created>
  <dcterms:modified xsi:type="dcterms:W3CDTF">2013-03-13T07:46:55Z</dcterms:modified>
</cp:coreProperties>
</file>