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8.wmf"/><Relationship Id="rId6" Type="http://schemas.openxmlformats.org/officeDocument/2006/relationships/image" Target="../media/image4.wmf"/><Relationship Id="rId5" Type="http://schemas.openxmlformats.org/officeDocument/2006/relationships/image" Target="../media/image5.wmf"/><Relationship Id="rId4" Type="http://schemas.openxmlformats.org/officeDocument/2006/relationships/image" Target="../media/image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9.wmf"/><Relationship Id="rId6" Type="http://schemas.openxmlformats.org/officeDocument/2006/relationships/image" Target="../media/image4.wmf"/><Relationship Id="rId5" Type="http://schemas.openxmlformats.org/officeDocument/2006/relationships/image" Target="../media/image5.wmf"/><Relationship Id="rId4" Type="http://schemas.openxmlformats.org/officeDocument/2006/relationships/image" Target="../media/image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wmf"/><Relationship Id="rId1" Type="http://schemas.openxmlformats.org/officeDocument/2006/relationships/image" Target="../media/image10.wmf"/><Relationship Id="rId6" Type="http://schemas.openxmlformats.org/officeDocument/2006/relationships/image" Target="../media/image4.wmf"/><Relationship Id="rId5" Type="http://schemas.openxmlformats.org/officeDocument/2006/relationships/image" Target="../media/image5.wmf"/><Relationship Id="rId4" Type="http://schemas.openxmlformats.org/officeDocument/2006/relationships/image" Target="../media/image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11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2.wmf"/><Relationship Id="rId1" Type="http://schemas.openxmlformats.org/officeDocument/2006/relationships/image" Target="../media/image2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0.wmf"/><Relationship Id="rId2" Type="http://schemas.openxmlformats.org/officeDocument/2006/relationships/image" Target="../media/image2.wmf"/><Relationship Id="rId1" Type="http://schemas.openxmlformats.org/officeDocument/2006/relationships/image" Target="../media/image5.wmf"/><Relationship Id="rId6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5.wmf"/><Relationship Id="rId2" Type="http://schemas.openxmlformats.org/officeDocument/2006/relationships/image" Target="../media/image2.wmf"/><Relationship Id="rId1" Type="http://schemas.openxmlformats.org/officeDocument/2006/relationships/image" Target="../media/image11.wmf"/><Relationship Id="rId6" Type="http://schemas.openxmlformats.org/officeDocument/2006/relationships/image" Target="../media/image13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4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3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7.wmf"/><Relationship Id="rId7" Type="http://schemas.openxmlformats.org/officeDocument/2006/relationships/image" Target="../media/image20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19.wmf"/><Relationship Id="rId5" Type="http://schemas.openxmlformats.org/officeDocument/2006/relationships/image" Target="../media/image3.wmf"/><Relationship Id="rId4" Type="http://schemas.openxmlformats.org/officeDocument/2006/relationships/image" Target="../media/image18.wmf"/><Relationship Id="rId9" Type="http://schemas.openxmlformats.org/officeDocument/2006/relationships/image" Target="../media/image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image" Target="../media/image3.wmf"/><Relationship Id="rId1" Type="http://schemas.openxmlformats.org/officeDocument/2006/relationships/image" Target="../media/image17.wmf"/><Relationship Id="rId6" Type="http://schemas.openxmlformats.org/officeDocument/2006/relationships/image" Target="../media/image4.wmf"/><Relationship Id="rId5" Type="http://schemas.openxmlformats.org/officeDocument/2006/relationships/image" Target="../media/image13.wmf"/><Relationship Id="rId4" Type="http://schemas.openxmlformats.org/officeDocument/2006/relationships/image" Target="../media/image20.wmf"/><Relationship Id="rId9" Type="http://schemas.openxmlformats.org/officeDocument/2006/relationships/image" Target="../media/image2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7.wmf"/><Relationship Id="rId7" Type="http://schemas.openxmlformats.org/officeDocument/2006/relationships/image" Target="../media/image1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image" Target="../media/image24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image" Target="../media/image25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image" Target="../media/image25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image" Target="../media/image25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image" Target="../media/image25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image" Target="../media/image25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image" Target="../media/image25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17.wmf"/><Relationship Id="rId7" Type="http://schemas.openxmlformats.org/officeDocument/2006/relationships/image" Target="../media/image25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13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9" Type="http://schemas.openxmlformats.org/officeDocument/2006/relationships/image" Target="../media/image12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8.wmf"/><Relationship Id="rId7" Type="http://schemas.openxmlformats.org/officeDocument/2006/relationships/image" Target="../media/image13.wmf"/><Relationship Id="rId2" Type="http://schemas.openxmlformats.org/officeDocument/2006/relationships/image" Target="../media/image17.wmf"/><Relationship Id="rId1" Type="http://schemas.openxmlformats.org/officeDocument/2006/relationships/image" Target="../media/image27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3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13.wmf"/><Relationship Id="rId2" Type="http://schemas.openxmlformats.org/officeDocument/2006/relationships/image" Target="../media/image25.wmf"/><Relationship Id="rId1" Type="http://schemas.openxmlformats.org/officeDocument/2006/relationships/image" Target="../media/image28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25.wmf"/><Relationship Id="rId7" Type="http://schemas.openxmlformats.org/officeDocument/2006/relationships/image" Target="../media/image32.wmf"/><Relationship Id="rId2" Type="http://schemas.openxmlformats.org/officeDocument/2006/relationships/image" Target="../media/image28.wmf"/><Relationship Id="rId1" Type="http://schemas.openxmlformats.org/officeDocument/2006/relationships/image" Target="../media/image33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8.wmf"/><Relationship Id="rId1" Type="http://schemas.openxmlformats.org/officeDocument/2006/relationships/image" Target="../media/image13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31.wmf"/><Relationship Id="rId7" Type="http://schemas.openxmlformats.org/officeDocument/2006/relationships/image" Target="../media/image56.wmf"/><Relationship Id="rId2" Type="http://schemas.openxmlformats.org/officeDocument/2006/relationships/image" Target="../media/image30.wmf"/><Relationship Id="rId1" Type="http://schemas.openxmlformats.org/officeDocument/2006/relationships/image" Target="../media/image55.wmf"/><Relationship Id="rId6" Type="http://schemas.openxmlformats.org/officeDocument/2006/relationships/image" Target="../media/image28.wmf"/><Relationship Id="rId5" Type="http://schemas.openxmlformats.org/officeDocument/2006/relationships/image" Target="../media/image13.wmf"/><Relationship Id="rId4" Type="http://schemas.openxmlformats.org/officeDocument/2006/relationships/image" Target="../media/image32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31.wmf"/><Relationship Id="rId7" Type="http://schemas.openxmlformats.org/officeDocument/2006/relationships/image" Target="../media/image56.wmf"/><Relationship Id="rId2" Type="http://schemas.openxmlformats.org/officeDocument/2006/relationships/image" Target="../media/image30.wmf"/><Relationship Id="rId1" Type="http://schemas.openxmlformats.org/officeDocument/2006/relationships/image" Target="../media/image28.wmf"/><Relationship Id="rId6" Type="http://schemas.openxmlformats.org/officeDocument/2006/relationships/image" Target="../media/image58.wmf"/><Relationship Id="rId5" Type="http://schemas.openxmlformats.org/officeDocument/2006/relationships/image" Target="../media/image13.wmf"/><Relationship Id="rId4" Type="http://schemas.openxmlformats.org/officeDocument/2006/relationships/image" Target="../media/image32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31.wmf"/><Relationship Id="rId7" Type="http://schemas.openxmlformats.org/officeDocument/2006/relationships/image" Target="../media/image57.wmf"/><Relationship Id="rId2" Type="http://schemas.openxmlformats.org/officeDocument/2006/relationships/image" Target="../media/image30.wmf"/><Relationship Id="rId1" Type="http://schemas.openxmlformats.org/officeDocument/2006/relationships/image" Target="../media/image28.wmf"/><Relationship Id="rId6" Type="http://schemas.openxmlformats.org/officeDocument/2006/relationships/image" Target="../media/image56.wmf"/><Relationship Id="rId5" Type="http://schemas.openxmlformats.org/officeDocument/2006/relationships/image" Target="../media/image13.wmf"/><Relationship Id="rId4" Type="http://schemas.openxmlformats.org/officeDocument/2006/relationships/image" Target="../media/image32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31.wmf"/><Relationship Id="rId7" Type="http://schemas.openxmlformats.org/officeDocument/2006/relationships/image" Target="../media/image57.wmf"/><Relationship Id="rId2" Type="http://schemas.openxmlformats.org/officeDocument/2006/relationships/image" Target="../media/image30.wmf"/><Relationship Id="rId1" Type="http://schemas.openxmlformats.org/officeDocument/2006/relationships/image" Target="../media/image28.wmf"/><Relationship Id="rId6" Type="http://schemas.openxmlformats.org/officeDocument/2006/relationships/image" Target="../media/image56.wmf"/><Relationship Id="rId5" Type="http://schemas.openxmlformats.org/officeDocument/2006/relationships/image" Target="../media/image13.wmf"/><Relationship Id="rId4" Type="http://schemas.openxmlformats.org/officeDocument/2006/relationships/image" Target="../media/image3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0161DD2-FA4E-4DF8-8364-E08E4B2E4F67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FB58CC2-94DF-435B-B853-4881D26022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9.bin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28.bin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27.bin"/><Relationship Id="rId9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8.bin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37.bin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6.bin"/><Relationship Id="rId9" Type="http://schemas.openxmlformats.org/officeDocument/2006/relationships/oleObject" Target="../embeddings/oleObject4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7.bin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6.bin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5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6.bin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5.bin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4.bin"/><Relationship Id="rId9" Type="http://schemas.openxmlformats.org/officeDocument/2006/relationships/oleObject" Target="../embeddings/oleObject59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oleObject" Target="../embeddings/oleObject72.bin"/><Relationship Id="rId18" Type="http://schemas.openxmlformats.org/officeDocument/2006/relationships/oleObject" Target="../embeddings/oleObject7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6.bin"/><Relationship Id="rId12" Type="http://schemas.openxmlformats.org/officeDocument/2006/relationships/oleObject" Target="../embeddings/oleObject71.bin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5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5.bin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74.bin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3.bin"/><Relationship Id="rId9" Type="http://schemas.openxmlformats.org/officeDocument/2006/relationships/oleObject" Target="../embeddings/oleObject68.bin"/><Relationship Id="rId14" Type="http://schemas.openxmlformats.org/officeDocument/2006/relationships/oleObject" Target="../embeddings/oleObject7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79.bin"/><Relationship Id="rId9" Type="http://schemas.openxmlformats.org/officeDocument/2006/relationships/oleObject" Target="../embeddings/oleObject8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9.bin"/><Relationship Id="rId5" Type="http://schemas.openxmlformats.org/officeDocument/2006/relationships/oleObject" Target="../embeddings/oleObject88.bin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87.bin"/><Relationship Id="rId9" Type="http://schemas.openxmlformats.org/officeDocument/2006/relationships/oleObject" Target="../embeddings/oleObject9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7.bin"/><Relationship Id="rId5" Type="http://schemas.openxmlformats.org/officeDocument/2006/relationships/oleObject" Target="../embeddings/oleObject96.bin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5.bin"/><Relationship Id="rId9" Type="http://schemas.openxmlformats.org/officeDocument/2006/relationships/oleObject" Target="../embeddings/oleObject10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5.bin"/><Relationship Id="rId5" Type="http://schemas.openxmlformats.org/officeDocument/2006/relationships/oleObject" Target="../embeddings/oleObject104.bin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3.bin"/><Relationship Id="rId9" Type="http://schemas.openxmlformats.org/officeDocument/2006/relationships/oleObject" Target="../embeddings/oleObject10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4.bin"/><Relationship Id="rId12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3.bin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2.bin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111.bin"/><Relationship Id="rId9" Type="http://schemas.openxmlformats.org/officeDocument/2006/relationships/oleObject" Target="../embeddings/oleObject11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4.bin"/><Relationship Id="rId12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3.bin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2.bin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1.bin"/><Relationship Id="rId9" Type="http://schemas.openxmlformats.org/officeDocument/2006/relationships/oleObject" Target="../embeddings/oleObject12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3.bin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2.bin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1.bin"/><Relationship Id="rId9" Type="http://schemas.openxmlformats.org/officeDocument/2006/relationships/oleObject" Target="../embeddings/oleObject13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4.bin"/><Relationship Id="rId12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3.bin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2.bin"/><Relationship Id="rId10" Type="http://schemas.openxmlformats.org/officeDocument/2006/relationships/oleObject" Target="../embeddings/oleObject147.bin"/><Relationship Id="rId4" Type="http://schemas.openxmlformats.org/officeDocument/2006/relationships/oleObject" Target="../embeddings/oleObject141.bin"/><Relationship Id="rId9" Type="http://schemas.openxmlformats.org/officeDocument/2006/relationships/oleObject" Target="../embeddings/oleObject14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4.bin"/><Relationship Id="rId12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53.bin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2.bin"/><Relationship Id="rId10" Type="http://schemas.openxmlformats.org/officeDocument/2006/relationships/oleObject" Target="../embeddings/oleObject157.bin"/><Relationship Id="rId4" Type="http://schemas.openxmlformats.org/officeDocument/2006/relationships/oleObject" Target="../embeddings/oleObject151.bin"/><Relationship Id="rId9" Type="http://schemas.openxmlformats.org/officeDocument/2006/relationships/oleObject" Target="../embeddings/oleObject156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oleObject" Target="../embeddings/oleObject170.bin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4.bin"/><Relationship Id="rId12" Type="http://schemas.openxmlformats.org/officeDocument/2006/relationships/oleObject" Target="../embeddings/oleObject169.bin"/><Relationship Id="rId17" Type="http://schemas.openxmlformats.org/officeDocument/2006/relationships/oleObject" Target="../embeddings/oleObject17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73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3.bin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72.bin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1.bin"/><Relationship Id="rId9" Type="http://schemas.openxmlformats.org/officeDocument/2006/relationships/oleObject" Target="../embeddings/oleObject166.bin"/><Relationship Id="rId14" Type="http://schemas.openxmlformats.org/officeDocument/2006/relationships/oleObject" Target="../embeddings/oleObject17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oleObject" Target="../embeddings/oleObject185.bin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9.bin"/><Relationship Id="rId12" Type="http://schemas.openxmlformats.org/officeDocument/2006/relationships/oleObject" Target="../embeddings/oleObject184.bin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88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78.bin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7.bin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6.bin"/><Relationship Id="rId9" Type="http://schemas.openxmlformats.org/officeDocument/2006/relationships/oleObject" Target="../embeddings/oleObject181.bin"/><Relationship Id="rId14" Type="http://schemas.openxmlformats.org/officeDocument/2006/relationships/oleObject" Target="../embeddings/oleObject18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93.bin"/><Relationship Id="rId5" Type="http://schemas.openxmlformats.org/officeDocument/2006/relationships/oleObject" Target="../embeddings/oleObject192.bin"/><Relationship Id="rId10" Type="http://schemas.openxmlformats.org/officeDocument/2006/relationships/oleObject" Target="../embeddings/oleObject197.bin"/><Relationship Id="rId4" Type="http://schemas.openxmlformats.org/officeDocument/2006/relationships/oleObject" Target="../embeddings/oleObject191.bin"/><Relationship Id="rId9" Type="http://schemas.openxmlformats.org/officeDocument/2006/relationships/oleObject" Target="../embeddings/oleObject19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01.bin"/><Relationship Id="rId5" Type="http://schemas.openxmlformats.org/officeDocument/2006/relationships/oleObject" Target="../embeddings/oleObject200.bin"/><Relationship Id="rId4" Type="http://schemas.openxmlformats.org/officeDocument/2006/relationships/oleObject" Target="../embeddings/oleObject199.bin"/><Relationship Id="rId9" Type="http://schemas.openxmlformats.org/officeDocument/2006/relationships/oleObject" Target="../embeddings/oleObject20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08.bin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07.bin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6.bin"/><Relationship Id="rId9" Type="http://schemas.openxmlformats.org/officeDocument/2006/relationships/oleObject" Target="../embeddings/oleObject21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17.bin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6.bin"/><Relationship Id="rId10" Type="http://schemas.openxmlformats.org/officeDocument/2006/relationships/oleObject" Target="../embeddings/oleObject221.bin"/><Relationship Id="rId4" Type="http://schemas.openxmlformats.org/officeDocument/2006/relationships/oleObject" Target="../embeddings/oleObject215.bin"/><Relationship Id="rId9" Type="http://schemas.openxmlformats.org/officeDocument/2006/relationships/oleObject" Target="../embeddings/oleObject22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26.bin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5.bin"/><Relationship Id="rId10" Type="http://schemas.openxmlformats.org/officeDocument/2006/relationships/oleObject" Target="../embeddings/oleObject230.bin"/><Relationship Id="rId4" Type="http://schemas.openxmlformats.org/officeDocument/2006/relationships/oleObject" Target="../embeddings/oleObject224.bin"/><Relationship Id="rId9" Type="http://schemas.openxmlformats.org/officeDocument/2006/relationships/oleObject" Target="../embeddings/oleObject22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3" Type="http://schemas.openxmlformats.org/officeDocument/2006/relationships/oleObject" Target="../embeddings/oleObject232.bin"/><Relationship Id="rId7" Type="http://schemas.openxmlformats.org/officeDocument/2006/relationships/oleObject" Target="../embeddings/oleObject236.bin"/><Relationship Id="rId12" Type="http://schemas.openxmlformats.org/officeDocument/2006/relationships/oleObject" Target="../embeddings/oleObject2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35.bin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4.bin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3.bin"/><Relationship Id="rId9" Type="http://schemas.openxmlformats.org/officeDocument/2006/relationships/oleObject" Target="../embeddings/oleObject23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6.bin"/><Relationship Id="rId12" Type="http://schemas.openxmlformats.org/officeDocument/2006/relationships/oleObject" Target="../embeddings/oleObject2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45.bin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4.bin"/><Relationship Id="rId10" Type="http://schemas.openxmlformats.org/officeDocument/2006/relationships/oleObject" Target="../embeddings/oleObject249.bin"/><Relationship Id="rId4" Type="http://schemas.openxmlformats.org/officeDocument/2006/relationships/oleObject" Target="../embeddings/oleObject243.bin"/><Relationship Id="rId9" Type="http://schemas.openxmlformats.org/officeDocument/2006/relationships/oleObject" Target="../embeddings/oleObject24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7.bin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6.bin"/><Relationship Id="rId12" Type="http://schemas.openxmlformats.org/officeDocument/2006/relationships/oleObject" Target="../embeddings/oleObject2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55.bin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4.bin"/><Relationship Id="rId10" Type="http://schemas.openxmlformats.org/officeDocument/2006/relationships/oleObject" Target="../embeddings/oleObject259.bin"/><Relationship Id="rId4" Type="http://schemas.openxmlformats.org/officeDocument/2006/relationships/oleObject" Target="../embeddings/oleObject253.bin"/><Relationship Id="rId9" Type="http://schemas.openxmlformats.org/officeDocument/2006/relationships/oleObject" Target="../embeddings/oleObject258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7.bin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6.bin"/><Relationship Id="rId12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65.bin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4.bin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3.bin"/><Relationship Id="rId9" Type="http://schemas.openxmlformats.org/officeDocument/2006/relationships/oleObject" Target="../embeddings/oleObject26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13" Type="http://schemas.openxmlformats.org/officeDocument/2006/relationships/oleObject" Target="../embeddings/oleObject282.bin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6.bin"/><Relationship Id="rId12" Type="http://schemas.openxmlformats.org/officeDocument/2006/relationships/oleObject" Target="../embeddings/oleObject2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75.bin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4.bin"/><Relationship Id="rId10" Type="http://schemas.openxmlformats.org/officeDocument/2006/relationships/oleObject" Target="../embeddings/oleObject279.bin"/><Relationship Id="rId4" Type="http://schemas.openxmlformats.org/officeDocument/2006/relationships/oleObject" Target="../embeddings/oleObject273.bin"/><Relationship Id="rId9" Type="http://schemas.openxmlformats.org/officeDocument/2006/relationships/oleObject" Target="../embeddings/oleObject27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86.bin"/><Relationship Id="rId5" Type="http://schemas.openxmlformats.org/officeDocument/2006/relationships/oleObject" Target="../embeddings/oleObject285.bin"/><Relationship Id="rId10" Type="http://schemas.openxmlformats.org/officeDocument/2006/relationships/oleObject" Target="../embeddings/oleObject290.bin"/><Relationship Id="rId4" Type="http://schemas.openxmlformats.org/officeDocument/2006/relationships/oleObject" Target="../embeddings/oleObject284.bin"/><Relationship Id="rId9" Type="http://schemas.openxmlformats.org/officeDocument/2006/relationships/oleObject" Target="../embeddings/oleObject28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6.bin"/><Relationship Id="rId3" Type="http://schemas.openxmlformats.org/officeDocument/2006/relationships/oleObject" Target="../embeddings/oleObject291.bin"/><Relationship Id="rId7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94.bin"/><Relationship Id="rId5" Type="http://schemas.openxmlformats.org/officeDocument/2006/relationships/oleObject" Target="../embeddings/oleObject293.bin"/><Relationship Id="rId10" Type="http://schemas.openxmlformats.org/officeDocument/2006/relationships/oleObject" Target="../embeddings/oleObject298.bin"/><Relationship Id="rId4" Type="http://schemas.openxmlformats.org/officeDocument/2006/relationships/oleObject" Target="../embeddings/oleObject292.bin"/><Relationship Id="rId9" Type="http://schemas.openxmlformats.org/officeDocument/2006/relationships/oleObject" Target="../embeddings/oleObject29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3" Type="http://schemas.openxmlformats.org/officeDocument/2006/relationships/oleObject" Target="../embeddings/oleObject299.bin"/><Relationship Id="rId7" Type="http://schemas.openxmlformats.org/officeDocument/2006/relationships/oleObject" Target="../embeddings/oleObject303.bin"/><Relationship Id="rId12" Type="http://schemas.openxmlformats.org/officeDocument/2006/relationships/oleObject" Target="../embeddings/oleObject3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02.bin"/><Relationship Id="rId11" Type="http://schemas.openxmlformats.org/officeDocument/2006/relationships/oleObject" Target="../embeddings/oleObject307.bin"/><Relationship Id="rId5" Type="http://schemas.openxmlformats.org/officeDocument/2006/relationships/oleObject" Target="../embeddings/oleObject301.bin"/><Relationship Id="rId10" Type="http://schemas.openxmlformats.org/officeDocument/2006/relationships/oleObject" Target="../embeddings/oleObject306.bin"/><Relationship Id="rId4" Type="http://schemas.openxmlformats.org/officeDocument/2006/relationships/oleObject" Target="../embeddings/oleObject300.bin"/><Relationship Id="rId9" Type="http://schemas.openxmlformats.org/officeDocument/2006/relationships/oleObject" Target="../embeddings/oleObject30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4.bin"/><Relationship Id="rId3" Type="http://schemas.openxmlformats.org/officeDocument/2006/relationships/oleObject" Target="../embeddings/oleObject309.bin"/><Relationship Id="rId7" Type="http://schemas.openxmlformats.org/officeDocument/2006/relationships/oleObject" Target="../embeddings/oleObject313.bin"/><Relationship Id="rId12" Type="http://schemas.openxmlformats.org/officeDocument/2006/relationships/oleObject" Target="../embeddings/oleObject3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12.bin"/><Relationship Id="rId11" Type="http://schemas.openxmlformats.org/officeDocument/2006/relationships/oleObject" Target="../embeddings/oleObject317.bin"/><Relationship Id="rId5" Type="http://schemas.openxmlformats.org/officeDocument/2006/relationships/oleObject" Target="../embeddings/oleObject311.bin"/><Relationship Id="rId10" Type="http://schemas.openxmlformats.org/officeDocument/2006/relationships/oleObject" Target="../embeddings/oleObject316.bin"/><Relationship Id="rId4" Type="http://schemas.openxmlformats.org/officeDocument/2006/relationships/oleObject" Target="../embeddings/oleObject310.bin"/><Relationship Id="rId9" Type="http://schemas.openxmlformats.org/officeDocument/2006/relationships/oleObject" Target="../embeddings/oleObject31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4.bin"/><Relationship Id="rId3" Type="http://schemas.openxmlformats.org/officeDocument/2006/relationships/oleObject" Target="../embeddings/oleObject319.bin"/><Relationship Id="rId7" Type="http://schemas.openxmlformats.org/officeDocument/2006/relationships/oleObject" Target="../embeddings/oleObject323.bin"/><Relationship Id="rId12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22.bin"/><Relationship Id="rId11" Type="http://schemas.openxmlformats.org/officeDocument/2006/relationships/oleObject" Target="../embeddings/oleObject327.bin"/><Relationship Id="rId5" Type="http://schemas.openxmlformats.org/officeDocument/2006/relationships/oleObject" Target="../embeddings/oleObject321.bin"/><Relationship Id="rId10" Type="http://schemas.openxmlformats.org/officeDocument/2006/relationships/oleObject" Target="../embeddings/oleObject326.bin"/><Relationship Id="rId4" Type="http://schemas.openxmlformats.org/officeDocument/2006/relationships/oleObject" Target="../embeddings/oleObject320.bin"/><Relationship Id="rId9" Type="http://schemas.openxmlformats.org/officeDocument/2006/relationships/oleObject" Target="../embeddings/oleObject32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4.bin"/><Relationship Id="rId13" Type="http://schemas.openxmlformats.org/officeDocument/2006/relationships/oleObject" Target="../embeddings/oleObject339.bin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3.bin"/><Relationship Id="rId12" Type="http://schemas.openxmlformats.org/officeDocument/2006/relationships/oleObject" Target="../embeddings/oleObject3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32.bin"/><Relationship Id="rId11" Type="http://schemas.openxmlformats.org/officeDocument/2006/relationships/oleObject" Target="../embeddings/oleObject337.bin"/><Relationship Id="rId5" Type="http://schemas.openxmlformats.org/officeDocument/2006/relationships/oleObject" Target="../embeddings/oleObject331.bin"/><Relationship Id="rId10" Type="http://schemas.openxmlformats.org/officeDocument/2006/relationships/oleObject" Target="../embeddings/oleObject336.bin"/><Relationship Id="rId4" Type="http://schemas.openxmlformats.org/officeDocument/2006/relationships/oleObject" Target="../embeddings/oleObject330.bin"/><Relationship Id="rId9" Type="http://schemas.openxmlformats.org/officeDocument/2006/relationships/oleObject" Target="../embeddings/oleObject335.bin"/><Relationship Id="rId14" Type="http://schemas.openxmlformats.org/officeDocument/2006/relationships/oleObject" Target="../embeddings/oleObject34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6.bin"/><Relationship Id="rId13" Type="http://schemas.openxmlformats.org/officeDocument/2006/relationships/oleObject" Target="../embeddings/oleObject351.bin"/><Relationship Id="rId3" Type="http://schemas.openxmlformats.org/officeDocument/2006/relationships/oleObject" Target="../embeddings/oleObject341.bin"/><Relationship Id="rId7" Type="http://schemas.openxmlformats.org/officeDocument/2006/relationships/oleObject" Target="../embeddings/oleObject345.bin"/><Relationship Id="rId12" Type="http://schemas.openxmlformats.org/officeDocument/2006/relationships/oleObject" Target="../embeddings/oleObject3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44.bin"/><Relationship Id="rId11" Type="http://schemas.openxmlformats.org/officeDocument/2006/relationships/oleObject" Target="../embeddings/oleObject349.bin"/><Relationship Id="rId5" Type="http://schemas.openxmlformats.org/officeDocument/2006/relationships/oleObject" Target="../embeddings/oleObject343.bin"/><Relationship Id="rId10" Type="http://schemas.openxmlformats.org/officeDocument/2006/relationships/oleObject" Target="../embeddings/oleObject348.bin"/><Relationship Id="rId4" Type="http://schemas.openxmlformats.org/officeDocument/2006/relationships/oleObject" Target="../embeddings/oleObject342.bin"/><Relationship Id="rId9" Type="http://schemas.openxmlformats.org/officeDocument/2006/relationships/oleObject" Target="../embeddings/oleObject347.bin"/><Relationship Id="rId14" Type="http://schemas.openxmlformats.org/officeDocument/2006/relationships/oleObject" Target="../embeddings/oleObject352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8.bin"/><Relationship Id="rId13" Type="http://schemas.openxmlformats.org/officeDocument/2006/relationships/oleObject" Target="../embeddings/oleObject363.bin"/><Relationship Id="rId3" Type="http://schemas.openxmlformats.org/officeDocument/2006/relationships/oleObject" Target="../embeddings/oleObject353.bin"/><Relationship Id="rId7" Type="http://schemas.openxmlformats.org/officeDocument/2006/relationships/oleObject" Target="../embeddings/oleObject357.bin"/><Relationship Id="rId12" Type="http://schemas.openxmlformats.org/officeDocument/2006/relationships/oleObject" Target="../embeddings/oleObject3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56.bin"/><Relationship Id="rId11" Type="http://schemas.openxmlformats.org/officeDocument/2006/relationships/oleObject" Target="../embeddings/oleObject361.bin"/><Relationship Id="rId5" Type="http://schemas.openxmlformats.org/officeDocument/2006/relationships/oleObject" Target="../embeddings/oleObject355.bin"/><Relationship Id="rId10" Type="http://schemas.openxmlformats.org/officeDocument/2006/relationships/oleObject" Target="../embeddings/oleObject360.bin"/><Relationship Id="rId4" Type="http://schemas.openxmlformats.org/officeDocument/2006/relationships/oleObject" Target="../embeddings/oleObject354.bin"/><Relationship Id="rId9" Type="http://schemas.openxmlformats.org/officeDocument/2006/relationships/oleObject" Target="../embeddings/oleObject359.bin"/><Relationship Id="rId14" Type="http://schemas.openxmlformats.org/officeDocument/2006/relationships/oleObject" Target="../embeddings/oleObject364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0.bin"/><Relationship Id="rId13" Type="http://schemas.openxmlformats.org/officeDocument/2006/relationships/oleObject" Target="../embeddings/oleObject375.bin"/><Relationship Id="rId3" Type="http://schemas.openxmlformats.org/officeDocument/2006/relationships/oleObject" Target="../embeddings/oleObject365.bin"/><Relationship Id="rId7" Type="http://schemas.openxmlformats.org/officeDocument/2006/relationships/oleObject" Target="../embeddings/oleObject369.bin"/><Relationship Id="rId12" Type="http://schemas.openxmlformats.org/officeDocument/2006/relationships/oleObject" Target="../embeddings/oleObject3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68.bin"/><Relationship Id="rId11" Type="http://schemas.openxmlformats.org/officeDocument/2006/relationships/oleObject" Target="../embeddings/oleObject373.bin"/><Relationship Id="rId5" Type="http://schemas.openxmlformats.org/officeDocument/2006/relationships/oleObject" Target="../embeddings/oleObject367.bin"/><Relationship Id="rId10" Type="http://schemas.openxmlformats.org/officeDocument/2006/relationships/oleObject" Target="../embeddings/oleObject372.bin"/><Relationship Id="rId4" Type="http://schemas.openxmlformats.org/officeDocument/2006/relationships/oleObject" Target="../embeddings/oleObject366.bin"/><Relationship Id="rId9" Type="http://schemas.openxmlformats.org/officeDocument/2006/relationships/oleObject" Target="../embeddings/oleObject371.bin"/><Relationship Id="rId14" Type="http://schemas.openxmlformats.org/officeDocument/2006/relationships/oleObject" Target="../embeddings/oleObject376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2.bin"/><Relationship Id="rId13" Type="http://schemas.openxmlformats.org/officeDocument/2006/relationships/oleObject" Target="../embeddings/oleObject387.bin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81.bin"/><Relationship Id="rId12" Type="http://schemas.openxmlformats.org/officeDocument/2006/relationships/oleObject" Target="../embeddings/oleObject3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80.bin"/><Relationship Id="rId11" Type="http://schemas.openxmlformats.org/officeDocument/2006/relationships/oleObject" Target="../embeddings/oleObject385.bin"/><Relationship Id="rId5" Type="http://schemas.openxmlformats.org/officeDocument/2006/relationships/oleObject" Target="../embeddings/oleObject379.bin"/><Relationship Id="rId10" Type="http://schemas.openxmlformats.org/officeDocument/2006/relationships/oleObject" Target="../embeddings/oleObject384.bin"/><Relationship Id="rId4" Type="http://schemas.openxmlformats.org/officeDocument/2006/relationships/oleObject" Target="../embeddings/oleObject378.bin"/><Relationship Id="rId9" Type="http://schemas.openxmlformats.org/officeDocument/2006/relationships/oleObject" Target="../embeddings/oleObject383.bin"/><Relationship Id="rId14" Type="http://schemas.openxmlformats.org/officeDocument/2006/relationships/oleObject" Target="../embeddings/oleObject388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4.bin"/><Relationship Id="rId13" Type="http://schemas.openxmlformats.org/officeDocument/2006/relationships/oleObject" Target="../embeddings/oleObject399.bin"/><Relationship Id="rId3" Type="http://schemas.openxmlformats.org/officeDocument/2006/relationships/oleObject" Target="../embeddings/oleObject389.bin"/><Relationship Id="rId7" Type="http://schemas.openxmlformats.org/officeDocument/2006/relationships/oleObject" Target="../embeddings/oleObject393.bin"/><Relationship Id="rId12" Type="http://schemas.openxmlformats.org/officeDocument/2006/relationships/oleObject" Target="../embeddings/oleObject3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92.bin"/><Relationship Id="rId11" Type="http://schemas.openxmlformats.org/officeDocument/2006/relationships/oleObject" Target="../embeddings/oleObject397.bin"/><Relationship Id="rId5" Type="http://schemas.openxmlformats.org/officeDocument/2006/relationships/oleObject" Target="../embeddings/oleObject391.bin"/><Relationship Id="rId10" Type="http://schemas.openxmlformats.org/officeDocument/2006/relationships/oleObject" Target="../embeddings/oleObject396.bin"/><Relationship Id="rId4" Type="http://schemas.openxmlformats.org/officeDocument/2006/relationships/oleObject" Target="../embeddings/oleObject390.bin"/><Relationship Id="rId9" Type="http://schemas.openxmlformats.org/officeDocument/2006/relationships/oleObject" Target="../embeddings/oleObject395.bin"/><Relationship Id="rId14" Type="http://schemas.openxmlformats.org/officeDocument/2006/relationships/oleObject" Target="../embeddings/oleObject400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6.bin"/><Relationship Id="rId13" Type="http://schemas.openxmlformats.org/officeDocument/2006/relationships/oleObject" Target="../embeddings/oleObject411.bin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5.bin"/><Relationship Id="rId12" Type="http://schemas.openxmlformats.org/officeDocument/2006/relationships/oleObject" Target="../embeddings/oleObject4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404.bin"/><Relationship Id="rId11" Type="http://schemas.openxmlformats.org/officeDocument/2006/relationships/oleObject" Target="../embeddings/oleObject409.bin"/><Relationship Id="rId5" Type="http://schemas.openxmlformats.org/officeDocument/2006/relationships/oleObject" Target="../embeddings/oleObject403.bin"/><Relationship Id="rId10" Type="http://schemas.openxmlformats.org/officeDocument/2006/relationships/oleObject" Target="../embeddings/oleObject408.bin"/><Relationship Id="rId4" Type="http://schemas.openxmlformats.org/officeDocument/2006/relationships/oleObject" Target="../embeddings/oleObject402.bin"/><Relationship Id="rId9" Type="http://schemas.openxmlformats.org/officeDocument/2006/relationships/oleObject" Target="../embeddings/oleObject407.bin"/><Relationship Id="rId14" Type="http://schemas.openxmlformats.org/officeDocument/2006/relationships/oleObject" Target="../embeddings/oleObject412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8.bin"/><Relationship Id="rId3" Type="http://schemas.openxmlformats.org/officeDocument/2006/relationships/oleObject" Target="../embeddings/oleObject413.bin"/><Relationship Id="rId7" Type="http://schemas.openxmlformats.org/officeDocument/2006/relationships/oleObject" Target="../embeddings/oleObject4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416.bin"/><Relationship Id="rId11" Type="http://schemas.openxmlformats.org/officeDocument/2006/relationships/oleObject" Target="../embeddings/oleObject421.bin"/><Relationship Id="rId5" Type="http://schemas.openxmlformats.org/officeDocument/2006/relationships/oleObject" Target="../embeddings/oleObject415.bin"/><Relationship Id="rId10" Type="http://schemas.openxmlformats.org/officeDocument/2006/relationships/oleObject" Target="../embeddings/oleObject420.bin"/><Relationship Id="rId4" Type="http://schemas.openxmlformats.org/officeDocument/2006/relationships/oleObject" Target="../embeddings/oleObject414.bin"/><Relationship Id="rId9" Type="http://schemas.openxmlformats.org/officeDocument/2006/relationships/oleObject" Target="../embeddings/oleObject419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7.bin"/><Relationship Id="rId3" Type="http://schemas.openxmlformats.org/officeDocument/2006/relationships/oleObject" Target="../embeddings/oleObject422.bin"/><Relationship Id="rId7" Type="http://schemas.openxmlformats.org/officeDocument/2006/relationships/oleObject" Target="../embeddings/oleObject4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425.bin"/><Relationship Id="rId5" Type="http://schemas.openxmlformats.org/officeDocument/2006/relationships/oleObject" Target="../embeddings/oleObject424.bin"/><Relationship Id="rId4" Type="http://schemas.openxmlformats.org/officeDocument/2006/relationships/oleObject" Target="../embeddings/oleObject423.bin"/><Relationship Id="rId9" Type="http://schemas.openxmlformats.org/officeDocument/2006/relationships/oleObject" Target="../embeddings/oleObject42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4.bin"/><Relationship Id="rId3" Type="http://schemas.openxmlformats.org/officeDocument/2006/relationships/oleObject" Target="../embeddings/oleObject429.bin"/><Relationship Id="rId7" Type="http://schemas.openxmlformats.org/officeDocument/2006/relationships/oleObject" Target="../embeddings/oleObject4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432.bin"/><Relationship Id="rId5" Type="http://schemas.openxmlformats.org/officeDocument/2006/relationships/oleObject" Target="../embeddings/oleObject431.bin"/><Relationship Id="rId10" Type="http://schemas.openxmlformats.org/officeDocument/2006/relationships/oleObject" Target="../embeddings/oleObject436.bin"/><Relationship Id="rId4" Type="http://schemas.openxmlformats.org/officeDocument/2006/relationships/oleObject" Target="../embeddings/oleObject430.bin"/><Relationship Id="rId9" Type="http://schemas.openxmlformats.org/officeDocument/2006/relationships/oleObject" Target="../embeddings/oleObject435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2.bin"/><Relationship Id="rId3" Type="http://schemas.openxmlformats.org/officeDocument/2006/relationships/oleObject" Target="../embeddings/oleObject437.bin"/><Relationship Id="rId7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440.bin"/><Relationship Id="rId5" Type="http://schemas.openxmlformats.org/officeDocument/2006/relationships/oleObject" Target="../embeddings/oleObject439.bin"/><Relationship Id="rId4" Type="http://schemas.openxmlformats.org/officeDocument/2006/relationships/oleObject" Target="../embeddings/oleObject438.bin"/><Relationship Id="rId9" Type="http://schemas.openxmlformats.org/officeDocument/2006/relationships/oleObject" Target="../embeddings/oleObject44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9.bin"/><Relationship Id="rId3" Type="http://schemas.openxmlformats.org/officeDocument/2006/relationships/oleObject" Target="../embeddings/oleObject444.bin"/><Relationship Id="rId7" Type="http://schemas.openxmlformats.org/officeDocument/2006/relationships/oleObject" Target="../embeddings/oleObject4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447.bin"/><Relationship Id="rId11" Type="http://schemas.openxmlformats.org/officeDocument/2006/relationships/oleObject" Target="../embeddings/oleObject452.bin"/><Relationship Id="rId5" Type="http://schemas.openxmlformats.org/officeDocument/2006/relationships/oleObject" Target="../embeddings/oleObject446.bin"/><Relationship Id="rId10" Type="http://schemas.openxmlformats.org/officeDocument/2006/relationships/oleObject" Target="../embeddings/oleObject451.bin"/><Relationship Id="rId4" Type="http://schemas.openxmlformats.org/officeDocument/2006/relationships/oleObject" Target="../embeddings/oleObject445.bin"/><Relationship Id="rId9" Type="http://schemas.openxmlformats.org/officeDocument/2006/relationships/oleObject" Target="../embeddings/oleObject45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8.bin"/><Relationship Id="rId3" Type="http://schemas.openxmlformats.org/officeDocument/2006/relationships/oleObject" Target="../embeddings/oleObject453.bin"/><Relationship Id="rId7" Type="http://schemas.openxmlformats.org/officeDocument/2006/relationships/oleObject" Target="../embeddings/oleObject457.bin"/><Relationship Id="rId12" Type="http://schemas.openxmlformats.org/officeDocument/2006/relationships/oleObject" Target="../embeddings/oleObject4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456.bin"/><Relationship Id="rId11" Type="http://schemas.openxmlformats.org/officeDocument/2006/relationships/oleObject" Target="../embeddings/oleObject461.bin"/><Relationship Id="rId5" Type="http://schemas.openxmlformats.org/officeDocument/2006/relationships/oleObject" Target="../embeddings/oleObject455.bin"/><Relationship Id="rId10" Type="http://schemas.openxmlformats.org/officeDocument/2006/relationships/oleObject" Target="../embeddings/oleObject460.bin"/><Relationship Id="rId4" Type="http://schemas.openxmlformats.org/officeDocument/2006/relationships/oleObject" Target="../embeddings/oleObject454.bin"/><Relationship Id="rId9" Type="http://schemas.openxmlformats.org/officeDocument/2006/relationships/oleObject" Target="../embeddings/oleObject459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8.bin"/><Relationship Id="rId3" Type="http://schemas.openxmlformats.org/officeDocument/2006/relationships/oleObject" Target="../embeddings/oleObject463.bin"/><Relationship Id="rId7" Type="http://schemas.openxmlformats.org/officeDocument/2006/relationships/oleObject" Target="../embeddings/oleObject4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466.bin"/><Relationship Id="rId5" Type="http://schemas.openxmlformats.org/officeDocument/2006/relationships/oleObject" Target="../embeddings/oleObject465.bin"/><Relationship Id="rId10" Type="http://schemas.openxmlformats.org/officeDocument/2006/relationships/oleObject" Target="../embeddings/oleObject470.bin"/><Relationship Id="rId4" Type="http://schemas.openxmlformats.org/officeDocument/2006/relationships/oleObject" Target="../embeddings/oleObject464.bin"/><Relationship Id="rId9" Type="http://schemas.openxmlformats.org/officeDocument/2006/relationships/oleObject" Target="../embeddings/oleObject469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6.bin"/><Relationship Id="rId3" Type="http://schemas.openxmlformats.org/officeDocument/2006/relationships/oleObject" Target="../embeddings/oleObject471.bin"/><Relationship Id="rId7" Type="http://schemas.openxmlformats.org/officeDocument/2006/relationships/oleObject" Target="../embeddings/oleObject4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474.bin"/><Relationship Id="rId5" Type="http://schemas.openxmlformats.org/officeDocument/2006/relationships/oleObject" Target="../embeddings/oleObject473.bin"/><Relationship Id="rId10" Type="http://schemas.openxmlformats.org/officeDocument/2006/relationships/oleObject" Target="../embeddings/oleObject478.bin"/><Relationship Id="rId4" Type="http://schemas.openxmlformats.org/officeDocument/2006/relationships/oleObject" Target="../embeddings/oleObject472.bin"/><Relationship Id="rId9" Type="http://schemas.openxmlformats.org/officeDocument/2006/relationships/oleObject" Target="../embeddings/oleObject477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4.bin"/><Relationship Id="rId3" Type="http://schemas.openxmlformats.org/officeDocument/2006/relationships/oleObject" Target="../embeddings/oleObject479.bin"/><Relationship Id="rId7" Type="http://schemas.openxmlformats.org/officeDocument/2006/relationships/oleObject" Target="../embeddings/oleObject4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482.bin"/><Relationship Id="rId5" Type="http://schemas.openxmlformats.org/officeDocument/2006/relationships/oleObject" Target="../embeddings/oleObject481.bin"/><Relationship Id="rId10" Type="http://schemas.openxmlformats.org/officeDocument/2006/relationships/oleObject" Target="../embeddings/oleObject486.bin"/><Relationship Id="rId4" Type="http://schemas.openxmlformats.org/officeDocument/2006/relationships/oleObject" Target="../embeddings/oleObject480.bin"/><Relationship Id="rId9" Type="http://schemas.openxmlformats.org/officeDocument/2006/relationships/oleObject" Target="../embeddings/oleObject485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2.bin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490.bin"/><Relationship Id="rId5" Type="http://schemas.openxmlformats.org/officeDocument/2006/relationships/oleObject" Target="../embeddings/oleObject489.bin"/><Relationship Id="rId10" Type="http://schemas.openxmlformats.org/officeDocument/2006/relationships/oleObject" Target="../embeddings/oleObject494.bin"/><Relationship Id="rId4" Type="http://schemas.openxmlformats.org/officeDocument/2006/relationships/oleObject" Target="../embeddings/oleObject488.bin"/><Relationship Id="rId9" Type="http://schemas.openxmlformats.org/officeDocument/2006/relationships/oleObject" Target="../embeddings/oleObject49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Deterministic FA (DFA)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The FAs that we have studied so far are DFAs in that</a:t>
            </a:r>
          </a:p>
          <a:p>
            <a:pPr lvl="1" algn="just">
              <a:buNone/>
            </a:pPr>
            <a:r>
              <a:rPr lang="en-US" dirty="0" smtClean="0"/>
              <a:t>– At every state there is exactly one outgoing transition for a character and the machine can follow the transition deterministically</a:t>
            </a:r>
          </a:p>
          <a:p>
            <a:pPr lvl="6" algn="just">
              <a:buNone/>
            </a:pPr>
            <a:r>
              <a:rPr lang="en-US" sz="2800" b="1" dirty="0" smtClean="0">
                <a:solidFill>
                  <a:srgbClr val="0070C0"/>
                </a:solidFill>
              </a:rPr>
              <a:t>• No duplicates</a:t>
            </a:r>
          </a:p>
          <a:p>
            <a:pPr lvl="6" algn="just">
              <a:buNone/>
            </a:pPr>
            <a:r>
              <a:rPr lang="en-US" sz="2800" b="1" dirty="0" smtClean="0">
                <a:solidFill>
                  <a:srgbClr val="0070C0"/>
                </a:solidFill>
              </a:rPr>
              <a:t>• No missing edges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 smtClean="0"/>
              <a:t>Nondeterministic Finite Automata (NFA)</a:t>
            </a:r>
            <a:endParaRPr lang="en-US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The FA where a state can have more than one transitions for the same character. </a:t>
            </a:r>
          </a:p>
          <a:p>
            <a:pPr lvl="1" algn="just">
              <a:spcBef>
                <a:spcPts val="1800"/>
              </a:spcBef>
              <a:buNone/>
            </a:pPr>
            <a:r>
              <a:rPr lang="en-US" dirty="0" smtClean="0"/>
              <a:t>• This puts the machine in an indecisive state for which transition to follow</a:t>
            </a:r>
          </a:p>
          <a:p>
            <a:pPr lvl="3" algn="just">
              <a:buNone/>
            </a:pPr>
            <a:r>
              <a:rPr lang="en-US" b="1" dirty="0" smtClean="0">
                <a:solidFill>
                  <a:srgbClr val="0066FF"/>
                </a:solidFill>
              </a:rPr>
              <a:t>– Has duplicate transitions</a:t>
            </a:r>
          </a:p>
          <a:p>
            <a:pPr lvl="3" algn="just">
              <a:buNone/>
            </a:pPr>
            <a:r>
              <a:rPr lang="en-US" b="1" dirty="0" smtClean="0">
                <a:solidFill>
                  <a:srgbClr val="0066FF"/>
                </a:solidFill>
              </a:rPr>
              <a:t>– Can miss transitions for some characters</a:t>
            </a:r>
          </a:p>
          <a:p>
            <a:pPr lvl="1" algn="just">
              <a:spcBef>
                <a:spcPts val="1800"/>
              </a:spcBef>
              <a:buNone/>
            </a:pPr>
            <a:r>
              <a:rPr lang="en-US" dirty="0" smtClean="0"/>
              <a:t>• Reduces number of states and transitions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 smtClean="0"/>
              <a:t>Nondeterministic Finite Automata (NFA)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708392" cy="48006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Costly execution</a:t>
            </a:r>
          </a:p>
          <a:p>
            <a:pPr lvl="1">
              <a:spcBef>
                <a:spcPts val="1200"/>
              </a:spcBef>
              <a:buNone/>
            </a:pPr>
            <a:r>
              <a:rPr lang="en-US" sz="2000" dirty="0" smtClean="0"/>
              <a:t>– Needs concurrent processing to find a successful path</a:t>
            </a:r>
          </a:p>
          <a:p>
            <a:pPr>
              <a:spcBef>
                <a:spcPts val="1200"/>
              </a:spcBef>
              <a:buNone/>
            </a:pPr>
            <a:r>
              <a:rPr lang="en-US" sz="2000" dirty="0" smtClean="0"/>
              <a:t>• An NFA can have a successful and unsuccessful path for the same input</a:t>
            </a:r>
          </a:p>
          <a:p>
            <a:pPr>
              <a:spcBef>
                <a:spcPts val="1200"/>
              </a:spcBef>
              <a:buNone/>
            </a:pPr>
            <a:r>
              <a:rPr lang="en-US" sz="2000" dirty="0" smtClean="0"/>
              <a:t>• If an NFA has at least one successful path for an input it is considered to be valid</a:t>
            </a:r>
          </a:p>
          <a:p>
            <a:pPr>
              <a:spcBef>
                <a:spcPts val="1200"/>
              </a:spcBef>
              <a:buNone/>
            </a:pPr>
            <a:r>
              <a:rPr lang="en-US" sz="2000" dirty="0" smtClean="0"/>
              <a:t>• Machine crashes for an undefined transition thus causing implicit reject</a:t>
            </a:r>
          </a:p>
          <a:p>
            <a:pPr>
              <a:spcBef>
                <a:spcPts val="1200"/>
              </a:spcBef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 smtClean="0"/>
              <a:t>Nondeterministic Finite Automata (NFA)</a:t>
            </a:r>
            <a:endParaRPr lang="en-US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Acceptance</a:t>
            </a:r>
          </a:p>
          <a:p>
            <a:pPr lvl="1">
              <a:buNone/>
            </a:pPr>
            <a:r>
              <a:rPr lang="en-US" dirty="0" smtClean="0"/>
              <a:t>– If at least one successful path exists</a:t>
            </a: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Rejection</a:t>
            </a:r>
          </a:p>
          <a:p>
            <a:pPr lvl="1">
              <a:buNone/>
            </a:pPr>
            <a:r>
              <a:rPr lang="en-US" dirty="0" smtClean="0"/>
              <a:t>– Either machine crashes on input or</a:t>
            </a:r>
          </a:p>
          <a:p>
            <a:pPr lvl="1">
              <a:buNone/>
            </a:pPr>
            <a:r>
              <a:rPr lang="en-US" dirty="0" smtClean="0"/>
              <a:t>– No successful path exists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EDAADD-231C-4A5E-AE8D-60186F1236E9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036" name="Oval 1026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7" name="Oval 1027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8" name="Oval 1028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9" name="Line 1029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40" name="Line 1030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41" name="Line 1031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42" name="Oval 1032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3" name="Line 1033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26" name="Object 1034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026" name="Equation" r:id="rId3" imgW="406080" imgH="571320" progId="Equation.3">
              <p:embed/>
            </p:oleObj>
          </a:graphicData>
        </a:graphic>
      </p:graphicFrame>
      <p:sp>
        <p:nvSpPr>
          <p:cNvPr id="1044" name="Oval 1035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7" name="Object 103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027" name="Equation" r:id="rId4" imgW="482400" imgH="571320" progId="Equation.3">
              <p:embed/>
            </p:oleObj>
          </a:graphicData>
        </a:graphic>
      </p:graphicFrame>
      <p:graphicFrame>
        <p:nvGraphicFramePr>
          <p:cNvPr id="1028" name="Object 1037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028" name="Equation" r:id="rId5" imgW="457200" imgH="583920" progId="Equation.3">
              <p:embed/>
            </p:oleObj>
          </a:graphicData>
        </a:graphic>
      </p:graphicFrame>
      <p:graphicFrame>
        <p:nvGraphicFramePr>
          <p:cNvPr id="1029" name="Object 1038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029" name="Equation" r:id="rId6" imgW="266400" imgH="279360" progId="Equation.3">
              <p:embed/>
            </p:oleObj>
          </a:graphicData>
        </a:graphic>
      </p:graphicFrame>
      <p:graphicFrame>
        <p:nvGraphicFramePr>
          <p:cNvPr id="1030" name="Object 1039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030" name="Equation" r:id="rId7" imgW="266400" imgH="279360" progId="Equation.3">
              <p:embed/>
            </p:oleObj>
          </a:graphicData>
        </a:graphic>
      </p:graphicFrame>
      <p:graphicFrame>
        <p:nvGraphicFramePr>
          <p:cNvPr id="1031" name="Object 1040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031" name="Equation" r:id="rId8" imgW="266400" imgH="279360" progId="Equation.3">
              <p:embed/>
            </p:oleObj>
          </a:graphicData>
        </a:graphic>
      </p:graphicFrame>
      <p:graphicFrame>
        <p:nvGraphicFramePr>
          <p:cNvPr id="1032" name="Object 104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032" name="Equation" r:id="rId9" imgW="482400" imgH="583920" progId="Equation.3">
              <p:embed/>
            </p:oleObj>
          </a:graphicData>
        </a:graphic>
      </p:graphicFrame>
      <p:graphicFrame>
        <p:nvGraphicFramePr>
          <p:cNvPr id="1033" name="Object 1042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p:oleObj spid="_x0000_s1033" name="Equation" r:id="rId10" imgW="660240" imgH="533160" progId="Equation.3">
              <p:embed/>
            </p:oleObj>
          </a:graphicData>
        </a:graphic>
      </p:graphicFrame>
      <p:sp>
        <p:nvSpPr>
          <p:cNvPr id="1045" name="Text Box 1043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dirty="0"/>
              <a:t>Alphabet =</a:t>
            </a:r>
          </a:p>
        </p:txBody>
      </p:sp>
      <p:sp>
        <p:nvSpPr>
          <p:cNvPr id="1046" name="Rectangle 1045"/>
          <p:cNvSpPr>
            <a:spLocks noChangeArrowheads="1"/>
          </p:cNvSpPr>
          <p:nvPr/>
        </p:nvSpPr>
        <p:spPr bwMode="auto">
          <a:xfrm>
            <a:off x="990600" y="1524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2800" b="1" u="sng" dirty="0" smtClean="0">
                <a:solidFill>
                  <a:schemeClr val="accent3">
                    <a:lumMod val="50000"/>
                  </a:schemeClr>
                </a:solidFill>
              </a:rPr>
              <a:t>Nondeterministic Finite Automata (NFA)</a:t>
            </a:r>
            <a:endParaRPr lang="en-US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22E029-A8C2-44F7-9280-D0017CE5A86C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2060" name="Text Box 1064"/>
          <p:cNvSpPr txBox="1">
            <a:spLocks noChangeArrowheads="1"/>
          </p:cNvSpPr>
          <p:nvPr/>
        </p:nvSpPr>
        <p:spPr bwMode="auto">
          <a:xfrm>
            <a:off x="4495800" y="5029200"/>
            <a:ext cx="1624163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No transition</a:t>
            </a:r>
          </a:p>
        </p:txBody>
      </p:sp>
      <p:sp>
        <p:nvSpPr>
          <p:cNvPr id="2061" name="Oval 1065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2" name="Oval 1066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Oval 1067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4" name="Line 1068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65" name="Line 1069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66" name="Line 1070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67" name="Oval 1071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8" name="Line 1072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50" name="Object 1073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050" name="Equation" r:id="rId3" imgW="406080" imgH="571320" progId="Equation.3">
              <p:embed/>
            </p:oleObj>
          </a:graphicData>
        </a:graphic>
      </p:graphicFrame>
      <p:sp>
        <p:nvSpPr>
          <p:cNvPr id="2069" name="Oval 1074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1" name="Object 1075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051" name="Equation" r:id="rId4" imgW="482400" imgH="571320" progId="Equation.3">
              <p:embed/>
            </p:oleObj>
          </a:graphicData>
        </a:graphic>
      </p:graphicFrame>
      <p:graphicFrame>
        <p:nvGraphicFramePr>
          <p:cNvPr id="2052" name="Object 107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052" name="Equation" r:id="rId5" imgW="457200" imgH="583920" progId="Equation.3">
              <p:embed/>
            </p:oleObj>
          </a:graphicData>
        </a:graphic>
      </p:graphicFrame>
      <p:graphicFrame>
        <p:nvGraphicFramePr>
          <p:cNvPr id="2053" name="Object 1077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053" name="Equation" r:id="rId6" imgW="266400" imgH="279360" progId="Equation.3">
              <p:embed/>
            </p:oleObj>
          </a:graphicData>
        </a:graphic>
      </p:graphicFrame>
      <p:graphicFrame>
        <p:nvGraphicFramePr>
          <p:cNvPr id="2054" name="Object 1078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054" name="Equation" r:id="rId7" imgW="266400" imgH="279360" progId="Equation.3">
              <p:embed/>
            </p:oleObj>
          </a:graphicData>
        </a:graphic>
      </p:graphicFrame>
      <p:graphicFrame>
        <p:nvGraphicFramePr>
          <p:cNvPr id="2055" name="Object 1079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055" name="Equation" r:id="rId8" imgW="266400" imgH="279360" progId="Equation.3">
              <p:embed/>
            </p:oleObj>
          </a:graphicData>
        </a:graphic>
      </p:graphicFrame>
      <p:graphicFrame>
        <p:nvGraphicFramePr>
          <p:cNvPr id="2056" name="Object 1080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056" name="Equation" r:id="rId9" imgW="482400" imgH="583920" progId="Equation.3">
              <p:embed/>
            </p:oleObj>
          </a:graphicData>
        </a:graphic>
      </p:graphicFrame>
      <p:sp>
        <p:nvSpPr>
          <p:cNvPr id="2070" name="Text Box 1081"/>
          <p:cNvSpPr txBox="1">
            <a:spLocks noChangeArrowheads="1"/>
          </p:cNvSpPr>
          <p:nvPr/>
        </p:nvSpPr>
        <p:spPr bwMode="auto">
          <a:xfrm>
            <a:off x="958850" y="2667000"/>
            <a:ext cx="1479316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Two choices</a:t>
            </a:r>
          </a:p>
        </p:txBody>
      </p:sp>
      <p:sp>
        <p:nvSpPr>
          <p:cNvPr id="2071" name="Text Box 1084"/>
          <p:cNvSpPr txBox="1">
            <a:spLocks noChangeArrowheads="1"/>
          </p:cNvSpPr>
          <p:nvPr/>
        </p:nvSpPr>
        <p:spPr bwMode="auto">
          <a:xfrm>
            <a:off x="6445250" y="2895600"/>
            <a:ext cx="1624163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No transition</a:t>
            </a:r>
          </a:p>
        </p:txBody>
      </p:sp>
      <p:graphicFrame>
        <p:nvGraphicFramePr>
          <p:cNvPr id="2057" name="Object 1085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p:oleObj spid="_x0000_s2057" name="Equation" r:id="rId10" imgW="660240" imgH="533160" progId="Equation.3">
              <p:embed/>
            </p:oleObj>
          </a:graphicData>
        </a:graphic>
      </p:graphicFrame>
      <p:sp>
        <p:nvSpPr>
          <p:cNvPr id="2072" name="Text Box 1086"/>
          <p:cNvSpPr txBox="1">
            <a:spLocks noChangeArrowheads="1"/>
          </p:cNvSpPr>
          <p:nvPr/>
        </p:nvSpPr>
        <p:spPr bwMode="auto">
          <a:xfrm>
            <a:off x="762000" y="1295400"/>
            <a:ext cx="1883849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dirty="0" smtClean="0"/>
              <a:t>        </a:t>
            </a:r>
            <a:r>
              <a:rPr lang="en-US" b="1" dirty="0" smtClean="0">
                <a:solidFill>
                  <a:srgbClr val="0000CC"/>
                </a:solidFill>
              </a:rPr>
              <a:t>Alphabet </a:t>
            </a:r>
            <a:r>
              <a:rPr lang="en-US" b="1" dirty="0">
                <a:solidFill>
                  <a:srgbClr val="0000CC"/>
                </a:solidFill>
              </a:rPr>
              <a:t>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3014CC-2409-4DC3-9AB3-B56C11CA28E6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085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6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3074" name="Equation" r:id="rId3" imgW="266400" imgH="279360" progId="Equation.3">
              <p:embed/>
            </p:oleObj>
          </a:graphicData>
        </a:graphic>
      </p:graphicFrame>
      <p:sp>
        <p:nvSpPr>
          <p:cNvPr id="3088" name="Line 8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93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94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75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3075" name="Equation" r:id="rId4" imgW="266400" imgH="279360" progId="Equation.3">
              <p:embed/>
            </p:oleObj>
          </a:graphicData>
        </a:graphic>
      </p:graphicFrame>
      <p:sp>
        <p:nvSpPr>
          <p:cNvPr id="3095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76" name="Object 102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3076" name="Equation" r:id="rId5" imgW="482400" imgH="583920" progId="Equation.3">
              <p:embed/>
            </p:oleObj>
          </a:graphicData>
        </a:graphic>
      </p:graphicFrame>
      <p:graphicFrame>
        <p:nvGraphicFramePr>
          <p:cNvPr id="3077" name="Object 102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3077" name="Equation" r:id="rId6" imgW="406080" imgH="571320" progId="Equation.3">
              <p:embed/>
            </p:oleObj>
          </a:graphicData>
        </a:graphic>
      </p:graphicFrame>
      <p:sp>
        <p:nvSpPr>
          <p:cNvPr id="3097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8" name="Object 1028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3078" name="Equation" r:id="rId7" imgW="482400" imgH="571320" progId="Equation.3">
              <p:embed/>
            </p:oleObj>
          </a:graphicData>
        </a:graphic>
      </p:graphicFrame>
      <p:graphicFrame>
        <p:nvGraphicFramePr>
          <p:cNvPr id="3079" name="Object 1029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3079" name="Equation" r:id="rId8" imgW="457200" imgH="583920" progId="Equation.3">
              <p:embed/>
            </p:oleObj>
          </a:graphicData>
        </a:graphic>
      </p:graphicFrame>
      <p:graphicFrame>
        <p:nvGraphicFramePr>
          <p:cNvPr id="3080" name="Object 103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3080" name="Equation" r:id="rId9" imgW="266400" imgH="279360" progId="Equation.3">
              <p:embed/>
            </p:oleObj>
          </a:graphicData>
        </a:graphic>
      </p:graphicFrame>
      <p:graphicFrame>
        <p:nvGraphicFramePr>
          <p:cNvPr id="3081" name="Object 103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3081" name="Equation" r:id="rId10" imgW="266400" imgH="279360" progId="Equation.3">
              <p:embed/>
            </p:oleObj>
          </a:graphicData>
        </a:graphic>
      </p:graphicFrame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3082" name="Object 103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3082" name="Equation" r:id="rId11" imgW="266400" imgH="279360" progId="Equation.3">
              <p:embed/>
            </p:oleObj>
          </a:graphicData>
        </a:graphic>
      </p:graphicFrame>
      <p:sp>
        <p:nvSpPr>
          <p:cNvPr id="3099" name="Line 2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AEB7CF-2839-4673-B6F8-DC1FEDCC2B84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4098" name="Equation" r:id="rId3" imgW="266400" imgH="279360" progId="Equation.3">
              <p:embed/>
            </p:oleObj>
          </a:graphicData>
        </a:graphic>
      </p:graphicFrame>
      <p:sp>
        <p:nvSpPr>
          <p:cNvPr id="4112" name="Line 8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5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117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118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099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4099" name="Equation" r:id="rId4" imgW="266400" imgH="279360" progId="Equation.3">
              <p:embed/>
            </p:oleObj>
          </a:graphicData>
        </a:graphic>
      </p:graphicFrame>
      <p:sp>
        <p:nvSpPr>
          <p:cNvPr id="4119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100" name="Object 102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4100" name="Equation" r:id="rId5" imgW="482400" imgH="583920" progId="Equation.3">
              <p:embed/>
            </p:oleObj>
          </a:graphicData>
        </a:graphic>
      </p:graphicFrame>
      <p:graphicFrame>
        <p:nvGraphicFramePr>
          <p:cNvPr id="4101" name="Object 102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4101" name="Equation" r:id="rId6" imgW="406080" imgH="571320" progId="Equation.3">
              <p:embed/>
            </p:oleObj>
          </a:graphicData>
        </a:graphic>
      </p:graphicFrame>
      <p:sp>
        <p:nvSpPr>
          <p:cNvPr id="4121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2" name="Object 1028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4102" name="Equation" r:id="rId7" imgW="482400" imgH="571320" progId="Equation.3">
              <p:embed/>
            </p:oleObj>
          </a:graphicData>
        </a:graphic>
      </p:graphicFrame>
      <p:graphicFrame>
        <p:nvGraphicFramePr>
          <p:cNvPr id="4103" name="Object 1029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4103" name="Equation" r:id="rId8" imgW="457200" imgH="583920" progId="Equation.3">
              <p:embed/>
            </p:oleObj>
          </a:graphicData>
        </a:graphic>
      </p:graphicFrame>
      <p:graphicFrame>
        <p:nvGraphicFramePr>
          <p:cNvPr id="4104" name="Object 103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4104" name="Equation" r:id="rId9" imgW="266400" imgH="279360" progId="Equation.3">
              <p:embed/>
            </p:oleObj>
          </a:graphicData>
        </a:graphic>
      </p:graphicFrame>
      <p:graphicFrame>
        <p:nvGraphicFramePr>
          <p:cNvPr id="4105" name="Object 103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4105" name="Equation" r:id="rId10" imgW="266400" imgH="279360" progId="Equation.3">
              <p:embed/>
            </p:oleObj>
          </a:graphicData>
        </a:graphic>
      </p:graphicFrame>
      <p:graphicFrame>
        <p:nvGraphicFramePr>
          <p:cNvPr id="4106" name="Object 103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4106" name="Equation" r:id="rId11" imgW="266400" imgH="279360" progId="Equation.3">
              <p:embed/>
            </p:oleObj>
          </a:graphicData>
        </a:graphic>
      </p:graphicFrame>
      <p:sp>
        <p:nvSpPr>
          <p:cNvPr id="4122" name="Line 30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23" name="Text Box 31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272B4D-DAC1-439A-A25B-047ED70784AE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5133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4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5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5122" name="Equation" r:id="rId3" imgW="266400" imgH="279360" progId="Equation.3">
              <p:embed/>
            </p:oleObj>
          </a:graphicData>
        </a:graphic>
      </p:graphicFrame>
      <p:sp>
        <p:nvSpPr>
          <p:cNvPr id="5136" name="Line 8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7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8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0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1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2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123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5123" name="Equation" r:id="rId4" imgW="266400" imgH="279360" progId="Equation.3">
              <p:embed/>
            </p:oleObj>
          </a:graphicData>
        </a:graphic>
      </p:graphicFrame>
      <p:sp>
        <p:nvSpPr>
          <p:cNvPr id="5143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4" name="Line 17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124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5124" name="Equation" r:id="rId5" imgW="482400" imgH="583920" progId="Equation.3">
              <p:embed/>
            </p:oleObj>
          </a:graphicData>
        </a:graphic>
      </p:graphicFrame>
      <p:graphicFrame>
        <p:nvGraphicFramePr>
          <p:cNvPr id="5125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5125" name="Equation" r:id="rId6" imgW="406080" imgH="571320" progId="Equation.3">
              <p:embed/>
            </p:oleObj>
          </a:graphicData>
        </a:graphic>
      </p:graphicFrame>
      <p:sp>
        <p:nvSpPr>
          <p:cNvPr id="5145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6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5126" name="Equation" r:id="rId7" imgW="482400" imgH="571320" progId="Equation.3">
              <p:embed/>
            </p:oleObj>
          </a:graphicData>
        </a:graphic>
      </p:graphicFrame>
      <p:graphicFrame>
        <p:nvGraphicFramePr>
          <p:cNvPr id="5127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5127" name="Equation" r:id="rId8" imgW="457200" imgH="583920" progId="Equation.3">
              <p:embed/>
            </p:oleObj>
          </a:graphicData>
        </a:graphic>
      </p:graphicFrame>
      <p:graphicFrame>
        <p:nvGraphicFramePr>
          <p:cNvPr id="5128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5128" name="Equation" r:id="rId9" imgW="266400" imgH="279360" progId="Equation.3">
              <p:embed/>
            </p:oleObj>
          </a:graphicData>
        </a:graphic>
      </p:graphicFrame>
      <p:graphicFrame>
        <p:nvGraphicFramePr>
          <p:cNvPr id="5129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5129" name="Equation" r:id="rId10" imgW="266400" imgH="279360" progId="Equation.3">
              <p:embed/>
            </p:oleObj>
          </a:graphicData>
        </a:graphic>
      </p:graphicFrame>
      <p:graphicFrame>
        <p:nvGraphicFramePr>
          <p:cNvPr id="5130" name="Object 25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5130" name="Equation" r:id="rId11" imgW="266400" imgH="279360" progId="Equation.3">
              <p:embed/>
            </p:oleObj>
          </a:graphicData>
        </a:graphic>
      </p:graphicFrame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6477000" y="28194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5148" name="Line 30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9" name="Text Box 31"/>
          <p:cNvSpPr txBox="1">
            <a:spLocks noChangeArrowheads="1"/>
          </p:cNvSpPr>
          <p:nvPr/>
        </p:nvSpPr>
        <p:spPr bwMode="auto">
          <a:xfrm>
            <a:off x="457200" y="1981200"/>
            <a:ext cx="4152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All input is consumed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61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645BB9-441B-4941-A366-7E59E4F7ADFB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6157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9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6146" name="Equation" r:id="rId3" imgW="266400" imgH="279360" progId="Equation.3">
              <p:embed/>
            </p:oleObj>
          </a:graphicData>
        </a:graphic>
      </p:graphicFrame>
      <p:sp>
        <p:nvSpPr>
          <p:cNvPr id="6160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1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2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4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165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166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147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6147" name="Equation" r:id="rId4" imgW="266400" imgH="279360" progId="Equation.3">
              <p:embed/>
            </p:oleObj>
          </a:graphicData>
        </a:graphic>
      </p:graphicFrame>
      <p:sp>
        <p:nvSpPr>
          <p:cNvPr id="6167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148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6148" name="Equation" r:id="rId5" imgW="482400" imgH="583920" progId="Equation.3">
              <p:embed/>
            </p:oleObj>
          </a:graphicData>
        </a:graphic>
      </p:graphicFrame>
      <p:graphicFrame>
        <p:nvGraphicFramePr>
          <p:cNvPr id="6149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6149" name="Equation" r:id="rId6" imgW="406080" imgH="571320" progId="Equation.3">
              <p:embed/>
            </p:oleObj>
          </a:graphicData>
        </a:graphic>
      </p:graphicFrame>
      <p:sp>
        <p:nvSpPr>
          <p:cNvPr id="6169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50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6150" name="Equation" r:id="rId7" imgW="482400" imgH="571320" progId="Equation.3">
              <p:embed/>
            </p:oleObj>
          </a:graphicData>
        </a:graphic>
      </p:graphicFrame>
      <p:graphicFrame>
        <p:nvGraphicFramePr>
          <p:cNvPr id="6151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6151" name="Equation" r:id="rId8" imgW="457200" imgH="583920" progId="Equation.3">
              <p:embed/>
            </p:oleObj>
          </a:graphicData>
        </a:graphic>
      </p:graphicFrame>
      <p:graphicFrame>
        <p:nvGraphicFramePr>
          <p:cNvPr id="6152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6152" name="Equation" r:id="rId9" imgW="266400" imgH="279360" progId="Equation.3">
              <p:embed/>
            </p:oleObj>
          </a:graphicData>
        </a:graphic>
      </p:graphicFrame>
      <p:graphicFrame>
        <p:nvGraphicFramePr>
          <p:cNvPr id="6153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6153" name="Equation" r:id="rId10" imgW="266400" imgH="279360" progId="Equation.3">
              <p:embed/>
            </p:oleObj>
          </a:graphicData>
        </a:graphic>
      </p:graphicFrame>
      <p:sp>
        <p:nvSpPr>
          <p:cNvPr id="6170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6154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6154" name="Equation" r:id="rId11" imgW="266400" imgH="279360" progId="Equation.3">
              <p:embed/>
            </p:oleObj>
          </a:graphicData>
        </a:graphic>
      </p:graphicFrame>
      <p:sp>
        <p:nvSpPr>
          <p:cNvPr id="6171" name="Line 2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71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539DE1-0DAE-4BBA-BA84-950F655F087F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7181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0" name="Object 307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7170" name="Equation" r:id="rId3" imgW="266400" imgH="279360" progId="Equation.3">
              <p:embed/>
            </p:oleObj>
          </a:graphicData>
        </a:graphic>
      </p:graphicFrame>
      <p:sp>
        <p:nvSpPr>
          <p:cNvPr id="7184" name="Line 1030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6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7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8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189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0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171" name="Object 307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7171" name="Equation" r:id="rId4" imgW="266400" imgH="279360" progId="Equation.3">
              <p:embed/>
            </p:oleObj>
          </a:graphicData>
        </a:graphic>
      </p:graphicFrame>
      <p:sp>
        <p:nvSpPr>
          <p:cNvPr id="7191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2" name="Line 103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172" name="Object 3074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7172" name="Equation" r:id="rId5" imgW="482400" imgH="583920" progId="Equation.3">
              <p:embed/>
            </p:oleObj>
          </a:graphicData>
        </a:graphic>
      </p:graphicFrame>
      <p:graphicFrame>
        <p:nvGraphicFramePr>
          <p:cNvPr id="7173" name="Object 3075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7173" name="Equation" r:id="rId6" imgW="406080" imgH="571320" progId="Equation.3">
              <p:embed/>
            </p:oleObj>
          </a:graphicData>
        </a:graphic>
      </p:graphicFrame>
      <p:sp>
        <p:nvSpPr>
          <p:cNvPr id="7193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4" name="Object 307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7174" name="Equation" r:id="rId7" imgW="482400" imgH="571320" progId="Equation.3">
              <p:embed/>
            </p:oleObj>
          </a:graphicData>
        </a:graphic>
      </p:graphicFrame>
      <p:graphicFrame>
        <p:nvGraphicFramePr>
          <p:cNvPr id="7175" name="Object 3077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7175" name="Equation" r:id="rId8" imgW="266400" imgH="279360" progId="Equation.3">
              <p:embed/>
            </p:oleObj>
          </a:graphicData>
        </a:graphic>
      </p:graphicFrame>
      <p:graphicFrame>
        <p:nvGraphicFramePr>
          <p:cNvPr id="7176" name="Object 3078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7176" name="Equation" r:id="rId9" imgW="266400" imgH="279360" progId="Equation.3">
              <p:embed/>
            </p:oleObj>
          </a:graphicData>
        </a:graphic>
      </p:graphicFrame>
      <p:graphicFrame>
        <p:nvGraphicFramePr>
          <p:cNvPr id="7177" name="Object 3079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7177" name="Equation" r:id="rId10" imgW="266400" imgH="279360" progId="Equation.3">
              <p:embed/>
            </p:oleObj>
          </a:graphicData>
        </a:graphic>
      </p:graphicFrame>
      <p:sp>
        <p:nvSpPr>
          <p:cNvPr id="7194" name="Line 1047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8" name="Object 308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7178" name="Equation" r:id="rId11" imgW="457200" imgH="583920" progId="Equation.3">
              <p:embed/>
            </p:oleObj>
          </a:graphicData>
        </a:graphic>
      </p:graphicFrame>
      <p:sp>
        <p:nvSpPr>
          <p:cNvPr id="7195" name="Text Box 1049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7196" name="Text Box 1051"/>
          <p:cNvSpPr txBox="1">
            <a:spLocks noChangeArrowheads="1"/>
          </p:cNvSpPr>
          <p:nvPr/>
        </p:nvSpPr>
        <p:spPr bwMode="auto">
          <a:xfrm>
            <a:off x="4343400" y="49530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7197" name="Text Box 1052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  <p:sp>
        <p:nvSpPr>
          <p:cNvPr id="7198" name="Text Box 1053"/>
          <p:cNvSpPr txBox="1">
            <a:spLocks noChangeArrowheads="1"/>
          </p:cNvSpPr>
          <p:nvPr/>
        </p:nvSpPr>
        <p:spPr bwMode="auto">
          <a:xfrm>
            <a:off x="3946525" y="3835400"/>
            <a:ext cx="33861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Automaton Halts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024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BCD37C-2854-4E1A-B64F-5596FB78868B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1219200" y="381000"/>
            <a:ext cx="3579763" cy="92333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 NFA accepts a string:</a:t>
            </a:r>
          </a:p>
          <a:p>
            <a:r>
              <a:rPr lang="en-US" dirty="0">
                <a:solidFill>
                  <a:srgbClr val="0000CC"/>
                </a:solidFill>
              </a:rPr>
              <a:t>if there is a computation of the NFA</a:t>
            </a:r>
          </a:p>
          <a:p>
            <a:r>
              <a:rPr lang="en-US" dirty="0">
                <a:solidFill>
                  <a:srgbClr val="0000CC"/>
                </a:solidFill>
              </a:rPr>
              <a:t>that accepts the string 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1219200" y="2743200"/>
            <a:ext cx="6542945" cy="95410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i.e., all the input string is processed and the </a:t>
            </a:r>
          </a:p>
          <a:p>
            <a:r>
              <a:rPr lang="en-US" sz="2800" dirty="0">
                <a:solidFill>
                  <a:srgbClr val="0000CC"/>
                </a:solidFill>
              </a:rPr>
              <a:t>automaton is in an accepting state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821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2A9588-D7B7-41EF-8117-7D986488A59B}" type="slidenum">
              <a:rPr lang="en-US" smtClean="0"/>
              <a:pPr/>
              <a:t>14</a:t>
            </a:fld>
            <a:endParaRPr lang="en-US" smtClean="0"/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685800" y="1371600"/>
          <a:ext cx="546100" cy="304800"/>
        </p:xfrm>
        <a:graphic>
          <a:graphicData uri="http://schemas.openxmlformats.org/presentationml/2006/ole">
            <p:oleObj spid="_x0000_s8194" name="Equation" r:id="rId3" imgW="545760" imgH="304560" progId="Equation.3">
              <p:embed/>
            </p:oleObj>
          </a:graphicData>
        </a:graphic>
      </p:graphicFrame>
      <p:sp>
        <p:nvSpPr>
          <p:cNvPr id="8212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9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is accepted by the NFA: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457200" y="3200400"/>
            <a:ext cx="3200400" cy="1752600"/>
            <a:chOff x="672" y="1680"/>
            <a:chExt cx="3264" cy="1872"/>
          </a:xfrm>
        </p:grpSpPr>
        <p:sp>
          <p:nvSpPr>
            <p:cNvPr id="8227" name="Oval 22"/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8" name="Oval 23"/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9" name="Oval 24"/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0" name="Line 25"/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Line 26"/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Line 27"/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Oval 28"/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Line 29"/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203" name="Object 30"/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p:oleObj spid="_x0000_s8203" name="Equation" r:id="rId4" imgW="482400" imgH="583920" progId="Equation.3">
                <p:embed/>
              </p:oleObj>
            </a:graphicData>
          </a:graphic>
        </p:graphicFrame>
        <p:graphicFrame>
          <p:nvGraphicFramePr>
            <p:cNvPr id="8204" name="Object 31"/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p:oleObj spid="_x0000_s8204" name="Equation" r:id="rId5" imgW="406080" imgH="571320" progId="Equation.3">
                <p:embed/>
              </p:oleObj>
            </a:graphicData>
          </a:graphic>
        </p:graphicFrame>
        <p:sp>
          <p:nvSpPr>
            <p:cNvPr id="8235" name="Oval 32"/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05" name="Object 33"/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p:oleObj spid="_x0000_s8205" name="Equation" r:id="rId6" imgW="482400" imgH="571320" progId="Equation.3">
                <p:embed/>
              </p:oleObj>
            </a:graphicData>
          </a:graphic>
        </p:graphicFrame>
        <p:graphicFrame>
          <p:nvGraphicFramePr>
            <p:cNvPr id="8206" name="Object 34"/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p:oleObj spid="_x0000_s8206" name="Equation" r:id="rId7" imgW="457200" imgH="583920" progId="Equation.3">
                <p:embed/>
              </p:oleObj>
            </a:graphicData>
          </a:graphic>
        </p:graphicFrame>
        <p:graphicFrame>
          <p:nvGraphicFramePr>
            <p:cNvPr id="8207" name="Object 35"/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p:oleObj spid="_x0000_s8207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8208" name="Object 36"/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p:oleObj spid="_x0000_s8208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8209" name="Object 37"/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p:oleObj spid="_x0000_s8209" name="Equation" r:id="rId10" imgW="266400" imgH="279360" progId="Equation.3">
                <p:embed/>
              </p:oleObj>
            </a:graphicData>
          </a:graphic>
        </p:graphicFrame>
      </p:grpSp>
      <p:sp>
        <p:nvSpPr>
          <p:cNvPr id="8214" name="Text Box 38"/>
          <p:cNvSpPr txBox="1">
            <a:spLocks noChangeArrowheads="1"/>
          </p:cNvSpPr>
          <p:nvPr/>
        </p:nvSpPr>
        <p:spPr bwMode="auto">
          <a:xfrm>
            <a:off x="2590800" y="25908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  <p:sp>
        <p:nvSpPr>
          <p:cNvPr id="8215" name="Oval 40"/>
          <p:cNvSpPr>
            <a:spLocks noChangeArrowheads="1"/>
          </p:cNvSpPr>
          <p:nvPr/>
        </p:nvSpPr>
        <p:spPr bwMode="auto">
          <a:xfrm>
            <a:off x="6738938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6" name="Oval 41"/>
          <p:cNvSpPr>
            <a:spLocks noChangeArrowheads="1"/>
          </p:cNvSpPr>
          <p:nvPr/>
        </p:nvSpPr>
        <p:spPr bwMode="auto">
          <a:xfrm>
            <a:off x="5556250" y="4006850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7" name="Oval 42"/>
          <p:cNvSpPr>
            <a:spLocks noChangeArrowheads="1"/>
          </p:cNvSpPr>
          <p:nvPr/>
        </p:nvSpPr>
        <p:spPr bwMode="auto">
          <a:xfrm>
            <a:off x="6738938" y="4587875"/>
            <a:ext cx="427037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8" name="Line 43"/>
          <p:cNvSpPr>
            <a:spLocks noChangeShapeType="1"/>
          </p:cNvSpPr>
          <p:nvPr/>
        </p:nvSpPr>
        <p:spPr bwMode="auto">
          <a:xfrm flipV="1">
            <a:off x="5934075" y="3521075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219" name="Line 44"/>
          <p:cNvSpPr>
            <a:spLocks noChangeShapeType="1"/>
          </p:cNvSpPr>
          <p:nvPr/>
        </p:nvSpPr>
        <p:spPr bwMode="auto">
          <a:xfrm>
            <a:off x="5935663" y="4343400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0" name="Line 45"/>
          <p:cNvSpPr>
            <a:spLocks noChangeShapeType="1"/>
          </p:cNvSpPr>
          <p:nvPr/>
        </p:nvSpPr>
        <p:spPr bwMode="auto">
          <a:xfrm flipV="1">
            <a:off x="5148263" y="4248150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1" name="Oval 46"/>
          <p:cNvSpPr>
            <a:spLocks noChangeArrowheads="1"/>
          </p:cNvSpPr>
          <p:nvPr/>
        </p:nvSpPr>
        <p:spPr bwMode="auto">
          <a:xfrm>
            <a:off x="7923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22" name="Line 47"/>
          <p:cNvSpPr>
            <a:spLocks noChangeShapeType="1"/>
          </p:cNvSpPr>
          <p:nvPr/>
        </p:nvSpPr>
        <p:spPr bwMode="auto">
          <a:xfrm>
            <a:off x="7165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195" name="Object 48"/>
          <p:cNvGraphicFramePr>
            <a:graphicFrameLocks noChangeAspect="1"/>
          </p:cNvGraphicFramePr>
          <p:nvPr/>
        </p:nvGraphicFramePr>
        <p:xfrm>
          <a:off x="5603875" y="4006850"/>
          <a:ext cx="298450" cy="371475"/>
        </p:xfrm>
        <a:graphic>
          <a:graphicData uri="http://schemas.openxmlformats.org/presentationml/2006/ole">
            <p:oleObj spid="_x0000_s8195" name="Equation" r:id="rId11" imgW="482400" imgH="583920" progId="Equation.3">
              <p:embed/>
            </p:oleObj>
          </a:graphicData>
        </a:graphic>
      </p:graphicFrame>
      <p:graphicFrame>
        <p:nvGraphicFramePr>
          <p:cNvPr id="8196" name="Object 49"/>
          <p:cNvGraphicFramePr>
            <a:graphicFrameLocks noChangeAspect="1"/>
          </p:cNvGraphicFramePr>
          <p:nvPr/>
        </p:nvGraphicFramePr>
        <p:xfrm>
          <a:off x="6834188" y="3230563"/>
          <a:ext cx="252412" cy="363537"/>
        </p:xfrm>
        <a:graphic>
          <a:graphicData uri="http://schemas.openxmlformats.org/presentationml/2006/ole">
            <p:oleObj spid="_x0000_s8196" name="Equation" r:id="rId12" imgW="406080" imgH="571320" progId="Equation.3">
              <p:embed/>
            </p:oleObj>
          </a:graphicData>
        </a:graphic>
      </p:graphicFrame>
      <p:sp>
        <p:nvSpPr>
          <p:cNvPr id="8223" name="Oval 50"/>
          <p:cNvSpPr>
            <a:spLocks noChangeArrowheads="1"/>
          </p:cNvSpPr>
          <p:nvPr/>
        </p:nvSpPr>
        <p:spPr bwMode="auto">
          <a:xfrm>
            <a:off x="7827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7" name="Object 51"/>
          <p:cNvGraphicFramePr>
            <a:graphicFrameLocks noChangeAspect="1"/>
          </p:cNvGraphicFramePr>
          <p:nvPr/>
        </p:nvGraphicFramePr>
        <p:xfrm>
          <a:off x="7969250" y="3230563"/>
          <a:ext cx="300038" cy="363537"/>
        </p:xfrm>
        <a:graphic>
          <a:graphicData uri="http://schemas.openxmlformats.org/presentationml/2006/ole">
            <p:oleObj spid="_x0000_s8197" name="Equation" r:id="rId13" imgW="482400" imgH="571320" progId="Equation.3">
              <p:embed/>
            </p:oleObj>
          </a:graphicData>
        </a:graphic>
      </p:graphicFrame>
      <p:graphicFrame>
        <p:nvGraphicFramePr>
          <p:cNvPr id="8198" name="Object 52"/>
          <p:cNvGraphicFramePr>
            <a:graphicFrameLocks noChangeAspect="1"/>
          </p:cNvGraphicFramePr>
          <p:nvPr/>
        </p:nvGraphicFramePr>
        <p:xfrm>
          <a:off x="6218238" y="3617913"/>
          <a:ext cx="165100" cy="177800"/>
        </p:xfrm>
        <a:graphic>
          <a:graphicData uri="http://schemas.openxmlformats.org/presentationml/2006/ole">
            <p:oleObj spid="_x0000_s8198" name="Equation" r:id="rId14" imgW="266400" imgH="279360" progId="Equation.3">
              <p:embed/>
            </p:oleObj>
          </a:graphicData>
        </a:graphic>
      </p:graphicFrame>
      <p:graphicFrame>
        <p:nvGraphicFramePr>
          <p:cNvPr id="8199" name="Object 53"/>
          <p:cNvGraphicFramePr>
            <a:graphicFrameLocks noChangeAspect="1"/>
          </p:cNvGraphicFramePr>
          <p:nvPr/>
        </p:nvGraphicFramePr>
        <p:xfrm>
          <a:off x="6218238" y="4297363"/>
          <a:ext cx="165100" cy="177800"/>
        </p:xfrm>
        <a:graphic>
          <a:graphicData uri="http://schemas.openxmlformats.org/presentationml/2006/ole">
            <p:oleObj spid="_x0000_s8199" name="Equation" r:id="rId15" imgW="266400" imgH="279360" progId="Equation.3">
              <p:embed/>
            </p:oleObj>
          </a:graphicData>
        </a:graphic>
      </p:graphicFrame>
      <p:graphicFrame>
        <p:nvGraphicFramePr>
          <p:cNvPr id="8200" name="Object 54"/>
          <p:cNvGraphicFramePr>
            <a:graphicFrameLocks noChangeAspect="1"/>
          </p:cNvGraphicFramePr>
          <p:nvPr/>
        </p:nvGraphicFramePr>
        <p:xfrm>
          <a:off x="7402513" y="3279775"/>
          <a:ext cx="163512" cy="177800"/>
        </p:xfrm>
        <a:graphic>
          <a:graphicData uri="http://schemas.openxmlformats.org/presentationml/2006/ole">
            <p:oleObj spid="_x0000_s8200" name="Equation" r:id="rId16" imgW="266400" imgH="279360" progId="Equation.3">
              <p:embed/>
            </p:oleObj>
          </a:graphicData>
        </a:graphic>
      </p:graphicFrame>
      <p:graphicFrame>
        <p:nvGraphicFramePr>
          <p:cNvPr id="8201" name="Object 55"/>
          <p:cNvGraphicFramePr>
            <a:graphicFrameLocks noChangeAspect="1"/>
          </p:cNvGraphicFramePr>
          <p:nvPr/>
        </p:nvGraphicFramePr>
        <p:xfrm>
          <a:off x="6834188" y="4587875"/>
          <a:ext cx="284162" cy="371475"/>
        </p:xfrm>
        <a:graphic>
          <a:graphicData uri="http://schemas.openxmlformats.org/presentationml/2006/ole">
            <p:oleObj spid="_x0000_s8201" name="Equation" r:id="rId17" imgW="457200" imgH="583920" progId="Equation.3">
              <p:embed/>
            </p:oleObj>
          </a:graphicData>
        </a:graphic>
      </p:graphicFrame>
      <p:sp>
        <p:nvSpPr>
          <p:cNvPr id="8224" name="Text Box 56"/>
          <p:cNvSpPr txBox="1">
            <a:spLocks noChangeArrowheads="1"/>
          </p:cNvSpPr>
          <p:nvPr/>
        </p:nvSpPr>
        <p:spPr bwMode="auto">
          <a:xfrm>
            <a:off x="7434263" y="4505325"/>
            <a:ext cx="17097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8225" name="Text Box 57"/>
          <p:cNvSpPr txBox="1">
            <a:spLocks noChangeArrowheads="1"/>
          </p:cNvSpPr>
          <p:nvPr/>
        </p:nvSpPr>
        <p:spPr bwMode="auto">
          <a:xfrm>
            <a:off x="152400" y="4953000"/>
            <a:ext cx="26812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because this </a:t>
            </a:r>
          </a:p>
          <a:p>
            <a:r>
              <a:rPr lang="en-US"/>
              <a:t>computation</a:t>
            </a:r>
          </a:p>
          <a:p>
            <a:r>
              <a:rPr lang="en-US"/>
              <a:t>accepts </a:t>
            </a:r>
          </a:p>
        </p:txBody>
      </p:sp>
      <p:graphicFrame>
        <p:nvGraphicFramePr>
          <p:cNvPr id="8202" name="Object 58"/>
          <p:cNvGraphicFramePr>
            <a:graphicFrameLocks noChangeAspect="1"/>
          </p:cNvGraphicFramePr>
          <p:nvPr/>
        </p:nvGraphicFramePr>
        <p:xfrm>
          <a:off x="1828800" y="6248400"/>
          <a:ext cx="546100" cy="304800"/>
        </p:xfrm>
        <a:graphic>
          <a:graphicData uri="http://schemas.openxmlformats.org/presentationml/2006/ole">
            <p:oleObj spid="_x0000_s8202" name="Equation" r:id="rId18" imgW="545760" imgH="304560" progId="Equation.3">
              <p:embed/>
            </p:oleObj>
          </a:graphicData>
        </a:graphic>
      </p:graphicFrame>
      <p:sp>
        <p:nvSpPr>
          <p:cNvPr id="8226" name="Text Box 59"/>
          <p:cNvSpPr txBox="1">
            <a:spLocks noChangeArrowheads="1"/>
          </p:cNvSpPr>
          <p:nvPr/>
        </p:nvSpPr>
        <p:spPr bwMode="auto">
          <a:xfrm>
            <a:off x="5562600" y="5257800"/>
            <a:ext cx="3348038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this computation</a:t>
            </a:r>
          </a:p>
          <a:p>
            <a:r>
              <a:rPr lang="en-US"/>
              <a:t>is ignored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92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7AE097-EEA4-4A20-90DE-57E22A5B23C9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9228" name="Rectangle 205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205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18" name="Object 205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9218" name="Equation" r:id="rId3" imgW="266400" imgH="279360" progId="Equation.3">
              <p:embed/>
            </p:oleObj>
          </a:graphicData>
        </a:graphic>
      </p:graphicFrame>
      <p:sp>
        <p:nvSpPr>
          <p:cNvPr id="9230" name="Line 2054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Oval 2055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Oval 2056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Oval 2057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Line 2058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5" name="Line 2059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6" name="Line 2060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7" name="Oval 2062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Line 2063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219" name="Object 2064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9219" name="Equation" r:id="rId4" imgW="482400" imgH="583920" progId="Equation.3">
              <p:embed/>
            </p:oleObj>
          </a:graphicData>
        </a:graphic>
      </p:graphicFrame>
      <p:graphicFrame>
        <p:nvGraphicFramePr>
          <p:cNvPr id="9220" name="Object 2065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9220" name="Equation" r:id="rId5" imgW="406080" imgH="571320" progId="Equation.3">
              <p:embed/>
            </p:oleObj>
          </a:graphicData>
        </a:graphic>
      </p:graphicFrame>
      <p:sp>
        <p:nvSpPr>
          <p:cNvPr id="9239" name="Oval 2066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21" name="Object 2067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9221" name="Equation" r:id="rId6" imgW="482400" imgH="571320" progId="Equation.3">
              <p:embed/>
            </p:oleObj>
          </a:graphicData>
        </a:graphic>
      </p:graphicFrame>
      <p:graphicFrame>
        <p:nvGraphicFramePr>
          <p:cNvPr id="9222" name="Object 2068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9222" name="Equation" r:id="rId7" imgW="457200" imgH="583920" progId="Equation.3">
              <p:embed/>
            </p:oleObj>
          </a:graphicData>
        </a:graphic>
      </p:graphicFrame>
      <p:graphicFrame>
        <p:nvGraphicFramePr>
          <p:cNvPr id="9223" name="Object 2069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9223" name="Equation" r:id="rId8" imgW="266400" imgH="279360" progId="Equation.3">
              <p:embed/>
            </p:oleObj>
          </a:graphicData>
        </a:graphic>
      </p:graphicFrame>
      <p:graphicFrame>
        <p:nvGraphicFramePr>
          <p:cNvPr id="9224" name="Object 2070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9224" name="Equation" r:id="rId9" imgW="266400" imgH="279360" progId="Equation.3">
              <p:embed/>
            </p:oleObj>
          </a:graphicData>
        </a:graphic>
      </p:graphicFrame>
      <p:sp>
        <p:nvSpPr>
          <p:cNvPr id="9240" name="Text Box 2071"/>
          <p:cNvSpPr txBox="1">
            <a:spLocks noChangeArrowheads="1"/>
          </p:cNvSpPr>
          <p:nvPr/>
        </p:nvSpPr>
        <p:spPr bwMode="auto">
          <a:xfrm>
            <a:off x="990600" y="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accent3">
                    <a:lumMod val="75000"/>
                  </a:schemeClr>
                </a:solidFill>
              </a:rPr>
              <a:t>Rejection example</a:t>
            </a:r>
          </a:p>
        </p:txBody>
      </p:sp>
      <p:graphicFrame>
        <p:nvGraphicFramePr>
          <p:cNvPr id="9225" name="Object 207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9225" name="Equation" r:id="rId10" imgW="266400" imgH="279360" progId="Equation.3">
              <p:embed/>
            </p:oleObj>
          </a:graphicData>
        </a:graphic>
      </p:graphicFrame>
      <p:sp>
        <p:nvSpPr>
          <p:cNvPr id="9241" name="Line 2073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0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9D6055-F753-4341-8DF4-CF2C617A58AE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1025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2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0242" name="Equation" r:id="rId3" imgW="266400" imgH="279360" progId="Equation.3">
              <p:embed/>
            </p:oleObj>
          </a:graphicData>
        </a:graphic>
      </p:graphicFrame>
      <p:sp>
        <p:nvSpPr>
          <p:cNvPr id="10254" name="Line 5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Oval 6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Oval 7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Oval 8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9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59" name="Line 10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0" name="Line 11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1" name="Oval 12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13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243" name="Object 1025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0243" name="Equation" r:id="rId4" imgW="482400" imgH="583920" progId="Equation.3">
              <p:embed/>
            </p:oleObj>
          </a:graphicData>
        </a:graphic>
      </p:graphicFrame>
      <p:graphicFrame>
        <p:nvGraphicFramePr>
          <p:cNvPr id="10244" name="Object 1026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0244" name="Equation" r:id="rId5" imgW="406080" imgH="571320" progId="Equation.3">
              <p:embed/>
            </p:oleObj>
          </a:graphicData>
        </a:graphic>
      </p:graphicFrame>
      <p:sp>
        <p:nvSpPr>
          <p:cNvPr id="10263" name="Oval 16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5" name="Object 1027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0245" name="Equation" r:id="rId6" imgW="482400" imgH="571320" progId="Equation.3">
              <p:embed/>
            </p:oleObj>
          </a:graphicData>
        </a:graphic>
      </p:graphicFrame>
      <p:graphicFrame>
        <p:nvGraphicFramePr>
          <p:cNvPr id="10246" name="Object 1028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0246" name="Equation" r:id="rId7" imgW="457200" imgH="583920" progId="Equation.3">
              <p:embed/>
            </p:oleObj>
          </a:graphicData>
        </a:graphic>
      </p:graphicFrame>
      <p:graphicFrame>
        <p:nvGraphicFramePr>
          <p:cNvPr id="10247" name="Object 1029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0247" name="Equation" r:id="rId8" imgW="266400" imgH="279360" progId="Equation.3">
              <p:embed/>
            </p:oleObj>
          </a:graphicData>
        </a:graphic>
      </p:graphicFrame>
      <p:graphicFrame>
        <p:nvGraphicFramePr>
          <p:cNvPr id="10248" name="Object 1030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0248" name="Equation" r:id="rId9" imgW="266400" imgH="279360" progId="Equation.3">
              <p:embed/>
            </p:oleObj>
          </a:graphicData>
        </a:graphic>
      </p:graphicFrame>
      <p:graphicFrame>
        <p:nvGraphicFramePr>
          <p:cNvPr id="10249" name="Object 1031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0249" name="Equation" r:id="rId10" imgW="266400" imgH="279360" progId="Equation.3">
              <p:embed/>
            </p:oleObj>
          </a:graphicData>
        </a:graphic>
      </p:graphicFrame>
      <p:sp>
        <p:nvSpPr>
          <p:cNvPr id="10264" name="Line 22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10266" name="Text Box 24"/>
          <p:cNvSpPr txBox="1">
            <a:spLocks noChangeArrowheads="1"/>
          </p:cNvSpPr>
          <p:nvPr/>
        </p:nvSpPr>
        <p:spPr bwMode="auto">
          <a:xfrm>
            <a:off x="2879725" y="20828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12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7AE5A2-DABE-4C84-A94A-1F3D2109AA0B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1276" name="Text Box 24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1277" name="Rectangle 2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26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6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1266" name="Equation" r:id="rId3" imgW="266400" imgH="279360" progId="Equation.3">
              <p:embed/>
            </p:oleObj>
          </a:graphicData>
        </a:graphic>
      </p:graphicFrame>
      <p:sp>
        <p:nvSpPr>
          <p:cNvPr id="11279" name="Line 28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Oval 2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Oval 3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Oval 3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Line 3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84" name="Line 3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85" name="Line 3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86" name="Oval 35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7" name="Line 36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267" name="Object 1025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1267" name="Equation" r:id="rId4" imgW="482400" imgH="583920" progId="Equation.3">
              <p:embed/>
            </p:oleObj>
          </a:graphicData>
        </a:graphic>
      </p:graphicFrame>
      <p:graphicFrame>
        <p:nvGraphicFramePr>
          <p:cNvPr id="11268" name="Object 1026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1268" name="Equation" r:id="rId5" imgW="406080" imgH="571320" progId="Equation.3">
              <p:embed/>
            </p:oleObj>
          </a:graphicData>
        </a:graphic>
      </p:graphicFrame>
      <p:sp>
        <p:nvSpPr>
          <p:cNvPr id="11288" name="Oval 39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9" name="Object 1027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1269" name="Equation" r:id="rId6" imgW="482400" imgH="571320" progId="Equation.3">
              <p:embed/>
            </p:oleObj>
          </a:graphicData>
        </a:graphic>
      </p:graphicFrame>
      <p:graphicFrame>
        <p:nvGraphicFramePr>
          <p:cNvPr id="11270" name="Object 1028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1270" name="Equation" r:id="rId7" imgW="457200" imgH="583920" progId="Equation.3">
              <p:embed/>
            </p:oleObj>
          </a:graphicData>
        </a:graphic>
      </p:graphicFrame>
      <p:graphicFrame>
        <p:nvGraphicFramePr>
          <p:cNvPr id="11271" name="Object 1029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1271" name="Equation" r:id="rId8" imgW="266400" imgH="279360" progId="Equation.3">
              <p:embed/>
            </p:oleObj>
          </a:graphicData>
        </a:graphic>
      </p:graphicFrame>
      <p:graphicFrame>
        <p:nvGraphicFramePr>
          <p:cNvPr id="11272" name="Object 1030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1272" name="Equation" r:id="rId9" imgW="266400" imgH="279360" progId="Equation.3">
              <p:embed/>
            </p:oleObj>
          </a:graphicData>
        </a:graphic>
      </p:graphicFrame>
      <p:graphicFrame>
        <p:nvGraphicFramePr>
          <p:cNvPr id="11273" name="Object 1031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1273" name="Equation" r:id="rId10" imgW="266400" imgH="279360" progId="Equation.3">
              <p:embed/>
            </p:oleObj>
          </a:graphicData>
        </a:graphic>
      </p:graphicFrame>
      <p:sp>
        <p:nvSpPr>
          <p:cNvPr id="11289" name="Line 4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22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D0CCD0-4A19-4767-90AD-6CA82421F232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2300" name="Text Box 2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2301" name="Rectangle 3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Line 4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0" name="Object 2048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2290" name="Equation" r:id="rId3" imgW="266400" imgH="279360" progId="Equation.3">
              <p:embed/>
            </p:oleObj>
          </a:graphicData>
        </a:graphic>
      </p:graphicFrame>
      <p:sp>
        <p:nvSpPr>
          <p:cNvPr id="12303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308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310" name="Oval 13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1" name="Line 14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291" name="Object 2049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2291" name="Equation" r:id="rId4" imgW="482400" imgH="583920" progId="Equation.3">
              <p:embed/>
            </p:oleObj>
          </a:graphicData>
        </a:graphic>
      </p:graphicFrame>
      <p:graphicFrame>
        <p:nvGraphicFramePr>
          <p:cNvPr id="12292" name="Object 2050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2292" name="Equation" r:id="rId5" imgW="406080" imgH="571320" progId="Equation.3">
              <p:embed/>
            </p:oleObj>
          </a:graphicData>
        </a:graphic>
      </p:graphicFrame>
      <p:sp>
        <p:nvSpPr>
          <p:cNvPr id="12312" name="Oval 17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3" name="Object 205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2293" name="Equation" r:id="rId6" imgW="482400" imgH="571320" progId="Equation.3">
              <p:embed/>
            </p:oleObj>
          </a:graphicData>
        </a:graphic>
      </p:graphicFrame>
      <p:graphicFrame>
        <p:nvGraphicFramePr>
          <p:cNvPr id="12294" name="Object 2052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2294" name="Equation" r:id="rId7" imgW="266400" imgH="279360" progId="Equation.3">
              <p:embed/>
            </p:oleObj>
          </a:graphicData>
        </a:graphic>
      </p:graphicFrame>
      <p:graphicFrame>
        <p:nvGraphicFramePr>
          <p:cNvPr id="12295" name="Object 2053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2295" name="Equation" r:id="rId8" imgW="266400" imgH="279360" progId="Equation.3">
              <p:embed/>
            </p:oleObj>
          </a:graphicData>
        </a:graphic>
      </p:graphicFrame>
      <p:graphicFrame>
        <p:nvGraphicFramePr>
          <p:cNvPr id="12296" name="Object 205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2296" name="Equation" r:id="rId9" imgW="266400" imgH="279360" progId="Equation.3">
              <p:embed/>
            </p:oleObj>
          </a:graphicData>
        </a:graphic>
      </p:graphicFrame>
      <p:sp>
        <p:nvSpPr>
          <p:cNvPr id="12313" name="Line 22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7" name="Object 205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2297" name="Equation" r:id="rId10" imgW="457200" imgH="583920" progId="Equation.3">
              <p:embed/>
            </p:oleObj>
          </a:graphicData>
        </a:graphic>
      </p:graphicFrame>
      <p:sp>
        <p:nvSpPr>
          <p:cNvPr id="12314" name="Text Box 24"/>
          <p:cNvSpPr txBox="1">
            <a:spLocks noChangeArrowheads="1"/>
          </p:cNvSpPr>
          <p:nvPr/>
        </p:nvSpPr>
        <p:spPr bwMode="auto">
          <a:xfrm>
            <a:off x="4419600" y="49530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332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F5121C-02BD-402F-8F8C-EEE568125926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13326" name="Text Box 1026"/>
          <p:cNvSpPr txBox="1">
            <a:spLocks noChangeArrowheads="1"/>
          </p:cNvSpPr>
          <p:nvPr/>
        </p:nvSpPr>
        <p:spPr bwMode="auto">
          <a:xfrm>
            <a:off x="1752600" y="0"/>
            <a:ext cx="59832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Another Rejection example</a:t>
            </a:r>
          </a:p>
        </p:txBody>
      </p:sp>
      <p:sp>
        <p:nvSpPr>
          <p:cNvPr id="13327" name="Rectangle 102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Line 102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Line 102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4" name="Object 103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3314" name="Equation" r:id="rId3" imgW="266400" imgH="279360" progId="Equation.3">
              <p:embed/>
            </p:oleObj>
          </a:graphicData>
        </a:graphic>
      </p:graphicFrame>
      <p:sp>
        <p:nvSpPr>
          <p:cNvPr id="13330" name="Line 1031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Oval 1032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Oval 1033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3" name="Oval 1034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4" name="Line 1035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335" name="Line 1036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336" name="Line 1037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315" name="Object 1038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3315" name="Equation" r:id="rId4" imgW="266400" imgH="279360" progId="Equation.3">
              <p:embed/>
            </p:oleObj>
          </a:graphicData>
        </a:graphic>
      </p:graphicFrame>
      <p:sp>
        <p:nvSpPr>
          <p:cNvPr id="13337" name="Oval 1039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8" name="Line 1040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316" name="Object 104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316" name="Equation" r:id="rId5" imgW="482400" imgH="583920" progId="Equation.3">
              <p:embed/>
            </p:oleObj>
          </a:graphicData>
        </a:graphic>
      </p:graphicFrame>
      <p:graphicFrame>
        <p:nvGraphicFramePr>
          <p:cNvPr id="13317" name="Object 1042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317" name="Equation" r:id="rId6" imgW="406080" imgH="571320" progId="Equation.3">
              <p:embed/>
            </p:oleObj>
          </a:graphicData>
        </a:graphic>
      </p:graphicFrame>
      <p:sp>
        <p:nvSpPr>
          <p:cNvPr id="13339" name="Oval 1043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8" name="Object 1044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318" name="Equation" r:id="rId7" imgW="482400" imgH="571320" progId="Equation.3">
              <p:embed/>
            </p:oleObj>
          </a:graphicData>
        </a:graphic>
      </p:graphicFrame>
      <p:graphicFrame>
        <p:nvGraphicFramePr>
          <p:cNvPr id="13319" name="Object 104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319" name="Equation" r:id="rId8" imgW="457200" imgH="583920" progId="Equation.3">
              <p:embed/>
            </p:oleObj>
          </a:graphicData>
        </a:graphic>
      </p:graphicFrame>
      <p:graphicFrame>
        <p:nvGraphicFramePr>
          <p:cNvPr id="13320" name="Object 1046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320" name="Equation" r:id="rId9" imgW="266400" imgH="279360" progId="Equation.3">
              <p:embed/>
            </p:oleObj>
          </a:graphicData>
        </a:graphic>
      </p:graphicFrame>
      <p:graphicFrame>
        <p:nvGraphicFramePr>
          <p:cNvPr id="13321" name="Object 1047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321" name="Equation" r:id="rId10" imgW="266400" imgH="279360" progId="Equation.3">
              <p:embed/>
            </p:oleObj>
          </a:graphicData>
        </a:graphic>
      </p:graphicFrame>
      <p:graphicFrame>
        <p:nvGraphicFramePr>
          <p:cNvPr id="13322" name="Object 1048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322" name="Equation" r:id="rId11" imgW="266400" imgH="279360" progId="Equation.3">
              <p:embed/>
            </p:oleObj>
          </a:graphicData>
        </a:graphic>
      </p:graphicFrame>
      <p:sp>
        <p:nvSpPr>
          <p:cNvPr id="13340" name="Line 104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1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23" name="Object 1051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13323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43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E69444-E603-4D46-B341-820CE51F8B78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14350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2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38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4338" name="Equation" r:id="rId3" imgW="266400" imgH="279360" progId="Equation.3">
              <p:embed/>
            </p:oleObj>
          </a:graphicData>
        </a:graphic>
      </p:graphicFrame>
      <p:sp>
        <p:nvSpPr>
          <p:cNvPr id="14353" name="Line 1030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4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6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358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359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339" name="Object 103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4339" name="Equation" r:id="rId4" imgW="266400" imgH="279360" progId="Equation.3">
              <p:embed/>
            </p:oleObj>
          </a:graphicData>
        </a:graphic>
      </p:graphicFrame>
      <p:sp>
        <p:nvSpPr>
          <p:cNvPr id="14360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Line 103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340" name="Object 1040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4340" name="Equation" r:id="rId5" imgW="482400" imgH="583920" progId="Equation.3">
              <p:embed/>
            </p:oleObj>
          </a:graphicData>
        </a:graphic>
      </p:graphicFrame>
      <p:graphicFrame>
        <p:nvGraphicFramePr>
          <p:cNvPr id="14341" name="Object 1041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4341" name="Equation" r:id="rId6" imgW="406080" imgH="571320" progId="Equation.3">
              <p:embed/>
            </p:oleObj>
          </a:graphicData>
        </a:graphic>
      </p:graphicFrame>
      <p:sp>
        <p:nvSpPr>
          <p:cNvPr id="14362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42" name="Object 1043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4342" name="Equation" r:id="rId7" imgW="482400" imgH="571320" progId="Equation.3">
              <p:embed/>
            </p:oleObj>
          </a:graphicData>
        </a:graphic>
      </p:graphicFrame>
      <p:graphicFrame>
        <p:nvGraphicFramePr>
          <p:cNvPr id="14343" name="Object 104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4343" name="Equation" r:id="rId8" imgW="457200" imgH="583920" progId="Equation.3">
              <p:embed/>
            </p:oleObj>
          </a:graphicData>
        </a:graphic>
      </p:graphicFrame>
      <p:graphicFrame>
        <p:nvGraphicFramePr>
          <p:cNvPr id="14344" name="Object 1045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4344" name="Equation" r:id="rId9" imgW="266400" imgH="279360" progId="Equation.3">
              <p:embed/>
            </p:oleObj>
          </a:graphicData>
        </a:graphic>
      </p:graphicFrame>
      <p:graphicFrame>
        <p:nvGraphicFramePr>
          <p:cNvPr id="14345" name="Object 1046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4345" name="Equation" r:id="rId10" imgW="266400" imgH="279360" progId="Equation.3">
              <p:embed/>
            </p:oleObj>
          </a:graphicData>
        </a:graphic>
      </p:graphicFrame>
      <p:graphicFrame>
        <p:nvGraphicFramePr>
          <p:cNvPr id="14346" name="Object 104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4346" name="Equation" r:id="rId11" imgW="266400" imgH="279360" progId="Equation.3">
              <p:embed/>
            </p:oleObj>
          </a:graphicData>
        </a:graphic>
      </p:graphicFrame>
      <p:sp>
        <p:nvSpPr>
          <p:cNvPr id="14363" name="Line 1048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1049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14365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47" name="Object 1051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14347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537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32C2D0-FA35-46BA-B23C-18073BCB0BD6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15374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2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5362" name="Equation" r:id="rId3" imgW="266400" imgH="279360" progId="Equation.3">
              <p:embed/>
            </p:oleObj>
          </a:graphicData>
        </a:graphic>
      </p:graphicFrame>
      <p:sp>
        <p:nvSpPr>
          <p:cNvPr id="15377" name="Line 1030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5382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5383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363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5363" name="Equation" r:id="rId4" imgW="266400" imgH="279360" progId="Equation.3">
              <p:embed/>
            </p:oleObj>
          </a:graphicData>
        </a:graphic>
      </p:graphicFrame>
      <p:sp>
        <p:nvSpPr>
          <p:cNvPr id="15384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Line 1039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364" name="Object 102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5364" name="Equation" r:id="rId5" imgW="482400" imgH="583920" progId="Equation.3">
              <p:embed/>
            </p:oleObj>
          </a:graphicData>
        </a:graphic>
      </p:graphicFrame>
      <p:graphicFrame>
        <p:nvGraphicFramePr>
          <p:cNvPr id="15365" name="Object 102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5365" name="Equation" r:id="rId6" imgW="406080" imgH="571320" progId="Equation.3">
              <p:embed/>
            </p:oleObj>
          </a:graphicData>
        </a:graphic>
      </p:graphicFrame>
      <p:sp>
        <p:nvSpPr>
          <p:cNvPr id="15386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6" name="Object 1028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5366" name="Equation" r:id="rId7" imgW="482400" imgH="571320" progId="Equation.3">
              <p:embed/>
            </p:oleObj>
          </a:graphicData>
        </a:graphic>
      </p:graphicFrame>
      <p:graphicFrame>
        <p:nvGraphicFramePr>
          <p:cNvPr id="15367" name="Object 1029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5367" name="Equation" r:id="rId8" imgW="457200" imgH="583920" progId="Equation.3">
              <p:embed/>
            </p:oleObj>
          </a:graphicData>
        </a:graphic>
      </p:graphicFrame>
      <p:graphicFrame>
        <p:nvGraphicFramePr>
          <p:cNvPr id="15368" name="Object 103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5368" name="Equation" r:id="rId9" imgW="266400" imgH="279360" progId="Equation.3">
              <p:embed/>
            </p:oleObj>
          </a:graphicData>
        </a:graphic>
      </p:graphicFrame>
      <p:graphicFrame>
        <p:nvGraphicFramePr>
          <p:cNvPr id="15369" name="Object 103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5369" name="Equation" r:id="rId10" imgW="266400" imgH="279360" progId="Equation.3">
              <p:embed/>
            </p:oleObj>
          </a:graphicData>
        </a:graphic>
      </p:graphicFrame>
      <p:graphicFrame>
        <p:nvGraphicFramePr>
          <p:cNvPr id="15370" name="Object 103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5370" name="Equation" r:id="rId11" imgW="266400" imgH="279360" progId="Equation.3">
              <p:embed/>
            </p:oleObj>
          </a:graphicData>
        </a:graphic>
      </p:graphicFrame>
      <p:sp>
        <p:nvSpPr>
          <p:cNvPr id="15387" name="Text Box 1048"/>
          <p:cNvSpPr txBox="1">
            <a:spLocks noChangeArrowheads="1"/>
          </p:cNvSpPr>
          <p:nvPr/>
        </p:nvSpPr>
        <p:spPr bwMode="auto">
          <a:xfrm>
            <a:off x="6477000" y="28194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5388" name="Text Box 1049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15389" name="Line 1050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Line 105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1" name="Object 1033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15371" name="Equation" r:id="rId12" imgW="266400" imgH="279360" progId="Equation.3">
              <p:embed/>
            </p:oleObj>
          </a:graphicData>
        </a:graphic>
      </p:graphicFrame>
      <p:sp>
        <p:nvSpPr>
          <p:cNvPr id="15391" name="Text Box 1053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  <p:sp>
        <p:nvSpPr>
          <p:cNvPr id="15392" name="Text Box 1054"/>
          <p:cNvSpPr txBox="1">
            <a:spLocks noChangeArrowheads="1"/>
          </p:cNvSpPr>
          <p:nvPr/>
        </p:nvSpPr>
        <p:spPr bwMode="auto">
          <a:xfrm>
            <a:off x="4937125" y="4521200"/>
            <a:ext cx="3308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Automaton halts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63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B3B6A8-F255-423A-9C85-CE236B60F390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16398" name="Rectangle 205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Line 205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205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6" name="Object 205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6386" name="Equation" r:id="rId3" imgW="266400" imgH="279360" progId="Equation.3">
              <p:embed/>
            </p:oleObj>
          </a:graphicData>
        </a:graphic>
      </p:graphicFrame>
      <p:sp>
        <p:nvSpPr>
          <p:cNvPr id="16401" name="Line 2054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Oval 2055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Oval 2056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Oval 2057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Line 2058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6406" name="Line 2059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6407" name="Line 2060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387" name="Object 2061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6387" name="Equation" r:id="rId4" imgW="266400" imgH="279360" progId="Equation.3">
              <p:embed/>
            </p:oleObj>
          </a:graphicData>
        </a:graphic>
      </p:graphicFrame>
      <p:sp>
        <p:nvSpPr>
          <p:cNvPr id="16408" name="Oval 2062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9" name="Line 2063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388" name="Object 2064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6388" name="Equation" r:id="rId5" imgW="482400" imgH="583920" progId="Equation.3">
              <p:embed/>
            </p:oleObj>
          </a:graphicData>
        </a:graphic>
      </p:graphicFrame>
      <p:graphicFrame>
        <p:nvGraphicFramePr>
          <p:cNvPr id="16389" name="Object 2065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6389" name="Equation" r:id="rId6" imgW="406080" imgH="571320" progId="Equation.3">
              <p:embed/>
            </p:oleObj>
          </a:graphicData>
        </a:graphic>
      </p:graphicFrame>
      <p:sp>
        <p:nvSpPr>
          <p:cNvPr id="16410" name="Oval 2066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90" name="Object 2067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6390" name="Equation" r:id="rId7" imgW="482400" imgH="571320" progId="Equation.3">
              <p:embed/>
            </p:oleObj>
          </a:graphicData>
        </a:graphic>
      </p:graphicFrame>
      <p:graphicFrame>
        <p:nvGraphicFramePr>
          <p:cNvPr id="16391" name="Object 2068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6391" name="Equation" r:id="rId8" imgW="457200" imgH="583920" progId="Equation.3">
              <p:embed/>
            </p:oleObj>
          </a:graphicData>
        </a:graphic>
      </p:graphicFrame>
      <p:graphicFrame>
        <p:nvGraphicFramePr>
          <p:cNvPr id="16392" name="Object 2069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6392" name="Equation" r:id="rId9" imgW="266400" imgH="279360" progId="Equation.3">
              <p:embed/>
            </p:oleObj>
          </a:graphicData>
        </a:graphic>
      </p:graphicFrame>
      <p:graphicFrame>
        <p:nvGraphicFramePr>
          <p:cNvPr id="16393" name="Object 2070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6393" name="Equation" r:id="rId10" imgW="266400" imgH="279360" progId="Equation.3">
              <p:embed/>
            </p:oleObj>
          </a:graphicData>
        </a:graphic>
      </p:graphicFrame>
      <p:sp>
        <p:nvSpPr>
          <p:cNvPr id="16411" name="Text Box 2071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16394" name="Object 207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6394" name="Equation" r:id="rId11" imgW="266400" imgH="279360" progId="Equation.3">
              <p:embed/>
            </p:oleObj>
          </a:graphicData>
        </a:graphic>
      </p:graphicFrame>
      <p:sp>
        <p:nvSpPr>
          <p:cNvPr id="16412" name="Line 2073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3" name="Line 2074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95" name="Object 2075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16395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74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26E71B9-238D-44C2-92BC-3DDA34F7DF03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17422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0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8434" name="Equation" r:id="rId3" imgW="266400" imgH="279360" progId="Equation.3">
              <p:embed/>
            </p:oleObj>
          </a:graphicData>
        </a:graphic>
      </p:graphicFrame>
      <p:sp>
        <p:nvSpPr>
          <p:cNvPr id="17425" name="Line 1030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430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431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411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8435" name="Equation" r:id="rId4" imgW="266400" imgH="279360" progId="Equation.3">
              <p:embed/>
            </p:oleObj>
          </a:graphicData>
        </a:graphic>
      </p:graphicFrame>
      <p:sp>
        <p:nvSpPr>
          <p:cNvPr id="17432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103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412" name="Object 102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8436" name="Equation" r:id="rId5" imgW="482400" imgH="583920" progId="Equation.3">
              <p:embed/>
            </p:oleObj>
          </a:graphicData>
        </a:graphic>
      </p:graphicFrame>
      <p:graphicFrame>
        <p:nvGraphicFramePr>
          <p:cNvPr id="17413" name="Object 102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8437" name="Equation" r:id="rId6" imgW="406080" imgH="571320" progId="Equation.3">
              <p:embed/>
            </p:oleObj>
          </a:graphicData>
        </a:graphic>
      </p:graphicFrame>
      <p:sp>
        <p:nvSpPr>
          <p:cNvPr id="17434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4" name="Object 1028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8438" name="Equation" r:id="rId7" imgW="482400" imgH="571320" progId="Equation.3">
              <p:embed/>
            </p:oleObj>
          </a:graphicData>
        </a:graphic>
      </p:graphicFrame>
      <p:graphicFrame>
        <p:nvGraphicFramePr>
          <p:cNvPr id="17415" name="Object 1029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8439" name="Equation" r:id="rId8" imgW="266400" imgH="279360" progId="Equation.3">
              <p:embed/>
            </p:oleObj>
          </a:graphicData>
        </a:graphic>
      </p:graphicFrame>
      <p:graphicFrame>
        <p:nvGraphicFramePr>
          <p:cNvPr id="17416" name="Object 1030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8440" name="Equation" r:id="rId9" imgW="266400" imgH="279360" progId="Equation.3">
              <p:embed/>
            </p:oleObj>
          </a:graphicData>
        </a:graphic>
      </p:graphicFrame>
      <p:graphicFrame>
        <p:nvGraphicFramePr>
          <p:cNvPr id="17417" name="Object 1031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8441" name="Equation" r:id="rId10" imgW="266400" imgH="279360" progId="Equation.3">
              <p:embed/>
            </p:oleObj>
          </a:graphicData>
        </a:graphic>
      </p:graphicFrame>
      <p:sp>
        <p:nvSpPr>
          <p:cNvPr id="17435" name="Line 1047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8" name="Object 103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8442" name="Equation" r:id="rId11" imgW="457200" imgH="583920" progId="Equation.3">
              <p:embed/>
            </p:oleObj>
          </a:graphicData>
        </a:graphic>
      </p:graphicFrame>
      <p:sp>
        <p:nvSpPr>
          <p:cNvPr id="17436" name="Text Box 1049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7437" name="Text Box 1050"/>
          <p:cNvSpPr txBox="1">
            <a:spLocks noChangeArrowheads="1"/>
          </p:cNvSpPr>
          <p:nvPr/>
        </p:nvSpPr>
        <p:spPr bwMode="auto">
          <a:xfrm>
            <a:off x="4648200" y="50292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7438" name="Line 105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9" name="Object 1033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18443" name="Equation" r:id="rId12" imgW="266400" imgH="279360" progId="Equation.3">
              <p:embed/>
            </p:oleObj>
          </a:graphicData>
        </a:graphic>
      </p:graphicFrame>
      <p:sp>
        <p:nvSpPr>
          <p:cNvPr id="17439" name="Text Box 1053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  <p:sp>
        <p:nvSpPr>
          <p:cNvPr id="17440" name="Text Box 1054"/>
          <p:cNvSpPr txBox="1">
            <a:spLocks noChangeArrowheads="1"/>
          </p:cNvSpPr>
          <p:nvPr/>
        </p:nvSpPr>
        <p:spPr bwMode="auto">
          <a:xfrm>
            <a:off x="4327525" y="3835400"/>
            <a:ext cx="3308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Automaton halts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034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D0A30F-CDE0-4E3D-B2C5-D195944D36F5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03428" name="Text Box 2"/>
          <p:cNvSpPr txBox="1">
            <a:spLocks noChangeArrowheads="1"/>
          </p:cNvSpPr>
          <p:nvPr/>
        </p:nvSpPr>
        <p:spPr bwMode="auto">
          <a:xfrm>
            <a:off x="990600" y="228600"/>
            <a:ext cx="6018892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 NFA rejects a string:</a:t>
            </a:r>
          </a:p>
          <a:p>
            <a:r>
              <a:rPr lang="en-US" dirty="0">
                <a:solidFill>
                  <a:srgbClr val="0000CC"/>
                </a:solidFill>
              </a:rPr>
              <a:t>if there  is no computation of the </a:t>
            </a:r>
            <a:r>
              <a:rPr lang="en-US" dirty="0" smtClean="0">
                <a:solidFill>
                  <a:srgbClr val="0000CC"/>
                </a:solidFill>
              </a:rPr>
              <a:t>NFA that </a:t>
            </a:r>
            <a:r>
              <a:rPr lang="en-US" dirty="0">
                <a:solidFill>
                  <a:srgbClr val="0000CC"/>
                </a:solidFill>
              </a:rPr>
              <a:t>accepts the string. </a:t>
            </a:r>
          </a:p>
        </p:txBody>
      </p:sp>
      <p:sp>
        <p:nvSpPr>
          <p:cNvPr id="103429" name="Text Box 3"/>
          <p:cNvSpPr txBox="1">
            <a:spLocks noChangeArrowheads="1"/>
          </p:cNvSpPr>
          <p:nvPr/>
        </p:nvSpPr>
        <p:spPr bwMode="auto">
          <a:xfrm>
            <a:off x="1447800" y="3657600"/>
            <a:ext cx="7182736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dirty="0">
                <a:solidFill>
                  <a:srgbClr val="0000CC"/>
                </a:solidFill>
              </a:rPr>
              <a:t> All the input is consumed and the </a:t>
            </a:r>
            <a:r>
              <a:rPr lang="en-US" dirty="0" smtClean="0">
                <a:solidFill>
                  <a:srgbClr val="0000CC"/>
                </a:solidFill>
              </a:rPr>
              <a:t>automaton </a:t>
            </a:r>
            <a:r>
              <a:rPr lang="en-US" dirty="0">
                <a:solidFill>
                  <a:srgbClr val="0000CC"/>
                </a:solidFill>
              </a:rPr>
              <a:t>is in a non accepting state</a:t>
            </a:r>
          </a:p>
        </p:txBody>
      </p:sp>
      <p:sp>
        <p:nvSpPr>
          <p:cNvPr id="103430" name="Text Box 4"/>
          <p:cNvSpPr txBox="1">
            <a:spLocks noChangeArrowheads="1"/>
          </p:cNvSpPr>
          <p:nvPr/>
        </p:nvSpPr>
        <p:spPr bwMode="auto">
          <a:xfrm>
            <a:off x="1524000" y="5867400"/>
            <a:ext cx="3209533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The input cannot be consumed</a:t>
            </a:r>
          </a:p>
        </p:txBody>
      </p:sp>
      <p:sp>
        <p:nvSpPr>
          <p:cNvPr id="103431" name="Text Box 5"/>
          <p:cNvSpPr txBox="1">
            <a:spLocks noChangeArrowheads="1"/>
          </p:cNvSpPr>
          <p:nvPr/>
        </p:nvSpPr>
        <p:spPr bwMode="auto">
          <a:xfrm>
            <a:off x="3995738" y="5105400"/>
            <a:ext cx="836612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3600"/>
              <a:t>OR</a:t>
            </a:r>
          </a:p>
        </p:txBody>
      </p:sp>
      <p:sp>
        <p:nvSpPr>
          <p:cNvPr id="103432" name="Text Box 6"/>
          <p:cNvSpPr txBox="1">
            <a:spLocks noChangeArrowheads="1"/>
          </p:cNvSpPr>
          <p:nvPr/>
        </p:nvSpPr>
        <p:spPr bwMode="auto">
          <a:xfrm>
            <a:off x="228600" y="3048000"/>
            <a:ext cx="43830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For each computation: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84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FAAC18-5713-46AF-A976-7E3E6FA4788F}" type="slidenum">
              <a:rPr lang="en-US" smtClean="0"/>
              <a:pPr/>
              <a:t>25</a:t>
            </a:fld>
            <a:endParaRPr lang="en-US" smtClean="0"/>
          </a:p>
        </p:txBody>
      </p:sp>
      <p:graphicFrame>
        <p:nvGraphicFramePr>
          <p:cNvPr id="18434" name="Object 3"/>
          <p:cNvGraphicFramePr>
            <a:graphicFrameLocks noChangeAspect="1"/>
          </p:cNvGraphicFramePr>
          <p:nvPr/>
        </p:nvGraphicFramePr>
        <p:xfrm>
          <a:off x="990600" y="1371600"/>
          <a:ext cx="292100" cy="330200"/>
        </p:xfrm>
        <a:graphic>
          <a:graphicData uri="http://schemas.openxmlformats.org/presentationml/2006/ole">
            <p:oleObj spid="_x0000_s19458" name="Equation" r:id="rId3" imgW="291960" imgH="330120" progId="Equation.3">
              <p:embed/>
            </p:oleObj>
          </a:graphicData>
        </a:graphic>
      </p:graphicFrame>
      <p:sp>
        <p:nvSpPr>
          <p:cNvPr id="18451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41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is rejected by the NFA:</a:t>
            </a:r>
          </a:p>
        </p:txBody>
      </p:sp>
      <p:sp>
        <p:nvSpPr>
          <p:cNvPr id="18452" name="Oval 21"/>
          <p:cNvSpPr>
            <a:spLocks noChangeArrowheads="1"/>
          </p:cNvSpPr>
          <p:nvPr/>
        </p:nvSpPr>
        <p:spPr bwMode="auto">
          <a:xfrm>
            <a:off x="1819275" y="3221038"/>
            <a:ext cx="427038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3" name="Oval 22"/>
          <p:cNvSpPr>
            <a:spLocks noChangeArrowheads="1"/>
          </p:cNvSpPr>
          <p:nvPr/>
        </p:nvSpPr>
        <p:spPr bwMode="auto">
          <a:xfrm>
            <a:off x="636588" y="3997325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Oval 23"/>
          <p:cNvSpPr>
            <a:spLocks noChangeArrowheads="1"/>
          </p:cNvSpPr>
          <p:nvPr/>
        </p:nvSpPr>
        <p:spPr bwMode="auto">
          <a:xfrm>
            <a:off x="1819275" y="4578350"/>
            <a:ext cx="427038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Line 24"/>
          <p:cNvSpPr>
            <a:spLocks noChangeShapeType="1"/>
          </p:cNvSpPr>
          <p:nvPr/>
        </p:nvSpPr>
        <p:spPr bwMode="auto">
          <a:xfrm flipV="1">
            <a:off x="1014413" y="3511550"/>
            <a:ext cx="804862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456" name="Line 25"/>
          <p:cNvSpPr>
            <a:spLocks noChangeShapeType="1"/>
          </p:cNvSpPr>
          <p:nvPr/>
        </p:nvSpPr>
        <p:spPr bwMode="auto">
          <a:xfrm>
            <a:off x="1016000" y="4333875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457" name="Line 26"/>
          <p:cNvSpPr>
            <a:spLocks noChangeShapeType="1"/>
          </p:cNvSpPr>
          <p:nvPr/>
        </p:nvSpPr>
        <p:spPr bwMode="auto">
          <a:xfrm flipV="1">
            <a:off x="228600" y="4238625"/>
            <a:ext cx="407988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458" name="Oval 27"/>
          <p:cNvSpPr>
            <a:spLocks noChangeArrowheads="1"/>
          </p:cNvSpPr>
          <p:nvPr/>
        </p:nvSpPr>
        <p:spPr bwMode="auto">
          <a:xfrm>
            <a:off x="3003550" y="32210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Line 28"/>
          <p:cNvSpPr>
            <a:spLocks noChangeShapeType="1"/>
          </p:cNvSpPr>
          <p:nvPr/>
        </p:nvSpPr>
        <p:spPr bwMode="auto">
          <a:xfrm>
            <a:off x="2246313" y="34639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435" name="Object 29"/>
          <p:cNvGraphicFramePr>
            <a:graphicFrameLocks noChangeAspect="1"/>
          </p:cNvGraphicFramePr>
          <p:nvPr/>
        </p:nvGraphicFramePr>
        <p:xfrm>
          <a:off x="684213" y="3997325"/>
          <a:ext cx="298450" cy="371475"/>
        </p:xfrm>
        <a:graphic>
          <a:graphicData uri="http://schemas.openxmlformats.org/presentationml/2006/ole">
            <p:oleObj spid="_x0000_s19459" name="Equation" r:id="rId4" imgW="482400" imgH="583920" progId="Equation.3">
              <p:embed/>
            </p:oleObj>
          </a:graphicData>
        </a:graphic>
      </p:graphicFrame>
      <p:graphicFrame>
        <p:nvGraphicFramePr>
          <p:cNvPr id="18436" name="Object 30"/>
          <p:cNvGraphicFramePr>
            <a:graphicFrameLocks noChangeAspect="1"/>
          </p:cNvGraphicFramePr>
          <p:nvPr/>
        </p:nvGraphicFramePr>
        <p:xfrm>
          <a:off x="1914525" y="3221038"/>
          <a:ext cx="252413" cy="363537"/>
        </p:xfrm>
        <a:graphic>
          <a:graphicData uri="http://schemas.openxmlformats.org/presentationml/2006/ole">
            <p:oleObj spid="_x0000_s19460" name="Equation" r:id="rId5" imgW="406080" imgH="571320" progId="Equation.3">
              <p:embed/>
            </p:oleObj>
          </a:graphicData>
        </a:graphic>
      </p:graphicFrame>
      <p:sp>
        <p:nvSpPr>
          <p:cNvPr id="18460" name="Oval 31"/>
          <p:cNvSpPr>
            <a:spLocks noChangeArrowheads="1"/>
          </p:cNvSpPr>
          <p:nvPr/>
        </p:nvSpPr>
        <p:spPr bwMode="auto">
          <a:xfrm>
            <a:off x="2908300" y="31242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7" name="Object 32"/>
          <p:cNvGraphicFramePr>
            <a:graphicFrameLocks noChangeAspect="1"/>
          </p:cNvGraphicFramePr>
          <p:nvPr/>
        </p:nvGraphicFramePr>
        <p:xfrm>
          <a:off x="3049588" y="3221038"/>
          <a:ext cx="300037" cy="363537"/>
        </p:xfrm>
        <a:graphic>
          <a:graphicData uri="http://schemas.openxmlformats.org/presentationml/2006/ole">
            <p:oleObj spid="_x0000_s19461" name="Equation" r:id="rId6" imgW="482400" imgH="571320" progId="Equation.3">
              <p:embed/>
            </p:oleObj>
          </a:graphicData>
        </a:graphic>
      </p:graphicFrame>
      <p:graphicFrame>
        <p:nvGraphicFramePr>
          <p:cNvPr id="18438" name="Object 33"/>
          <p:cNvGraphicFramePr>
            <a:graphicFrameLocks noChangeAspect="1"/>
          </p:cNvGraphicFramePr>
          <p:nvPr/>
        </p:nvGraphicFramePr>
        <p:xfrm>
          <a:off x="1298575" y="3608388"/>
          <a:ext cx="165100" cy="177800"/>
        </p:xfrm>
        <a:graphic>
          <a:graphicData uri="http://schemas.openxmlformats.org/presentationml/2006/ole">
            <p:oleObj spid="_x0000_s19462" name="Equation" r:id="rId7" imgW="266400" imgH="279360" progId="Equation.3">
              <p:embed/>
            </p:oleObj>
          </a:graphicData>
        </a:graphic>
      </p:graphicFrame>
      <p:graphicFrame>
        <p:nvGraphicFramePr>
          <p:cNvPr id="18439" name="Object 34"/>
          <p:cNvGraphicFramePr>
            <a:graphicFrameLocks noChangeAspect="1"/>
          </p:cNvGraphicFramePr>
          <p:nvPr/>
        </p:nvGraphicFramePr>
        <p:xfrm>
          <a:off x="1298575" y="4287838"/>
          <a:ext cx="165100" cy="177800"/>
        </p:xfrm>
        <a:graphic>
          <a:graphicData uri="http://schemas.openxmlformats.org/presentationml/2006/ole">
            <p:oleObj spid="_x0000_s19463" name="Equation" r:id="rId8" imgW="266400" imgH="279360" progId="Equation.3">
              <p:embed/>
            </p:oleObj>
          </a:graphicData>
        </a:graphic>
      </p:graphicFrame>
      <p:graphicFrame>
        <p:nvGraphicFramePr>
          <p:cNvPr id="18440" name="Object 35"/>
          <p:cNvGraphicFramePr>
            <a:graphicFrameLocks noChangeAspect="1"/>
          </p:cNvGraphicFramePr>
          <p:nvPr/>
        </p:nvGraphicFramePr>
        <p:xfrm>
          <a:off x="2482850" y="3270250"/>
          <a:ext cx="163513" cy="177800"/>
        </p:xfrm>
        <a:graphic>
          <a:graphicData uri="http://schemas.openxmlformats.org/presentationml/2006/ole">
            <p:oleObj spid="_x0000_s19464" name="Equation" r:id="rId9" imgW="266400" imgH="279360" progId="Equation.3">
              <p:embed/>
            </p:oleObj>
          </a:graphicData>
        </a:graphic>
      </p:graphicFrame>
      <p:graphicFrame>
        <p:nvGraphicFramePr>
          <p:cNvPr id="18441" name="Object 37"/>
          <p:cNvGraphicFramePr>
            <a:graphicFrameLocks noChangeAspect="1"/>
          </p:cNvGraphicFramePr>
          <p:nvPr/>
        </p:nvGraphicFramePr>
        <p:xfrm>
          <a:off x="1914525" y="4578350"/>
          <a:ext cx="284163" cy="371475"/>
        </p:xfrm>
        <a:graphic>
          <a:graphicData uri="http://schemas.openxmlformats.org/presentationml/2006/ole">
            <p:oleObj spid="_x0000_s19465" name="Equation" r:id="rId10" imgW="457200" imgH="583920" progId="Equation.3">
              <p:embed/>
            </p:oleObj>
          </a:graphicData>
        </a:graphic>
      </p:graphicFrame>
      <p:sp>
        <p:nvSpPr>
          <p:cNvPr id="18461" name="Text Box 38"/>
          <p:cNvSpPr txBox="1">
            <a:spLocks noChangeArrowheads="1"/>
          </p:cNvSpPr>
          <p:nvPr/>
        </p:nvSpPr>
        <p:spPr bwMode="auto">
          <a:xfrm>
            <a:off x="2286000" y="45720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8462" name="Oval 41"/>
          <p:cNvSpPr>
            <a:spLocks noChangeArrowheads="1"/>
          </p:cNvSpPr>
          <p:nvPr/>
        </p:nvSpPr>
        <p:spPr bwMode="auto">
          <a:xfrm>
            <a:off x="6467475" y="3297238"/>
            <a:ext cx="427038" cy="436562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Oval 42"/>
          <p:cNvSpPr>
            <a:spLocks noChangeArrowheads="1"/>
          </p:cNvSpPr>
          <p:nvPr/>
        </p:nvSpPr>
        <p:spPr bwMode="auto">
          <a:xfrm>
            <a:off x="5284788" y="4073525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Oval 43"/>
          <p:cNvSpPr>
            <a:spLocks noChangeArrowheads="1"/>
          </p:cNvSpPr>
          <p:nvPr/>
        </p:nvSpPr>
        <p:spPr bwMode="auto">
          <a:xfrm>
            <a:off x="6467475" y="4654550"/>
            <a:ext cx="427038" cy="436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65" name="Line 44"/>
          <p:cNvSpPr>
            <a:spLocks noChangeShapeType="1"/>
          </p:cNvSpPr>
          <p:nvPr/>
        </p:nvSpPr>
        <p:spPr bwMode="auto">
          <a:xfrm flipV="1">
            <a:off x="5662613" y="3587750"/>
            <a:ext cx="804862" cy="5826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466" name="Line 45"/>
          <p:cNvSpPr>
            <a:spLocks noChangeShapeType="1"/>
          </p:cNvSpPr>
          <p:nvPr/>
        </p:nvSpPr>
        <p:spPr bwMode="auto">
          <a:xfrm>
            <a:off x="5664200" y="4410075"/>
            <a:ext cx="806450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467" name="Line 46"/>
          <p:cNvSpPr>
            <a:spLocks noChangeShapeType="1"/>
          </p:cNvSpPr>
          <p:nvPr/>
        </p:nvSpPr>
        <p:spPr bwMode="auto">
          <a:xfrm>
            <a:off x="4876800" y="4267200"/>
            <a:ext cx="407988" cy="47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468" name="Oval 47"/>
          <p:cNvSpPr>
            <a:spLocks noChangeArrowheads="1"/>
          </p:cNvSpPr>
          <p:nvPr/>
        </p:nvSpPr>
        <p:spPr bwMode="auto">
          <a:xfrm>
            <a:off x="7651750" y="32972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69" name="Line 48"/>
          <p:cNvSpPr>
            <a:spLocks noChangeShapeType="1"/>
          </p:cNvSpPr>
          <p:nvPr/>
        </p:nvSpPr>
        <p:spPr bwMode="auto">
          <a:xfrm>
            <a:off x="6894513" y="35401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442" name="Object 49"/>
          <p:cNvGraphicFramePr>
            <a:graphicFrameLocks noChangeAspect="1"/>
          </p:cNvGraphicFramePr>
          <p:nvPr/>
        </p:nvGraphicFramePr>
        <p:xfrm>
          <a:off x="5332413" y="4073525"/>
          <a:ext cx="298450" cy="371475"/>
        </p:xfrm>
        <a:graphic>
          <a:graphicData uri="http://schemas.openxmlformats.org/presentationml/2006/ole">
            <p:oleObj spid="_x0000_s19466" name="Equation" r:id="rId11" imgW="482400" imgH="583920" progId="Equation.3">
              <p:embed/>
            </p:oleObj>
          </a:graphicData>
        </a:graphic>
      </p:graphicFrame>
      <p:graphicFrame>
        <p:nvGraphicFramePr>
          <p:cNvPr id="18443" name="Object 50"/>
          <p:cNvGraphicFramePr>
            <a:graphicFrameLocks noChangeAspect="1"/>
          </p:cNvGraphicFramePr>
          <p:nvPr/>
        </p:nvGraphicFramePr>
        <p:xfrm>
          <a:off x="6562725" y="3297238"/>
          <a:ext cx="252413" cy="363537"/>
        </p:xfrm>
        <a:graphic>
          <a:graphicData uri="http://schemas.openxmlformats.org/presentationml/2006/ole">
            <p:oleObj spid="_x0000_s19467" name="Equation" r:id="rId12" imgW="406080" imgH="571320" progId="Equation.3">
              <p:embed/>
            </p:oleObj>
          </a:graphicData>
        </a:graphic>
      </p:graphicFrame>
      <p:sp>
        <p:nvSpPr>
          <p:cNvPr id="18470" name="Oval 51"/>
          <p:cNvSpPr>
            <a:spLocks noChangeArrowheads="1"/>
          </p:cNvSpPr>
          <p:nvPr/>
        </p:nvSpPr>
        <p:spPr bwMode="auto">
          <a:xfrm>
            <a:off x="7556500" y="32004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44" name="Object 52"/>
          <p:cNvGraphicFramePr>
            <a:graphicFrameLocks noChangeAspect="1"/>
          </p:cNvGraphicFramePr>
          <p:nvPr/>
        </p:nvGraphicFramePr>
        <p:xfrm>
          <a:off x="7697788" y="3297238"/>
          <a:ext cx="300037" cy="363537"/>
        </p:xfrm>
        <a:graphic>
          <a:graphicData uri="http://schemas.openxmlformats.org/presentationml/2006/ole">
            <p:oleObj spid="_x0000_s19468" name="Equation" r:id="rId13" imgW="482400" imgH="571320" progId="Equation.3">
              <p:embed/>
            </p:oleObj>
          </a:graphicData>
        </a:graphic>
      </p:graphicFrame>
      <p:graphicFrame>
        <p:nvGraphicFramePr>
          <p:cNvPr id="18445" name="Object 53"/>
          <p:cNvGraphicFramePr>
            <a:graphicFrameLocks noChangeAspect="1"/>
          </p:cNvGraphicFramePr>
          <p:nvPr/>
        </p:nvGraphicFramePr>
        <p:xfrm>
          <a:off x="5946775" y="3684588"/>
          <a:ext cx="165100" cy="177800"/>
        </p:xfrm>
        <a:graphic>
          <a:graphicData uri="http://schemas.openxmlformats.org/presentationml/2006/ole">
            <p:oleObj spid="_x0000_s19469" name="Equation" r:id="rId14" imgW="266400" imgH="279360" progId="Equation.3">
              <p:embed/>
            </p:oleObj>
          </a:graphicData>
        </a:graphic>
      </p:graphicFrame>
      <p:graphicFrame>
        <p:nvGraphicFramePr>
          <p:cNvPr id="18446" name="Object 54"/>
          <p:cNvGraphicFramePr>
            <a:graphicFrameLocks noChangeAspect="1"/>
          </p:cNvGraphicFramePr>
          <p:nvPr/>
        </p:nvGraphicFramePr>
        <p:xfrm>
          <a:off x="5946775" y="4364038"/>
          <a:ext cx="165100" cy="177800"/>
        </p:xfrm>
        <a:graphic>
          <a:graphicData uri="http://schemas.openxmlformats.org/presentationml/2006/ole">
            <p:oleObj spid="_x0000_s19470" name="Equation" r:id="rId15" imgW="266400" imgH="279360" progId="Equation.3">
              <p:embed/>
            </p:oleObj>
          </a:graphicData>
        </a:graphic>
      </p:graphicFrame>
      <p:graphicFrame>
        <p:nvGraphicFramePr>
          <p:cNvPr id="18447" name="Object 55"/>
          <p:cNvGraphicFramePr>
            <a:graphicFrameLocks noChangeAspect="1"/>
          </p:cNvGraphicFramePr>
          <p:nvPr/>
        </p:nvGraphicFramePr>
        <p:xfrm>
          <a:off x="7131050" y="3346450"/>
          <a:ext cx="163513" cy="177800"/>
        </p:xfrm>
        <a:graphic>
          <a:graphicData uri="http://schemas.openxmlformats.org/presentationml/2006/ole">
            <p:oleObj spid="_x0000_s19471" name="Equation" r:id="rId16" imgW="266400" imgH="279360" progId="Equation.3">
              <p:embed/>
            </p:oleObj>
          </a:graphicData>
        </a:graphic>
      </p:graphicFrame>
      <p:graphicFrame>
        <p:nvGraphicFramePr>
          <p:cNvPr id="18448" name="Object 57"/>
          <p:cNvGraphicFramePr>
            <a:graphicFrameLocks noChangeAspect="1"/>
          </p:cNvGraphicFramePr>
          <p:nvPr/>
        </p:nvGraphicFramePr>
        <p:xfrm>
          <a:off x="6562725" y="4654550"/>
          <a:ext cx="284163" cy="371475"/>
        </p:xfrm>
        <a:graphic>
          <a:graphicData uri="http://schemas.openxmlformats.org/presentationml/2006/ole">
            <p:oleObj spid="_x0000_s19472" name="Equation" r:id="rId17" imgW="457200" imgH="583920" progId="Equation.3">
              <p:embed/>
            </p:oleObj>
          </a:graphicData>
        </a:graphic>
      </p:graphicFrame>
      <p:sp>
        <p:nvSpPr>
          <p:cNvPr id="18471" name="Text Box 58"/>
          <p:cNvSpPr txBox="1">
            <a:spLocks noChangeArrowheads="1"/>
          </p:cNvSpPr>
          <p:nvPr/>
        </p:nvSpPr>
        <p:spPr bwMode="auto">
          <a:xfrm>
            <a:off x="5715000" y="25146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8472" name="Text Box 59"/>
          <p:cNvSpPr txBox="1">
            <a:spLocks noChangeArrowheads="1"/>
          </p:cNvSpPr>
          <p:nvPr/>
        </p:nvSpPr>
        <p:spPr bwMode="auto">
          <a:xfrm>
            <a:off x="669925" y="5969000"/>
            <a:ext cx="8264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All possible computations lead to rejection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194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FB60A0-CAA4-4ECD-8D91-9FB5B1442E68}" type="slidenum">
              <a:rPr lang="en-US" smtClean="0"/>
              <a:pPr/>
              <a:t>26</a:t>
            </a:fld>
            <a:endParaRPr lang="en-US" smtClean="0"/>
          </a:p>
        </p:txBody>
      </p:sp>
      <p:graphicFrame>
        <p:nvGraphicFramePr>
          <p:cNvPr id="19458" name="Object 3"/>
          <p:cNvGraphicFramePr>
            <a:graphicFrameLocks noChangeAspect="1"/>
          </p:cNvGraphicFramePr>
          <p:nvPr/>
        </p:nvGraphicFramePr>
        <p:xfrm>
          <a:off x="552450" y="1358900"/>
          <a:ext cx="812800" cy="330200"/>
        </p:xfrm>
        <a:graphic>
          <a:graphicData uri="http://schemas.openxmlformats.org/presentationml/2006/ole">
            <p:oleObj spid="_x0000_s20482" name="Equation" r:id="rId3" imgW="812520" imgH="330120" progId="Equation.3">
              <p:embed/>
            </p:oleObj>
          </a:graphicData>
        </a:graphic>
      </p:graphicFrame>
      <p:sp>
        <p:nvSpPr>
          <p:cNvPr id="19475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41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is rejected by the NFA: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200" y="3200400"/>
            <a:ext cx="3200400" cy="1752600"/>
            <a:chOff x="672" y="1680"/>
            <a:chExt cx="3264" cy="1872"/>
          </a:xfrm>
        </p:grpSpPr>
        <p:sp>
          <p:nvSpPr>
            <p:cNvPr id="19489" name="Oval 6"/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Oval 7"/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Oval 8"/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2" name="Line 9"/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Line 10"/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Line 11"/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Oval 12"/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Line 13"/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466" name="Object 14"/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p:oleObj spid="_x0000_s20490" name="Equation" r:id="rId4" imgW="482400" imgH="583920" progId="Equation.3">
                <p:embed/>
              </p:oleObj>
            </a:graphicData>
          </a:graphic>
        </p:graphicFrame>
        <p:graphicFrame>
          <p:nvGraphicFramePr>
            <p:cNvPr id="19467" name="Object 15"/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p:oleObj spid="_x0000_s20491" name="Equation" r:id="rId5" imgW="406080" imgH="571320" progId="Equation.3">
                <p:embed/>
              </p:oleObj>
            </a:graphicData>
          </a:graphic>
        </p:graphicFrame>
        <p:sp>
          <p:nvSpPr>
            <p:cNvPr id="19497" name="Oval 16"/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468" name="Object 17"/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p:oleObj spid="_x0000_s20492" name="Equation" r:id="rId6" imgW="482400" imgH="571320" progId="Equation.3">
                <p:embed/>
              </p:oleObj>
            </a:graphicData>
          </a:graphic>
        </p:graphicFrame>
        <p:graphicFrame>
          <p:nvGraphicFramePr>
            <p:cNvPr id="19469" name="Object 18"/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p:oleObj spid="_x0000_s20493" name="Equation" r:id="rId7" imgW="457200" imgH="583920" progId="Equation.3">
                <p:embed/>
              </p:oleObj>
            </a:graphicData>
          </a:graphic>
        </p:graphicFrame>
        <p:graphicFrame>
          <p:nvGraphicFramePr>
            <p:cNvPr id="19470" name="Object 19"/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p:oleObj spid="_x0000_s20494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19471" name="Object 20"/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p:oleObj spid="_x0000_s20495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19472" name="Object 21"/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p:oleObj spid="_x0000_s20496" name="Equation" r:id="rId10" imgW="266400" imgH="279360" progId="Equation.3">
                <p:embed/>
              </p:oleObj>
            </a:graphicData>
          </a:graphic>
        </p:graphicFrame>
      </p:grpSp>
      <p:sp>
        <p:nvSpPr>
          <p:cNvPr id="19477" name="Text Box 22"/>
          <p:cNvSpPr txBox="1">
            <a:spLocks noChangeArrowheads="1"/>
          </p:cNvSpPr>
          <p:nvPr/>
        </p:nvSpPr>
        <p:spPr bwMode="auto">
          <a:xfrm>
            <a:off x="2590800" y="25908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9478" name="Oval 23"/>
          <p:cNvSpPr>
            <a:spLocks noChangeArrowheads="1"/>
          </p:cNvSpPr>
          <p:nvPr/>
        </p:nvSpPr>
        <p:spPr bwMode="auto">
          <a:xfrm>
            <a:off x="6738938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Oval 24"/>
          <p:cNvSpPr>
            <a:spLocks noChangeArrowheads="1"/>
          </p:cNvSpPr>
          <p:nvPr/>
        </p:nvSpPr>
        <p:spPr bwMode="auto">
          <a:xfrm>
            <a:off x="5556250" y="4006850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Oval 25"/>
          <p:cNvSpPr>
            <a:spLocks noChangeArrowheads="1"/>
          </p:cNvSpPr>
          <p:nvPr/>
        </p:nvSpPr>
        <p:spPr bwMode="auto">
          <a:xfrm>
            <a:off x="6738938" y="4587875"/>
            <a:ext cx="427037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1" name="Line 26"/>
          <p:cNvSpPr>
            <a:spLocks noChangeShapeType="1"/>
          </p:cNvSpPr>
          <p:nvPr/>
        </p:nvSpPr>
        <p:spPr bwMode="auto">
          <a:xfrm flipV="1">
            <a:off x="5934075" y="3521075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482" name="Line 27"/>
          <p:cNvSpPr>
            <a:spLocks noChangeShapeType="1"/>
          </p:cNvSpPr>
          <p:nvPr/>
        </p:nvSpPr>
        <p:spPr bwMode="auto">
          <a:xfrm>
            <a:off x="5935663" y="4343400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483" name="Line 28"/>
          <p:cNvSpPr>
            <a:spLocks noChangeShapeType="1"/>
          </p:cNvSpPr>
          <p:nvPr/>
        </p:nvSpPr>
        <p:spPr bwMode="auto">
          <a:xfrm flipV="1">
            <a:off x="5148263" y="4248150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484" name="Oval 29"/>
          <p:cNvSpPr>
            <a:spLocks noChangeArrowheads="1"/>
          </p:cNvSpPr>
          <p:nvPr/>
        </p:nvSpPr>
        <p:spPr bwMode="auto">
          <a:xfrm>
            <a:off x="7923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5" name="Line 30"/>
          <p:cNvSpPr>
            <a:spLocks noChangeShapeType="1"/>
          </p:cNvSpPr>
          <p:nvPr/>
        </p:nvSpPr>
        <p:spPr bwMode="auto">
          <a:xfrm>
            <a:off x="7165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459" name="Object 31"/>
          <p:cNvGraphicFramePr>
            <a:graphicFrameLocks noChangeAspect="1"/>
          </p:cNvGraphicFramePr>
          <p:nvPr/>
        </p:nvGraphicFramePr>
        <p:xfrm>
          <a:off x="5603875" y="4006850"/>
          <a:ext cx="298450" cy="371475"/>
        </p:xfrm>
        <a:graphic>
          <a:graphicData uri="http://schemas.openxmlformats.org/presentationml/2006/ole">
            <p:oleObj spid="_x0000_s20483" name="Equation" r:id="rId11" imgW="482400" imgH="583920" progId="Equation.3">
              <p:embed/>
            </p:oleObj>
          </a:graphicData>
        </a:graphic>
      </p:graphicFrame>
      <p:graphicFrame>
        <p:nvGraphicFramePr>
          <p:cNvPr id="19460" name="Object 32"/>
          <p:cNvGraphicFramePr>
            <a:graphicFrameLocks noChangeAspect="1"/>
          </p:cNvGraphicFramePr>
          <p:nvPr/>
        </p:nvGraphicFramePr>
        <p:xfrm>
          <a:off x="6834188" y="3230563"/>
          <a:ext cx="252412" cy="363537"/>
        </p:xfrm>
        <a:graphic>
          <a:graphicData uri="http://schemas.openxmlformats.org/presentationml/2006/ole">
            <p:oleObj spid="_x0000_s20484" name="Equation" r:id="rId12" imgW="406080" imgH="571320" progId="Equation.3">
              <p:embed/>
            </p:oleObj>
          </a:graphicData>
        </a:graphic>
      </p:graphicFrame>
      <p:sp>
        <p:nvSpPr>
          <p:cNvPr id="19486" name="Oval 33"/>
          <p:cNvSpPr>
            <a:spLocks noChangeArrowheads="1"/>
          </p:cNvSpPr>
          <p:nvPr/>
        </p:nvSpPr>
        <p:spPr bwMode="auto">
          <a:xfrm>
            <a:off x="7827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461" name="Object 34"/>
          <p:cNvGraphicFramePr>
            <a:graphicFrameLocks noChangeAspect="1"/>
          </p:cNvGraphicFramePr>
          <p:nvPr/>
        </p:nvGraphicFramePr>
        <p:xfrm>
          <a:off x="7969250" y="3230563"/>
          <a:ext cx="300038" cy="363537"/>
        </p:xfrm>
        <a:graphic>
          <a:graphicData uri="http://schemas.openxmlformats.org/presentationml/2006/ole">
            <p:oleObj spid="_x0000_s20485" name="Equation" r:id="rId13" imgW="482400" imgH="571320" progId="Equation.3">
              <p:embed/>
            </p:oleObj>
          </a:graphicData>
        </a:graphic>
      </p:graphicFrame>
      <p:graphicFrame>
        <p:nvGraphicFramePr>
          <p:cNvPr id="19462" name="Object 35"/>
          <p:cNvGraphicFramePr>
            <a:graphicFrameLocks noChangeAspect="1"/>
          </p:cNvGraphicFramePr>
          <p:nvPr/>
        </p:nvGraphicFramePr>
        <p:xfrm>
          <a:off x="6218238" y="3617913"/>
          <a:ext cx="165100" cy="177800"/>
        </p:xfrm>
        <a:graphic>
          <a:graphicData uri="http://schemas.openxmlformats.org/presentationml/2006/ole">
            <p:oleObj spid="_x0000_s20486" name="Equation" r:id="rId14" imgW="266400" imgH="279360" progId="Equation.3">
              <p:embed/>
            </p:oleObj>
          </a:graphicData>
        </a:graphic>
      </p:graphicFrame>
      <p:graphicFrame>
        <p:nvGraphicFramePr>
          <p:cNvPr id="19463" name="Object 36"/>
          <p:cNvGraphicFramePr>
            <a:graphicFrameLocks noChangeAspect="1"/>
          </p:cNvGraphicFramePr>
          <p:nvPr/>
        </p:nvGraphicFramePr>
        <p:xfrm>
          <a:off x="6218238" y="4297363"/>
          <a:ext cx="165100" cy="177800"/>
        </p:xfrm>
        <a:graphic>
          <a:graphicData uri="http://schemas.openxmlformats.org/presentationml/2006/ole">
            <p:oleObj spid="_x0000_s20487" name="Equation" r:id="rId15" imgW="266400" imgH="279360" progId="Equation.3">
              <p:embed/>
            </p:oleObj>
          </a:graphicData>
        </a:graphic>
      </p:graphicFrame>
      <p:graphicFrame>
        <p:nvGraphicFramePr>
          <p:cNvPr id="19464" name="Object 37"/>
          <p:cNvGraphicFramePr>
            <a:graphicFrameLocks noChangeAspect="1"/>
          </p:cNvGraphicFramePr>
          <p:nvPr/>
        </p:nvGraphicFramePr>
        <p:xfrm>
          <a:off x="7402513" y="3279775"/>
          <a:ext cx="163512" cy="177800"/>
        </p:xfrm>
        <a:graphic>
          <a:graphicData uri="http://schemas.openxmlformats.org/presentationml/2006/ole">
            <p:oleObj spid="_x0000_s20488" name="Equation" r:id="rId16" imgW="266400" imgH="279360" progId="Equation.3">
              <p:embed/>
            </p:oleObj>
          </a:graphicData>
        </a:graphic>
      </p:graphicFrame>
      <p:graphicFrame>
        <p:nvGraphicFramePr>
          <p:cNvPr id="19465" name="Object 38"/>
          <p:cNvGraphicFramePr>
            <a:graphicFrameLocks noChangeAspect="1"/>
          </p:cNvGraphicFramePr>
          <p:nvPr/>
        </p:nvGraphicFramePr>
        <p:xfrm>
          <a:off x="6834188" y="4587875"/>
          <a:ext cx="284162" cy="371475"/>
        </p:xfrm>
        <a:graphic>
          <a:graphicData uri="http://schemas.openxmlformats.org/presentationml/2006/ole">
            <p:oleObj spid="_x0000_s20489" name="Equation" r:id="rId17" imgW="457200" imgH="583920" progId="Equation.3">
              <p:embed/>
            </p:oleObj>
          </a:graphicData>
        </a:graphic>
      </p:graphicFrame>
      <p:sp>
        <p:nvSpPr>
          <p:cNvPr id="19487" name="Text Box 39"/>
          <p:cNvSpPr txBox="1">
            <a:spLocks noChangeArrowheads="1"/>
          </p:cNvSpPr>
          <p:nvPr/>
        </p:nvSpPr>
        <p:spPr bwMode="auto">
          <a:xfrm>
            <a:off x="7434263" y="4505325"/>
            <a:ext cx="17097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9488" name="Text Box 43"/>
          <p:cNvSpPr txBox="1">
            <a:spLocks noChangeArrowheads="1"/>
          </p:cNvSpPr>
          <p:nvPr/>
        </p:nvSpPr>
        <p:spPr bwMode="auto">
          <a:xfrm>
            <a:off x="669925" y="5969000"/>
            <a:ext cx="8264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All possible computations lead to rejection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04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D891CE-05ED-43AC-9350-299FB905DC39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20492" name="Oval 2050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Oval 2051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Oval 2052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Line 2053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496" name="Line 2054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497" name="Line 2055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498" name="Oval 205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205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482" name="Object 2048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506" name="Equation" r:id="rId3" imgW="406080" imgH="571320" progId="Equation.3">
              <p:embed/>
            </p:oleObj>
          </a:graphicData>
        </a:graphic>
      </p:graphicFrame>
      <p:sp>
        <p:nvSpPr>
          <p:cNvPr id="20500" name="Oval 2059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3" name="Object 204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507" name="Equation" r:id="rId4" imgW="482400" imgH="571320" progId="Equation.3">
              <p:embed/>
            </p:oleObj>
          </a:graphicData>
        </a:graphic>
      </p:graphicFrame>
      <p:graphicFrame>
        <p:nvGraphicFramePr>
          <p:cNvPr id="20484" name="Object 205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508" name="Equation" r:id="rId5" imgW="457200" imgH="583920" progId="Equation.3">
              <p:embed/>
            </p:oleObj>
          </a:graphicData>
        </a:graphic>
      </p:graphicFrame>
      <p:graphicFrame>
        <p:nvGraphicFramePr>
          <p:cNvPr id="20485" name="Object 205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509" name="Equation" r:id="rId6" imgW="266400" imgH="279360" progId="Equation.3">
              <p:embed/>
            </p:oleObj>
          </a:graphicData>
        </a:graphic>
      </p:graphicFrame>
      <p:graphicFrame>
        <p:nvGraphicFramePr>
          <p:cNvPr id="20486" name="Object 205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510" name="Equation" r:id="rId7" imgW="266400" imgH="279360" progId="Equation.3">
              <p:embed/>
            </p:oleObj>
          </a:graphicData>
        </a:graphic>
      </p:graphicFrame>
      <p:graphicFrame>
        <p:nvGraphicFramePr>
          <p:cNvPr id="20487" name="Object 205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511" name="Equation" r:id="rId8" imgW="266400" imgH="279360" progId="Equation.3">
              <p:embed/>
            </p:oleObj>
          </a:graphicData>
        </a:graphic>
      </p:graphicFrame>
      <p:graphicFrame>
        <p:nvGraphicFramePr>
          <p:cNvPr id="20488" name="Object 2054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512" name="Equation" r:id="rId9" imgW="482400" imgH="583920" progId="Equation.3">
              <p:embed/>
            </p:oleObj>
          </a:graphicData>
        </a:graphic>
      </p:graphicFrame>
      <p:sp>
        <p:nvSpPr>
          <p:cNvPr id="20501" name="Text Box 2066"/>
          <p:cNvSpPr txBox="1">
            <a:spLocks noChangeArrowheads="1"/>
          </p:cNvSpPr>
          <p:nvPr/>
        </p:nvSpPr>
        <p:spPr bwMode="auto">
          <a:xfrm>
            <a:off x="1143000" y="1219200"/>
            <a:ext cx="3865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Language accepted:</a:t>
            </a:r>
          </a:p>
        </p:txBody>
      </p:sp>
      <p:graphicFrame>
        <p:nvGraphicFramePr>
          <p:cNvPr id="20489" name="Object 2055"/>
          <p:cNvGraphicFramePr>
            <a:graphicFrameLocks noChangeAspect="1"/>
          </p:cNvGraphicFramePr>
          <p:nvPr/>
        </p:nvGraphicFramePr>
        <p:xfrm>
          <a:off x="5197475" y="1193800"/>
          <a:ext cx="1727200" cy="533400"/>
        </p:xfrm>
        <a:graphic>
          <a:graphicData uri="http://schemas.openxmlformats.org/presentationml/2006/ole">
            <p:oleObj spid="_x0000_s21513" name="Equation" r:id="rId10" imgW="17269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15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7EFF92-B0AB-484B-98FC-750A1458C645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21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Lambda Transitions</a:t>
            </a:r>
          </a:p>
        </p:txBody>
      </p:sp>
      <p:sp>
        <p:nvSpPr>
          <p:cNvPr id="21516" name="Oval 20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7" name="Oval 21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25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519" name="Oval 26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27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506" name="Object 28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2530" name="Equation" r:id="rId3" imgW="406080" imgH="571320" progId="Equation.3">
              <p:embed/>
            </p:oleObj>
          </a:graphicData>
        </a:graphic>
      </p:graphicFrame>
      <p:sp>
        <p:nvSpPr>
          <p:cNvPr id="21521" name="Oval 29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7" name="Object 30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2531" name="Equation" r:id="rId4" imgW="457200" imgH="583920" progId="Equation.3">
              <p:embed/>
            </p:oleObj>
          </a:graphicData>
        </a:graphic>
      </p:graphicFrame>
      <p:graphicFrame>
        <p:nvGraphicFramePr>
          <p:cNvPr id="21508" name="Object 3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2532" name="Equation" r:id="rId5" imgW="266400" imgH="279360" progId="Equation.3">
              <p:embed/>
            </p:oleObj>
          </a:graphicData>
        </a:graphic>
      </p:graphicFrame>
      <p:graphicFrame>
        <p:nvGraphicFramePr>
          <p:cNvPr id="21509" name="Object 35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2533" name="Equation" r:id="rId6" imgW="482400" imgH="583920" progId="Equation.3">
              <p:embed/>
            </p:oleObj>
          </a:graphicData>
        </a:graphic>
      </p:graphicFrame>
      <p:graphicFrame>
        <p:nvGraphicFramePr>
          <p:cNvPr id="21510" name="Object 39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2534" name="Equation" r:id="rId7" imgW="330120" imgH="419040" progId="Equation.3">
              <p:embed/>
            </p:oleObj>
          </a:graphicData>
        </a:graphic>
      </p:graphicFrame>
      <p:sp>
        <p:nvSpPr>
          <p:cNvPr id="21522" name="Line 40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523" name="Oval 47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11" name="Object 48"/>
          <p:cNvGraphicFramePr>
            <a:graphicFrameLocks noChangeAspect="1"/>
          </p:cNvGraphicFramePr>
          <p:nvPr/>
        </p:nvGraphicFramePr>
        <p:xfrm>
          <a:off x="5137150" y="4191000"/>
          <a:ext cx="495300" cy="571500"/>
        </p:xfrm>
        <a:graphic>
          <a:graphicData uri="http://schemas.openxmlformats.org/presentationml/2006/ole">
            <p:oleObj spid="_x0000_s22535" name="Equation" r:id="rId8" imgW="495000" imgH="571320" progId="Equation.3">
              <p:embed/>
            </p:oleObj>
          </a:graphicData>
        </a:graphic>
      </p:graphicFrame>
      <p:sp>
        <p:nvSpPr>
          <p:cNvPr id="21524" name="Line 49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512" name="Object 50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2536" name="Equation" r:id="rId9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2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FEDFE6-E1F8-4DA2-97A3-ECC159EEDEA6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22541" name="Rectangle 3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4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5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0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3554" name="Equation" r:id="rId3" imgW="266400" imgH="279360" progId="Equation.3">
              <p:embed/>
            </p:oleObj>
          </a:graphicData>
        </a:graphic>
      </p:graphicFrame>
      <p:sp>
        <p:nvSpPr>
          <p:cNvPr id="22544" name="Line 7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1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3555" name="Equation" r:id="rId4" imgW="266400" imgH="279360" progId="Equation.3">
              <p:embed/>
            </p:oleObj>
          </a:graphicData>
        </a:graphic>
      </p:graphicFrame>
      <p:sp>
        <p:nvSpPr>
          <p:cNvPr id="22545" name="Oval 9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Oval 10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Line 11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2548" name="Oval 12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Line 13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532" name="Object 1026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3556" name="Equation" r:id="rId5" imgW="406080" imgH="571320" progId="Equation.3">
              <p:embed/>
            </p:oleObj>
          </a:graphicData>
        </a:graphic>
      </p:graphicFrame>
      <p:sp>
        <p:nvSpPr>
          <p:cNvPr id="22550" name="Oval 15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3" name="Object 1027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3557" name="Equation" r:id="rId6" imgW="457200" imgH="583920" progId="Equation.3">
              <p:embed/>
            </p:oleObj>
          </a:graphicData>
        </a:graphic>
      </p:graphicFrame>
      <p:graphicFrame>
        <p:nvGraphicFramePr>
          <p:cNvPr id="22534" name="Object 1028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3558" name="Equation" r:id="rId7" imgW="266400" imgH="279360" progId="Equation.3">
              <p:embed/>
            </p:oleObj>
          </a:graphicData>
        </a:graphic>
      </p:graphicFrame>
      <p:graphicFrame>
        <p:nvGraphicFramePr>
          <p:cNvPr id="22535" name="Object 1029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3559" name="Equation" r:id="rId8" imgW="482400" imgH="583920" progId="Equation.3">
              <p:embed/>
            </p:oleObj>
          </a:graphicData>
        </a:graphic>
      </p:graphicFrame>
      <p:graphicFrame>
        <p:nvGraphicFramePr>
          <p:cNvPr id="22536" name="Object 1030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3560" name="Equation" r:id="rId9" imgW="330120" imgH="419040" progId="Equation.3">
              <p:embed/>
            </p:oleObj>
          </a:graphicData>
        </a:graphic>
      </p:graphicFrame>
      <p:sp>
        <p:nvSpPr>
          <p:cNvPr id="22551" name="Line 20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2552" name="Oval 21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7" name="Object 103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3561" name="Equation" r:id="rId10" imgW="482400" imgH="571320" progId="Equation.3">
              <p:embed/>
            </p:oleObj>
          </a:graphicData>
        </a:graphic>
      </p:graphicFrame>
      <p:sp>
        <p:nvSpPr>
          <p:cNvPr id="22553" name="Line 23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538" name="Object 1032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3562" name="Equation" r:id="rId11" imgW="266400" imgH="279360" progId="Equation.3">
              <p:embed/>
            </p:oleObj>
          </a:graphicData>
        </a:graphic>
      </p:graphicFrame>
      <p:sp>
        <p:nvSpPr>
          <p:cNvPr id="22554" name="Line 26"/>
          <p:cNvSpPr>
            <a:spLocks noChangeShapeType="1"/>
          </p:cNvSpPr>
          <p:nvPr/>
        </p:nvSpPr>
        <p:spPr bwMode="auto">
          <a:xfrm>
            <a:off x="1447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35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CEFCEF-3AF4-4C1F-A273-2721EC782623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23565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4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4578" name="Equation" r:id="rId3" imgW="266400" imgH="279360" progId="Equation.3">
              <p:embed/>
            </p:oleObj>
          </a:graphicData>
        </a:graphic>
      </p:graphicFrame>
      <p:sp>
        <p:nvSpPr>
          <p:cNvPr id="23568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5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4579" name="Equation" r:id="rId4" imgW="266400" imgH="279360" progId="Equation.3">
              <p:embed/>
            </p:oleObj>
          </a:graphicData>
        </a:graphic>
      </p:graphicFrame>
      <p:sp>
        <p:nvSpPr>
          <p:cNvPr id="23569" name="Oval 24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Oval 25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26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3572" name="Oval 27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28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556" name="Object 1026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4580" name="Equation" r:id="rId5" imgW="406080" imgH="571320" progId="Equation.3">
              <p:embed/>
            </p:oleObj>
          </a:graphicData>
        </a:graphic>
      </p:graphicFrame>
      <p:sp>
        <p:nvSpPr>
          <p:cNvPr id="23574" name="Oval 30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7" name="Object 1027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4581" name="Equation" r:id="rId6" imgW="457200" imgH="583920" progId="Equation.3">
              <p:embed/>
            </p:oleObj>
          </a:graphicData>
        </a:graphic>
      </p:graphicFrame>
      <p:graphicFrame>
        <p:nvGraphicFramePr>
          <p:cNvPr id="23558" name="Object 1028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4582" name="Equation" r:id="rId7" imgW="266400" imgH="279360" progId="Equation.3">
              <p:embed/>
            </p:oleObj>
          </a:graphicData>
        </a:graphic>
      </p:graphicFrame>
      <p:graphicFrame>
        <p:nvGraphicFramePr>
          <p:cNvPr id="23559" name="Object 1029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4583" name="Equation" r:id="rId8" imgW="482400" imgH="583920" progId="Equation.3">
              <p:embed/>
            </p:oleObj>
          </a:graphicData>
        </a:graphic>
      </p:graphicFrame>
      <p:graphicFrame>
        <p:nvGraphicFramePr>
          <p:cNvPr id="23560" name="Object 1030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4584" name="Equation" r:id="rId9" imgW="330120" imgH="419040" progId="Equation.3">
              <p:embed/>
            </p:oleObj>
          </a:graphicData>
        </a:graphic>
      </p:graphicFrame>
      <p:sp>
        <p:nvSpPr>
          <p:cNvPr id="23575" name="Line 35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3576" name="Oval 36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61" name="Object 103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4585" name="Equation" r:id="rId10" imgW="482400" imgH="571320" progId="Equation.3">
              <p:embed/>
            </p:oleObj>
          </a:graphicData>
        </a:graphic>
      </p:graphicFrame>
      <p:sp>
        <p:nvSpPr>
          <p:cNvPr id="23577" name="Line 38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562" name="Object 1032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4586" name="Equation" r:id="rId11" imgW="266400" imgH="279360" progId="Equation.3">
              <p:embed/>
            </p:oleObj>
          </a:graphicData>
        </a:graphic>
      </p:graphicFrame>
      <p:sp>
        <p:nvSpPr>
          <p:cNvPr id="23578" name="Line 4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4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372FB5-9ADA-4292-89F7-DB1575AFF580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24589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8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5602" name="Equation" r:id="rId3" imgW="266400" imgH="279360" progId="Equation.3">
              <p:embed/>
            </p:oleObj>
          </a:graphicData>
        </a:graphic>
      </p:graphicFrame>
      <p:sp>
        <p:nvSpPr>
          <p:cNvPr id="24592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9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5603" name="Equation" r:id="rId4" imgW="266400" imgH="279360" progId="Equation.3">
              <p:embed/>
            </p:oleObj>
          </a:graphicData>
        </a:graphic>
      </p:graphicFrame>
      <p:sp>
        <p:nvSpPr>
          <p:cNvPr id="24593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596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580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5604" name="Equation" r:id="rId5" imgW="406080" imgH="571320" progId="Equation.3">
              <p:embed/>
            </p:oleObj>
          </a:graphicData>
        </a:graphic>
      </p:graphicFrame>
      <p:sp>
        <p:nvSpPr>
          <p:cNvPr id="24598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1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5605" name="Equation" r:id="rId6" imgW="457200" imgH="583920" progId="Equation.3">
              <p:embed/>
            </p:oleObj>
          </a:graphicData>
        </a:graphic>
      </p:graphicFrame>
      <p:graphicFrame>
        <p:nvGraphicFramePr>
          <p:cNvPr id="24582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5606" name="Equation" r:id="rId7" imgW="266400" imgH="279360" progId="Equation.3">
              <p:embed/>
            </p:oleObj>
          </a:graphicData>
        </a:graphic>
      </p:graphicFrame>
      <p:graphicFrame>
        <p:nvGraphicFramePr>
          <p:cNvPr id="24583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5607" name="Equation" r:id="rId8" imgW="482400" imgH="583920" progId="Equation.3">
              <p:embed/>
            </p:oleObj>
          </a:graphicData>
        </a:graphic>
      </p:graphicFrame>
      <p:graphicFrame>
        <p:nvGraphicFramePr>
          <p:cNvPr id="24584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5608" name="Equation" r:id="rId9" imgW="330120" imgH="419040" progId="Equation.3">
              <p:embed/>
            </p:oleObj>
          </a:graphicData>
        </a:graphic>
      </p:graphicFrame>
      <p:sp>
        <p:nvSpPr>
          <p:cNvPr id="24599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600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5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5609" name="Equation" r:id="rId10" imgW="482400" imgH="571320" progId="Equation.3">
              <p:embed/>
            </p:oleObj>
          </a:graphicData>
        </a:graphic>
      </p:graphicFrame>
      <p:sp>
        <p:nvSpPr>
          <p:cNvPr id="24601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586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5610" name="Equation" r:id="rId11" imgW="266400" imgH="279360" progId="Equation.3">
              <p:embed/>
            </p:oleObj>
          </a:graphicData>
        </a:graphic>
      </p:graphicFrame>
      <p:sp>
        <p:nvSpPr>
          <p:cNvPr id="24602" name="Line 24"/>
          <p:cNvSpPr>
            <a:spLocks noChangeShapeType="1"/>
          </p:cNvSpPr>
          <p:nvPr/>
        </p:nvSpPr>
        <p:spPr bwMode="auto">
          <a:xfrm>
            <a:off x="4953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Text Box 25"/>
          <p:cNvSpPr txBox="1">
            <a:spLocks noChangeArrowheads="1"/>
          </p:cNvSpPr>
          <p:nvPr/>
        </p:nvSpPr>
        <p:spPr bwMode="auto">
          <a:xfrm>
            <a:off x="1828800" y="228600"/>
            <a:ext cx="5929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input tape head does not move</a:t>
            </a:r>
          </a:p>
        </p:txBody>
      </p:sp>
      <p:sp>
        <p:nvSpPr>
          <p:cNvPr id="24604" name="Text Box 26"/>
          <p:cNvSpPr txBox="1">
            <a:spLocks noChangeArrowheads="1"/>
          </p:cNvSpPr>
          <p:nvPr/>
        </p:nvSpPr>
        <p:spPr bwMode="auto">
          <a:xfrm>
            <a:off x="1431925" y="5511800"/>
            <a:ext cx="5000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Automaton changes state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561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238851-993E-44E0-BD93-62240FB466EB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2561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2" name="Object 2048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6626" name="Equation" r:id="rId3" imgW="266400" imgH="279360" progId="Equation.3">
              <p:embed/>
            </p:oleObj>
          </a:graphicData>
        </a:graphic>
      </p:graphicFrame>
      <p:sp>
        <p:nvSpPr>
          <p:cNvPr id="25617" name="Line 6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3" name="Object 2049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6627" name="Equation" r:id="rId4" imgW="266400" imgH="279360" progId="Equation.3">
              <p:embed/>
            </p:oleObj>
          </a:graphicData>
        </a:graphic>
      </p:graphicFrame>
      <p:sp>
        <p:nvSpPr>
          <p:cNvPr id="25618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9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0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5621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2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5604" name="Object 2050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6628" name="Equation" r:id="rId5" imgW="406080" imgH="571320" progId="Equation.3">
              <p:embed/>
            </p:oleObj>
          </a:graphicData>
        </a:graphic>
      </p:graphicFrame>
      <p:sp>
        <p:nvSpPr>
          <p:cNvPr id="25623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5" name="Object 2051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6629" name="Equation" r:id="rId6" imgW="457200" imgH="583920" progId="Equation.3">
              <p:embed/>
            </p:oleObj>
          </a:graphicData>
        </a:graphic>
      </p:graphicFrame>
      <p:graphicFrame>
        <p:nvGraphicFramePr>
          <p:cNvPr id="25606" name="Object 205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6630" name="Equation" r:id="rId7" imgW="266400" imgH="279360" progId="Equation.3">
              <p:embed/>
            </p:oleObj>
          </a:graphicData>
        </a:graphic>
      </p:graphicFrame>
      <p:graphicFrame>
        <p:nvGraphicFramePr>
          <p:cNvPr id="25607" name="Object 2053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6631" name="Equation" r:id="rId8" imgW="482400" imgH="583920" progId="Equation.3">
              <p:embed/>
            </p:oleObj>
          </a:graphicData>
        </a:graphic>
      </p:graphicFrame>
      <p:graphicFrame>
        <p:nvGraphicFramePr>
          <p:cNvPr id="25608" name="Object 2054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6632" name="Equation" r:id="rId9" imgW="330120" imgH="419040" progId="Equation.3">
              <p:embed/>
            </p:oleObj>
          </a:graphicData>
        </a:graphic>
      </p:graphicFrame>
      <p:sp>
        <p:nvSpPr>
          <p:cNvPr id="25624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5625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9" name="Object 2055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6633" name="Equation" r:id="rId10" imgW="482400" imgH="571320" progId="Equation.3">
              <p:embed/>
            </p:oleObj>
          </a:graphicData>
        </a:graphic>
      </p:graphicFrame>
      <p:sp>
        <p:nvSpPr>
          <p:cNvPr id="25626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5610" name="Object 2056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6634" name="Equation" r:id="rId11" imgW="266400" imgH="279360" progId="Equation.3">
              <p:embed/>
            </p:oleObj>
          </a:graphicData>
        </a:graphic>
      </p:graphicFrame>
      <p:sp>
        <p:nvSpPr>
          <p:cNvPr id="25627" name="Line 24"/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Text Box 25"/>
          <p:cNvSpPr txBox="1">
            <a:spLocks noChangeArrowheads="1"/>
          </p:cNvSpPr>
          <p:nvPr/>
        </p:nvSpPr>
        <p:spPr bwMode="auto">
          <a:xfrm>
            <a:off x="6400800" y="32766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  <p:sp>
        <p:nvSpPr>
          <p:cNvPr id="25629" name="Text Box 26"/>
          <p:cNvSpPr txBox="1">
            <a:spLocks noChangeArrowheads="1"/>
          </p:cNvSpPr>
          <p:nvPr/>
        </p:nvSpPr>
        <p:spPr bwMode="auto">
          <a:xfrm>
            <a:off x="441325" y="5892800"/>
            <a:ext cx="4529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String        is accepted</a:t>
            </a:r>
          </a:p>
        </p:txBody>
      </p:sp>
      <p:graphicFrame>
        <p:nvGraphicFramePr>
          <p:cNvPr id="25611" name="Object 2057"/>
          <p:cNvGraphicFramePr>
            <a:graphicFrameLocks noChangeAspect="1"/>
          </p:cNvGraphicFramePr>
          <p:nvPr/>
        </p:nvGraphicFramePr>
        <p:xfrm>
          <a:off x="1981200" y="6096000"/>
          <a:ext cx="546100" cy="304800"/>
        </p:xfrm>
        <a:graphic>
          <a:graphicData uri="http://schemas.openxmlformats.org/presentationml/2006/ole">
            <p:oleObj spid="_x0000_s26635" name="Equation" r:id="rId12" imgW="545760" imgH="304560" progId="Equation.3">
              <p:embed/>
            </p:oleObj>
          </a:graphicData>
        </a:graphic>
      </p:graphicFrame>
      <p:sp>
        <p:nvSpPr>
          <p:cNvPr id="25630" name="Text Box 28"/>
          <p:cNvSpPr txBox="1">
            <a:spLocks noChangeArrowheads="1"/>
          </p:cNvSpPr>
          <p:nvPr/>
        </p:nvSpPr>
        <p:spPr bwMode="auto">
          <a:xfrm>
            <a:off x="669925" y="254000"/>
            <a:ext cx="4064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all input is consumed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663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C3AC0C-362F-48B2-B947-EEFD21948EA3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26638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0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26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7650" name="Equation" r:id="rId3" imgW="266400" imgH="279360" progId="Equation.3">
              <p:embed/>
            </p:oleObj>
          </a:graphicData>
        </a:graphic>
      </p:graphicFrame>
      <p:sp>
        <p:nvSpPr>
          <p:cNvPr id="26641" name="Line 103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27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7651" name="Equation" r:id="rId4" imgW="266400" imgH="279360" progId="Equation.3">
              <p:embed/>
            </p:oleObj>
          </a:graphicData>
        </a:graphic>
      </p:graphicFrame>
      <p:sp>
        <p:nvSpPr>
          <p:cNvPr id="26642" name="Oval 1032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" name="Oval 1033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4" name="Line 1034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6645" name="Oval 103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Line 1036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6628" name="Object 1026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7652" name="Equation" r:id="rId5" imgW="406080" imgH="571320" progId="Equation.3">
              <p:embed/>
            </p:oleObj>
          </a:graphicData>
        </a:graphic>
      </p:graphicFrame>
      <p:sp>
        <p:nvSpPr>
          <p:cNvPr id="26647" name="Oval 1038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29" name="Object 1027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7653" name="Equation" r:id="rId6" imgW="457200" imgH="583920" progId="Equation.3">
              <p:embed/>
            </p:oleObj>
          </a:graphicData>
        </a:graphic>
      </p:graphicFrame>
      <p:graphicFrame>
        <p:nvGraphicFramePr>
          <p:cNvPr id="26630" name="Object 1028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7654" name="Equation" r:id="rId7" imgW="266400" imgH="279360" progId="Equation.3">
              <p:embed/>
            </p:oleObj>
          </a:graphicData>
        </a:graphic>
      </p:graphicFrame>
      <p:graphicFrame>
        <p:nvGraphicFramePr>
          <p:cNvPr id="26631" name="Object 1029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7655" name="Equation" r:id="rId8" imgW="482400" imgH="583920" progId="Equation.3">
              <p:embed/>
            </p:oleObj>
          </a:graphicData>
        </a:graphic>
      </p:graphicFrame>
      <p:graphicFrame>
        <p:nvGraphicFramePr>
          <p:cNvPr id="26632" name="Object 1030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7656" name="Equation" r:id="rId9" imgW="330120" imgH="419040" progId="Equation.3">
              <p:embed/>
            </p:oleObj>
          </a:graphicData>
        </a:graphic>
      </p:graphicFrame>
      <p:sp>
        <p:nvSpPr>
          <p:cNvPr id="26648" name="Line 1043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6649" name="Oval 1044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33" name="Object 103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7657" name="Equation" r:id="rId10" imgW="482400" imgH="571320" progId="Equation.3">
              <p:embed/>
            </p:oleObj>
          </a:graphicData>
        </a:graphic>
      </p:graphicFrame>
      <p:sp>
        <p:nvSpPr>
          <p:cNvPr id="26650" name="Line 1046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6634" name="Object 1032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7658" name="Equation" r:id="rId11" imgW="266400" imgH="279360" progId="Equation.3">
              <p:embed/>
            </p:oleObj>
          </a:graphicData>
        </a:graphic>
      </p:graphicFrame>
      <p:sp>
        <p:nvSpPr>
          <p:cNvPr id="26651" name="Line 1048"/>
          <p:cNvSpPr>
            <a:spLocks noChangeShapeType="1"/>
          </p:cNvSpPr>
          <p:nvPr/>
        </p:nvSpPr>
        <p:spPr bwMode="auto">
          <a:xfrm>
            <a:off x="1447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Text Box 1049"/>
          <p:cNvSpPr txBox="1">
            <a:spLocks noChangeArrowheads="1"/>
          </p:cNvSpPr>
          <p:nvPr/>
        </p:nvSpPr>
        <p:spPr bwMode="auto">
          <a:xfrm>
            <a:off x="2514600" y="0"/>
            <a:ext cx="3681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26653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35" name="Object 1033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7659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766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09ADDD-97D7-4C8A-847C-9FD9DD1642C8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27662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0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8674" name="Equation" r:id="rId3" imgW="266400" imgH="279360" progId="Equation.3">
              <p:embed/>
            </p:oleObj>
          </a:graphicData>
        </a:graphic>
      </p:graphicFrame>
      <p:sp>
        <p:nvSpPr>
          <p:cNvPr id="27665" name="Line 1030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1" name="Object 1031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8675" name="Equation" r:id="rId4" imgW="266400" imgH="279360" progId="Equation.3">
              <p:embed/>
            </p:oleObj>
          </a:graphicData>
        </a:graphic>
      </p:graphicFrame>
      <p:sp>
        <p:nvSpPr>
          <p:cNvPr id="27666" name="Oval 1032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Oval 1033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8" name="Line 1034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7669" name="Oval 103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0" name="Line 1036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7652" name="Object 1037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8676" name="Equation" r:id="rId5" imgW="406080" imgH="571320" progId="Equation.3">
              <p:embed/>
            </p:oleObj>
          </a:graphicData>
        </a:graphic>
      </p:graphicFrame>
      <p:sp>
        <p:nvSpPr>
          <p:cNvPr id="27671" name="Oval 1038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3" name="Object 1039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8677" name="Equation" r:id="rId6" imgW="457200" imgH="583920" progId="Equation.3">
              <p:embed/>
            </p:oleObj>
          </a:graphicData>
        </a:graphic>
      </p:graphicFrame>
      <p:graphicFrame>
        <p:nvGraphicFramePr>
          <p:cNvPr id="27654" name="Object 1040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8678" name="Equation" r:id="rId7" imgW="266400" imgH="279360" progId="Equation.3">
              <p:embed/>
            </p:oleObj>
          </a:graphicData>
        </a:graphic>
      </p:graphicFrame>
      <p:graphicFrame>
        <p:nvGraphicFramePr>
          <p:cNvPr id="27655" name="Object 1041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8679" name="Equation" r:id="rId8" imgW="482400" imgH="583920" progId="Equation.3">
              <p:embed/>
            </p:oleObj>
          </a:graphicData>
        </a:graphic>
      </p:graphicFrame>
      <p:graphicFrame>
        <p:nvGraphicFramePr>
          <p:cNvPr id="27656" name="Object 1042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8680" name="Equation" r:id="rId9" imgW="330120" imgH="419040" progId="Equation.3">
              <p:embed/>
            </p:oleObj>
          </a:graphicData>
        </a:graphic>
      </p:graphicFrame>
      <p:sp>
        <p:nvSpPr>
          <p:cNvPr id="27672" name="Line 1043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7673" name="Oval 1044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7" name="Object 1045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8681" name="Equation" r:id="rId10" imgW="482400" imgH="571320" progId="Equation.3">
              <p:embed/>
            </p:oleObj>
          </a:graphicData>
        </a:graphic>
      </p:graphicFrame>
      <p:sp>
        <p:nvSpPr>
          <p:cNvPr id="27674" name="Line 1046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7658" name="Object 1047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8682" name="Equation" r:id="rId11" imgW="266400" imgH="279360" progId="Equation.3">
              <p:embed/>
            </p:oleObj>
          </a:graphicData>
        </a:graphic>
      </p:graphicFrame>
      <p:sp>
        <p:nvSpPr>
          <p:cNvPr id="27675" name="Line 1048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6" name="Line 104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9" name="Object 1050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8683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868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D6D3A3-C4CD-4E3D-B998-67B663E87D1F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28686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74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9698" name="Equation" r:id="rId3" imgW="266400" imgH="279360" progId="Equation.3">
              <p:embed/>
            </p:oleObj>
          </a:graphicData>
        </a:graphic>
      </p:graphicFrame>
      <p:sp>
        <p:nvSpPr>
          <p:cNvPr id="28689" name="Line 1030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75" name="Object 1031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9699" name="Equation" r:id="rId4" imgW="266400" imgH="279360" progId="Equation.3">
              <p:embed/>
            </p:oleObj>
          </a:graphicData>
        </a:graphic>
      </p:graphicFrame>
      <p:sp>
        <p:nvSpPr>
          <p:cNvPr id="28690" name="Oval 1032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Oval 1033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Line 1034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8693" name="Oval 103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Line 1036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676" name="Object 1037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9700" name="Equation" r:id="rId5" imgW="406080" imgH="571320" progId="Equation.3">
              <p:embed/>
            </p:oleObj>
          </a:graphicData>
        </a:graphic>
      </p:graphicFrame>
      <p:sp>
        <p:nvSpPr>
          <p:cNvPr id="28695" name="Oval 1038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77" name="Object 1039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9701" name="Equation" r:id="rId6" imgW="457200" imgH="583920" progId="Equation.3">
              <p:embed/>
            </p:oleObj>
          </a:graphicData>
        </a:graphic>
      </p:graphicFrame>
      <p:graphicFrame>
        <p:nvGraphicFramePr>
          <p:cNvPr id="28678" name="Object 1040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9702" name="Equation" r:id="rId7" imgW="266400" imgH="279360" progId="Equation.3">
              <p:embed/>
            </p:oleObj>
          </a:graphicData>
        </a:graphic>
      </p:graphicFrame>
      <p:graphicFrame>
        <p:nvGraphicFramePr>
          <p:cNvPr id="28679" name="Object 1041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9703" name="Equation" r:id="rId8" imgW="482400" imgH="583920" progId="Equation.3">
              <p:embed/>
            </p:oleObj>
          </a:graphicData>
        </a:graphic>
      </p:graphicFrame>
      <p:graphicFrame>
        <p:nvGraphicFramePr>
          <p:cNvPr id="28680" name="Object 1042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9704" name="Equation" r:id="rId9" imgW="330120" imgH="419040" progId="Equation.3">
              <p:embed/>
            </p:oleObj>
          </a:graphicData>
        </a:graphic>
      </p:graphicFrame>
      <p:sp>
        <p:nvSpPr>
          <p:cNvPr id="28696" name="Line 1043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8697" name="Oval 1044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81" name="Object 1045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9705" name="Equation" r:id="rId10" imgW="482400" imgH="571320" progId="Equation.3">
              <p:embed/>
            </p:oleObj>
          </a:graphicData>
        </a:graphic>
      </p:graphicFrame>
      <p:sp>
        <p:nvSpPr>
          <p:cNvPr id="28698" name="Line 1046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682" name="Object 1047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9706" name="Equation" r:id="rId11" imgW="266400" imgH="279360" progId="Equation.3">
              <p:embed/>
            </p:oleObj>
          </a:graphicData>
        </a:graphic>
      </p:graphicFrame>
      <p:sp>
        <p:nvSpPr>
          <p:cNvPr id="28699" name="Line 1048"/>
          <p:cNvSpPr>
            <a:spLocks noChangeShapeType="1"/>
          </p:cNvSpPr>
          <p:nvPr/>
        </p:nvSpPr>
        <p:spPr bwMode="auto">
          <a:xfrm>
            <a:off x="4953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0" name="Text Box 1049"/>
          <p:cNvSpPr txBox="1">
            <a:spLocks noChangeArrowheads="1"/>
          </p:cNvSpPr>
          <p:nvPr/>
        </p:nvSpPr>
        <p:spPr bwMode="auto">
          <a:xfrm>
            <a:off x="2133600" y="228600"/>
            <a:ext cx="491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(read head doesn’t move)</a:t>
            </a:r>
          </a:p>
        </p:txBody>
      </p:sp>
      <p:sp>
        <p:nvSpPr>
          <p:cNvPr id="28701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83" name="Object 1051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9707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2971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8699BD-151C-405F-A4D4-9381F2DEC9D1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29711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698" name="Object 10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30722" name="Equation" r:id="rId3" imgW="266400" imgH="279360" progId="Equation.3">
              <p:embed/>
            </p:oleObj>
          </a:graphicData>
        </a:graphic>
      </p:graphicFrame>
      <p:sp>
        <p:nvSpPr>
          <p:cNvPr id="29714" name="Line 1030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699" name="Object 102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30723" name="Equation" r:id="rId4" imgW="266400" imgH="279360" progId="Equation.3">
              <p:embed/>
            </p:oleObj>
          </a:graphicData>
        </a:graphic>
      </p:graphicFrame>
      <p:sp>
        <p:nvSpPr>
          <p:cNvPr id="29715" name="Oval 1032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Oval 1033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1034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9718" name="Oval 103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Line 1036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9700" name="Object 1026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30724" name="Equation" r:id="rId5" imgW="406080" imgH="571320" progId="Equation.3">
              <p:embed/>
            </p:oleObj>
          </a:graphicData>
        </a:graphic>
      </p:graphicFrame>
      <p:sp>
        <p:nvSpPr>
          <p:cNvPr id="29720" name="Oval 1038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01" name="Object 1027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30725" name="Equation" r:id="rId6" imgW="457200" imgH="583920" progId="Equation.3">
              <p:embed/>
            </p:oleObj>
          </a:graphicData>
        </a:graphic>
      </p:graphicFrame>
      <p:graphicFrame>
        <p:nvGraphicFramePr>
          <p:cNvPr id="29702" name="Object 1028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30726" name="Equation" r:id="rId7" imgW="266400" imgH="279360" progId="Equation.3">
              <p:embed/>
            </p:oleObj>
          </a:graphicData>
        </a:graphic>
      </p:graphicFrame>
      <p:graphicFrame>
        <p:nvGraphicFramePr>
          <p:cNvPr id="29703" name="Object 1029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30727" name="Equation" r:id="rId8" imgW="482400" imgH="583920" progId="Equation.3">
              <p:embed/>
            </p:oleObj>
          </a:graphicData>
        </a:graphic>
      </p:graphicFrame>
      <p:graphicFrame>
        <p:nvGraphicFramePr>
          <p:cNvPr id="29704" name="Object 1030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30728" name="Equation" r:id="rId9" imgW="330120" imgH="419040" progId="Equation.3">
              <p:embed/>
            </p:oleObj>
          </a:graphicData>
        </a:graphic>
      </p:graphicFrame>
      <p:sp>
        <p:nvSpPr>
          <p:cNvPr id="29721" name="Line 1043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9722" name="Oval 1044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05" name="Object 103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30729" name="Equation" r:id="rId10" imgW="482400" imgH="571320" progId="Equation.3">
              <p:embed/>
            </p:oleObj>
          </a:graphicData>
        </a:graphic>
      </p:graphicFrame>
      <p:sp>
        <p:nvSpPr>
          <p:cNvPr id="29723" name="Line 1046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9706" name="Object 1032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30730" name="Equation" r:id="rId11" imgW="266400" imgH="279360" progId="Equation.3">
              <p:embed/>
            </p:oleObj>
          </a:graphicData>
        </a:graphic>
      </p:graphicFrame>
      <p:sp>
        <p:nvSpPr>
          <p:cNvPr id="29724" name="Text Box 1049"/>
          <p:cNvSpPr txBox="1">
            <a:spLocks noChangeArrowheads="1"/>
          </p:cNvSpPr>
          <p:nvPr/>
        </p:nvSpPr>
        <p:spPr bwMode="auto">
          <a:xfrm>
            <a:off x="6400800" y="32766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29725" name="Text Box 1050"/>
          <p:cNvSpPr txBox="1">
            <a:spLocks noChangeArrowheads="1"/>
          </p:cNvSpPr>
          <p:nvPr/>
        </p:nvSpPr>
        <p:spPr bwMode="auto">
          <a:xfrm>
            <a:off x="441325" y="5892800"/>
            <a:ext cx="4841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String           is rejected</a:t>
            </a:r>
          </a:p>
        </p:txBody>
      </p:sp>
      <p:graphicFrame>
        <p:nvGraphicFramePr>
          <p:cNvPr id="29707" name="Object 1033"/>
          <p:cNvGraphicFramePr>
            <a:graphicFrameLocks noChangeAspect="1"/>
          </p:cNvGraphicFramePr>
          <p:nvPr/>
        </p:nvGraphicFramePr>
        <p:xfrm>
          <a:off x="1981200" y="6019800"/>
          <a:ext cx="812800" cy="330200"/>
        </p:xfrm>
        <a:graphic>
          <a:graphicData uri="http://schemas.openxmlformats.org/presentationml/2006/ole">
            <p:oleObj spid="_x0000_s30731" name="Equation" r:id="rId12" imgW="812520" imgH="330120" progId="Equation.3">
              <p:embed/>
            </p:oleObj>
          </a:graphicData>
        </a:graphic>
      </p:graphicFrame>
      <p:sp>
        <p:nvSpPr>
          <p:cNvPr id="29726" name="Line 105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08" name="Object 1034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30732" name="Equation" r:id="rId13" imgW="266400" imgH="279360" progId="Equation.3">
              <p:embed/>
            </p:oleObj>
          </a:graphicData>
        </a:graphic>
      </p:graphicFrame>
      <p:sp>
        <p:nvSpPr>
          <p:cNvPr id="29727" name="Text Box 1055"/>
          <p:cNvSpPr txBox="1">
            <a:spLocks noChangeArrowheads="1"/>
          </p:cNvSpPr>
          <p:nvPr/>
        </p:nvSpPr>
        <p:spPr bwMode="auto">
          <a:xfrm>
            <a:off x="441325" y="2540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  <p:sp>
        <p:nvSpPr>
          <p:cNvPr id="29728" name="Text Box 1056"/>
          <p:cNvSpPr txBox="1">
            <a:spLocks noChangeArrowheads="1"/>
          </p:cNvSpPr>
          <p:nvPr/>
        </p:nvSpPr>
        <p:spPr bwMode="auto">
          <a:xfrm>
            <a:off x="1050925" y="2692400"/>
            <a:ext cx="3308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Automaton halts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07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CAEC77-A849-4144-8EF6-D96FE9CD1899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30732" name="Text Box 2"/>
          <p:cNvSpPr txBox="1">
            <a:spLocks noChangeArrowheads="1"/>
          </p:cNvSpPr>
          <p:nvPr/>
        </p:nvSpPr>
        <p:spPr bwMode="auto">
          <a:xfrm>
            <a:off x="1127125" y="2082800"/>
            <a:ext cx="3865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Language accepted:</a:t>
            </a:r>
          </a:p>
        </p:txBody>
      </p:sp>
      <p:graphicFrame>
        <p:nvGraphicFramePr>
          <p:cNvPr id="30722" name="Object 1024"/>
          <p:cNvGraphicFramePr>
            <a:graphicFrameLocks noChangeAspect="1"/>
          </p:cNvGraphicFramePr>
          <p:nvPr/>
        </p:nvGraphicFramePr>
        <p:xfrm>
          <a:off x="5181600" y="2057400"/>
          <a:ext cx="1727200" cy="533400"/>
        </p:xfrm>
        <a:graphic>
          <a:graphicData uri="http://schemas.openxmlformats.org/presentationml/2006/ole">
            <p:oleObj spid="_x0000_s31746" name="Equation" r:id="rId3" imgW="1726920" imgH="533160" progId="Equation.3">
              <p:embed/>
            </p:oleObj>
          </a:graphicData>
        </a:graphic>
      </p:graphicFrame>
      <p:sp>
        <p:nvSpPr>
          <p:cNvPr id="30733" name="Oval 4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Oval 5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Line 6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736" name="Oval 7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Line 8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723" name="Object 1025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31747" name="Equation" r:id="rId4" imgW="406080" imgH="571320" progId="Equation.3">
              <p:embed/>
            </p:oleObj>
          </a:graphicData>
        </a:graphic>
      </p:graphicFrame>
      <p:sp>
        <p:nvSpPr>
          <p:cNvPr id="30738" name="Oval 10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24" name="Object 1026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31748" name="Equation" r:id="rId5" imgW="457200" imgH="583920" progId="Equation.3">
              <p:embed/>
            </p:oleObj>
          </a:graphicData>
        </a:graphic>
      </p:graphicFrame>
      <p:graphicFrame>
        <p:nvGraphicFramePr>
          <p:cNvPr id="30725" name="Object 1027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31749" name="Equation" r:id="rId6" imgW="266400" imgH="279360" progId="Equation.3">
              <p:embed/>
            </p:oleObj>
          </a:graphicData>
        </a:graphic>
      </p:graphicFrame>
      <p:graphicFrame>
        <p:nvGraphicFramePr>
          <p:cNvPr id="30726" name="Object 1028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31750" name="Equation" r:id="rId7" imgW="482400" imgH="583920" progId="Equation.3">
              <p:embed/>
            </p:oleObj>
          </a:graphicData>
        </a:graphic>
      </p:graphicFrame>
      <p:graphicFrame>
        <p:nvGraphicFramePr>
          <p:cNvPr id="30727" name="Object 1029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31751" name="Equation" r:id="rId8" imgW="330120" imgH="419040" progId="Equation.3">
              <p:embed/>
            </p:oleObj>
          </a:graphicData>
        </a:graphic>
      </p:graphicFrame>
      <p:sp>
        <p:nvSpPr>
          <p:cNvPr id="30739" name="Line 15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740" name="Oval 16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28" name="Object 1030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31752" name="Equation" r:id="rId9" imgW="482400" imgH="571320" progId="Equation.3">
              <p:embed/>
            </p:oleObj>
          </a:graphicData>
        </a:graphic>
      </p:graphicFrame>
      <p:sp>
        <p:nvSpPr>
          <p:cNvPr id="30741" name="Line 18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729" name="Object 1031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31753" name="Equation" r:id="rId10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17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80CEEA-4193-4AD7-B46F-538D99E123F4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31756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Another NFA Example</a:t>
            </a:r>
          </a:p>
        </p:txBody>
      </p:sp>
      <p:sp>
        <p:nvSpPr>
          <p:cNvPr id="31757" name="Oval 3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46" name="Object 2048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2770" name="Equation" r:id="rId3" imgW="482400" imgH="583920" progId="Equation.3">
              <p:embed/>
            </p:oleObj>
          </a:graphicData>
        </a:graphic>
      </p:graphicFrame>
      <p:graphicFrame>
        <p:nvGraphicFramePr>
          <p:cNvPr id="31747" name="Object 2049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32771" name="Equation" r:id="rId4" imgW="406080" imgH="571320" progId="Equation.3">
              <p:embed/>
            </p:oleObj>
          </a:graphicData>
        </a:graphic>
      </p:graphicFrame>
      <p:graphicFrame>
        <p:nvGraphicFramePr>
          <p:cNvPr id="31748" name="Object 2050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32772" name="Equation" r:id="rId5" imgW="482400" imgH="571320" progId="Equation.3">
              <p:embed/>
            </p:oleObj>
          </a:graphicData>
        </a:graphic>
      </p:graphicFrame>
      <p:sp>
        <p:nvSpPr>
          <p:cNvPr id="31758" name="Oval 7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Oval 8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0" name="Line 9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Line 10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2" name="Line 11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3" name="Oval 12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Line 13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49" name="Object 205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2773" name="Equation" r:id="rId6" imgW="291960" imgH="304560" progId="Equation.3">
              <p:embed/>
            </p:oleObj>
          </a:graphicData>
        </a:graphic>
      </p:graphicFrame>
      <p:graphicFrame>
        <p:nvGraphicFramePr>
          <p:cNvPr id="31750" name="Object 205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2774" name="Equation" r:id="rId7" imgW="266400" imgH="431640" progId="Equation.3">
              <p:embed/>
            </p:oleObj>
          </a:graphicData>
        </a:graphic>
      </p:graphicFrame>
      <p:graphicFrame>
        <p:nvGraphicFramePr>
          <p:cNvPr id="31751" name="Object 205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2775" name="Equation" r:id="rId8" imgW="330120" imgH="419040" progId="Equation.3">
              <p:embed/>
            </p:oleObj>
          </a:graphicData>
        </a:graphic>
      </p:graphicFrame>
      <p:graphicFrame>
        <p:nvGraphicFramePr>
          <p:cNvPr id="31752" name="Object 205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2776" name="Equation" r:id="rId9" imgW="330120" imgH="419040" progId="Equation.3">
              <p:embed/>
            </p:oleObj>
          </a:graphicData>
        </a:graphic>
      </p:graphicFrame>
      <p:sp>
        <p:nvSpPr>
          <p:cNvPr id="31765" name="Oval 18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53" name="Object 2055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32777" name="Equation" r:id="rId10" imgW="457200" imgH="583920" progId="Equation.3">
              <p:embed/>
            </p:oleObj>
          </a:graphicData>
        </a:graphic>
      </p:graphicFrame>
      <p:sp>
        <p:nvSpPr>
          <p:cNvPr id="31766" name="Freeform 21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278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6FC403-300F-4083-9FD1-59BFF4B378D0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278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0" name="Object 1024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3794" name="Equation" r:id="rId3" imgW="291960" imgH="304560" progId="Equation.3">
              <p:embed/>
            </p:oleObj>
          </a:graphicData>
        </a:graphic>
      </p:graphicFrame>
      <p:sp>
        <p:nvSpPr>
          <p:cNvPr id="32785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1" name="Object 10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3795" name="Equation" r:id="rId4" imgW="266400" imgH="431640" progId="Equation.3">
              <p:embed/>
            </p:oleObj>
          </a:graphicData>
        </a:graphic>
      </p:graphicFrame>
      <p:sp>
        <p:nvSpPr>
          <p:cNvPr id="32786" name="Oval 8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2" name="Object 1026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3796" name="Equation" r:id="rId5" imgW="482400" imgH="583920" progId="Equation.3">
              <p:embed/>
            </p:oleObj>
          </a:graphicData>
        </a:graphic>
      </p:graphicFrame>
      <p:graphicFrame>
        <p:nvGraphicFramePr>
          <p:cNvPr id="32773" name="Object 1027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33797" name="Equation" r:id="rId6" imgW="406080" imgH="571320" progId="Equation.3">
              <p:embed/>
            </p:oleObj>
          </a:graphicData>
        </a:graphic>
      </p:graphicFrame>
      <p:graphicFrame>
        <p:nvGraphicFramePr>
          <p:cNvPr id="32774" name="Object 1028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33798" name="Equation" r:id="rId7" imgW="482400" imgH="571320" progId="Equation.3">
              <p:embed/>
            </p:oleObj>
          </a:graphicData>
        </a:graphic>
      </p:graphicFrame>
      <p:sp>
        <p:nvSpPr>
          <p:cNvPr id="32787" name="Oval 12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8" name="Oval 1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9" name="Line 1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0" name="Line 1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Line 1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Oval 1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Line 1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5" name="Object 102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3799" name="Equation" r:id="rId8" imgW="291960" imgH="304560" progId="Equation.3">
              <p:embed/>
            </p:oleObj>
          </a:graphicData>
        </a:graphic>
      </p:graphicFrame>
      <p:graphicFrame>
        <p:nvGraphicFramePr>
          <p:cNvPr id="32776" name="Object 103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3800" name="Equation" r:id="rId9" imgW="266400" imgH="431640" progId="Equation.3">
              <p:embed/>
            </p:oleObj>
          </a:graphicData>
        </a:graphic>
      </p:graphicFrame>
      <p:graphicFrame>
        <p:nvGraphicFramePr>
          <p:cNvPr id="32777" name="Object 103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3801" name="Equation" r:id="rId10" imgW="330120" imgH="419040" progId="Equation.3">
              <p:embed/>
            </p:oleObj>
          </a:graphicData>
        </a:graphic>
      </p:graphicFrame>
      <p:graphicFrame>
        <p:nvGraphicFramePr>
          <p:cNvPr id="32778" name="Object 103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3802" name="Equation" r:id="rId11" imgW="330120" imgH="419040" progId="Equation.3">
              <p:embed/>
            </p:oleObj>
          </a:graphicData>
        </a:graphic>
      </p:graphicFrame>
      <p:sp>
        <p:nvSpPr>
          <p:cNvPr id="32794" name="Oval 2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9" name="Object 1033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33803" name="Equation" r:id="rId12" imgW="457200" imgH="583920" progId="Equation.3">
              <p:embed/>
            </p:oleObj>
          </a:graphicData>
        </a:graphic>
      </p:graphicFrame>
      <p:sp>
        <p:nvSpPr>
          <p:cNvPr id="32795" name="Freeform 25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6" name="Line 26"/>
          <p:cNvSpPr>
            <a:spLocks noChangeShapeType="1"/>
          </p:cNvSpPr>
          <p:nvPr/>
        </p:nvSpPr>
        <p:spPr bwMode="auto">
          <a:xfrm>
            <a:off x="11430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380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0115BE-D078-4987-B4C4-D0080C8D4D0F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33806" name="Oval 1026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794" name="Object 2048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4818" name="Equation" r:id="rId3" imgW="482400" imgH="583920" progId="Equation.3">
              <p:embed/>
            </p:oleObj>
          </a:graphicData>
        </a:graphic>
      </p:graphicFrame>
      <p:graphicFrame>
        <p:nvGraphicFramePr>
          <p:cNvPr id="33795" name="Object 2049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34819" name="Equation" r:id="rId4" imgW="482400" imgH="571320" progId="Equation.3">
              <p:embed/>
            </p:oleObj>
          </a:graphicData>
        </a:graphic>
      </p:graphicFrame>
      <p:sp>
        <p:nvSpPr>
          <p:cNvPr id="33807" name="Oval 1030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1032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Line 1033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Line 1034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1" name="Oval 1035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2" name="Line 1036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796" name="Object 2050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4820" name="Equation" r:id="rId5" imgW="291960" imgH="304560" progId="Equation.3">
              <p:embed/>
            </p:oleObj>
          </a:graphicData>
        </a:graphic>
      </p:graphicFrame>
      <p:graphicFrame>
        <p:nvGraphicFramePr>
          <p:cNvPr id="33797" name="Object 2051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4821" name="Equation" r:id="rId6" imgW="266400" imgH="431640" progId="Equation.3">
              <p:embed/>
            </p:oleObj>
          </a:graphicData>
        </a:graphic>
      </p:graphicFrame>
      <p:graphicFrame>
        <p:nvGraphicFramePr>
          <p:cNvPr id="33798" name="Object 2052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4822" name="Equation" r:id="rId7" imgW="330120" imgH="419040" progId="Equation.3">
              <p:embed/>
            </p:oleObj>
          </a:graphicData>
        </a:graphic>
      </p:graphicFrame>
      <p:graphicFrame>
        <p:nvGraphicFramePr>
          <p:cNvPr id="33799" name="Object 2053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4823" name="Equation" r:id="rId8" imgW="330120" imgH="419040" progId="Equation.3">
              <p:embed/>
            </p:oleObj>
          </a:graphicData>
        </a:graphic>
      </p:graphicFrame>
      <p:sp>
        <p:nvSpPr>
          <p:cNvPr id="33813" name="Oval 1041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0" name="Object 2054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34824" name="Equation" r:id="rId9" imgW="457200" imgH="583920" progId="Equation.3">
              <p:embed/>
            </p:oleObj>
          </a:graphicData>
        </a:graphic>
      </p:graphicFrame>
      <p:sp>
        <p:nvSpPr>
          <p:cNvPr id="33814" name="Freeform 1043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Rectangle 1044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Line 1045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7" name="Line 1046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1" name="Object 2055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4825" name="Equation" r:id="rId10" imgW="291960" imgH="304560" progId="Equation.3">
              <p:embed/>
            </p:oleObj>
          </a:graphicData>
        </a:graphic>
      </p:graphicFrame>
      <p:sp>
        <p:nvSpPr>
          <p:cNvPr id="33818" name="Line 1048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2" name="Object 2056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4826" name="Equation" r:id="rId11" imgW="266400" imgH="431640" progId="Equation.3">
              <p:embed/>
            </p:oleObj>
          </a:graphicData>
        </a:graphic>
      </p:graphicFrame>
      <p:sp>
        <p:nvSpPr>
          <p:cNvPr id="33819" name="Oval 1050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3" name="Object 2057"/>
          <p:cNvGraphicFramePr>
            <a:graphicFrameLocks noChangeAspect="1"/>
          </p:cNvGraphicFramePr>
          <p:nvPr/>
        </p:nvGraphicFramePr>
        <p:xfrm>
          <a:off x="3390900" y="4197350"/>
          <a:ext cx="404813" cy="569913"/>
        </p:xfrm>
        <a:graphic>
          <a:graphicData uri="http://schemas.openxmlformats.org/presentationml/2006/ole">
            <p:oleObj spid="_x0000_s34827" name="Equation" r:id="rId12" imgW="406080" imgH="571320" progId="Equation.3">
              <p:embed/>
            </p:oleObj>
          </a:graphicData>
        </a:graphic>
      </p:graphicFrame>
      <p:sp>
        <p:nvSpPr>
          <p:cNvPr id="33820" name="Line 1052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482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15E53D-62DE-48CB-A867-BA7452D3DA06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34830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18" name="Object 1024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5842" name="Equation" r:id="rId3" imgW="291960" imgH="304560" progId="Equation.3">
              <p:embed/>
            </p:oleObj>
          </a:graphicData>
        </a:graphic>
      </p:graphicFrame>
      <p:sp>
        <p:nvSpPr>
          <p:cNvPr id="34833" name="Line 24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19" name="Object 10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5843" name="Equation" r:id="rId4" imgW="266400" imgH="431640" progId="Equation.3">
              <p:embed/>
            </p:oleObj>
          </a:graphicData>
        </a:graphic>
      </p:graphicFrame>
      <p:sp>
        <p:nvSpPr>
          <p:cNvPr id="34834" name="Oval 26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0" name="Object 1026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5844" name="Equation" r:id="rId5" imgW="482400" imgH="583920" progId="Equation.3">
              <p:embed/>
            </p:oleObj>
          </a:graphicData>
        </a:graphic>
      </p:graphicFrame>
      <p:graphicFrame>
        <p:nvGraphicFramePr>
          <p:cNvPr id="34821" name="Object 1027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35845" name="Equation" r:id="rId6" imgW="406080" imgH="571320" progId="Equation.3">
              <p:embed/>
            </p:oleObj>
          </a:graphicData>
        </a:graphic>
      </p:graphicFrame>
      <p:sp>
        <p:nvSpPr>
          <p:cNvPr id="34835" name="Oval 29"/>
          <p:cNvSpPr>
            <a:spLocks noChangeArrowheads="1"/>
          </p:cNvSpPr>
          <p:nvPr/>
        </p:nvSpPr>
        <p:spPr bwMode="auto">
          <a:xfrm>
            <a:off x="5410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Oval 30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7" name="Line 31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Line 32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Line 33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Oval 34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35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2" name="Object 1028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5846" name="Equation" r:id="rId7" imgW="291960" imgH="304560" progId="Equation.3">
              <p:embed/>
            </p:oleObj>
          </a:graphicData>
        </a:graphic>
      </p:graphicFrame>
      <p:graphicFrame>
        <p:nvGraphicFramePr>
          <p:cNvPr id="34823" name="Object 1029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5847" name="Equation" r:id="rId8" imgW="266400" imgH="431640" progId="Equation.3">
              <p:embed/>
            </p:oleObj>
          </a:graphicData>
        </a:graphic>
      </p:graphicFrame>
      <p:graphicFrame>
        <p:nvGraphicFramePr>
          <p:cNvPr id="34824" name="Object 1030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5848" name="Equation" r:id="rId9" imgW="330120" imgH="419040" progId="Equation.3">
              <p:embed/>
            </p:oleObj>
          </a:graphicData>
        </a:graphic>
      </p:graphicFrame>
      <p:graphicFrame>
        <p:nvGraphicFramePr>
          <p:cNvPr id="34825" name="Object 1031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5849" name="Equation" r:id="rId10" imgW="330120" imgH="419040" progId="Equation.3">
              <p:embed/>
            </p:oleObj>
          </a:graphicData>
        </a:graphic>
      </p:graphicFrame>
      <p:sp>
        <p:nvSpPr>
          <p:cNvPr id="34842" name="Oval 40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6" name="Object 1032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35850" name="Equation" r:id="rId11" imgW="457200" imgH="583920" progId="Equation.3">
              <p:embed/>
            </p:oleObj>
          </a:graphicData>
        </a:graphic>
      </p:graphicFrame>
      <p:sp>
        <p:nvSpPr>
          <p:cNvPr id="34843" name="Freeform 42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7" name="Object 1033"/>
          <p:cNvGraphicFramePr>
            <a:graphicFrameLocks noChangeAspect="1"/>
          </p:cNvGraphicFramePr>
          <p:nvPr/>
        </p:nvGraphicFramePr>
        <p:xfrm>
          <a:off x="5562600" y="4197350"/>
          <a:ext cx="481013" cy="569913"/>
        </p:xfrm>
        <a:graphic>
          <a:graphicData uri="http://schemas.openxmlformats.org/presentationml/2006/ole">
            <p:oleObj spid="_x0000_s35851" name="Equation" r:id="rId12" imgW="482400" imgH="571320" progId="Equation.3">
              <p:embed/>
            </p:oleObj>
          </a:graphicData>
        </a:graphic>
      </p:graphicFrame>
      <p:sp>
        <p:nvSpPr>
          <p:cNvPr id="34844" name="Line 44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5" name="Text Box 45"/>
          <p:cNvSpPr txBox="1">
            <a:spLocks noChangeArrowheads="1"/>
          </p:cNvSpPr>
          <p:nvPr/>
        </p:nvSpPr>
        <p:spPr bwMode="auto">
          <a:xfrm>
            <a:off x="4876800" y="34290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58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129196-B786-49B0-95FC-E105580ED4F5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35856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842" name="Object 102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6866" name="Equation" r:id="rId3" imgW="482400" imgH="583920" progId="Equation.3">
              <p:embed/>
            </p:oleObj>
          </a:graphicData>
        </a:graphic>
      </p:graphicFrame>
      <p:sp>
        <p:nvSpPr>
          <p:cNvPr id="35857" name="Oval 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Oval 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Line 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Line 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1" name="Line 1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2" name="Oval 1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3" name="Line 1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843" name="Object 1025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6867" name="Equation" r:id="rId4" imgW="291960" imgH="304560" progId="Equation.3">
              <p:embed/>
            </p:oleObj>
          </a:graphicData>
        </a:graphic>
      </p:graphicFrame>
      <p:graphicFrame>
        <p:nvGraphicFramePr>
          <p:cNvPr id="35844" name="Object 1026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6868" name="Equation" r:id="rId5" imgW="266400" imgH="431640" progId="Equation.3">
              <p:embed/>
            </p:oleObj>
          </a:graphicData>
        </a:graphic>
      </p:graphicFrame>
      <p:graphicFrame>
        <p:nvGraphicFramePr>
          <p:cNvPr id="35845" name="Object 1027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6869" name="Equation" r:id="rId6" imgW="330120" imgH="419040" progId="Equation.3">
              <p:embed/>
            </p:oleObj>
          </a:graphicData>
        </a:graphic>
      </p:graphicFrame>
      <p:graphicFrame>
        <p:nvGraphicFramePr>
          <p:cNvPr id="35846" name="Object 1028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6870" name="Equation" r:id="rId7" imgW="330120" imgH="419040" progId="Equation.3">
              <p:embed/>
            </p:oleObj>
          </a:graphicData>
        </a:graphic>
      </p:graphicFrame>
      <p:sp>
        <p:nvSpPr>
          <p:cNvPr id="35864" name="Oval 1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5" name="Freeform 1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6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7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8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847" name="Object 1029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6871" name="Equation" r:id="rId8" imgW="291960" imgH="304560" progId="Equation.3">
              <p:embed/>
            </p:oleObj>
          </a:graphicData>
        </a:graphic>
      </p:graphicFrame>
      <p:sp>
        <p:nvSpPr>
          <p:cNvPr id="35869" name="Line 24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848" name="Object 1030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6872" name="Equation" r:id="rId9" imgW="266400" imgH="431640" progId="Equation.3">
              <p:embed/>
            </p:oleObj>
          </a:graphicData>
        </a:graphic>
      </p:graphicFrame>
      <p:sp>
        <p:nvSpPr>
          <p:cNvPr id="35870" name="Text Box 26"/>
          <p:cNvSpPr txBox="1">
            <a:spLocks noChangeArrowheads="1"/>
          </p:cNvSpPr>
          <p:nvPr/>
        </p:nvSpPr>
        <p:spPr bwMode="auto">
          <a:xfrm>
            <a:off x="2971800" y="381000"/>
            <a:ext cx="3087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Another String</a:t>
            </a:r>
          </a:p>
        </p:txBody>
      </p:sp>
      <p:sp>
        <p:nvSpPr>
          <p:cNvPr id="35871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Line 28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849" name="Object 1031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36873" name="Equation" r:id="rId10" imgW="291960" imgH="304560" progId="Equation.3">
              <p:embed/>
            </p:oleObj>
          </a:graphicData>
        </a:graphic>
      </p:graphicFrame>
      <p:graphicFrame>
        <p:nvGraphicFramePr>
          <p:cNvPr id="35850" name="Object 1032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36874" name="Equation" r:id="rId11" imgW="266400" imgH="431640" progId="Equation.3">
              <p:embed/>
            </p:oleObj>
          </a:graphicData>
        </a:graphic>
      </p:graphicFrame>
      <p:graphicFrame>
        <p:nvGraphicFramePr>
          <p:cNvPr id="35851" name="Object 1033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36875" name="Equation" r:id="rId12" imgW="406080" imgH="571320" progId="Equation.3">
              <p:embed/>
            </p:oleObj>
          </a:graphicData>
        </a:graphic>
      </p:graphicFrame>
      <p:graphicFrame>
        <p:nvGraphicFramePr>
          <p:cNvPr id="35852" name="Object 1034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36876" name="Equation" r:id="rId13" imgW="482400" imgH="571320" progId="Equation.3">
              <p:embed/>
            </p:oleObj>
          </a:graphicData>
        </a:graphic>
      </p:graphicFrame>
      <p:graphicFrame>
        <p:nvGraphicFramePr>
          <p:cNvPr id="35853" name="Object 1035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36877" name="Equation" r:id="rId14" imgW="457200" imgH="583920" progId="Equation.3">
              <p:embed/>
            </p:oleObj>
          </a:graphicData>
        </a:graphic>
      </p:graphicFrame>
      <p:sp>
        <p:nvSpPr>
          <p:cNvPr id="35873" name="Line 34"/>
          <p:cNvSpPr>
            <a:spLocks noChangeShapeType="1"/>
          </p:cNvSpPr>
          <p:nvPr/>
        </p:nvSpPr>
        <p:spPr bwMode="auto">
          <a:xfrm>
            <a:off x="10668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68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FAC541-70F9-41F7-BB42-8E6562AC8153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36880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66" name="Object 102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7890" name="Equation" r:id="rId3" imgW="482400" imgH="583920" progId="Equation.3">
              <p:embed/>
            </p:oleObj>
          </a:graphicData>
        </a:graphic>
      </p:graphicFrame>
      <p:sp>
        <p:nvSpPr>
          <p:cNvPr id="36881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2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3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5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67" name="Object 1025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7891" name="Equation" r:id="rId4" imgW="291960" imgH="304560" progId="Equation.3">
              <p:embed/>
            </p:oleObj>
          </a:graphicData>
        </a:graphic>
      </p:graphicFrame>
      <p:graphicFrame>
        <p:nvGraphicFramePr>
          <p:cNvPr id="36868" name="Object 1026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7892" name="Equation" r:id="rId5" imgW="266400" imgH="431640" progId="Equation.3">
              <p:embed/>
            </p:oleObj>
          </a:graphicData>
        </a:graphic>
      </p:graphicFrame>
      <p:graphicFrame>
        <p:nvGraphicFramePr>
          <p:cNvPr id="36869" name="Object 1027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7893" name="Equation" r:id="rId6" imgW="330120" imgH="419040" progId="Equation.3">
              <p:embed/>
            </p:oleObj>
          </a:graphicData>
        </a:graphic>
      </p:graphicFrame>
      <p:graphicFrame>
        <p:nvGraphicFramePr>
          <p:cNvPr id="36870" name="Object 1028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7894" name="Equation" r:id="rId7" imgW="330120" imgH="419040" progId="Equation.3">
              <p:embed/>
            </p:oleObj>
          </a:graphicData>
        </a:graphic>
      </p:graphicFrame>
      <p:sp>
        <p:nvSpPr>
          <p:cNvPr id="36888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9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90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91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92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71" name="Object 1029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7895" name="Equation" r:id="rId8" imgW="291960" imgH="304560" progId="Equation.3">
              <p:embed/>
            </p:oleObj>
          </a:graphicData>
        </a:graphic>
      </p:graphicFrame>
      <p:sp>
        <p:nvSpPr>
          <p:cNvPr id="36893" name="Line 21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72" name="Object 1030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7896" name="Equation" r:id="rId9" imgW="266400" imgH="431640" progId="Equation.3">
              <p:embed/>
            </p:oleObj>
          </a:graphicData>
        </a:graphic>
      </p:graphicFrame>
      <p:sp>
        <p:nvSpPr>
          <p:cNvPr id="36894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95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73" name="Object 1031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37897" name="Equation" r:id="rId10" imgW="291960" imgH="304560" progId="Equation.3">
              <p:embed/>
            </p:oleObj>
          </a:graphicData>
        </a:graphic>
      </p:graphicFrame>
      <p:graphicFrame>
        <p:nvGraphicFramePr>
          <p:cNvPr id="36874" name="Object 1032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37898" name="Equation" r:id="rId11" imgW="266400" imgH="431640" progId="Equation.3">
              <p:embed/>
            </p:oleObj>
          </a:graphicData>
        </a:graphic>
      </p:graphicFrame>
      <p:graphicFrame>
        <p:nvGraphicFramePr>
          <p:cNvPr id="36875" name="Object 1033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37899" name="Equation" r:id="rId12" imgW="406080" imgH="571320" progId="Equation.3">
              <p:embed/>
            </p:oleObj>
          </a:graphicData>
        </a:graphic>
      </p:graphicFrame>
      <p:graphicFrame>
        <p:nvGraphicFramePr>
          <p:cNvPr id="36876" name="Object 1034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37900" name="Equation" r:id="rId13" imgW="482400" imgH="571320" progId="Equation.3">
              <p:embed/>
            </p:oleObj>
          </a:graphicData>
        </a:graphic>
      </p:graphicFrame>
      <p:graphicFrame>
        <p:nvGraphicFramePr>
          <p:cNvPr id="36877" name="Object 1035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37901" name="Equation" r:id="rId14" imgW="457200" imgH="583920" progId="Equation.3">
              <p:embed/>
            </p:oleObj>
          </a:graphicData>
        </a:graphic>
      </p:graphicFrame>
      <p:sp>
        <p:nvSpPr>
          <p:cNvPr id="36896" name="Line 3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79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D55022-23C0-4CD0-AB21-B18E2421CE89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37904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890" name="Object 102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8914" name="Equation" r:id="rId3" imgW="482400" imgH="583920" progId="Equation.3">
              <p:embed/>
            </p:oleObj>
          </a:graphicData>
        </a:graphic>
      </p:graphicFrame>
      <p:sp>
        <p:nvSpPr>
          <p:cNvPr id="37905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8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9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1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891" name="Object 1025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8915" name="Equation" r:id="rId4" imgW="291960" imgH="304560" progId="Equation.3">
              <p:embed/>
            </p:oleObj>
          </a:graphicData>
        </a:graphic>
      </p:graphicFrame>
      <p:graphicFrame>
        <p:nvGraphicFramePr>
          <p:cNvPr id="37892" name="Object 1026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8916" name="Equation" r:id="rId5" imgW="266400" imgH="431640" progId="Equation.3">
              <p:embed/>
            </p:oleObj>
          </a:graphicData>
        </a:graphic>
      </p:graphicFrame>
      <p:graphicFrame>
        <p:nvGraphicFramePr>
          <p:cNvPr id="37893" name="Object 1027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8917" name="Equation" r:id="rId6" imgW="330120" imgH="419040" progId="Equation.3">
              <p:embed/>
            </p:oleObj>
          </a:graphicData>
        </a:graphic>
      </p:graphicFrame>
      <p:graphicFrame>
        <p:nvGraphicFramePr>
          <p:cNvPr id="37894" name="Object 1028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8918" name="Equation" r:id="rId7" imgW="330120" imgH="419040" progId="Equation.3">
              <p:embed/>
            </p:oleObj>
          </a:graphicData>
        </a:graphic>
      </p:graphicFrame>
      <p:sp>
        <p:nvSpPr>
          <p:cNvPr id="37912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4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5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895" name="Object 1029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8919" name="Equation" r:id="rId8" imgW="291960" imgH="304560" progId="Equation.3">
              <p:embed/>
            </p:oleObj>
          </a:graphicData>
        </a:graphic>
      </p:graphicFrame>
      <p:sp>
        <p:nvSpPr>
          <p:cNvPr id="37917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896" name="Object 1030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8920" name="Equation" r:id="rId9" imgW="266400" imgH="431640" progId="Equation.3">
              <p:embed/>
            </p:oleObj>
          </a:graphicData>
        </a:graphic>
      </p:graphicFrame>
      <p:sp>
        <p:nvSpPr>
          <p:cNvPr id="37918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897" name="Object 1031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38921" name="Equation" r:id="rId10" imgW="291960" imgH="304560" progId="Equation.3">
              <p:embed/>
            </p:oleObj>
          </a:graphicData>
        </a:graphic>
      </p:graphicFrame>
      <p:graphicFrame>
        <p:nvGraphicFramePr>
          <p:cNvPr id="37898" name="Object 1032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38922" name="Equation" r:id="rId11" imgW="266400" imgH="431640" progId="Equation.3">
              <p:embed/>
            </p:oleObj>
          </a:graphicData>
        </a:graphic>
      </p:graphicFrame>
      <p:graphicFrame>
        <p:nvGraphicFramePr>
          <p:cNvPr id="37899" name="Object 1033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38923" name="Equation" r:id="rId12" imgW="406080" imgH="571320" progId="Equation.3">
              <p:embed/>
            </p:oleObj>
          </a:graphicData>
        </a:graphic>
      </p:graphicFrame>
      <p:graphicFrame>
        <p:nvGraphicFramePr>
          <p:cNvPr id="37900" name="Object 1034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38924" name="Equation" r:id="rId13" imgW="482400" imgH="571320" progId="Equation.3">
              <p:embed/>
            </p:oleObj>
          </a:graphicData>
        </a:graphic>
      </p:graphicFrame>
      <p:graphicFrame>
        <p:nvGraphicFramePr>
          <p:cNvPr id="37901" name="Object 1035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38925" name="Equation" r:id="rId14" imgW="457200" imgH="583920" progId="Equation.3">
              <p:embed/>
            </p:oleObj>
          </a:graphicData>
        </a:graphic>
      </p:graphicFrame>
      <p:sp>
        <p:nvSpPr>
          <p:cNvPr id="37920" name="Line 30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89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01275F-9B98-408D-97E4-DC6FF01D1160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38928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14" name="Object 102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39938" name="Equation" r:id="rId3" imgW="482400" imgH="583920" progId="Equation.3">
              <p:embed/>
            </p:oleObj>
          </a:graphicData>
        </a:graphic>
      </p:graphicFrame>
      <p:sp>
        <p:nvSpPr>
          <p:cNvPr id="38929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0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1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2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3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4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5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15" name="Object 1025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39939" name="Equation" r:id="rId4" imgW="291960" imgH="304560" progId="Equation.3">
              <p:embed/>
            </p:oleObj>
          </a:graphicData>
        </a:graphic>
      </p:graphicFrame>
      <p:graphicFrame>
        <p:nvGraphicFramePr>
          <p:cNvPr id="38916" name="Object 1026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39940" name="Equation" r:id="rId5" imgW="266400" imgH="431640" progId="Equation.3">
              <p:embed/>
            </p:oleObj>
          </a:graphicData>
        </a:graphic>
      </p:graphicFrame>
      <p:graphicFrame>
        <p:nvGraphicFramePr>
          <p:cNvPr id="38917" name="Object 1027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39941" name="Equation" r:id="rId6" imgW="330120" imgH="419040" progId="Equation.3">
              <p:embed/>
            </p:oleObj>
          </a:graphicData>
        </a:graphic>
      </p:graphicFrame>
      <p:graphicFrame>
        <p:nvGraphicFramePr>
          <p:cNvPr id="38918" name="Object 1028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39942" name="Equation" r:id="rId7" imgW="330120" imgH="419040" progId="Equation.3">
              <p:embed/>
            </p:oleObj>
          </a:graphicData>
        </a:graphic>
      </p:graphicFrame>
      <p:sp>
        <p:nvSpPr>
          <p:cNvPr id="38936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7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8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9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40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19" name="Object 1029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39943" name="Equation" r:id="rId8" imgW="291960" imgH="304560" progId="Equation.3">
              <p:embed/>
            </p:oleObj>
          </a:graphicData>
        </a:graphic>
      </p:graphicFrame>
      <p:sp>
        <p:nvSpPr>
          <p:cNvPr id="38941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0" name="Object 1030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39944" name="Equation" r:id="rId9" imgW="266400" imgH="431640" progId="Equation.3">
              <p:embed/>
            </p:oleObj>
          </a:graphicData>
        </a:graphic>
      </p:graphicFrame>
      <p:sp>
        <p:nvSpPr>
          <p:cNvPr id="38942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43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1" name="Object 1031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39945" name="Equation" r:id="rId10" imgW="291960" imgH="304560" progId="Equation.3">
              <p:embed/>
            </p:oleObj>
          </a:graphicData>
        </a:graphic>
      </p:graphicFrame>
      <p:graphicFrame>
        <p:nvGraphicFramePr>
          <p:cNvPr id="38922" name="Object 1032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39946" name="Equation" r:id="rId11" imgW="266400" imgH="431640" progId="Equation.3">
              <p:embed/>
            </p:oleObj>
          </a:graphicData>
        </a:graphic>
      </p:graphicFrame>
      <p:graphicFrame>
        <p:nvGraphicFramePr>
          <p:cNvPr id="38923" name="Object 1033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39947" name="Equation" r:id="rId12" imgW="406080" imgH="571320" progId="Equation.3">
              <p:embed/>
            </p:oleObj>
          </a:graphicData>
        </a:graphic>
      </p:graphicFrame>
      <p:graphicFrame>
        <p:nvGraphicFramePr>
          <p:cNvPr id="38924" name="Object 1034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39948" name="Equation" r:id="rId13" imgW="482400" imgH="571320" progId="Equation.3">
              <p:embed/>
            </p:oleObj>
          </a:graphicData>
        </a:graphic>
      </p:graphicFrame>
      <p:graphicFrame>
        <p:nvGraphicFramePr>
          <p:cNvPr id="38925" name="Object 1035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39949" name="Equation" r:id="rId14" imgW="457200" imgH="583920" progId="Equation.3">
              <p:embed/>
            </p:oleObj>
          </a:graphicData>
        </a:graphic>
      </p:graphicFrame>
      <p:sp>
        <p:nvSpPr>
          <p:cNvPr id="38944" name="Line 30"/>
          <p:cNvSpPr>
            <a:spLocks noChangeShapeType="1"/>
          </p:cNvSpPr>
          <p:nvPr/>
        </p:nvSpPr>
        <p:spPr bwMode="auto">
          <a:xfrm>
            <a:off x="74676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399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13DDB2-F1F0-49C7-AD9F-43AA00EBCC5E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39952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38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40962" name="Equation" r:id="rId3" imgW="482400" imgH="583920" progId="Equation.3">
              <p:embed/>
            </p:oleObj>
          </a:graphicData>
        </a:graphic>
      </p:graphicFrame>
      <p:sp>
        <p:nvSpPr>
          <p:cNvPr id="39953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4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5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6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7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8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9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39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40963" name="Equation" r:id="rId4" imgW="291960" imgH="304560" progId="Equation.3">
              <p:embed/>
            </p:oleObj>
          </a:graphicData>
        </a:graphic>
      </p:graphicFrame>
      <p:graphicFrame>
        <p:nvGraphicFramePr>
          <p:cNvPr id="39940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40964" name="Equation" r:id="rId5" imgW="266400" imgH="431640" progId="Equation.3">
              <p:embed/>
            </p:oleObj>
          </a:graphicData>
        </a:graphic>
      </p:graphicFrame>
      <p:graphicFrame>
        <p:nvGraphicFramePr>
          <p:cNvPr id="39941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40965" name="Equation" r:id="rId6" imgW="330120" imgH="419040" progId="Equation.3">
              <p:embed/>
            </p:oleObj>
          </a:graphicData>
        </a:graphic>
      </p:graphicFrame>
      <p:graphicFrame>
        <p:nvGraphicFramePr>
          <p:cNvPr id="39942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40966" name="Equation" r:id="rId7" imgW="330120" imgH="419040" progId="Equation.3">
              <p:embed/>
            </p:oleObj>
          </a:graphicData>
        </a:graphic>
      </p:graphicFrame>
      <p:sp>
        <p:nvSpPr>
          <p:cNvPr id="39960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1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2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3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4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3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40967" name="Equation" r:id="rId8" imgW="291960" imgH="304560" progId="Equation.3">
              <p:embed/>
            </p:oleObj>
          </a:graphicData>
        </a:graphic>
      </p:graphicFrame>
      <p:sp>
        <p:nvSpPr>
          <p:cNvPr id="39965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4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40968" name="Equation" r:id="rId9" imgW="266400" imgH="431640" progId="Equation.3">
              <p:embed/>
            </p:oleObj>
          </a:graphicData>
        </a:graphic>
      </p:graphicFrame>
      <p:sp>
        <p:nvSpPr>
          <p:cNvPr id="39966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7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5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40969" name="Equation" r:id="rId10" imgW="291960" imgH="304560" progId="Equation.3">
              <p:embed/>
            </p:oleObj>
          </a:graphicData>
        </a:graphic>
      </p:graphicFrame>
      <p:graphicFrame>
        <p:nvGraphicFramePr>
          <p:cNvPr id="39946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40970" name="Equation" r:id="rId11" imgW="266400" imgH="431640" progId="Equation.3">
              <p:embed/>
            </p:oleObj>
          </a:graphicData>
        </a:graphic>
      </p:graphicFrame>
      <p:graphicFrame>
        <p:nvGraphicFramePr>
          <p:cNvPr id="39947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40971" name="Equation" r:id="rId12" imgW="406080" imgH="571320" progId="Equation.3">
              <p:embed/>
            </p:oleObj>
          </a:graphicData>
        </a:graphic>
      </p:graphicFrame>
      <p:graphicFrame>
        <p:nvGraphicFramePr>
          <p:cNvPr id="39948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40972" name="Equation" r:id="rId13" imgW="482400" imgH="571320" progId="Equation.3">
              <p:embed/>
            </p:oleObj>
          </a:graphicData>
        </a:graphic>
      </p:graphicFrame>
      <p:graphicFrame>
        <p:nvGraphicFramePr>
          <p:cNvPr id="39949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40973" name="Equation" r:id="rId14" imgW="457200" imgH="583920" progId="Equation.3">
              <p:embed/>
            </p:oleObj>
          </a:graphicData>
        </a:graphic>
      </p:graphicFrame>
      <p:sp>
        <p:nvSpPr>
          <p:cNvPr id="39968" name="Line 30"/>
          <p:cNvSpPr>
            <a:spLocks noChangeShapeType="1"/>
          </p:cNvSpPr>
          <p:nvPr/>
        </p:nvSpPr>
        <p:spPr bwMode="auto">
          <a:xfrm>
            <a:off x="1066800" y="5257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09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3770DB-BFD1-4CA4-A098-BC92CB9DF960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40976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" name="Object 102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41986" name="Equation" r:id="rId3" imgW="482400" imgH="583920" progId="Equation.3">
              <p:embed/>
            </p:oleObj>
          </a:graphicData>
        </a:graphic>
      </p:graphicFrame>
      <p:sp>
        <p:nvSpPr>
          <p:cNvPr id="40977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8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9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0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1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2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3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3" name="Object 1025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41987" name="Equation" r:id="rId4" imgW="291960" imgH="304560" progId="Equation.3">
              <p:embed/>
            </p:oleObj>
          </a:graphicData>
        </a:graphic>
      </p:graphicFrame>
      <p:graphicFrame>
        <p:nvGraphicFramePr>
          <p:cNvPr id="40964" name="Object 1026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41988" name="Equation" r:id="rId5" imgW="266400" imgH="431640" progId="Equation.3">
              <p:embed/>
            </p:oleObj>
          </a:graphicData>
        </a:graphic>
      </p:graphicFrame>
      <p:graphicFrame>
        <p:nvGraphicFramePr>
          <p:cNvPr id="40965" name="Object 1027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41989" name="Equation" r:id="rId6" imgW="330120" imgH="419040" progId="Equation.3">
              <p:embed/>
            </p:oleObj>
          </a:graphicData>
        </a:graphic>
      </p:graphicFrame>
      <p:graphicFrame>
        <p:nvGraphicFramePr>
          <p:cNvPr id="40966" name="Object 1028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41990" name="Equation" r:id="rId7" imgW="330120" imgH="419040" progId="Equation.3">
              <p:embed/>
            </p:oleObj>
          </a:graphicData>
        </a:graphic>
      </p:graphicFrame>
      <p:sp>
        <p:nvSpPr>
          <p:cNvPr id="40984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5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7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8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7" name="Object 1029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41991" name="Equation" r:id="rId8" imgW="291960" imgH="304560" progId="Equation.3">
              <p:embed/>
            </p:oleObj>
          </a:graphicData>
        </a:graphic>
      </p:graphicFrame>
      <p:sp>
        <p:nvSpPr>
          <p:cNvPr id="40989" name="Line 21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8" name="Object 1030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41992" name="Equation" r:id="rId9" imgW="266400" imgH="431640" progId="Equation.3">
              <p:embed/>
            </p:oleObj>
          </a:graphicData>
        </a:graphic>
      </p:graphicFrame>
      <p:sp>
        <p:nvSpPr>
          <p:cNvPr id="40990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91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9" name="Object 1031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41993" name="Equation" r:id="rId10" imgW="291960" imgH="304560" progId="Equation.3">
              <p:embed/>
            </p:oleObj>
          </a:graphicData>
        </a:graphic>
      </p:graphicFrame>
      <p:graphicFrame>
        <p:nvGraphicFramePr>
          <p:cNvPr id="40970" name="Object 1032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41994" name="Equation" r:id="rId11" imgW="266400" imgH="431640" progId="Equation.3">
              <p:embed/>
            </p:oleObj>
          </a:graphicData>
        </a:graphic>
      </p:graphicFrame>
      <p:graphicFrame>
        <p:nvGraphicFramePr>
          <p:cNvPr id="40971" name="Object 1033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41995" name="Equation" r:id="rId12" imgW="406080" imgH="571320" progId="Equation.3">
              <p:embed/>
            </p:oleObj>
          </a:graphicData>
        </a:graphic>
      </p:graphicFrame>
      <p:graphicFrame>
        <p:nvGraphicFramePr>
          <p:cNvPr id="40972" name="Object 1034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41996" name="Equation" r:id="rId13" imgW="482400" imgH="571320" progId="Equation.3">
              <p:embed/>
            </p:oleObj>
          </a:graphicData>
        </a:graphic>
      </p:graphicFrame>
      <p:graphicFrame>
        <p:nvGraphicFramePr>
          <p:cNvPr id="40973" name="Object 1035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41997" name="Equation" r:id="rId14" imgW="457200" imgH="583920" progId="Equation.3">
              <p:embed/>
            </p:oleObj>
          </a:graphicData>
        </a:graphic>
      </p:graphicFrame>
      <p:sp>
        <p:nvSpPr>
          <p:cNvPr id="40992" name="Line 3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19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825029-F795-4BDD-8539-84D672FF5F1C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42000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1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2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86" name="Object 1024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43010" name="Equation" r:id="rId3" imgW="291960" imgH="304560" progId="Equation.3">
              <p:embed/>
            </p:oleObj>
          </a:graphicData>
        </a:graphic>
      </p:graphicFrame>
      <p:sp>
        <p:nvSpPr>
          <p:cNvPr id="42003" name="Line 21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87" name="Object 10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43011" name="Equation" r:id="rId4" imgW="266400" imgH="431640" progId="Equation.3">
              <p:embed/>
            </p:oleObj>
          </a:graphicData>
        </a:graphic>
      </p:graphicFrame>
      <p:sp>
        <p:nvSpPr>
          <p:cNvPr id="42004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5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88" name="Object 1026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43012" name="Equation" r:id="rId5" imgW="291960" imgH="304560" progId="Equation.3">
              <p:embed/>
            </p:oleObj>
          </a:graphicData>
        </a:graphic>
      </p:graphicFrame>
      <p:graphicFrame>
        <p:nvGraphicFramePr>
          <p:cNvPr id="41989" name="Object 1027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43013" name="Equation" r:id="rId6" imgW="266400" imgH="431640" progId="Equation.3">
              <p:embed/>
            </p:oleObj>
          </a:graphicData>
        </a:graphic>
      </p:graphicFrame>
      <p:sp>
        <p:nvSpPr>
          <p:cNvPr id="42006" name="Oval 30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0" name="Object 1028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43014" name="Equation" r:id="rId7" imgW="482400" imgH="583920" progId="Equation.3">
              <p:embed/>
            </p:oleObj>
          </a:graphicData>
        </a:graphic>
      </p:graphicFrame>
      <p:sp>
        <p:nvSpPr>
          <p:cNvPr id="42007" name="Oval 32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8" name="Oval 3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9" name="Line 3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Line 3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11" name="Line 3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12" name="Oval 3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13" name="Line 3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1" name="Object 102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43015" name="Equation" r:id="rId8" imgW="291960" imgH="304560" progId="Equation.3">
              <p:embed/>
            </p:oleObj>
          </a:graphicData>
        </a:graphic>
      </p:graphicFrame>
      <p:graphicFrame>
        <p:nvGraphicFramePr>
          <p:cNvPr id="41992" name="Object 103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43016" name="Equation" r:id="rId9" imgW="266400" imgH="431640" progId="Equation.3">
              <p:embed/>
            </p:oleObj>
          </a:graphicData>
        </a:graphic>
      </p:graphicFrame>
      <p:graphicFrame>
        <p:nvGraphicFramePr>
          <p:cNvPr id="41993" name="Object 103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43017" name="Equation" r:id="rId10" imgW="330120" imgH="419040" progId="Equation.3">
              <p:embed/>
            </p:oleObj>
          </a:graphicData>
        </a:graphic>
      </p:graphicFrame>
      <p:graphicFrame>
        <p:nvGraphicFramePr>
          <p:cNvPr id="41994" name="Object 103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43018" name="Equation" r:id="rId11" imgW="330120" imgH="419040" progId="Equation.3">
              <p:embed/>
            </p:oleObj>
          </a:graphicData>
        </a:graphic>
      </p:graphicFrame>
      <p:sp>
        <p:nvSpPr>
          <p:cNvPr id="42014" name="Oval 4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15" name="Freeform 44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5" name="Object 1033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43019" name="Equation" r:id="rId12" imgW="406080" imgH="571320" progId="Equation.3">
              <p:embed/>
            </p:oleObj>
          </a:graphicData>
        </a:graphic>
      </p:graphicFrame>
      <p:graphicFrame>
        <p:nvGraphicFramePr>
          <p:cNvPr id="41996" name="Object 1034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43020" name="Equation" r:id="rId13" imgW="482400" imgH="571320" progId="Equation.3">
              <p:embed/>
            </p:oleObj>
          </a:graphicData>
        </a:graphic>
      </p:graphicFrame>
      <p:graphicFrame>
        <p:nvGraphicFramePr>
          <p:cNvPr id="41997" name="Object 1035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43021" name="Equation" r:id="rId14" imgW="457200" imgH="583920" progId="Equation.3">
              <p:embed/>
            </p:oleObj>
          </a:graphicData>
        </a:graphic>
      </p:graphicFrame>
      <p:sp>
        <p:nvSpPr>
          <p:cNvPr id="42016" name="Line 48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17" name="Text Box 49"/>
          <p:cNvSpPr txBox="1">
            <a:spLocks noChangeArrowheads="1"/>
          </p:cNvSpPr>
          <p:nvPr/>
        </p:nvSpPr>
        <p:spPr bwMode="auto">
          <a:xfrm>
            <a:off x="4876800" y="34290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30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A4D58B5-2EED-4551-9D41-B1D363DAF653}" type="slidenum">
              <a:rPr lang="en-US" smtClean="0"/>
              <a:pPr/>
              <a:t>49</a:t>
            </a:fld>
            <a:endParaRPr lang="en-US" smtClean="0"/>
          </a:p>
        </p:txBody>
      </p:sp>
      <p:graphicFrame>
        <p:nvGraphicFramePr>
          <p:cNvPr id="43010" name="Object 1024"/>
          <p:cNvGraphicFramePr>
            <a:graphicFrameLocks noChangeAspect="1"/>
          </p:cNvGraphicFramePr>
          <p:nvPr/>
        </p:nvGraphicFramePr>
        <p:xfrm>
          <a:off x="1847850" y="1524000"/>
          <a:ext cx="5664200" cy="1497013"/>
        </p:xfrm>
        <a:graphic>
          <a:graphicData uri="http://schemas.openxmlformats.org/presentationml/2006/ole">
            <p:oleObj spid="_x0000_s44034" name="Equation" r:id="rId3" imgW="5663880" imgH="1498320" progId="Equation.3">
              <p:embed/>
            </p:oleObj>
          </a:graphicData>
        </a:graphic>
      </p:graphicFrame>
      <p:sp>
        <p:nvSpPr>
          <p:cNvPr id="43021" name="Text Box 21"/>
          <p:cNvSpPr txBox="1">
            <a:spLocks noChangeArrowheads="1"/>
          </p:cNvSpPr>
          <p:nvPr/>
        </p:nvSpPr>
        <p:spPr bwMode="auto">
          <a:xfrm>
            <a:off x="2743200" y="457200"/>
            <a:ext cx="3743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Language accepted</a:t>
            </a:r>
          </a:p>
        </p:txBody>
      </p:sp>
      <p:sp>
        <p:nvSpPr>
          <p:cNvPr id="43022" name="Oval 2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11" name="Object 1025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44035" name="Equation" r:id="rId4" imgW="482400" imgH="583920" progId="Equation.3">
              <p:embed/>
            </p:oleObj>
          </a:graphicData>
        </a:graphic>
      </p:graphicFrame>
      <p:graphicFrame>
        <p:nvGraphicFramePr>
          <p:cNvPr id="43012" name="Object 1026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44036" name="Equation" r:id="rId5" imgW="406080" imgH="571320" progId="Equation.3">
              <p:embed/>
            </p:oleObj>
          </a:graphicData>
        </a:graphic>
      </p:graphicFrame>
      <p:graphicFrame>
        <p:nvGraphicFramePr>
          <p:cNvPr id="43013" name="Object 1027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44037" name="Equation" r:id="rId6" imgW="482400" imgH="571320" progId="Equation.3">
              <p:embed/>
            </p:oleObj>
          </a:graphicData>
        </a:graphic>
      </p:graphicFrame>
      <p:sp>
        <p:nvSpPr>
          <p:cNvPr id="43023" name="Oval 2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Oval 2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5" name="Line 2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6" name="Line 2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7" name="Line 3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8" name="Oval 3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9" name="Line 3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14" name="Object 1028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44038" name="Equation" r:id="rId7" imgW="291960" imgH="304560" progId="Equation.3">
              <p:embed/>
            </p:oleObj>
          </a:graphicData>
        </a:graphic>
      </p:graphicFrame>
      <p:graphicFrame>
        <p:nvGraphicFramePr>
          <p:cNvPr id="43015" name="Object 1029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44039" name="Equation" r:id="rId8" imgW="266400" imgH="431640" progId="Equation.3">
              <p:embed/>
            </p:oleObj>
          </a:graphicData>
        </a:graphic>
      </p:graphicFrame>
      <p:graphicFrame>
        <p:nvGraphicFramePr>
          <p:cNvPr id="43016" name="Object 1030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44040" name="Equation" r:id="rId9" imgW="330120" imgH="419040" progId="Equation.3">
              <p:embed/>
            </p:oleObj>
          </a:graphicData>
        </a:graphic>
      </p:graphicFrame>
      <p:graphicFrame>
        <p:nvGraphicFramePr>
          <p:cNvPr id="43017" name="Object 1031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44041" name="Equation" r:id="rId10" imgW="330120" imgH="419040" progId="Equation.3">
              <p:embed/>
            </p:oleObj>
          </a:graphicData>
        </a:graphic>
      </p:graphicFrame>
      <p:sp>
        <p:nvSpPr>
          <p:cNvPr id="43030" name="Oval 3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18" name="Object 1032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44042" name="Equation" r:id="rId11" imgW="457200" imgH="583920" progId="Equation.3">
              <p:embed/>
            </p:oleObj>
          </a:graphicData>
        </a:graphic>
      </p:graphicFrame>
      <p:sp>
        <p:nvSpPr>
          <p:cNvPr id="43031" name="Freeform 3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6324600 w 3984"/>
              <a:gd name="T1" fmla="*/ 0 h 776"/>
              <a:gd name="T2" fmla="*/ 4953000 w 3984"/>
              <a:gd name="T3" fmla="*/ 990600 h 776"/>
              <a:gd name="T4" fmla="*/ 1219200 w 3984"/>
              <a:gd name="T5" fmla="*/ 1066800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40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B46F54-F243-419E-8AF6-BE05A39BDB3B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44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Another NFA Example</a:t>
            </a:r>
          </a:p>
        </p:txBody>
      </p:sp>
      <p:sp>
        <p:nvSpPr>
          <p:cNvPr id="440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mtClean="0"/>
          </a:p>
          <a:p>
            <a:pPr>
              <a:buFontTx/>
              <a:buNone/>
            </a:pPr>
            <a:endParaRPr lang="en-US" smtClean="0"/>
          </a:p>
        </p:txBody>
      </p:sp>
      <p:sp>
        <p:nvSpPr>
          <p:cNvPr id="44045" name="Oval 5"/>
          <p:cNvSpPr>
            <a:spLocks noChangeArrowheads="1"/>
          </p:cNvSpPr>
          <p:nvPr/>
        </p:nvSpPr>
        <p:spPr bwMode="auto">
          <a:xfrm>
            <a:off x="1828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Oval 6"/>
          <p:cNvSpPr>
            <a:spLocks noChangeArrowheads="1"/>
          </p:cNvSpPr>
          <p:nvPr/>
        </p:nvSpPr>
        <p:spPr bwMode="auto">
          <a:xfrm>
            <a:off x="1676400" y="3886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34" name="Object 9"/>
          <p:cNvGraphicFramePr>
            <a:graphicFrameLocks noChangeAspect="1"/>
          </p:cNvGraphicFramePr>
          <p:nvPr/>
        </p:nvGraphicFramePr>
        <p:xfrm>
          <a:off x="1955800" y="4089400"/>
          <a:ext cx="481013" cy="582613"/>
        </p:xfrm>
        <a:graphic>
          <a:graphicData uri="http://schemas.openxmlformats.org/presentationml/2006/ole">
            <p:oleObj spid="_x0000_s45058" name="Equation" r:id="rId3" imgW="482400" imgH="583920" progId="Equation.3">
              <p:embed/>
            </p:oleObj>
          </a:graphicData>
        </a:graphic>
      </p:graphicFrame>
      <p:graphicFrame>
        <p:nvGraphicFramePr>
          <p:cNvPr id="44035" name="Object 10"/>
          <p:cNvGraphicFramePr>
            <a:graphicFrameLocks noChangeAspect="1"/>
          </p:cNvGraphicFramePr>
          <p:nvPr/>
        </p:nvGraphicFramePr>
        <p:xfrm>
          <a:off x="4095750" y="4013200"/>
          <a:ext cx="406400" cy="571500"/>
        </p:xfrm>
        <a:graphic>
          <a:graphicData uri="http://schemas.openxmlformats.org/presentationml/2006/ole">
            <p:oleObj spid="_x0000_s45059" name="Equation" r:id="rId4" imgW="406080" imgH="571320" progId="Equation.3">
              <p:embed/>
            </p:oleObj>
          </a:graphicData>
        </a:graphic>
      </p:graphicFrame>
      <p:graphicFrame>
        <p:nvGraphicFramePr>
          <p:cNvPr id="44036" name="Object 11"/>
          <p:cNvGraphicFramePr>
            <a:graphicFrameLocks noChangeAspect="1"/>
          </p:cNvGraphicFramePr>
          <p:nvPr/>
        </p:nvGraphicFramePr>
        <p:xfrm>
          <a:off x="6229350" y="4013200"/>
          <a:ext cx="481013" cy="571500"/>
        </p:xfrm>
        <a:graphic>
          <a:graphicData uri="http://schemas.openxmlformats.org/presentationml/2006/ole">
            <p:oleObj spid="_x0000_s45060" name="Equation" r:id="rId5" imgW="482400" imgH="571320" progId="Equation.3">
              <p:embed/>
            </p:oleObj>
          </a:graphicData>
        </a:graphic>
      </p:graphicFrame>
      <p:sp>
        <p:nvSpPr>
          <p:cNvPr id="44047" name="Oval 12"/>
          <p:cNvSpPr>
            <a:spLocks noChangeArrowheads="1"/>
          </p:cNvSpPr>
          <p:nvPr/>
        </p:nvSpPr>
        <p:spPr bwMode="auto">
          <a:xfrm>
            <a:off x="60960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8" name="Oval 13"/>
          <p:cNvSpPr>
            <a:spLocks noChangeArrowheads="1"/>
          </p:cNvSpPr>
          <p:nvPr/>
        </p:nvSpPr>
        <p:spPr bwMode="auto">
          <a:xfrm>
            <a:off x="3962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9" name="Line 18"/>
          <p:cNvSpPr>
            <a:spLocks noChangeShapeType="1"/>
          </p:cNvSpPr>
          <p:nvPr/>
        </p:nvSpPr>
        <p:spPr bwMode="auto">
          <a:xfrm>
            <a:off x="2667000" y="4419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0" name="Line 19"/>
          <p:cNvSpPr>
            <a:spLocks noChangeShapeType="1"/>
          </p:cNvSpPr>
          <p:nvPr/>
        </p:nvSpPr>
        <p:spPr bwMode="auto">
          <a:xfrm>
            <a:off x="4648200" y="4419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1" name="Freeform 20"/>
          <p:cNvSpPr>
            <a:spLocks/>
          </p:cNvSpPr>
          <p:nvPr/>
        </p:nvSpPr>
        <p:spPr bwMode="auto">
          <a:xfrm>
            <a:off x="2590800" y="3886200"/>
            <a:ext cx="1524000" cy="228600"/>
          </a:xfrm>
          <a:custGeom>
            <a:avLst/>
            <a:gdLst>
              <a:gd name="T0" fmla="*/ 1524000 w 960"/>
              <a:gd name="T1" fmla="*/ 228600 h 144"/>
              <a:gd name="T2" fmla="*/ 838200 w 960"/>
              <a:gd name="T3" fmla="*/ 0 h 144"/>
              <a:gd name="T4" fmla="*/ 0 w 960"/>
              <a:gd name="T5" fmla="*/ 228600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2" name="Freeform 21"/>
          <p:cNvSpPr>
            <a:spLocks/>
          </p:cNvSpPr>
          <p:nvPr/>
        </p:nvSpPr>
        <p:spPr bwMode="auto">
          <a:xfrm>
            <a:off x="2362200" y="4724400"/>
            <a:ext cx="3962400" cy="1168400"/>
          </a:xfrm>
          <a:custGeom>
            <a:avLst/>
            <a:gdLst>
              <a:gd name="T0" fmla="*/ 0 w 2496"/>
              <a:gd name="T1" fmla="*/ 152400 h 736"/>
              <a:gd name="T2" fmla="*/ 1828800 w 2496"/>
              <a:gd name="T3" fmla="*/ 1143000 h 736"/>
              <a:gd name="T4" fmla="*/ 3962400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3" name="Line 22"/>
          <p:cNvSpPr>
            <a:spLocks noChangeShapeType="1"/>
          </p:cNvSpPr>
          <p:nvPr/>
        </p:nvSpPr>
        <p:spPr bwMode="auto">
          <a:xfrm>
            <a:off x="11430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37" name="Object 23"/>
          <p:cNvGraphicFramePr>
            <a:graphicFrameLocks noChangeAspect="1"/>
          </p:cNvGraphicFramePr>
          <p:nvPr/>
        </p:nvGraphicFramePr>
        <p:xfrm>
          <a:off x="3270250" y="3409950"/>
          <a:ext cx="265113" cy="419100"/>
        </p:xfrm>
        <a:graphic>
          <a:graphicData uri="http://schemas.openxmlformats.org/presentationml/2006/ole">
            <p:oleObj spid="_x0000_s45061" name="Equation" r:id="rId6" imgW="266400" imgH="419040" progId="Equation.3">
              <p:embed/>
            </p:oleObj>
          </a:graphicData>
        </a:graphic>
      </p:graphicFrame>
      <p:graphicFrame>
        <p:nvGraphicFramePr>
          <p:cNvPr id="44038" name="Object 24"/>
          <p:cNvGraphicFramePr>
            <a:graphicFrameLocks noChangeAspect="1"/>
          </p:cNvGraphicFramePr>
          <p:nvPr/>
        </p:nvGraphicFramePr>
        <p:xfrm>
          <a:off x="3346450" y="4476750"/>
          <a:ext cx="176213" cy="406400"/>
        </p:xfrm>
        <a:graphic>
          <a:graphicData uri="http://schemas.openxmlformats.org/presentationml/2006/ole">
            <p:oleObj spid="_x0000_s45062" name="Equation" r:id="rId7" imgW="177480" imgH="406080" progId="Equation.3">
              <p:embed/>
            </p:oleObj>
          </a:graphicData>
        </a:graphic>
      </p:graphicFrame>
      <p:graphicFrame>
        <p:nvGraphicFramePr>
          <p:cNvPr id="44039" name="Object 25"/>
          <p:cNvGraphicFramePr>
            <a:graphicFrameLocks noChangeAspect="1"/>
          </p:cNvGraphicFramePr>
          <p:nvPr/>
        </p:nvGraphicFramePr>
        <p:xfrm>
          <a:off x="5073650" y="3937000"/>
          <a:ext cx="660400" cy="531813"/>
        </p:xfrm>
        <a:graphic>
          <a:graphicData uri="http://schemas.openxmlformats.org/presentationml/2006/ole">
            <p:oleObj spid="_x0000_s45063" name="Equation" r:id="rId8" imgW="660240" imgH="533160" progId="Equation.3">
              <p:embed/>
            </p:oleObj>
          </a:graphicData>
        </a:graphic>
      </p:graphicFrame>
      <p:graphicFrame>
        <p:nvGraphicFramePr>
          <p:cNvPr id="44040" name="Object 26"/>
          <p:cNvGraphicFramePr>
            <a:graphicFrameLocks noChangeAspect="1"/>
          </p:cNvGraphicFramePr>
          <p:nvPr/>
        </p:nvGraphicFramePr>
        <p:xfrm>
          <a:off x="3962400" y="5410200"/>
          <a:ext cx="328613" cy="419100"/>
        </p:xfrm>
        <a:graphic>
          <a:graphicData uri="http://schemas.openxmlformats.org/presentationml/2006/ole">
            <p:oleObj spid="_x0000_s45064" name="Equation" r:id="rId9" imgW="330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50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1AC3B4-4263-4F10-8531-38B9EF02133F}" type="slidenum">
              <a:rPr lang="en-US" smtClean="0"/>
              <a:pPr/>
              <a:t>51</a:t>
            </a:fld>
            <a:endParaRPr lang="en-US" smtClean="0"/>
          </a:p>
        </p:txBody>
      </p:sp>
      <p:graphicFrame>
        <p:nvGraphicFramePr>
          <p:cNvPr id="45058" name="Object 0"/>
          <p:cNvGraphicFramePr>
            <a:graphicFrameLocks noChangeAspect="1"/>
          </p:cNvGraphicFramePr>
          <p:nvPr/>
        </p:nvGraphicFramePr>
        <p:xfrm>
          <a:off x="1143000" y="1676400"/>
          <a:ext cx="6858000" cy="1320800"/>
        </p:xfrm>
        <a:graphic>
          <a:graphicData uri="http://schemas.openxmlformats.org/presentationml/2006/ole">
            <p:oleObj spid="_x0000_s46082" name="Equation" r:id="rId3" imgW="6984720" imgH="1358640" progId="Equation.3">
              <p:embed/>
            </p:oleObj>
          </a:graphicData>
        </a:graphic>
      </p:graphicFrame>
      <p:sp>
        <p:nvSpPr>
          <p:cNvPr id="45068" name="Oval 19"/>
          <p:cNvSpPr>
            <a:spLocks noChangeArrowheads="1"/>
          </p:cNvSpPr>
          <p:nvPr/>
        </p:nvSpPr>
        <p:spPr bwMode="auto">
          <a:xfrm>
            <a:off x="1828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Oval 20"/>
          <p:cNvSpPr>
            <a:spLocks noChangeArrowheads="1"/>
          </p:cNvSpPr>
          <p:nvPr/>
        </p:nvSpPr>
        <p:spPr bwMode="auto">
          <a:xfrm>
            <a:off x="1676400" y="3886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59" name="Object 1"/>
          <p:cNvGraphicFramePr>
            <a:graphicFrameLocks noChangeAspect="1"/>
          </p:cNvGraphicFramePr>
          <p:nvPr/>
        </p:nvGraphicFramePr>
        <p:xfrm>
          <a:off x="1955800" y="4089400"/>
          <a:ext cx="481013" cy="582613"/>
        </p:xfrm>
        <a:graphic>
          <a:graphicData uri="http://schemas.openxmlformats.org/presentationml/2006/ole">
            <p:oleObj spid="_x0000_s46083" name="Equation" r:id="rId4" imgW="482400" imgH="583920" progId="Equation.3">
              <p:embed/>
            </p:oleObj>
          </a:graphicData>
        </a:graphic>
      </p:graphicFrame>
      <p:graphicFrame>
        <p:nvGraphicFramePr>
          <p:cNvPr id="45060" name="Object 2"/>
          <p:cNvGraphicFramePr>
            <a:graphicFrameLocks noChangeAspect="1"/>
          </p:cNvGraphicFramePr>
          <p:nvPr/>
        </p:nvGraphicFramePr>
        <p:xfrm>
          <a:off x="4095750" y="4013200"/>
          <a:ext cx="406400" cy="571500"/>
        </p:xfrm>
        <a:graphic>
          <a:graphicData uri="http://schemas.openxmlformats.org/presentationml/2006/ole">
            <p:oleObj spid="_x0000_s46084" name="Equation" r:id="rId5" imgW="406080" imgH="571320" progId="Equation.3">
              <p:embed/>
            </p:oleObj>
          </a:graphicData>
        </a:graphic>
      </p:graphicFrame>
      <p:graphicFrame>
        <p:nvGraphicFramePr>
          <p:cNvPr id="45061" name="Object 3"/>
          <p:cNvGraphicFramePr>
            <a:graphicFrameLocks noChangeAspect="1"/>
          </p:cNvGraphicFramePr>
          <p:nvPr/>
        </p:nvGraphicFramePr>
        <p:xfrm>
          <a:off x="6229350" y="4013200"/>
          <a:ext cx="481013" cy="571500"/>
        </p:xfrm>
        <a:graphic>
          <a:graphicData uri="http://schemas.openxmlformats.org/presentationml/2006/ole">
            <p:oleObj spid="_x0000_s46085" name="Equation" r:id="rId6" imgW="482400" imgH="571320" progId="Equation.3">
              <p:embed/>
            </p:oleObj>
          </a:graphicData>
        </a:graphic>
      </p:graphicFrame>
      <p:sp>
        <p:nvSpPr>
          <p:cNvPr id="45070" name="Oval 24"/>
          <p:cNvSpPr>
            <a:spLocks noChangeArrowheads="1"/>
          </p:cNvSpPr>
          <p:nvPr/>
        </p:nvSpPr>
        <p:spPr bwMode="auto">
          <a:xfrm>
            <a:off x="60960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Oval 25"/>
          <p:cNvSpPr>
            <a:spLocks noChangeArrowheads="1"/>
          </p:cNvSpPr>
          <p:nvPr/>
        </p:nvSpPr>
        <p:spPr bwMode="auto">
          <a:xfrm>
            <a:off x="3962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Line 26"/>
          <p:cNvSpPr>
            <a:spLocks noChangeShapeType="1"/>
          </p:cNvSpPr>
          <p:nvPr/>
        </p:nvSpPr>
        <p:spPr bwMode="auto">
          <a:xfrm>
            <a:off x="2667000" y="4419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Line 27"/>
          <p:cNvSpPr>
            <a:spLocks noChangeShapeType="1"/>
          </p:cNvSpPr>
          <p:nvPr/>
        </p:nvSpPr>
        <p:spPr bwMode="auto">
          <a:xfrm>
            <a:off x="4648200" y="4419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4" name="Freeform 28"/>
          <p:cNvSpPr>
            <a:spLocks/>
          </p:cNvSpPr>
          <p:nvPr/>
        </p:nvSpPr>
        <p:spPr bwMode="auto">
          <a:xfrm>
            <a:off x="2590800" y="3886200"/>
            <a:ext cx="1524000" cy="228600"/>
          </a:xfrm>
          <a:custGeom>
            <a:avLst/>
            <a:gdLst>
              <a:gd name="T0" fmla="*/ 1524000 w 960"/>
              <a:gd name="T1" fmla="*/ 228600 h 144"/>
              <a:gd name="T2" fmla="*/ 838200 w 960"/>
              <a:gd name="T3" fmla="*/ 0 h 144"/>
              <a:gd name="T4" fmla="*/ 0 w 960"/>
              <a:gd name="T5" fmla="*/ 228600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5" name="Freeform 29"/>
          <p:cNvSpPr>
            <a:spLocks/>
          </p:cNvSpPr>
          <p:nvPr/>
        </p:nvSpPr>
        <p:spPr bwMode="auto">
          <a:xfrm>
            <a:off x="2362200" y="4724400"/>
            <a:ext cx="3962400" cy="1168400"/>
          </a:xfrm>
          <a:custGeom>
            <a:avLst/>
            <a:gdLst>
              <a:gd name="T0" fmla="*/ 0 w 2496"/>
              <a:gd name="T1" fmla="*/ 152400 h 736"/>
              <a:gd name="T2" fmla="*/ 1828800 w 2496"/>
              <a:gd name="T3" fmla="*/ 1143000 h 736"/>
              <a:gd name="T4" fmla="*/ 3962400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6" name="Line 30"/>
          <p:cNvSpPr>
            <a:spLocks noChangeShapeType="1"/>
          </p:cNvSpPr>
          <p:nvPr/>
        </p:nvSpPr>
        <p:spPr bwMode="auto">
          <a:xfrm>
            <a:off x="11430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62" name="Object 4"/>
          <p:cNvGraphicFramePr>
            <a:graphicFrameLocks noChangeAspect="1"/>
          </p:cNvGraphicFramePr>
          <p:nvPr/>
        </p:nvGraphicFramePr>
        <p:xfrm>
          <a:off x="3270250" y="3409950"/>
          <a:ext cx="265113" cy="419100"/>
        </p:xfrm>
        <a:graphic>
          <a:graphicData uri="http://schemas.openxmlformats.org/presentationml/2006/ole">
            <p:oleObj spid="_x0000_s46086" name="Equation" r:id="rId7" imgW="266400" imgH="419040" progId="Equation.3">
              <p:embed/>
            </p:oleObj>
          </a:graphicData>
        </a:graphic>
      </p:graphicFrame>
      <p:graphicFrame>
        <p:nvGraphicFramePr>
          <p:cNvPr id="45063" name="Object 5"/>
          <p:cNvGraphicFramePr>
            <a:graphicFrameLocks noChangeAspect="1"/>
          </p:cNvGraphicFramePr>
          <p:nvPr/>
        </p:nvGraphicFramePr>
        <p:xfrm>
          <a:off x="3346450" y="4476750"/>
          <a:ext cx="176213" cy="406400"/>
        </p:xfrm>
        <a:graphic>
          <a:graphicData uri="http://schemas.openxmlformats.org/presentationml/2006/ole">
            <p:oleObj spid="_x0000_s46087" name="Equation" r:id="rId8" imgW="177480" imgH="406080" progId="Equation.3">
              <p:embed/>
            </p:oleObj>
          </a:graphicData>
        </a:graphic>
      </p:graphicFrame>
      <p:graphicFrame>
        <p:nvGraphicFramePr>
          <p:cNvPr id="45064" name="Object 6"/>
          <p:cNvGraphicFramePr>
            <a:graphicFrameLocks noChangeAspect="1"/>
          </p:cNvGraphicFramePr>
          <p:nvPr/>
        </p:nvGraphicFramePr>
        <p:xfrm>
          <a:off x="5073650" y="3937000"/>
          <a:ext cx="660400" cy="531813"/>
        </p:xfrm>
        <a:graphic>
          <a:graphicData uri="http://schemas.openxmlformats.org/presentationml/2006/ole">
            <p:oleObj spid="_x0000_s46088" name="Equation" r:id="rId9" imgW="660240" imgH="533160" progId="Equation.3">
              <p:embed/>
            </p:oleObj>
          </a:graphicData>
        </a:graphic>
      </p:graphicFrame>
      <p:graphicFrame>
        <p:nvGraphicFramePr>
          <p:cNvPr id="45065" name="Object 7"/>
          <p:cNvGraphicFramePr>
            <a:graphicFrameLocks noChangeAspect="1"/>
          </p:cNvGraphicFramePr>
          <p:nvPr/>
        </p:nvGraphicFramePr>
        <p:xfrm>
          <a:off x="3962400" y="5410200"/>
          <a:ext cx="328613" cy="419100"/>
        </p:xfrm>
        <a:graphic>
          <a:graphicData uri="http://schemas.openxmlformats.org/presentationml/2006/ole">
            <p:oleObj spid="_x0000_s46089" name="Equation" r:id="rId10" imgW="330120" imgH="419040" progId="Equation.3">
              <p:embed/>
            </p:oleObj>
          </a:graphicData>
        </a:graphic>
      </p:graphicFrame>
      <p:sp>
        <p:nvSpPr>
          <p:cNvPr id="45077" name="Text Box 35"/>
          <p:cNvSpPr txBox="1">
            <a:spLocks noChangeArrowheads="1"/>
          </p:cNvSpPr>
          <p:nvPr/>
        </p:nvSpPr>
        <p:spPr bwMode="auto">
          <a:xfrm>
            <a:off x="2438400" y="609600"/>
            <a:ext cx="3743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Language accepted</a:t>
            </a:r>
          </a:p>
        </p:txBody>
      </p:sp>
      <p:sp>
        <p:nvSpPr>
          <p:cNvPr id="45078" name="Text Box 36"/>
          <p:cNvSpPr txBox="1">
            <a:spLocks noChangeArrowheads="1"/>
          </p:cNvSpPr>
          <p:nvPr/>
        </p:nvSpPr>
        <p:spPr bwMode="auto">
          <a:xfrm>
            <a:off x="6781800" y="4419600"/>
            <a:ext cx="2006600" cy="1031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2800"/>
              <a:t>(redundant</a:t>
            </a:r>
          </a:p>
          <a:p>
            <a:r>
              <a:rPr lang="en-US" sz="2800"/>
              <a:t> state)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60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B6024E5-038F-46B5-AB72-03D9AE33D4FF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46091" name="Text Box 2"/>
          <p:cNvSpPr txBox="1">
            <a:spLocks noChangeArrowheads="1"/>
          </p:cNvSpPr>
          <p:nvPr/>
        </p:nvSpPr>
        <p:spPr bwMode="auto">
          <a:xfrm>
            <a:off x="0" y="228600"/>
            <a:ext cx="1920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Remarks:</a:t>
            </a:r>
          </a:p>
        </p:txBody>
      </p:sp>
      <p:sp>
        <p:nvSpPr>
          <p:cNvPr id="46092" name="Text Box 3"/>
          <p:cNvSpPr txBox="1">
            <a:spLocks noChangeArrowheads="1"/>
          </p:cNvSpPr>
          <p:nvPr/>
        </p:nvSpPr>
        <p:spPr bwMode="auto">
          <a:xfrm>
            <a:off x="914400" y="914400"/>
            <a:ext cx="75501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The        symbol never appears on the </a:t>
            </a:r>
          </a:p>
          <a:p>
            <a:r>
              <a:rPr lang="en-US"/>
              <a:t> input tape </a:t>
            </a:r>
          </a:p>
        </p:txBody>
      </p:sp>
      <p:graphicFrame>
        <p:nvGraphicFramePr>
          <p:cNvPr id="46082" name="Object 1024"/>
          <p:cNvGraphicFramePr>
            <a:graphicFrameLocks noChangeAspect="1"/>
          </p:cNvGraphicFramePr>
          <p:nvPr/>
        </p:nvGraphicFramePr>
        <p:xfrm>
          <a:off x="2133600" y="990600"/>
          <a:ext cx="328613" cy="419100"/>
        </p:xfrm>
        <a:graphic>
          <a:graphicData uri="http://schemas.openxmlformats.org/presentationml/2006/ole">
            <p:oleObj spid="_x0000_s47106" name="Equation" r:id="rId3" imgW="330120" imgH="419040" progId="Equation.3">
              <p:embed/>
            </p:oleObj>
          </a:graphicData>
        </a:graphic>
      </p:graphicFrame>
      <p:sp>
        <p:nvSpPr>
          <p:cNvPr id="46093" name="Oval 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4" name="Oval 6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83" name="Object 1025"/>
          <p:cNvGraphicFramePr>
            <a:graphicFrameLocks noChangeAspect="1"/>
          </p:cNvGraphicFramePr>
          <p:nvPr/>
        </p:nvGraphicFramePr>
        <p:xfrm>
          <a:off x="7061200" y="4241800"/>
          <a:ext cx="481013" cy="582613"/>
        </p:xfrm>
        <a:graphic>
          <a:graphicData uri="http://schemas.openxmlformats.org/presentationml/2006/ole">
            <p:oleObj spid="_x0000_s47107" name="Equation" r:id="rId4" imgW="482400" imgH="583920" progId="Equation.3">
              <p:embed/>
            </p:oleObj>
          </a:graphicData>
        </a:graphic>
      </p:graphicFrame>
      <p:sp>
        <p:nvSpPr>
          <p:cNvPr id="46095" name="Line 8"/>
          <p:cNvSpPr>
            <a:spLocks noChangeShapeType="1"/>
          </p:cNvSpPr>
          <p:nvPr/>
        </p:nvSpPr>
        <p:spPr bwMode="auto">
          <a:xfrm>
            <a:off x="62484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84" name="Object 1026"/>
          <p:cNvGraphicFramePr>
            <a:graphicFrameLocks noChangeAspect="1"/>
          </p:cNvGraphicFramePr>
          <p:nvPr/>
        </p:nvGraphicFramePr>
        <p:xfrm>
          <a:off x="6896100" y="3416300"/>
          <a:ext cx="723900" cy="571500"/>
        </p:xfrm>
        <a:graphic>
          <a:graphicData uri="http://schemas.openxmlformats.org/presentationml/2006/ole">
            <p:oleObj spid="_x0000_s47108" name="Equation" r:id="rId5" imgW="723600" imgH="571320" progId="Equation.3">
              <p:embed/>
            </p:oleObj>
          </a:graphicData>
        </a:graphic>
      </p:graphicFrame>
      <p:sp>
        <p:nvSpPr>
          <p:cNvPr id="46096" name="Oval 10"/>
          <p:cNvSpPr>
            <a:spLocks noChangeArrowheads="1"/>
          </p:cNvSpPr>
          <p:nvPr/>
        </p:nvSpPr>
        <p:spPr bwMode="auto">
          <a:xfrm>
            <a:off x="1981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85" name="Object 1027"/>
          <p:cNvGraphicFramePr>
            <a:graphicFrameLocks noChangeAspect="1"/>
          </p:cNvGraphicFramePr>
          <p:nvPr/>
        </p:nvGraphicFramePr>
        <p:xfrm>
          <a:off x="2108200" y="4241800"/>
          <a:ext cx="481013" cy="582613"/>
        </p:xfrm>
        <a:graphic>
          <a:graphicData uri="http://schemas.openxmlformats.org/presentationml/2006/ole">
            <p:oleObj spid="_x0000_s47109" name="Equation" r:id="rId6" imgW="482400" imgH="583920" progId="Equation.3">
              <p:embed/>
            </p:oleObj>
          </a:graphicData>
        </a:graphic>
      </p:graphicFrame>
      <p:sp>
        <p:nvSpPr>
          <p:cNvPr id="46097" name="Line 13"/>
          <p:cNvSpPr>
            <a:spLocks noChangeShapeType="1"/>
          </p:cNvSpPr>
          <p:nvPr/>
        </p:nvSpPr>
        <p:spPr bwMode="auto">
          <a:xfrm>
            <a:off x="1447800" y="4495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86" name="Object 1028"/>
          <p:cNvGraphicFramePr>
            <a:graphicFrameLocks noChangeAspect="1"/>
          </p:cNvGraphicFramePr>
          <p:nvPr/>
        </p:nvGraphicFramePr>
        <p:xfrm>
          <a:off x="1981200" y="3505200"/>
          <a:ext cx="647700" cy="571500"/>
        </p:xfrm>
        <a:graphic>
          <a:graphicData uri="http://schemas.openxmlformats.org/presentationml/2006/ole">
            <p:oleObj spid="_x0000_s47110" name="Equation" r:id="rId7" imgW="647640" imgH="571320" progId="Equation.3">
              <p:embed/>
            </p:oleObj>
          </a:graphicData>
        </a:graphic>
      </p:graphicFrame>
      <p:graphicFrame>
        <p:nvGraphicFramePr>
          <p:cNvPr id="46087" name="Object 1029"/>
          <p:cNvGraphicFramePr>
            <a:graphicFrameLocks noChangeAspect="1"/>
          </p:cNvGraphicFramePr>
          <p:nvPr/>
        </p:nvGraphicFramePr>
        <p:xfrm>
          <a:off x="1143000" y="5334000"/>
          <a:ext cx="2298700" cy="571500"/>
        </p:xfrm>
        <a:graphic>
          <a:graphicData uri="http://schemas.openxmlformats.org/presentationml/2006/ole">
            <p:oleObj spid="_x0000_s47111" name="Equation" r:id="rId8" imgW="2298600" imgH="571320" progId="Equation.3">
              <p:embed/>
            </p:oleObj>
          </a:graphicData>
        </a:graphic>
      </p:graphicFrame>
      <p:graphicFrame>
        <p:nvGraphicFramePr>
          <p:cNvPr id="46088" name="Object 1030"/>
          <p:cNvGraphicFramePr>
            <a:graphicFrameLocks noChangeAspect="1"/>
          </p:cNvGraphicFramePr>
          <p:nvPr/>
        </p:nvGraphicFramePr>
        <p:xfrm>
          <a:off x="5949950" y="5410200"/>
          <a:ext cx="2590800" cy="571500"/>
        </p:xfrm>
        <a:graphic>
          <a:graphicData uri="http://schemas.openxmlformats.org/presentationml/2006/ole">
            <p:oleObj spid="_x0000_s47112" name="Equation" r:id="rId9" imgW="2590560" imgH="571320" progId="Equation.3">
              <p:embed/>
            </p:oleObj>
          </a:graphicData>
        </a:graphic>
      </p:graphicFrame>
      <p:sp>
        <p:nvSpPr>
          <p:cNvPr id="46098" name="Text Box 18"/>
          <p:cNvSpPr txBox="1">
            <a:spLocks noChangeArrowheads="1"/>
          </p:cNvSpPr>
          <p:nvPr/>
        </p:nvSpPr>
        <p:spPr bwMode="auto">
          <a:xfrm>
            <a:off x="914400" y="25146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Simple automata: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81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FC55A4-B80C-4D05-818C-F76883EC7514}" type="slidenum">
              <a:rPr lang="en-US" smtClean="0"/>
              <a:pPr/>
              <a:t>53</a:t>
            </a:fld>
            <a:endParaRPr lang="en-US" smtClean="0"/>
          </a:p>
        </p:txBody>
      </p:sp>
      <p:sp>
        <p:nvSpPr>
          <p:cNvPr id="481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Formal Definition of NFAs</a:t>
            </a:r>
          </a:p>
        </p:txBody>
      </p:sp>
      <p:sp>
        <p:nvSpPr>
          <p:cNvPr id="481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 </a:t>
            </a:r>
          </a:p>
        </p:txBody>
      </p:sp>
      <p:graphicFrame>
        <p:nvGraphicFramePr>
          <p:cNvPr id="48130" name="Object 4"/>
          <p:cNvGraphicFramePr>
            <a:graphicFrameLocks noChangeAspect="1"/>
          </p:cNvGraphicFramePr>
          <p:nvPr/>
        </p:nvGraphicFramePr>
        <p:xfrm>
          <a:off x="2051050" y="1119188"/>
          <a:ext cx="4673600" cy="581025"/>
        </p:xfrm>
        <a:graphic>
          <a:graphicData uri="http://schemas.openxmlformats.org/presentationml/2006/ole">
            <p:oleObj spid="_x0000_s48130" name="Equation" r:id="rId3" imgW="4673520" imgH="583920" progId="Equation.3">
              <p:embed/>
            </p:oleObj>
          </a:graphicData>
        </a:graphic>
      </p:graphicFrame>
      <p:graphicFrame>
        <p:nvGraphicFramePr>
          <p:cNvPr id="48131" name="Object 5"/>
          <p:cNvGraphicFramePr>
            <a:graphicFrameLocks noChangeAspect="1"/>
          </p:cNvGraphicFramePr>
          <p:nvPr/>
        </p:nvGraphicFramePr>
        <p:xfrm>
          <a:off x="431800" y="2260600"/>
          <a:ext cx="571500" cy="520700"/>
        </p:xfrm>
        <a:graphic>
          <a:graphicData uri="http://schemas.openxmlformats.org/presentationml/2006/ole">
            <p:oleObj spid="_x0000_s48131" name="Equation" r:id="rId4" imgW="571320" imgH="520560" progId="Equation.3">
              <p:embed/>
            </p:oleObj>
          </a:graphicData>
        </a:graphic>
      </p:graphicFrame>
      <p:graphicFrame>
        <p:nvGraphicFramePr>
          <p:cNvPr id="48132" name="Object 7"/>
          <p:cNvGraphicFramePr>
            <a:graphicFrameLocks noChangeAspect="1"/>
          </p:cNvGraphicFramePr>
          <p:nvPr/>
        </p:nvGraphicFramePr>
        <p:xfrm>
          <a:off x="479425" y="4038600"/>
          <a:ext cx="508000" cy="419100"/>
        </p:xfrm>
        <a:graphic>
          <a:graphicData uri="http://schemas.openxmlformats.org/presentationml/2006/ole">
            <p:oleObj spid="_x0000_s48132" name="Equation" r:id="rId5" imgW="507960" imgH="419040" progId="Equation.3">
              <p:embed/>
            </p:oleObj>
          </a:graphicData>
        </a:graphic>
      </p:graphicFrame>
      <p:graphicFrame>
        <p:nvGraphicFramePr>
          <p:cNvPr id="48133" name="Object 8"/>
          <p:cNvGraphicFramePr>
            <a:graphicFrameLocks noChangeAspect="1"/>
          </p:cNvGraphicFramePr>
          <p:nvPr/>
        </p:nvGraphicFramePr>
        <p:xfrm>
          <a:off x="385763" y="4795838"/>
          <a:ext cx="696912" cy="582612"/>
        </p:xfrm>
        <a:graphic>
          <a:graphicData uri="http://schemas.openxmlformats.org/presentationml/2006/ole">
            <p:oleObj spid="_x0000_s48133" name="Equation" r:id="rId6" imgW="698400" imgH="583920" progId="Equation.3">
              <p:embed/>
            </p:oleObj>
          </a:graphicData>
        </a:graphic>
      </p:graphicFrame>
      <p:graphicFrame>
        <p:nvGraphicFramePr>
          <p:cNvPr id="48134" name="Object 9"/>
          <p:cNvGraphicFramePr>
            <a:graphicFrameLocks noChangeAspect="1"/>
          </p:cNvGraphicFramePr>
          <p:nvPr/>
        </p:nvGraphicFramePr>
        <p:xfrm>
          <a:off x="442913" y="5873750"/>
          <a:ext cx="582612" cy="406400"/>
        </p:xfrm>
        <a:graphic>
          <a:graphicData uri="http://schemas.openxmlformats.org/presentationml/2006/ole">
            <p:oleObj spid="_x0000_s48134" name="Equation" r:id="rId7" imgW="583920" imgH="406080" progId="Equation.3">
              <p:embed/>
            </p:oleObj>
          </a:graphicData>
        </a:graphic>
      </p:graphicFrame>
      <p:sp>
        <p:nvSpPr>
          <p:cNvPr id="48143" name="Text Box 10"/>
          <p:cNvSpPr txBox="1">
            <a:spLocks noChangeArrowheads="1"/>
          </p:cNvSpPr>
          <p:nvPr/>
        </p:nvSpPr>
        <p:spPr bwMode="auto">
          <a:xfrm>
            <a:off x="1279525" y="2235200"/>
            <a:ext cx="36544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Set of states,  i.e.</a:t>
            </a:r>
          </a:p>
        </p:txBody>
      </p:sp>
      <p:graphicFrame>
        <p:nvGraphicFramePr>
          <p:cNvPr id="48135" name="Object 11"/>
          <p:cNvGraphicFramePr>
            <a:graphicFrameLocks noChangeAspect="1"/>
          </p:cNvGraphicFramePr>
          <p:nvPr/>
        </p:nvGraphicFramePr>
        <p:xfrm>
          <a:off x="5105400" y="2209800"/>
          <a:ext cx="2247900" cy="582613"/>
        </p:xfrm>
        <a:graphic>
          <a:graphicData uri="http://schemas.openxmlformats.org/presentationml/2006/ole">
            <p:oleObj spid="_x0000_s48135" name="Equation" r:id="rId8" imgW="2247840" imgH="583920" progId="Equation.3">
              <p:embed/>
            </p:oleObj>
          </a:graphicData>
        </a:graphic>
      </p:graphicFrame>
      <p:graphicFrame>
        <p:nvGraphicFramePr>
          <p:cNvPr id="48136" name="Object 6"/>
          <p:cNvGraphicFramePr>
            <a:graphicFrameLocks noChangeAspect="1"/>
          </p:cNvGraphicFramePr>
          <p:nvPr/>
        </p:nvGraphicFramePr>
        <p:xfrm>
          <a:off x="431800" y="3232150"/>
          <a:ext cx="508000" cy="406400"/>
        </p:xfrm>
        <a:graphic>
          <a:graphicData uri="http://schemas.openxmlformats.org/presentationml/2006/ole">
            <p:oleObj spid="_x0000_s48136" name="Equation" r:id="rId9" imgW="507960" imgH="406080" progId="Equation.3">
              <p:embed/>
            </p:oleObj>
          </a:graphicData>
        </a:graphic>
      </p:graphicFrame>
      <p:sp>
        <p:nvSpPr>
          <p:cNvPr id="48144" name="Text Box 12"/>
          <p:cNvSpPr txBox="1">
            <a:spLocks noChangeArrowheads="1"/>
          </p:cNvSpPr>
          <p:nvPr/>
        </p:nvSpPr>
        <p:spPr bwMode="auto">
          <a:xfrm>
            <a:off x="1263650" y="3124200"/>
            <a:ext cx="37719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Input aplhabet, i.e.</a:t>
            </a:r>
          </a:p>
        </p:txBody>
      </p:sp>
      <p:graphicFrame>
        <p:nvGraphicFramePr>
          <p:cNvPr id="48137" name="Object 13"/>
          <p:cNvGraphicFramePr>
            <a:graphicFrameLocks noChangeAspect="1"/>
          </p:cNvGraphicFramePr>
          <p:nvPr/>
        </p:nvGraphicFramePr>
        <p:xfrm>
          <a:off x="5105400" y="3124200"/>
          <a:ext cx="1103313" cy="571500"/>
        </p:xfrm>
        <a:graphic>
          <a:graphicData uri="http://schemas.openxmlformats.org/presentationml/2006/ole">
            <p:oleObj spid="_x0000_s48137" name="Equation" r:id="rId10" imgW="1104840" imgH="571320" progId="Equation.3">
              <p:embed/>
            </p:oleObj>
          </a:graphicData>
        </a:graphic>
      </p:graphicFrame>
      <p:sp>
        <p:nvSpPr>
          <p:cNvPr id="48145" name="Text Box 14"/>
          <p:cNvSpPr txBox="1">
            <a:spLocks noChangeArrowheads="1"/>
          </p:cNvSpPr>
          <p:nvPr/>
        </p:nvSpPr>
        <p:spPr bwMode="auto">
          <a:xfrm>
            <a:off x="1295400" y="3886200"/>
            <a:ext cx="3817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Transition function</a:t>
            </a:r>
          </a:p>
        </p:txBody>
      </p:sp>
      <p:sp>
        <p:nvSpPr>
          <p:cNvPr id="48146" name="Text Box 16"/>
          <p:cNvSpPr txBox="1">
            <a:spLocks noChangeArrowheads="1"/>
          </p:cNvSpPr>
          <p:nvPr/>
        </p:nvSpPr>
        <p:spPr bwMode="auto">
          <a:xfrm>
            <a:off x="1295400" y="4876800"/>
            <a:ext cx="24939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Initial state</a:t>
            </a:r>
          </a:p>
        </p:txBody>
      </p:sp>
      <p:sp>
        <p:nvSpPr>
          <p:cNvPr id="48147" name="Text Box 17"/>
          <p:cNvSpPr txBox="1">
            <a:spLocks noChangeArrowheads="1"/>
          </p:cNvSpPr>
          <p:nvPr/>
        </p:nvSpPr>
        <p:spPr bwMode="auto">
          <a:xfrm>
            <a:off x="1295400" y="5791200"/>
            <a:ext cx="3408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Accepting states</a:t>
            </a:r>
          </a:p>
        </p:txBody>
      </p:sp>
      <p:graphicFrame>
        <p:nvGraphicFramePr>
          <p:cNvPr id="48138" name="Object 19"/>
          <p:cNvGraphicFramePr>
            <a:graphicFrameLocks noChangeAspect="1"/>
          </p:cNvGraphicFramePr>
          <p:nvPr/>
        </p:nvGraphicFramePr>
        <p:xfrm>
          <a:off x="7086600" y="3124200"/>
          <a:ext cx="1371600" cy="619125"/>
        </p:xfrm>
        <a:graphic>
          <a:graphicData uri="http://schemas.openxmlformats.org/presentationml/2006/ole">
            <p:oleObj spid="_x0000_s48138" name="Equation" r:id="rId11" imgW="3934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4916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F810F8-7FC0-4464-A01E-3056592D80F5}" type="slidenum">
              <a:rPr lang="en-US" smtClean="0"/>
              <a:pPr/>
              <a:t>54</a:t>
            </a:fld>
            <a:endParaRPr lang="en-US" smtClean="0"/>
          </a:p>
        </p:txBody>
      </p:sp>
      <p:graphicFrame>
        <p:nvGraphicFramePr>
          <p:cNvPr id="49154" name="Object 1024"/>
          <p:cNvGraphicFramePr>
            <a:graphicFrameLocks noChangeAspect="1"/>
          </p:cNvGraphicFramePr>
          <p:nvPr/>
        </p:nvGraphicFramePr>
        <p:xfrm>
          <a:off x="762000" y="1524000"/>
          <a:ext cx="4210050" cy="617538"/>
        </p:xfrm>
        <a:graphic>
          <a:graphicData uri="http://schemas.openxmlformats.org/presentationml/2006/ole">
            <p:oleObj spid="_x0000_s49154" name="Equation" r:id="rId3" imgW="1473120" imgH="215640" progId="Equation.3">
              <p:embed/>
            </p:oleObj>
          </a:graphicData>
        </a:graphic>
      </p:graphicFrame>
      <p:sp>
        <p:nvSpPr>
          <p:cNvPr id="49166" name="Rectangle 21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Transition Function </a:t>
            </a:r>
          </a:p>
        </p:txBody>
      </p:sp>
      <p:graphicFrame>
        <p:nvGraphicFramePr>
          <p:cNvPr id="49155" name="Object 1025"/>
          <p:cNvGraphicFramePr>
            <a:graphicFrameLocks noChangeAspect="1"/>
          </p:cNvGraphicFramePr>
          <p:nvPr/>
        </p:nvGraphicFramePr>
        <p:xfrm>
          <a:off x="6845300" y="209550"/>
          <a:ext cx="328613" cy="419100"/>
        </p:xfrm>
        <a:graphic>
          <a:graphicData uri="http://schemas.openxmlformats.org/presentationml/2006/ole">
            <p:oleObj spid="_x0000_s49155" name="Equation" r:id="rId4" imgW="330120" imgH="419040" progId="Equation.3">
              <p:embed/>
            </p:oleObj>
          </a:graphicData>
        </a:graphic>
      </p:graphicFrame>
      <p:sp>
        <p:nvSpPr>
          <p:cNvPr id="49167" name="Oval 30"/>
          <p:cNvSpPr>
            <a:spLocks noChangeArrowheads="1"/>
          </p:cNvSpPr>
          <p:nvPr/>
        </p:nvSpPr>
        <p:spPr bwMode="auto">
          <a:xfrm>
            <a:off x="1082675" y="3860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56" name="Object 1026"/>
          <p:cNvGraphicFramePr>
            <a:graphicFrameLocks noChangeAspect="1"/>
          </p:cNvGraphicFramePr>
          <p:nvPr/>
        </p:nvGraphicFramePr>
        <p:xfrm>
          <a:off x="1158875" y="3860800"/>
          <a:ext cx="501650" cy="685800"/>
        </p:xfrm>
        <a:graphic>
          <a:graphicData uri="http://schemas.openxmlformats.org/presentationml/2006/ole">
            <p:oleObj spid="_x0000_s49156" name="Equation" r:id="rId5" imgW="139680" imgH="190440" progId="Equation.3">
              <p:embed/>
            </p:oleObj>
          </a:graphicData>
        </a:graphic>
      </p:graphicFrame>
      <p:sp>
        <p:nvSpPr>
          <p:cNvPr id="49168" name="Line 33"/>
          <p:cNvSpPr>
            <a:spLocks noChangeShapeType="1"/>
          </p:cNvSpPr>
          <p:nvPr/>
        </p:nvSpPr>
        <p:spPr bwMode="auto">
          <a:xfrm flipV="1">
            <a:off x="1690688" y="3402013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9169" name="Oval 34"/>
          <p:cNvSpPr>
            <a:spLocks noChangeArrowheads="1"/>
          </p:cNvSpPr>
          <p:nvPr/>
        </p:nvSpPr>
        <p:spPr bwMode="auto">
          <a:xfrm>
            <a:off x="2911475" y="2870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57" name="Object 1027"/>
          <p:cNvGraphicFramePr>
            <a:graphicFrameLocks noChangeAspect="1"/>
          </p:cNvGraphicFramePr>
          <p:nvPr/>
        </p:nvGraphicFramePr>
        <p:xfrm>
          <a:off x="2987675" y="2870200"/>
          <a:ext cx="461963" cy="655638"/>
        </p:xfrm>
        <a:graphic>
          <a:graphicData uri="http://schemas.openxmlformats.org/presentationml/2006/ole">
            <p:oleObj spid="_x0000_s49157" name="Equation" r:id="rId6" imgW="152280" imgH="215640" progId="Equation.3">
              <p:embed/>
            </p:oleObj>
          </a:graphicData>
        </a:graphic>
      </p:graphicFrame>
      <p:sp>
        <p:nvSpPr>
          <p:cNvPr id="49170" name="Oval 36"/>
          <p:cNvSpPr>
            <a:spLocks noChangeArrowheads="1"/>
          </p:cNvSpPr>
          <p:nvPr/>
        </p:nvSpPr>
        <p:spPr bwMode="auto">
          <a:xfrm>
            <a:off x="2987675" y="3937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Oval 37"/>
          <p:cNvSpPr>
            <a:spLocks noChangeArrowheads="1"/>
          </p:cNvSpPr>
          <p:nvPr/>
        </p:nvSpPr>
        <p:spPr bwMode="auto">
          <a:xfrm>
            <a:off x="2987675" y="546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38"/>
          <p:cNvSpPr>
            <a:spLocks noChangeShapeType="1"/>
          </p:cNvSpPr>
          <p:nvPr/>
        </p:nvSpPr>
        <p:spPr bwMode="auto">
          <a:xfrm>
            <a:off x="1768475" y="4241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9173" name="Line 39"/>
          <p:cNvSpPr>
            <a:spLocks noChangeShapeType="1"/>
          </p:cNvSpPr>
          <p:nvPr/>
        </p:nvSpPr>
        <p:spPr bwMode="auto">
          <a:xfrm>
            <a:off x="1616075" y="4470400"/>
            <a:ext cx="1371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9174" name="Line 40"/>
          <p:cNvSpPr>
            <a:spLocks noChangeShapeType="1"/>
          </p:cNvSpPr>
          <p:nvPr/>
        </p:nvSpPr>
        <p:spPr bwMode="auto">
          <a:xfrm>
            <a:off x="3368675" y="4775200"/>
            <a:ext cx="0" cy="533400"/>
          </a:xfrm>
          <a:prstGeom prst="line">
            <a:avLst/>
          </a:prstGeom>
          <a:noFill/>
          <a:ln w="50800" cap="rnd">
            <a:solidFill>
              <a:schemeClr val="tx1"/>
            </a:solidFill>
            <a:prstDash val="sysDot"/>
            <a:round/>
            <a:headEnd/>
            <a:tailEnd type="none" w="lg" len="lg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49158" name="Object 1028"/>
          <p:cNvGraphicFramePr>
            <a:graphicFrameLocks noChangeAspect="1"/>
          </p:cNvGraphicFramePr>
          <p:nvPr/>
        </p:nvGraphicFramePr>
        <p:xfrm>
          <a:off x="3063875" y="3937000"/>
          <a:ext cx="461963" cy="655638"/>
        </p:xfrm>
        <a:graphic>
          <a:graphicData uri="http://schemas.openxmlformats.org/presentationml/2006/ole">
            <p:oleObj spid="_x0000_s49158" name="Equation" r:id="rId7" imgW="152280" imgH="215640" progId="Equation.3">
              <p:embed/>
            </p:oleObj>
          </a:graphicData>
        </a:graphic>
      </p:graphicFrame>
      <p:graphicFrame>
        <p:nvGraphicFramePr>
          <p:cNvPr id="49159" name="Object 1029"/>
          <p:cNvGraphicFramePr>
            <a:graphicFrameLocks noChangeAspect="1"/>
          </p:cNvGraphicFramePr>
          <p:nvPr/>
        </p:nvGraphicFramePr>
        <p:xfrm>
          <a:off x="3025775" y="5537200"/>
          <a:ext cx="539750" cy="655638"/>
        </p:xfrm>
        <a:graphic>
          <a:graphicData uri="http://schemas.openxmlformats.org/presentationml/2006/ole">
            <p:oleObj spid="_x0000_s49159" name="Equation" r:id="rId8" imgW="177480" imgH="215640" progId="Equation.3">
              <p:embed/>
            </p:oleObj>
          </a:graphicData>
        </a:graphic>
      </p:graphicFrame>
      <p:graphicFrame>
        <p:nvGraphicFramePr>
          <p:cNvPr id="49160" name="Object 1030"/>
          <p:cNvGraphicFramePr>
            <a:graphicFrameLocks noChangeAspect="1"/>
          </p:cNvGraphicFramePr>
          <p:nvPr/>
        </p:nvGraphicFramePr>
        <p:xfrm>
          <a:off x="2073275" y="3403600"/>
          <a:ext cx="311150" cy="287338"/>
        </p:xfrm>
        <a:graphic>
          <a:graphicData uri="http://schemas.openxmlformats.org/presentationml/2006/ole">
            <p:oleObj spid="_x0000_s49160" name="Equation" r:id="rId9" imgW="164880" imgH="152280" progId="Equation.3">
              <p:embed/>
            </p:oleObj>
          </a:graphicData>
        </a:graphic>
      </p:graphicFrame>
      <p:graphicFrame>
        <p:nvGraphicFramePr>
          <p:cNvPr id="49161" name="Object 1031"/>
          <p:cNvGraphicFramePr>
            <a:graphicFrameLocks noChangeAspect="1"/>
          </p:cNvGraphicFramePr>
          <p:nvPr/>
        </p:nvGraphicFramePr>
        <p:xfrm>
          <a:off x="2149475" y="3937000"/>
          <a:ext cx="311150" cy="287338"/>
        </p:xfrm>
        <a:graphic>
          <a:graphicData uri="http://schemas.openxmlformats.org/presentationml/2006/ole">
            <p:oleObj spid="_x0000_s49161" name="Equation" r:id="rId10" imgW="164880" imgH="152280" progId="Equation.3">
              <p:embed/>
            </p:oleObj>
          </a:graphicData>
        </a:graphic>
      </p:graphicFrame>
      <p:graphicFrame>
        <p:nvGraphicFramePr>
          <p:cNvPr id="49162" name="Object 1032"/>
          <p:cNvGraphicFramePr>
            <a:graphicFrameLocks noChangeAspect="1"/>
          </p:cNvGraphicFramePr>
          <p:nvPr/>
        </p:nvGraphicFramePr>
        <p:xfrm>
          <a:off x="2225675" y="4851400"/>
          <a:ext cx="311150" cy="287338"/>
        </p:xfrm>
        <a:graphic>
          <a:graphicData uri="http://schemas.openxmlformats.org/presentationml/2006/ole">
            <p:oleObj spid="_x0000_s49162" name="Equation" r:id="rId11" imgW="164880" imgH="152280" progId="Equation.3">
              <p:embed/>
            </p:oleObj>
          </a:graphicData>
        </a:graphic>
      </p:graphicFrame>
      <p:sp>
        <p:nvSpPr>
          <p:cNvPr id="49175" name="Text Box 46"/>
          <p:cNvSpPr txBox="1">
            <a:spLocks noChangeArrowheads="1"/>
          </p:cNvSpPr>
          <p:nvPr/>
        </p:nvSpPr>
        <p:spPr bwMode="auto">
          <a:xfrm>
            <a:off x="4038600" y="3276600"/>
            <a:ext cx="47323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resulting states with </a:t>
            </a:r>
          </a:p>
          <a:p>
            <a:r>
              <a:rPr lang="en-US"/>
              <a:t>following </a:t>
            </a:r>
            <a:r>
              <a:rPr lang="en-US">
                <a:solidFill>
                  <a:srgbClr val="FF0000"/>
                </a:solidFill>
              </a:rPr>
              <a:t>one</a:t>
            </a:r>
            <a:r>
              <a:rPr lang="en-US"/>
              <a:t> transition </a:t>
            </a:r>
          </a:p>
          <a:p>
            <a:r>
              <a:rPr lang="en-US"/>
              <a:t>with symbol</a:t>
            </a:r>
          </a:p>
        </p:txBody>
      </p:sp>
      <p:graphicFrame>
        <p:nvGraphicFramePr>
          <p:cNvPr id="49163" name="Object 1033"/>
          <p:cNvGraphicFramePr>
            <a:graphicFrameLocks noChangeAspect="1"/>
          </p:cNvGraphicFramePr>
          <p:nvPr/>
        </p:nvGraphicFramePr>
        <p:xfrm>
          <a:off x="6553200" y="4572000"/>
          <a:ext cx="457200" cy="422275"/>
        </p:xfrm>
        <a:graphic>
          <a:graphicData uri="http://schemas.openxmlformats.org/presentationml/2006/ole">
            <p:oleObj spid="_x0000_s49163" name="Equation" r:id="rId12" imgW="164880" imgH="152280" progId="Equation.3">
              <p:embed/>
            </p:oleObj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5018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90C564-16B6-4DB9-AB73-154219A4F37B}" type="slidenum">
              <a:rPr lang="en-US" smtClean="0"/>
              <a:pPr/>
              <a:t>55</a:t>
            </a:fld>
            <a:endParaRPr lang="en-US" smtClean="0"/>
          </a:p>
        </p:txBody>
      </p:sp>
      <p:graphicFrame>
        <p:nvGraphicFramePr>
          <p:cNvPr id="50178" name="Object 0"/>
          <p:cNvGraphicFramePr>
            <a:graphicFrameLocks noChangeAspect="1"/>
          </p:cNvGraphicFramePr>
          <p:nvPr/>
        </p:nvGraphicFramePr>
        <p:xfrm>
          <a:off x="2133600" y="2057400"/>
          <a:ext cx="2806700" cy="584200"/>
        </p:xfrm>
        <a:graphic>
          <a:graphicData uri="http://schemas.openxmlformats.org/presentationml/2006/ole">
            <p:oleObj spid="_x0000_s50178" name="Equation" r:id="rId3" imgW="2806560" imgH="583920" progId="Equation.3">
              <p:embed/>
            </p:oleObj>
          </a:graphicData>
        </a:graphic>
      </p:graphicFrame>
      <p:sp>
        <p:nvSpPr>
          <p:cNvPr id="50188" name="Oval 3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Oval 4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0" name="Oval 5"/>
          <p:cNvSpPr>
            <a:spLocks noChangeArrowheads="1"/>
          </p:cNvSpPr>
          <p:nvPr/>
        </p:nvSpPr>
        <p:spPr bwMode="auto">
          <a:xfrm>
            <a:off x="65087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1" name="Oval 6"/>
          <p:cNvSpPr>
            <a:spLocks noChangeArrowheads="1"/>
          </p:cNvSpPr>
          <p:nvPr/>
        </p:nvSpPr>
        <p:spPr bwMode="auto">
          <a:xfrm>
            <a:off x="4343400" y="42672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2" name="Line 7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3" name="Line 8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Freeform 9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>
              <a:gd name="T0" fmla="*/ 1524000 w 960"/>
              <a:gd name="T1" fmla="*/ 228600 h 144"/>
              <a:gd name="T2" fmla="*/ 838200 w 960"/>
              <a:gd name="T3" fmla="*/ 0 h 144"/>
              <a:gd name="T4" fmla="*/ 0 w 960"/>
              <a:gd name="T5" fmla="*/ 228600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5" name="Freeform 10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>
              <a:gd name="T0" fmla="*/ 0 w 2496"/>
              <a:gd name="T1" fmla="*/ 152400 h 736"/>
              <a:gd name="T2" fmla="*/ 1828800 w 2496"/>
              <a:gd name="T3" fmla="*/ 1143000 h 736"/>
              <a:gd name="T4" fmla="*/ 3962400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Line 11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79" name="Object 1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50179" name="Equation" r:id="rId4" imgW="266400" imgH="419040" progId="Equation.3">
              <p:embed/>
            </p:oleObj>
          </a:graphicData>
        </a:graphic>
      </p:graphicFrame>
      <p:graphicFrame>
        <p:nvGraphicFramePr>
          <p:cNvPr id="50180" name="Object 2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50180" name="Equation" r:id="rId5" imgW="177480" imgH="406080" progId="Equation.3">
              <p:embed/>
            </p:oleObj>
          </a:graphicData>
        </a:graphic>
      </p:graphicFrame>
      <p:graphicFrame>
        <p:nvGraphicFramePr>
          <p:cNvPr id="50181" name="Object 3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50181" name="Equation" r:id="rId6" imgW="660240" imgH="533160" progId="Equation.3">
              <p:embed/>
            </p:oleObj>
          </a:graphicData>
        </a:graphic>
      </p:graphicFrame>
      <p:graphicFrame>
        <p:nvGraphicFramePr>
          <p:cNvPr id="50182" name="Object 4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50182" name="Equation" r:id="rId7" imgW="330120" imgH="419040" progId="Equation.3">
              <p:embed/>
            </p:oleObj>
          </a:graphicData>
        </a:graphic>
      </p:graphicFrame>
      <p:graphicFrame>
        <p:nvGraphicFramePr>
          <p:cNvPr id="50183" name="Object 5"/>
          <p:cNvGraphicFramePr>
            <a:graphicFrameLocks noChangeAspect="1"/>
          </p:cNvGraphicFramePr>
          <p:nvPr/>
        </p:nvGraphicFramePr>
        <p:xfrm>
          <a:off x="2362200" y="4267200"/>
          <a:ext cx="481013" cy="582613"/>
        </p:xfrm>
        <a:graphic>
          <a:graphicData uri="http://schemas.openxmlformats.org/presentationml/2006/ole">
            <p:oleObj spid="_x0000_s50183" name="Equation" r:id="rId8" imgW="482400" imgH="583920" progId="Equation.3">
              <p:embed/>
            </p:oleObj>
          </a:graphicData>
        </a:graphic>
      </p:graphicFrame>
      <p:graphicFrame>
        <p:nvGraphicFramePr>
          <p:cNvPr id="50184" name="Object 6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50184" name="Equation" r:id="rId9" imgW="406080" imgH="571320" progId="Equation.3">
              <p:embed/>
            </p:oleObj>
          </a:graphicData>
        </a:graphic>
      </p:graphicFrame>
      <p:graphicFrame>
        <p:nvGraphicFramePr>
          <p:cNvPr id="50185" name="Object 7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50185" name="Equation" r:id="rId10" imgW="48240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512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2474CE-9BCE-4DDB-A564-EE9BD81F1E9F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51212" name="Oval 2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Oval 3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02" name="Object 1024"/>
          <p:cNvGraphicFramePr>
            <a:graphicFrameLocks noChangeAspect="1"/>
          </p:cNvGraphicFramePr>
          <p:nvPr/>
        </p:nvGraphicFramePr>
        <p:xfrm>
          <a:off x="2368550" y="4267200"/>
          <a:ext cx="481013" cy="582613"/>
        </p:xfrm>
        <a:graphic>
          <a:graphicData uri="http://schemas.openxmlformats.org/presentationml/2006/ole">
            <p:oleObj spid="_x0000_s51202" name="Equation" r:id="rId3" imgW="482400" imgH="583920" progId="Equation.3">
              <p:embed/>
            </p:oleObj>
          </a:graphicData>
        </a:graphic>
      </p:graphicFrame>
      <p:sp>
        <p:nvSpPr>
          <p:cNvPr id="51214" name="Oval 7"/>
          <p:cNvSpPr>
            <a:spLocks noChangeArrowheads="1"/>
          </p:cNvSpPr>
          <p:nvPr/>
        </p:nvSpPr>
        <p:spPr bwMode="auto">
          <a:xfrm>
            <a:off x="6477000" y="42672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5" name="Oval 8"/>
          <p:cNvSpPr>
            <a:spLocks noChangeArrowheads="1"/>
          </p:cNvSpPr>
          <p:nvPr/>
        </p:nvSpPr>
        <p:spPr bwMode="auto">
          <a:xfrm>
            <a:off x="4343400" y="42672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9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Line 10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Freeform 11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>
              <a:gd name="T0" fmla="*/ 1524000 w 960"/>
              <a:gd name="T1" fmla="*/ 228600 h 144"/>
              <a:gd name="T2" fmla="*/ 838200 w 960"/>
              <a:gd name="T3" fmla="*/ 0 h 144"/>
              <a:gd name="T4" fmla="*/ 0 w 960"/>
              <a:gd name="T5" fmla="*/ 228600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9" name="Freeform 12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>
              <a:gd name="T0" fmla="*/ 0 w 2496"/>
              <a:gd name="T1" fmla="*/ 152400 h 736"/>
              <a:gd name="T2" fmla="*/ 1828800 w 2496"/>
              <a:gd name="T3" fmla="*/ 1143000 h 736"/>
              <a:gd name="T4" fmla="*/ 3962400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Line 13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03" name="Object 1025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51203" name="Equation" r:id="rId4" imgW="266400" imgH="419040" progId="Equation.3">
              <p:embed/>
            </p:oleObj>
          </a:graphicData>
        </a:graphic>
      </p:graphicFrame>
      <p:graphicFrame>
        <p:nvGraphicFramePr>
          <p:cNvPr id="51204" name="Object 1026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51204" name="Equation" r:id="rId5" imgW="177480" imgH="406080" progId="Equation.3">
              <p:embed/>
            </p:oleObj>
          </a:graphicData>
        </a:graphic>
      </p:graphicFrame>
      <p:graphicFrame>
        <p:nvGraphicFramePr>
          <p:cNvPr id="51205" name="Object 1027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51205" name="Equation" r:id="rId6" imgW="660240" imgH="533160" progId="Equation.3">
              <p:embed/>
            </p:oleObj>
          </a:graphicData>
        </a:graphic>
      </p:graphicFrame>
      <p:graphicFrame>
        <p:nvGraphicFramePr>
          <p:cNvPr id="51206" name="Object 1028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51206" name="Equation" r:id="rId7" imgW="330120" imgH="419040" progId="Equation.3">
              <p:embed/>
            </p:oleObj>
          </a:graphicData>
        </a:graphic>
      </p:graphicFrame>
      <p:graphicFrame>
        <p:nvGraphicFramePr>
          <p:cNvPr id="51207" name="Object 1029"/>
          <p:cNvGraphicFramePr>
            <a:graphicFrameLocks noChangeAspect="1"/>
          </p:cNvGraphicFramePr>
          <p:nvPr/>
        </p:nvGraphicFramePr>
        <p:xfrm>
          <a:off x="1981200" y="1828800"/>
          <a:ext cx="3530600" cy="584200"/>
        </p:xfrm>
        <a:graphic>
          <a:graphicData uri="http://schemas.openxmlformats.org/presentationml/2006/ole">
            <p:oleObj spid="_x0000_s51207" name="Equation" r:id="rId8" imgW="3530520" imgH="583920" progId="Equation.3">
              <p:embed/>
            </p:oleObj>
          </a:graphicData>
        </a:graphic>
      </p:graphicFrame>
      <p:graphicFrame>
        <p:nvGraphicFramePr>
          <p:cNvPr id="51208" name="Object 1030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51208" name="Equation" r:id="rId9" imgW="406080" imgH="571320" progId="Equation.3">
              <p:embed/>
            </p:oleObj>
          </a:graphicData>
        </a:graphic>
      </p:graphicFrame>
      <p:graphicFrame>
        <p:nvGraphicFramePr>
          <p:cNvPr id="51209" name="Object 1031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51209" name="Equation" r:id="rId10" imgW="48240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522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030F40-FBFC-4B60-9B96-35B5CAAAD49C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52236" name="Oval 4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Oval 5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26" name="Object 1024"/>
          <p:cNvGraphicFramePr>
            <a:graphicFrameLocks noChangeAspect="1"/>
          </p:cNvGraphicFramePr>
          <p:nvPr/>
        </p:nvGraphicFramePr>
        <p:xfrm>
          <a:off x="2368550" y="4267200"/>
          <a:ext cx="481013" cy="582613"/>
        </p:xfrm>
        <a:graphic>
          <a:graphicData uri="http://schemas.openxmlformats.org/presentationml/2006/ole">
            <p:oleObj spid="_x0000_s52226" name="Equation" r:id="rId3" imgW="482400" imgH="583920" progId="Equation.3">
              <p:embed/>
            </p:oleObj>
          </a:graphicData>
        </a:graphic>
      </p:graphicFrame>
      <p:sp>
        <p:nvSpPr>
          <p:cNvPr id="52238" name="Oval 7"/>
          <p:cNvSpPr>
            <a:spLocks noChangeArrowheads="1"/>
          </p:cNvSpPr>
          <p:nvPr/>
        </p:nvSpPr>
        <p:spPr bwMode="auto">
          <a:xfrm>
            <a:off x="65087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Oval 8"/>
          <p:cNvSpPr>
            <a:spLocks noChangeArrowheads="1"/>
          </p:cNvSpPr>
          <p:nvPr/>
        </p:nvSpPr>
        <p:spPr bwMode="auto">
          <a:xfrm>
            <a:off x="43751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9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Line 10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Freeform 11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>
              <a:gd name="T0" fmla="*/ 1524000 w 960"/>
              <a:gd name="T1" fmla="*/ 228600 h 144"/>
              <a:gd name="T2" fmla="*/ 838200 w 960"/>
              <a:gd name="T3" fmla="*/ 0 h 144"/>
              <a:gd name="T4" fmla="*/ 0 w 960"/>
              <a:gd name="T5" fmla="*/ 228600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3" name="Freeform 12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>
              <a:gd name="T0" fmla="*/ 0 w 2496"/>
              <a:gd name="T1" fmla="*/ 152400 h 736"/>
              <a:gd name="T2" fmla="*/ 1828800 w 2496"/>
              <a:gd name="T3" fmla="*/ 1143000 h 736"/>
              <a:gd name="T4" fmla="*/ 3962400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Line 13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27" name="Object 1025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52227" name="Equation" r:id="rId4" imgW="266400" imgH="419040" progId="Equation.3">
              <p:embed/>
            </p:oleObj>
          </a:graphicData>
        </a:graphic>
      </p:graphicFrame>
      <p:graphicFrame>
        <p:nvGraphicFramePr>
          <p:cNvPr id="52228" name="Object 1026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52228" name="Equation" r:id="rId5" imgW="177480" imgH="406080" progId="Equation.3">
              <p:embed/>
            </p:oleObj>
          </a:graphicData>
        </a:graphic>
      </p:graphicFrame>
      <p:graphicFrame>
        <p:nvGraphicFramePr>
          <p:cNvPr id="52229" name="Object 1027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52229" name="Equation" r:id="rId6" imgW="660240" imgH="533160" progId="Equation.3">
              <p:embed/>
            </p:oleObj>
          </a:graphicData>
        </a:graphic>
      </p:graphicFrame>
      <p:graphicFrame>
        <p:nvGraphicFramePr>
          <p:cNvPr id="52230" name="Object 1028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52230" name="Equation" r:id="rId7" imgW="330120" imgH="419040" progId="Equation.3">
              <p:embed/>
            </p:oleObj>
          </a:graphicData>
        </a:graphic>
      </p:graphicFrame>
      <p:graphicFrame>
        <p:nvGraphicFramePr>
          <p:cNvPr id="52231" name="Object 1029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52231" name="Equation" r:id="rId8" imgW="406080" imgH="571320" progId="Equation.3">
              <p:embed/>
            </p:oleObj>
          </a:graphicData>
        </a:graphic>
      </p:graphicFrame>
      <p:graphicFrame>
        <p:nvGraphicFramePr>
          <p:cNvPr id="52232" name="Object 1030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52232" name="Equation" r:id="rId9" imgW="482400" imgH="571320" progId="Equation.3">
              <p:embed/>
            </p:oleObj>
          </a:graphicData>
        </a:graphic>
      </p:graphicFrame>
      <p:graphicFrame>
        <p:nvGraphicFramePr>
          <p:cNvPr id="52233" name="Object 1031"/>
          <p:cNvGraphicFramePr>
            <a:graphicFrameLocks noChangeAspect="1"/>
          </p:cNvGraphicFramePr>
          <p:nvPr/>
        </p:nvGraphicFramePr>
        <p:xfrm>
          <a:off x="2667000" y="1676400"/>
          <a:ext cx="3200400" cy="747713"/>
        </p:xfrm>
        <a:graphic>
          <a:graphicData uri="http://schemas.openxmlformats.org/presentationml/2006/ole">
            <p:oleObj spid="_x0000_s52233" name="Equation" r:id="rId10" imgW="97776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Prof. Busch - LSU</a:t>
            </a:r>
          </a:p>
        </p:txBody>
      </p:sp>
      <p:sp>
        <p:nvSpPr>
          <p:cNvPr id="532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F3ABE7-0744-48CB-B8D2-C4BD7E125021}" type="slidenum">
              <a:rPr lang="en-US" smtClean="0"/>
              <a:pPr/>
              <a:t>58</a:t>
            </a:fld>
            <a:endParaRPr lang="en-US" smtClean="0"/>
          </a:p>
        </p:txBody>
      </p:sp>
      <p:sp>
        <p:nvSpPr>
          <p:cNvPr id="53260" name="Oval 2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Oval 3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50" name="Object 1024"/>
          <p:cNvGraphicFramePr>
            <a:graphicFrameLocks noChangeAspect="1"/>
          </p:cNvGraphicFramePr>
          <p:nvPr/>
        </p:nvGraphicFramePr>
        <p:xfrm>
          <a:off x="2368550" y="4267200"/>
          <a:ext cx="481013" cy="582613"/>
        </p:xfrm>
        <a:graphic>
          <a:graphicData uri="http://schemas.openxmlformats.org/presentationml/2006/ole">
            <p:oleObj spid="_x0000_s53250" name="Equation" r:id="rId3" imgW="482400" imgH="583920" progId="Equation.3">
              <p:embed/>
            </p:oleObj>
          </a:graphicData>
        </a:graphic>
      </p:graphicFrame>
      <p:sp>
        <p:nvSpPr>
          <p:cNvPr id="53262" name="Oval 5"/>
          <p:cNvSpPr>
            <a:spLocks noChangeArrowheads="1"/>
          </p:cNvSpPr>
          <p:nvPr/>
        </p:nvSpPr>
        <p:spPr bwMode="auto">
          <a:xfrm>
            <a:off x="65087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Oval 6"/>
          <p:cNvSpPr>
            <a:spLocks noChangeArrowheads="1"/>
          </p:cNvSpPr>
          <p:nvPr/>
        </p:nvSpPr>
        <p:spPr bwMode="auto">
          <a:xfrm>
            <a:off x="43751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Line 7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Line 8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Freeform 9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>
              <a:gd name="T0" fmla="*/ 1524000 w 960"/>
              <a:gd name="T1" fmla="*/ 228600 h 144"/>
              <a:gd name="T2" fmla="*/ 838200 w 960"/>
              <a:gd name="T3" fmla="*/ 0 h 144"/>
              <a:gd name="T4" fmla="*/ 0 w 960"/>
              <a:gd name="T5" fmla="*/ 228600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7" name="Freeform 10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>
              <a:gd name="T0" fmla="*/ 0 w 2496"/>
              <a:gd name="T1" fmla="*/ 152400 h 736"/>
              <a:gd name="T2" fmla="*/ 1828800 w 2496"/>
              <a:gd name="T3" fmla="*/ 1143000 h 736"/>
              <a:gd name="T4" fmla="*/ 3962400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Line 11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51" name="Object 1025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53251" name="Equation" r:id="rId4" imgW="266400" imgH="419040" progId="Equation.3">
              <p:embed/>
            </p:oleObj>
          </a:graphicData>
        </a:graphic>
      </p:graphicFrame>
      <p:graphicFrame>
        <p:nvGraphicFramePr>
          <p:cNvPr id="53252" name="Object 1026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53252" name="Equation" r:id="rId5" imgW="177480" imgH="406080" progId="Equation.3">
              <p:embed/>
            </p:oleObj>
          </a:graphicData>
        </a:graphic>
      </p:graphicFrame>
      <p:graphicFrame>
        <p:nvGraphicFramePr>
          <p:cNvPr id="53253" name="Object 1027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53253" name="Equation" r:id="rId6" imgW="660240" imgH="533160" progId="Equation.3">
              <p:embed/>
            </p:oleObj>
          </a:graphicData>
        </a:graphic>
      </p:graphicFrame>
      <p:graphicFrame>
        <p:nvGraphicFramePr>
          <p:cNvPr id="53254" name="Object 1028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53254" name="Equation" r:id="rId7" imgW="330120" imgH="419040" progId="Equation.3">
              <p:embed/>
            </p:oleObj>
          </a:graphicData>
        </a:graphic>
      </p:graphicFrame>
      <p:graphicFrame>
        <p:nvGraphicFramePr>
          <p:cNvPr id="53255" name="Object 1029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53255" name="Equation" r:id="rId8" imgW="406080" imgH="571320" progId="Equation.3">
              <p:embed/>
            </p:oleObj>
          </a:graphicData>
        </a:graphic>
      </p:graphicFrame>
      <p:graphicFrame>
        <p:nvGraphicFramePr>
          <p:cNvPr id="53256" name="Object 1030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53256" name="Equation" r:id="rId9" imgW="482400" imgH="571320" progId="Equation.3">
              <p:embed/>
            </p:oleObj>
          </a:graphicData>
        </a:graphic>
      </p:graphicFrame>
      <p:graphicFrame>
        <p:nvGraphicFramePr>
          <p:cNvPr id="53257" name="Object 1031"/>
          <p:cNvGraphicFramePr>
            <a:graphicFrameLocks noChangeAspect="1"/>
          </p:cNvGraphicFramePr>
          <p:nvPr/>
        </p:nvGraphicFramePr>
        <p:xfrm>
          <a:off x="2971800" y="1828800"/>
          <a:ext cx="2863850" cy="682625"/>
        </p:xfrm>
        <a:graphic>
          <a:graphicData uri="http://schemas.openxmlformats.org/presentationml/2006/ole">
            <p:oleObj spid="_x0000_s53257" name="Equation" r:id="rId10" imgW="2400120" imgH="571320" progId="Equation.3">
              <p:embed/>
            </p:oleObj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76</TotalTime>
  <Words>818</Words>
  <Application>Microsoft Office PowerPoint</Application>
  <PresentationFormat>On-screen Show (4:3)</PresentationFormat>
  <Paragraphs>223</Paragraphs>
  <Slides>58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0" baseType="lpstr">
      <vt:lpstr>Solstice</vt:lpstr>
      <vt:lpstr>Equation</vt:lpstr>
      <vt:lpstr>Slide 1</vt:lpstr>
      <vt:lpstr>Deterministic FA (DFA)</vt:lpstr>
      <vt:lpstr>Nondeterministic Finite Automata (NFA)</vt:lpstr>
      <vt:lpstr>Nondeterministic Finite Automata (NFA)</vt:lpstr>
      <vt:lpstr>Nondeterministic Finite Automata (NFA)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Lambda Transitions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Another NFA Example</vt:lpstr>
      <vt:lpstr>Slide 51</vt:lpstr>
      <vt:lpstr>Slide 52</vt:lpstr>
      <vt:lpstr>Formal Definition of NFAs</vt:lpstr>
      <vt:lpstr>Slide 54</vt:lpstr>
      <vt:lpstr>Slide 55</vt:lpstr>
      <vt:lpstr>Slide 56</vt:lpstr>
      <vt:lpstr>Slide 57</vt:lpstr>
      <vt:lpstr>Slide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Azam</dc:creator>
  <cp:lastModifiedBy>Raza Ur Rehman</cp:lastModifiedBy>
  <cp:revision>10</cp:revision>
  <dcterms:created xsi:type="dcterms:W3CDTF">2013-03-17T19:00:58Z</dcterms:created>
  <dcterms:modified xsi:type="dcterms:W3CDTF">2013-03-25T13:04:03Z</dcterms:modified>
</cp:coreProperties>
</file>